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ags/tag2.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comments/modernComment_7FFFFF7D_28BE226A.xml" ContentType="application/vnd.ms-powerpoint.comment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notesSlides/notesSlide4.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notesSlides/notesSlide6.xml" ContentType="application/vnd.openxmlformats-officedocument.presentationml.notesSlide+xml"/>
  <Override PartName="/ppt/comments/modernComment_157_4CBD8664.xml" ContentType="application/vnd.ms-powerpoint.comments+xml"/>
  <Override PartName="/ppt/tags/tag22.xml" ContentType="application/vnd.openxmlformats-officedocument.presentationml.tags+xml"/>
  <Override PartName="/ppt/notesSlides/notesSlide7.xml" ContentType="application/vnd.openxmlformats-officedocument.presentationml.notesSlide+xml"/>
  <Override PartName="/ppt/comments/modernComment_7FFFFF3B_ED76141A.xml" ContentType="application/vnd.ms-powerpoint.comments+xml"/>
  <Override PartName="/ppt/tags/tag23.xml" ContentType="application/vnd.openxmlformats-officedocument.presentationml.tags+xml"/>
  <Override PartName="/ppt/comments/modernComment_7FFFFF3A_E800F056.xml" ContentType="application/vnd.ms-powerpoint.comments+xml"/>
  <Override PartName="/ppt/tags/tag24.xml" ContentType="application/vnd.openxmlformats-officedocument.presentationml.tags+xml"/>
  <Override PartName="/ppt/notesSlides/notesSlide8.xml" ContentType="application/vnd.openxmlformats-officedocument.presentationml.notesSlide+xml"/>
  <Override PartName="/ppt/comments/modernComment_106_D2EA8964.xml" ContentType="application/vnd.ms-powerpoint.comments+xml"/>
  <Override PartName="/ppt/tags/tag25.xml" ContentType="application/vnd.openxmlformats-officedocument.presentationml.tags+xml"/>
  <Override PartName="/ppt/tags/tag26.xml" ContentType="application/vnd.openxmlformats-officedocument.presentationml.tags+xml"/>
  <Override PartName="/ppt/comments/modernComment_18E_FD606964.xml" ContentType="application/vnd.ms-powerpoint.comments+xml"/>
  <Override PartName="/ppt/tags/tag27.xml" ContentType="application/vnd.openxmlformats-officedocument.presentationml.tags+xml"/>
  <Override PartName="/ppt/tags/tag28.xml" ContentType="application/vnd.openxmlformats-officedocument.presentationml.tags+xml"/>
  <Override PartName="/ppt/comments/modernComment_109_1F40A7A6.xml" ContentType="application/vnd.ms-powerpoint.comments+xml"/>
  <Override PartName="/ppt/tags/tag29.xml" ContentType="application/vnd.openxmlformats-officedocument.presentationml.tags+xml"/>
  <Override PartName="/ppt/tags/tag30.xml" ContentType="application/vnd.openxmlformats-officedocument.presentationml.tags+xml"/>
  <Override PartName="/ppt/notesSlides/notesSlide9.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0.xml" ContentType="application/vnd.openxmlformats-officedocument.presentationml.notesSlide+xml"/>
  <Override PartName="/ppt/tags/tag36.xml" ContentType="application/vnd.openxmlformats-officedocument.presentationml.tags+xml"/>
  <Override PartName="/ppt/notesSlides/notesSlide11.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2.xml" ContentType="application/vnd.openxmlformats-officedocument.presentationml.notesSlide+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comments/modernComment_11C_BF1730E1.xml" ContentType="application/vnd.ms-powerpoint.comment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4.xml" ContentType="application/vnd.openxmlformats-officedocument.presentationml.notesSlide+xml"/>
  <Override PartName="/ppt/tags/tag52.xml" ContentType="application/vnd.openxmlformats-officedocument.presentationml.tags+xml"/>
  <Override PartName="/ppt/notesSlides/notesSlide15.xml" ContentType="application/vnd.openxmlformats-officedocument.presentationml.notesSlide+xml"/>
  <Override PartName="/ppt/tags/tag53.xml" ContentType="application/vnd.openxmlformats-officedocument.presentationml.tags+xml"/>
  <Override PartName="/ppt/notesSlides/notesSlide16.xml" ContentType="application/vnd.openxmlformats-officedocument.presentationml.notesSlide+xml"/>
  <Override PartName="/ppt/tags/tag54.xml" ContentType="application/vnd.openxmlformats-officedocument.presentationml.tags+xml"/>
  <Override PartName="/ppt/notesSlides/notesSlide17.xml" ContentType="application/vnd.openxmlformats-officedocument.presentationml.notesSlide+xml"/>
  <Override PartName="/ppt/tags/tag55.xml" ContentType="application/vnd.openxmlformats-officedocument.presentationml.tags+xml"/>
  <Override PartName="/ppt/notesSlides/notesSlide18.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19.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20.xml" ContentType="application/vnd.openxmlformats-officedocument.presentationml.notesSlide+xml"/>
  <Override PartName="/ppt/tags/tag61.xml" ContentType="application/vnd.openxmlformats-officedocument.presentationml.tags+xml"/>
  <Override PartName="/ppt/notesSlides/notesSlide21.xml" ContentType="application/vnd.openxmlformats-officedocument.presentationml.notesSlide+xml"/>
  <Override PartName="/ppt/tags/tag62.xml" ContentType="application/vnd.openxmlformats-officedocument.presentationml.tags+xml"/>
  <Override PartName="/ppt/notesSlides/notesSlide22.xml" ContentType="application/vnd.openxmlformats-officedocument.presentationml.notesSlide+xml"/>
  <Override PartName="/ppt/tags/tag63.xml" ContentType="application/vnd.openxmlformats-officedocument.presentationml.tags+xml"/>
  <Override PartName="/ppt/notesSlides/notesSlide23.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24.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notesSlides/notesSlide25.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26.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27.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28.xml" ContentType="application/vnd.openxmlformats-officedocument.presentationml.notesSlide+xml"/>
  <Override PartName="/ppt/tags/tag85.xml" ContentType="application/vnd.openxmlformats-officedocument.presentationml.tags+xml"/>
  <Override PartName="/ppt/notesSlides/notesSlide29.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6" r:id="rId4"/>
    <p:sldMasterId id="2147483897" r:id="rId5"/>
    <p:sldMasterId id="2147483909" r:id="rId6"/>
    <p:sldMasterId id="2147483958" r:id="rId7"/>
  </p:sldMasterIdLst>
  <p:notesMasterIdLst>
    <p:notesMasterId r:id="rId99"/>
  </p:notesMasterIdLst>
  <p:handoutMasterIdLst>
    <p:handoutMasterId r:id="rId100"/>
  </p:handoutMasterIdLst>
  <p:sldIdLst>
    <p:sldId id="274" r:id="rId8"/>
    <p:sldId id="372" r:id="rId9"/>
    <p:sldId id="260" r:id="rId10"/>
    <p:sldId id="2147483499" r:id="rId11"/>
    <p:sldId id="2147483500" r:id="rId12"/>
    <p:sldId id="2147483501" r:id="rId13"/>
    <p:sldId id="2147483503" r:id="rId14"/>
    <p:sldId id="2147483517" r:id="rId15"/>
    <p:sldId id="2147483488" r:id="rId16"/>
    <p:sldId id="2147483508" r:id="rId17"/>
    <p:sldId id="381" r:id="rId18"/>
    <p:sldId id="336" r:id="rId19"/>
    <p:sldId id="263" r:id="rId20"/>
    <p:sldId id="2147483426" r:id="rId21"/>
    <p:sldId id="343" r:id="rId22"/>
    <p:sldId id="2147483451" r:id="rId23"/>
    <p:sldId id="2147483450" r:id="rId24"/>
    <p:sldId id="262" r:id="rId25"/>
    <p:sldId id="2147483509" r:id="rId26"/>
    <p:sldId id="398" r:id="rId27"/>
    <p:sldId id="267" r:id="rId28"/>
    <p:sldId id="265" r:id="rId29"/>
    <p:sldId id="414" r:id="rId30"/>
    <p:sldId id="270" r:id="rId31"/>
    <p:sldId id="2147483510" r:id="rId32"/>
    <p:sldId id="282" r:id="rId33"/>
    <p:sldId id="2147483486" r:id="rId34"/>
    <p:sldId id="339" r:id="rId35"/>
    <p:sldId id="317" r:id="rId36"/>
    <p:sldId id="379" r:id="rId37"/>
    <p:sldId id="2147483511" r:id="rId38"/>
    <p:sldId id="283" r:id="rId39"/>
    <p:sldId id="329" r:id="rId40"/>
    <p:sldId id="261" r:id="rId41"/>
    <p:sldId id="266" r:id="rId42"/>
    <p:sldId id="2147483443" r:id="rId43"/>
    <p:sldId id="319" r:id="rId44"/>
    <p:sldId id="340" r:id="rId45"/>
    <p:sldId id="2147483512" r:id="rId46"/>
    <p:sldId id="284" r:id="rId47"/>
    <p:sldId id="330" r:id="rId48"/>
    <p:sldId id="271" r:id="rId49"/>
    <p:sldId id="334" r:id="rId50"/>
    <p:sldId id="272" r:id="rId51"/>
    <p:sldId id="310" r:id="rId52"/>
    <p:sldId id="2147483491" r:id="rId53"/>
    <p:sldId id="385" r:id="rId54"/>
    <p:sldId id="277" r:id="rId55"/>
    <p:sldId id="2147483456" r:id="rId56"/>
    <p:sldId id="2147483513" r:id="rId57"/>
    <p:sldId id="442" r:id="rId58"/>
    <p:sldId id="2147483481" r:id="rId59"/>
    <p:sldId id="440" r:id="rId60"/>
    <p:sldId id="2147483468" r:id="rId61"/>
    <p:sldId id="2147483489" r:id="rId62"/>
    <p:sldId id="374" r:id="rId63"/>
    <p:sldId id="2147483479" r:id="rId64"/>
    <p:sldId id="2147483514" r:id="rId65"/>
    <p:sldId id="444" r:id="rId66"/>
    <p:sldId id="369" r:id="rId67"/>
    <p:sldId id="358" r:id="rId68"/>
    <p:sldId id="367" r:id="rId69"/>
    <p:sldId id="368" r:id="rId70"/>
    <p:sldId id="320" r:id="rId71"/>
    <p:sldId id="315" r:id="rId72"/>
    <p:sldId id="408" r:id="rId73"/>
    <p:sldId id="2147483515" r:id="rId74"/>
    <p:sldId id="2147483472" r:id="rId75"/>
    <p:sldId id="351" r:id="rId76"/>
    <p:sldId id="439" r:id="rId77"/>
    <p:sldId id="273" r:id="rId78"/>
    <p:sldId id="321" r:id="rId79"/>
    <p:sldId id="342" r:id="rId80"/>
    <p:sldId id="281" r:id="rId81"/>
    <p:sldId id="2147483516" r:id="rId82"/>
    <p:sldId id="2147483474" r:id="rId83"/>
    <p:sldId id="360" r:id="rId84"/>
    <p:sldId id="362" r:id="rId85"/>
    <p:sldId id="363" r:id="rId86"/>
    <p:sldId id="2147483447" r:id="rId87"/>
    <p:sldId id="318" r:id="rId88"/>
    <p:sldId id="256" r:id="rId89"/>
    <p:sldId id="384" r:id="rId90"/>
    <p:sldId id="344" r:id="rId91"/>
    <p:sldId id="364" r:id="rId92"/>
    <p:sldId id="405" r:id="rId93"/>
    <p:sldId id="406" r:id="rId94"/>
    <p:sldId id="407" r:id="rId95"/>
    <p:sldId id="2147483504" r:id="rId96"/>
    <p:sldId id="2147483505" r:id="rId97"/>
    <p:sldId id="2147483506" r:id="rId98"/>
  </p:sldIdLst>
  <p:sldSz cx="12192000" cy="6858000"/>
  <p:notesSz cx="6858000" cy="9144000"/>
  <p:custDataLst>
    <p:tags r:id="rId10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0E0759F-7230-41AE-9D47-1E028EF6C4C1}">
          <p14:sldIdLst>
            <p14:sldId id="274"/>
          </p14:sldIdLst>
        </p14:section>
        <p14:section name="Table of Contents" id="{06A1F5A3-7BA3-4016-BE21-C0A90809E559}">
          <p14:sldIdLst>
            <p14:sldId id="372"/>
          </p14:sldIdLst>
        </p14:section>
        <p14:section name="Executive Summary" id="{C14F9DC3-41F3-40A8-B9CA-DE809A66DE26}">
          <p14:sldIdLst>
            <p14:sldId id="260"/>
            <p14:sldId id="2147483499"/>
            <p14:sldId id="2147483500"/>
            <p14:sldId id="2147483501"/>
            <p14:sldId id="2147483503"/>
            <p14:sldId id="2147483517"/>
            <p14:sldId id="2147483488"/>
          </p14:sldIdLst>
        </p14:section>
        <p14:section name="IEGP Introduction" id="{12300628-98A3-470C-BC72-B2A7200C453C}">
          <p14:sldIdLst>
            <p14:sldId id="2147483508"/>
            <p14:sldId id="381"/>
            <p14:sldId id="336"/>
            <p14:sldId id="263"/>
            <p14:sldId id="2147483426"/>
            <p14:sldId id="343"/>
            <p14:sldId id="2147483451"/>
            <p14:sldId id="2147483450"/>
            <p14:sldId id="262"/>
          </p14:sldIdLst>
        </p14:section>
        <p14:section name="Transversal Gaps, Tactics and Roadmap" id="{4AFDA43C-086D-45E5-B018-61937F620CEC}">
          <p14:sldIdLst>
            <p14:sldId id="2147483509"/>
            <p14:sldId id="398"/>
            <p14:sldId id="267"/>
            <p14:sldId id="265"/>
            <p14:sldId id="414"/>
            <p14:sldId id="270"/>
          </p14:sldIdLst>
        </p14:section>
        <p14:section name="Across Upper GI Gaps, Tactics and Roadmap" id="{2F3FC555-A217-44DC-BBAC-34595DE5D4D5}">
          <p14:sldIdLst>
            <p14:sldId id="2147483510"/>
            <p14:sldId id="282"/>
            <p14:sldId id="2147483486"/>
            <p14:sldId id="339"/>
            <p14:sldId id="317"/>
            <p14:sldId id="379"/>
          </p14:sldIdLst>
        </p14:section>
        <p14:section name="Advanced/Metastatic ESCC Gaps, Tactics, and Roadmap" id="{7CE043B2-D3D4-4CC8-9EC7-AEB916B9EE1C}">
          <p14:sldIdLst>
            <p14:sldId id="2147483511"/>
            <p14:sldId id="283"/>
            <p14:sldId id="329"/>
            <p14:sldId id="261"/>
            <p14:sldId id="266"/>
            <p14:sldId id="2147483443"/>
            <p14:sldId id="319"/>
            <p14:sldId id="340"/>
          </p14:sldIdLst>
        </p14:section>
        <p14:section name="Advanced/Metastatic GC/GEJ Gaps, Tactics, and Roadmap" id="{2EEA13E1-850E-486E-ABB0-2F55908DE45C}">
          <p14:sldIdLst>
            <p14:sldId id="2147483512"/>
            <p14:sldId id="284"/>
            <p14:sldId id="330"/>
            <p14:sldId id="271"/>
            <p14:sldId id="334"/>
            <p14:sldId id="272"/>
            <p14:sldId id="310"/>
            <p14:sldId id="2147483491"/>
            <p14:sldId id="385"/>
            <p14:sldId id="277"/>
            <p14:sldId id="2147483456"/>
          </p14:sldIdLst>
        </p14:section>
        <p14:section name="Across Lung Gaps, Tactics, and Roadmap" id="{D1341A90-BAB4-47E4-B271-A23CB84F4088}">
          <p14:sldIdLst>
            <p14:sldId id="2147483513"/>
            <p14:sldId id="442"/>
            <p14:sldId id="2147483481"/>
            <p14:sldId id="440"/>
            <p14:sldId id="2147483468"/>
            <p14:sldId id="2147483489"/>
            <p14:sldId id="374"/>
            <p14:sldId id="2147483479"/>
          </p14:sldIdLst>
        </p14:section>
        <p14:section name="Perioperative NSCLC Gaps, Tactics, and Roadmap" id="{7A1DC27C-DEC3-4E04-BA30-873029200EF7}">
          <p14:sldIdLst>
            <p14:sldId id="2147483514"/>
            <p14:sldId id="444"/>
            <p14:sldId id="369"/>
            <p14:sldId id="358"/>
            <p14:sldId id="367"/>
            <p14:sldId id="368"/>
            <p14:sldId id="320"/>
            <p14:sldId id="315"/>
            <p14:sldId id="408"/>
          </p14:sldIdLst>
        </p14:section>
        <p14:section name="Metastatic NSCLC Gaps, Tactics, and Roadmap" id="{08891B27-051E-4FC5-86E9-0E36FD2D7E5D}">
          <p14:sldIdLst>
            <p14:sldId id="2147483515"/>
            <p14:sldId id="2147483472"/>
            <p14:sldId id="351"/>
            <p14:sldId id="439"/>
            <p14:sldId id="273"/>
            <p14:sldId id="321"/>
            <p14:sldId id="342"/>
            <p14:sldId id="281"/>
          </p14:sldIdLst>
        </p14:section>
        <p14:section name="ES-SCLC Gaps, Tactics and Roadmap Gaps" id="{DFE01B47-05B7-496F-81BB-913B388D74A4}">
          <p14:sldIdLst>
            <p14:sldId id="2147483516"/>
            <p14:sldId id="2147483474"/>
            <p14:sldId id="360"/>
            <p14:sldId id="362"/>
            <p14:sldId id="363"/>
            <p14:sldId id="2147483447"/>
            <p14:sldId id="318"/>
          </p14:sldIdLst>
        </p14:section>
        <p14:section name="Appendix" id="{CBE03FAB-9714-4FDC-9047-55C189085282}">
          <p14:sldIdLst>
            <p14:sldId id="256"/>
            <p14:sldId id="384"/>
            <p14:sldId id="344"/>
            <p14:sldId id="364"/>
            <p14:sldId id="405"/>
            <p14:sldId id="406"/>
            <p14:sldId id="407"/>
            <p14:sldId id="2147483504"/>
            <p14:sldId id="2147483505"/>
            <p14:sldId id="21474835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6A0F04-42C4-46C3-92CE-C00C7884639D}" name="ckaravioti@prescienthg.com" initials="ck" userId="S::urn:spo:guest#ckaravioti@prescienthg.com::" providerId="AD"/>
  <p188:author id="{35988710-67D5-F010-7D59-D0628B37BD30}" name="Elnaz Moghareh" initials="EM" userId="S::emoghareh@prescienthg.com::1e11d841-e127-490d-8793-6de3777c5520" providerId="AD"/>
  <p188:author id="{08AACA17-AF82-1B17-5146-7BD50206AF8A}" name="Luke Solon" initials="LS" userId="S::lsolon@prescienthg.com::8a788db0-3146-439e-97d7-14a169396a67" providerId="AD"/>
  <p188:author id="{CF1F7026-120F-DE21-F5D3-CBCD56956980}" name="Thoma Qafko" initials="TQ" userId="S::tqafko@prescienthg.com::8d2c2428-9aa1-4dc7-8b8a-6caa6c0af806" providerId="AD"/>
  <p188:author id="{4537F937-D3BB-EE89-B1DE-563C9A7F18AA}" name="David Lang" initials="DL" userId="S::dlang@prescienthg.com::d2d6079e-fc28-46dd-be0a-9e9617a5ce0e" providerId="AD"/>
  <p188:author id="{2D4CC553-35BA-485F-CE2E-1E853FF0202F}" name="Julian Kretz" initials="JK" userId="S::julian.kretz@beigene.com::1f6f37fd-eb86-4fd3-80fe-9610a45a9bb7" providerId="AD"/>
  <p188:author id="{7C5CB368-C881-76DD-7321-3E064C194F2C}" name="Cenovia Villegas" initials="" userId="S::cvillegas@w2ogroup.com::b2a696e2-a181-4af9-977f-814ca4dee890" providerId="AD"/>
  <p188:author id="{5572DA78-EA3F-1189-09F4-9667AD5A8450}" name="Tyler DiStefano" initials="" userId="S::tdistefano@prescienthg.com::79164e44-c5d1-4c86-a0fd-c256f1511e0c" providerId="AD"/>
  <p188:author id="{C071FA7E-42EE-596C-77FC-131D304A6C2B}" name="Sanam Sikander-Rehman" initials="SS" userId="S::ssikander-rehman@prescienthg.com::825938aa-8bb1-4105-9aa4-6450fce57c50" providerId="AD"/>
  <p188:author id="{C242519E-0C20-C066-D254-EECBC6285BDD}" name="Tyler DiStefano" initials="TD" userId="Tyler DiStefano" providerId="None"/>
  <p188:author id="{883608B4-8881-47E9-6CAF-B504FB9D32AA}" name="Mesha Taylor" initials="MT" userId="S::mesha.taylor@beigene.com::0465b3ae-c200-48ea-b37d-fa46e11fd87c" providerId="AD"/>
  <p188:author id="{0BBFB9C2-095A-3DE0-14A1-7AFF7DB5ECC6}" name="Jack Altmeyer" initials="JA" userId="S::jaltmeyer@prescienthg.com::ee78a2c6-a2c8-451c-9fd5-7171d519209d" providerId="AD"/>
  <p188:author id="{B14904C7-4EED-EFC2-C250-043BD008103D}" name="Afsaneh Barzi" initials="AB" userId="S::afsaneh.barzi@beigene.com::1c383f14-62d9-43a0-b6ed-71c7aa4285f6" providerId="AD"/>
  <p188:author id="{A7B9E0C8-8C1C-6562-23A3-222B700BA83A}" name="Isabella PezzaniGrueter" initials="IP" userId="S::isabella.pezzani@beigene.com::488153d4-8ba7-40d6-8ca7-fddc408ea6e8" providerId="AD"/>
  <p188:author id="{BB9471D0-2789-9A8D-A2C5-7961E6C741D0}" name="Christina Karavioti" initials="CK" userId="S::ckaravioti@prescienthg.com::dcb975a3-edb8-46a7-bb36-8f9b9207c6dd" providerId="AD"/>
  <p188:author id="{0D05CCDA-31E3-CF3D-0402-57839C88CDD1}" name="Ilias Paniaras" initials="IP" userId="S::ipaniaras@prescienthg.com::99859cd5-e149-4a6c-bbd6-845d15431887" providerId="AD"/>
  <p188:author id="{BF3134E8-40C3-9C87-3A3E-551A6795879F}" name="Carmen Fairley" initials="CF" userId="S::cfairley@prescienthg.com::3c0c2e08-99bc-496a-b3e7-38f66e822d6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ourtney Redmon" initials="CR" lastIdx="1" clrIdx="0">
    <p:extLst>
      <p:ext uri="{19B8F6BF-5375-455C-9EA6-DF929625EA0E}">
        <p15:presenceInfo xmlns:p15="http://schemas.microsoft.com/office/powerpoint/2012/main" userId="S::credmon@w2ogroup.com::dd0b7d96-9d3d-4646-beed-1870c405b5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CBCBCB"/>
    <a:srgbClr val="753B00"/>
    <a:srgbClr val="004D60"/>
    <a:srgbClr val="D9D9D9"/>
    <a:srgbClr val="F2F2F2"/>
    <a:srgbClr val="173668"/>
    <a:srgbClr val="0F2445"/>
    <a:srgbClr val="FFEDE7"/>
    <a:srgbClr val="D62B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294C69-34FB-4AF4-968D-4D1D7BA3CFDF}" v="295" dt="2025-06-24T16:28:33.413"/>
    <p1510:client id="{57F68328-6922-4560-A564-6077CC28769C}" v="29" dt="2025-06-24T17:17:11.555"/>
    <p1510:client id="{A81AB3F7-F041-4955-99BA-A0482B4A30E7}" v="903" dt="2025-06-24T11:44:47.175"/>
    <p1510:client id="{AA6B65AE-B44F-4E63-99AB-B769BF92DBD2}" v="166" dt="2025-06-24T12:57:40.553"/>
    <p1510:client id="{E4892EAA-D667-407D-AC6E-DFF84B3AE835}" v="58" dt="2025-06-24T09:01:28.989"/>
    <p1510:client id="{F2C2703D-BADD-FD4A-B3DD-216E5417687C}" v="1" dt="2025-06-24T09:30:05.3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6" Type="http://schemas.openxmlformats.org/officeDocument/2006/relationships/slide" Target="slides/slide9.xml"/><Relationship Id="rId107" Type="http://schemas.microsoft.com/office/2016/11/relationships/changesInfo" Target="changesInfos/changesInfo1.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commentAuthors" Target="commentAuthors.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presProps" Target="presProps.xml"/><Relationship Id="rId108" Type="http://schemas.microsoft.com/office/2015/10/relationships/revisionInfo" Target="revisionInfo.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6" Type="http://schemas.openxmlformats.org/officeDocument/2006/relationships/tableStyles" Target="tableStyle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notesMaster" Target="notesMasters/notesMaster1.xml"/><Relationship Id="rId10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microsoft.com/office/2018/10/relationships/authors" Target="authors.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handoutMaster" Target="handoutMasters/handoutMaster1.xml"/><Relationship Id="rId105"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ang" userId="d2d6079e-fc28-46dd-be0a-9e9617a5ce0e" providerId="ADAL" clId="{8608FAC1-F9BC-4EC7-BFBA-3ADA34F00489}"/>
    <pc:docChg chg="undo redo custSel addSld delSld modSld modSection">
      <pc:chgData name="David Lang" userId="d2d6079e-fc28-46dd-be0a-9e9617a5ce0e" providerId="ADAL" clId="{8608FAC1-F9BC-4EC7-BFBA-3ADA34F00489}" dt="2025-06-18T20:13:03.062" v="256" actId="207"/>
      <pc:docMkLst>
        <pc:docMk/>
      </pc:docMkLst>
      <pc:sldChg chg="addSp delSp modSp mod">
        <pc:chgData name="David Lang" userId="d2d6079e-fc28-46dd-be0a-9e9617a5ce0e" providerId="ADAL" clId="{8608FAC1-F9BC-4EC7-BFBA-3ADA34F00489}" dt="2025-06-17T17:42:15.439" v="25" actId="571"/>
        <pc:sldMkLst>
          <pc:docMk/>
          <pc:sldMk cId="86803634" sldId="270"/>
        </pc:sldMkLst>
        <pc:graphicFrameChg chg="mod modGraphic">
          <ac:chgData name="David Lang" userId="d2d6079e-fc28-46dd-be0a-9e9617a5ce0e" providerId="ADAL" clId="{8608FAC1-F9BC-4EC7-BFBA-3ADA34F00489}" dt="2025-06-17T17:28:19.308" v="4" actId="14734"/>
          <ac:graphicFrameMkLst>
            <pc:docMk/>
            <pc:sldMk cId="86803634" sldId="270"/>
            <ac:graphicFrameMk id="7" creationId="{990D858A-73F6-09D5-0FA7-938D753A52C5}"/>
          </ac:graphicFrameMkLst>
        </pc:graphicFrameChg>
        <pc:picChg chg="add mod">
          <ac:chgData name="David Lang" userId="d2d6079e-fc28-46dd-be0a-9e9617a5ce0e" providerId="ADAL" clId="{8608FAC1-F9BC-4EC7-BFBA-3ADA34F00489}" dt="2025-06-17T17:42:08.401" v="24" actId="571"/>
          <ac:picMkLst>
            <pc:docMk/>
            <pc:sldMk cId="86803634" sldId="270"/>
            <ac:picMk id="12" creationId="{C386CF44-744C-AEC3-0BA4-D0F432E2E2E3}"/>
          </ac:picMkLst>
        </pc:picChg>
        <pc:picChg chg="add mod">
          <ac:chgData name="David Lang" userId="d2d6079e-fc28-46dd-be0a-9e9617a5ce0e" providerId="ADAL" clId="{8608FAC1-F9BC-4EC7-BFBA-3ADA34F00489}" dt="2025-06-17T17:42:15.439" v="25" actId="571"/>
          <ac:picMkLst>
            <pc:docMk/>
            <pc:sldMk cId="86803634" sldId="270"/>
            <ac:picMk id="23" creationId="{61884BCE-AF1C-422B-94E7-BC37EC8AD840}"/>
          </ac:picMkLst>
        </pc:picChg>
      </pc:sldChg>
      <pc:sldChg chg="modSp mod">
        <pc:chgData name="David Lang" userId="d2d6079e-fc28-46dd-be0a-9e9617a5ce0e" providerId="ADAL" clId="{8608FAC1-F9BC-4EC7-BFBA-3ADA34F00489}" dt="2025-06-18T00:54:43.734" v="191" actId="14100"/>
        <pc:sldMkLst>
          <pc:docMk/>
          <pc:sldMk cId="384407750" sldId="310"/>
        </pc:sldMkLst>
        <pc:spChg chg="mod">
          <ac:chgData name="David Lang" userId="d2d6079e-fc28-46dd-be0a-9e9617a5ce0e" providerId="ADAL" clId="{8608FAC1-F9BC-4EC7-BFBA-3ADA34F00489}" dt="2025-06-18T00:54:43.734" v="191" actId="14100"/>
          <ac:spMkLst>
            <pc:docMk/>
            <pc:sldMk cId="384407750" sldId="310"/>
            <ac:spMk id="11" creationId="{C9069C7F-1E50-C6A1-FEC8-FA2E994E63D1}"/>
          </ac:spMkLst>
        </pc:spChg>
      </pc:sldChg>
      <pc:sldChg chg="modSp mod">
        <pc:chgData name="David Lang" userId="d2d6079e-fc28-46dd-be0a-9e9617a5ce0e" providerId="ADAL" clId="{8608FAC1-F9BC-4EC7-BFBA-3ADA34F00489}" dt="2025-06-17T23:08:17.516" v="58" actId="20577"/>
        <pc:sldMkLst>
          <pc:docMk/>
          <pc:sldMk cId="4168864983" sldId="318"/>
        </pc:sldMkLst>
        <pc:graphicFrameChg chg="modGraphic">
          <ac:chgData name="David Lang" userId="d2d6079e-fc28-46dd-be0a-9e9617a5ce0e" providerId="ADAL" clId="{8608FAC1-F9BC-4EC7-BFBA-3ADA34F00489}" dt="2025-06-17T23:08:17.516" v="58" actId="20577"/>
          <ac:graphicFrameMkLst>
            <pc:docMk/>
            <pc:sldMk cId="4168864983" sldId="318"/>
            <ac:graphicFrameMk id="13" creationId="{182A9F4D-1595-7250-2A37-77C48893AE97}"/>
          </ac:graphicFrameMkLst>
        </pc:graphicFrameChg>
      </pc:sldChg>
      <pc:sldChg chg="modSp mod">
        <pc:chgData name="David Lang" userId="d2d6079e-fc28-46dd-be0a-9e9617a5ce0e" providerId="ADAL" clId="{8608FAC1-F9BC-4EC7-BFBA-3ADA34F00489}" dt="2025-06-18T07:59:44.521" v="224" actId="20577"/>
        <pc:sldMkLst>
          <pc:docMk/>
          <pc:sldMk cId="568692694" sldId="320"/>
        </pc:sldMkLst>
        <pc:graphicFrameChg chg="modGraphic">
          <ac:chgData name="David Lang" userId="d2d6079e-fc28-46dd-be0a-9e9617a5ce0e" providerId="ADAL" clId="{8608FAC1-F9BC-4EC7-BFBA-3ADA34F00489}" dt="2025-06-18T07:59:44.521" v="224" actId="20577"/>
          <ac:graphicFrameMkLst>
            <pc:docMk/>
            <pc:sldMk cId="568692694" sldId="320"/>
            <ac:graphicFrameMk id="30" creationId="{795BE844-C2F5-F5F3-DC1D-5B25A9C783F0}"/>
          </ac:graphicFrameMkLst>
        </pc:graphicFrameChg>
      </pc:sldChg>
      <pc:sldChg chg="modSp mod">
        <pc:chgData name="David Lang" userId="d2d6079e-fc28-46dd-be0a-9e9617a5ce0e" providerId="ADAL" clId="{8608FAC1-F9BC-4EC7-BFBA-3ADA34F00489}" dt="2025-06-18T08:15:54.296" v="245" actId="20577"/>
        <pc:sldMkLst>
          <pc:docMk/>
          <pc:sldMk cId="1475837611" sldId="321"/>
        </pc:sldMkLst>
        <pc:graphicFrameChg chg="mod modGraphic">
          <ac:chgData name="David Lang" userId="d2d6079e-fc28-46dd-be0a-9e9617a5ce0e" providerId="ADAL" clId="{8608FAC1-F9BC-4EC7-BFBA-3ADA34F00489}" dt="2025-06-18T08:15:54.296" v="245" actId="20577"/>
          <ac:graphicFrameMkLst>
            <pc:docMk/>
            <pc:sldMk cId="1475837611" sldId="321"/>
            <ac:graphicFrameMk id="14" creationId="{460A9084-70D7-AC2E-AACD-BCA4AAABC538}"/>
          </ac:graphicFrameMkLst>
        </pc:graphicFrameChg>
      </pc:sldChg>
      <pc:sldChg chg="modSp mod">
        <pc:chgData name="David Lang" userId="d2d6079e-fc28-46dd-be0a-9e9617a5ce0e" providerId="ADAL" clId="{8608FAC1-F9BC-4EC7-BFBA-3ADA34F00489}" dt="2025-06-17T17:29:00.855" v="11" actId="20577"/>
        <pc:sldMkLst>
          <pc:docMk/>
          <pc:sldMk cId="266394745" sldId="414"/>
        </pc:sldMkLst>
        <pc:graphicFrameChg chg="modGraphic">
          <ac:chgData name="David Lang" userId="d2d6079e-fc28-46dd-be0a-9e9617a5ce0e" providerId="ADAL" clId="{8608FAC1-F9BC-4EC7-BFBA-3ADA34F00489}" dt="2025-06-17T17:29:00.855" v="11" actId="20577"/>
          <ac:graphicFrameMkLst>
            <pc:docMk/>
            <pc:sldMk cId="266394745" sldId="414"/>
            <ac:graphicFrameMk id="9" creationId="{E9068899-6002-E821-9915-6A4B2EEC391D}"/>
          </ac:graphicFrameMkLst>
        </pc:graphicFrameChg>
      </pc:sldChg>
      <pc:sldChg chg="delSp modSp add del mod">
        <pc:chgData name="David Lang" userId="d2d6079e-fc28-46dd-be0a-9e9617a5ce0e" providerId="ADAL" clId="{8608FAC1-F9BC-4EC7-BFBA-3ADA34F00489}" dt="2025-06-17T17:51:08.492" v="49" actId="1035"/>
        <pc:sldMkLst>
          <pc:docMk/>
          <pc:sldMk cId="4089503907" sldId="2147483447"/>
        </pc:sldMkLst>
        <pc:grpChg chg="mod">
          <ac:chgData name="David Lang" userId="d2d6079e-fc28-46dd-be0a-9e9617a5ce0e" providerId="ADAL" clId="{8608FAC1-F9BC-4EC7-BFBA-3ADA34F00489}" dt="2025-06-17T17:51:04.146" v="39" actId="1036"/>
          <ac:grpSpMkLst>
            <pc:docMk/>
            <pc:sldMk cId="4089503907" sldId="2147483447"/>
            <ac:grpSpMk id="16" creationId="{42190E21-9C5A-E8AB-80F3-A5152D8AA078}"/>
          </ac:grpSpMkLst>
        </pc:grpChg>
        <pc:graphicFrameChg chg="mod modGraphic">
          <ac:chgData name="David Lang" userId="d2d6079e-fc28-46dd-be0a-9e9617a5ce0e" providerId="ADAL" clId="{8608FAC1-F9BC-4EC7-BFBA-3ADA34F00489}" dt="2025-06-17T17:50:52.718" v="30" actId="14100"/>
          <ac:graphicFrameMkLst>
            <pc:docMk/>
            <pc:sldMk cId="4089503907" sldId="2147483447"/>
            <ac:graphicFrameMk id="5" creationId="{0DE87F15-66A1-9EAD-F45E-4268CA2FC9C1}"/>
          </ac:graphicFrameMkLst>
        </pc:graphicFrameChg>
        <pc:picChg chg="mod">
          <ac:chgData name="David Lang" userId="d2d6079e-fc28-46dd-be0a-9e9617a5ce0e" providerId="ADAL" clId="{8608FAC1-F9BC-4EC7-BFBA-3ADA34F00489}" dt="2025-06-17T17:51:08.492" v="49" actId="1035"/>
          <ac:picMkLst>
            <pc:docMk/>
            <pc:sldMk cId="4089503907" sldId="2147483447"/>
            <ac:picMk id="45" creationId="{8E6C851E-D130-0130-7A80-A1FF9BCCF56C}"/>
          </ac:picMkLst>
        </pc:picChg>
        <pc:picChg chg="mod">
          <ac:chgData name="David Lang" userId="d2d6079e-fc28-46dd-be0a-9e9617a5ce0e" providerId="ADAL" clId="{8608FAC1-F9BC-4EC7-BFBA-3ADA34F00489}" dt="2025-06-17T17:51:04.146" v="39" actId="1036"/>
          <ac:picMkLst>
            <pc:docMk/>
            <pc:sldMk cId="4089503907" sldId="2147483447"/>
            <ac:picMk id="49" creationId="{6CD35C9D-1483-7093-95A2-9B38122693BA}"/>
          </ac:picMkLst>
        </pc:picChg>
        <pc:picChg chg="mod">
          <ac:chgData name="David Lang" userId="d2d6079e-fc28-46dd-be0a-9e9617a5ce0e" providerId="ADAL" clId="{8608FAC1-F9BC-4EC7-BFBA-3ADA34F00489}" dt="2025-06-17T17:51:08.492" v="49" actId="1035"/>
          <ac:picMkLst>
            <pc:docMk/>
            <pc:sldMk cId="4089503907" sldId="2147483447"/>
            <ac:picMk id="51" creationId="{E394C45D-2C87-DCCF-C630-78160B6553DB}"/>
          </ac:picMkLst>
        </pc:picChg>
      </pc:sldChg>
      <pc:sldChg chg="modSp mod">
        <pc:chgData name="David Lang" userId="d2d6079e-fc28-46dd-be0a-9e9617a5ce0e" providerId="ADAL" clId="{8608FAC1-F9BC-4EC7-BFBA-3ADA34F00489}" dt="2025-06-18T20:13:03.062" v="256" actId="207"/>
        <pc:sldMkLst>
          <pc:docMk/>
          <pc:sldMk cId="4010431905" sldId="2147483454"/>
        </pc:sldMkLst>
      </pc:sldChg>
      <pc:sldChg chg="addSp delSp modSp mod">
        <pc:chgData name="David Lang" userId="d2d6079e-fc28-46dd-be0a-9e9617a5ce0e" providerId="ADAL" clId="{8608FAC1-F9BC-4EC7-BFBA-3ADA34F00489}" dt="2025-06-18T06:25:14.193" v="193" actId="571"/>
        <pc:sldMkLst>
          <pc:docMk/>
          <pc:sldMk cId="1132644637" sldId="2147483468"/>
        </pc:sldMkLst>
        <pc:spChg chg="mod">
          <ac:chgData name="David Lang" userId="d2d6079e-fc28-46dd-be0a-9e9617a5ce0e" providerId="ADAL" clId="{8608FAC1-F9BC-4EC7-BFBA-3ADA34F00489}" dt="2025-06-17T23:24:47.777" v="148" actId="1036"/>
          <ac:spMkLst>
            <pc:docMk/>
            <pc:sldMk cId="1132644637" sldId="2147483468"/>
            <ac:spMk id="44" creationId="{E17F8B5C-BB62-E397-9ABB-8058BE5D83AE}"/>
          </ac:spMkLst>
        </pc:spChg>
        <pc:graphicFrameChg chg="mod modGraphic">
          <ac:chgData name="David Lang" userId="d2d6079e-fc28-46dd-be0a-9e9617a5ce0e" providerId="ADAL" clId="{8608FAC1-F9BC-4EC7-BFBA-3ADA34F00489}" dt="2025-06-17T23:25:19.524" v="187" actId="404"/>
          <ac:graphicFrameMkLst>
            <pc:docMk/>
            <pc:sldMk cId="1132644637" sldId="2147483468"/>
            <ac:graphicFrameMk id="9" creationId="{67940278-F97C-4C13-3C88-6A5E7F3EDF8B}"/>
          </ac:graphicFrameMkLst>
        </pc:graphicFrameChg>
        <pc:picChg chg="add mod">
          <ac:chgData name="David Lang" userId="d2d6079e-fc28-46dd-be0a-9e9617a5ce0e" providerId="ADAL" clId="{8608FAC1-F9BC-4EC7-BFBA-3ADA34F00489}" dt="2025-06-18T06:25:14.193" v="193" actId="571"/>
          <ac:picMkLst>
            <pc:docMk/>
            <pc:sldMk cId="1132644637" sldId="2147483468"/>
            <ac:picMk id="2" creationId="{1F8305BB-F989-4A73-8735-FDA27F8135D4}"/>
          </ac:picMkLst>
        </pc:picChg>
      </pc:sldChg>
      <pc:sldChg chg="addSp delSp modSp mod">
        <pc:chgData name="David Lang" userId="d2d6079e-fc28-46dd-be0a-9e9617a5ce0e" providerId="ADAL" clId="{8608FAC1-F9BC-4EC7-BFBA-3ADA34F00489}" dt="2025-06-17T23:25:44.716" v="190" actId="571"/>
        <pc:sldMkLst>
          <pc:docMk/>
          <pc:sldMk cId="1636858200" sldId="2147483479"/>
        </pc:sldMkLst>
        <pc:spChg chg="add mod">
          <ac:chgData name="David Lang" userId="d2d6079e-fc28-46dd-be0a-9e9617a5ce0e" providerId="ADAL" clId="{8608FAC1-F9BC-4EC7-BFBA-3ADA34F00489}" dt="2025-06-17T23:25:44.716" v="190" actId="571"/>
          <ac:spMkLst>
            <pc:docMk/>
            <pc:sldMk cId="1636858200" sldId="2147483479"/>
            <ac:spMk id="22" creationId="{D75889DA-6AB9-AC84-3851-0B25E6B88A68}"/>
          </ac:spMkLst>
        </pc:spChg>
        <pc:graphicFrameChg chg="modGraphic">
          <ac:chgData name="David Lang" userId="d2d6079e-fc28-46dd-be0a-9e9617a5ce0e" providerId="ADAL" clId="{8608FAC1-F9BC-4EC7-BFBA-3ADA34F00489}" dt="2025-06-17T23:21:10.766" v="59" actId="20577"/>
          <ac:graphicFrameMkLst>
            <pc:docMk/>
            <pc:sldMk cId="1636858200" sldId="2147483479"/>
            <ac:graphicFrameMk id="7" creationId="{7E4F4B60-6CD3-DAB6-8CA9-DC08B437CCC2}"/>
          </ac:graphicFrameMkLst>
        </pc:graphicFrameChg>
      </pc:sldChg>
      <pc:sldChg chg="addSp delSp modSp mod">
        <pc:chgData name="David Lang" userId="d2d6079e-fc28-46dd-be0a-9e9617a5ce0e" providerId="ADAL" clId="{8608FAC1-F9BC-4EC7-BFBA-3ADA34F00489}" dt="2025-06-18T07:57:22.079" v="200" actId="20577"/>
        <pc:sldMkLst>
          <pc:docMk/>
          <pc:sldMk cId="2111892451" sldId="2147483481"/>
        </pc:sldMkLst>
        <pc:spChg chg="mod">
          <ac:chgData name="David Lang" userId="d2d6079e-fc28-46dd-be0a-9e9617a5ce0e" providerId="ADAL" clId="{8608FAC1-F9BC-4EC7-BFBA-3ADA34F00489}" dt="2025-06-18T07:57:01.510" v="197" actId="20577"/>
          <ac:spMkLst>
            <pc:docMk/>
            <pc:sldMk cId="2111892451" sldId="2147483481"/>
            <ac:spMk id="54" creationId="{21CD7645-814B-05E4-289E-4BBFBFC1D68C}"/>
          </ac:spMkLst>
        </pc:spChg>
        <pc:spChg chg="mod">
          <ac:chgData name="David Lang" userId="d2d6079e-fc28-46dd-be0a-9e9617a5ce0e" providerId="ADAL" clId="{8608FAC1-F9BC-4EC7-BFBA-3ADA34F00489}" dt="2025-06-18T07:54:51.851" v="195" actId="20577"/>
          <ac:spMkLst>
            <pc:docMk/>
            <pc:sldMk cId="2111892451" sldId="2147483481"/>
            <ac:spMk id="21513" creationId="{42BDCA63-8A2D-1F2A-B7D1-30E188E5AD43}"/>
          </ac:spMkLst>
        </pc:spChg>
        <pc:spChg chg="mod">
          <ac:chgData name="David Lang" userId="d2d6079e-fc28-46dd-be0a-9e9617a5ce0e" providerId="ADAL" clId="{8608FAC1-F9BC-4EC7-BFBA-3ADA34F00489}" dt="2025-06-18T07:57:22.079" v="200" actId="20577"/>
          <ac:spMkLst>
            <pc:docMk/>
            <pc:sldMk cId="2111892451" sldId="2147483481"/>
            <ac:spMk id="21515" creationId="{15CA7931-929F-7C91-38E5-C23EB9B65769}"/>
          </ac:spMkLst>
        </pc:spChg>
      </pc:sldChg>
      <pc:sldChg chg="modSp mod">
        <pc:chgData name="David Lang" userId="d2d6079e-fc28-46dd-be0a-9e9617a5ce0e" providerId="ADAL" clId="{8608FAC1-F9BC-4EC7-BFBA-3ADA34F00489}" dt="2025-06-17T23:25:29.407" v="188" actId="404"/>
        <pc:sldMkLst>
          <pc:docMk/>
          <pc:sldMk cId="1420824914" sldId="2147483489"/>
        </pc:sldMkLst>
        <pc:graphicFrameChg chg="mod modGraphic">
          <ac:chgData name="David Lang" userId="d2d6079e-fc28-46dd-be0a-9e9617a5ce0e" providerId="ADAL" clId="{8608FAC1-F9BC-4EC7-BFBA-3ADA34F00489}" dt="2025-06-17T23:25:29.407" v="188" actId="404"/>
          <ac:graphicFrameMkLst>
            <pc:docMk/>
            <pc:sldMk cId="1420824914" sldId="2147483489"/>
            <ac:graphicFrameMk id="9" creationId="{7C1A4B64-4D67-4A02-65B2-DFFD9B49E547}"/>
          </ac:graphicFrameMkLst>
        </pc:graphicFrameChg>
      </pc:sldChg>
    </pc:docChg>
  </pc:docChgLst>
  <pc:docChgLst>
    <pc:chgData name="Jack Altmeyer" userId="ee78a2c6-a2c8-451c-9fd5-7171d519209d" providerId="ADAL" clId="{AA6B65AE-B44F-4E63-99AB-B769BF92DBD2}"/>
    <pc:docChg chg="undo custSel delSld modSld modSection">
      <pc:chgData name="Jack Altmeyer" userId="ee78a2c6-a2c8-451c-9fd5-7171d519209d" providerId="ADAL" clId="{AA6B65AE-B44F-4E63-99AB-B769BF92DBD2}" dt="2025-06-24T12:57:07.142" v="163" actId="47"/>
      <pc:docMkLst>
        <pc:docMk/>
      </pc:docMkLst>
      <pc:sldChg chg="addSp modSp mod">
        <pc:chgData name="Jack Altmeyer" userId="ee78a2c6-a2c8-451c-9fd5-7171d519209d" providerId="ADAL" clId="{AA6B65AE-B44F-4E63-99AB-B769BF92DBD2}" dt="2025-06-23T13:51:53.176" v="81" actId="12789"/>
        <pc:sldMkLst>
          <pc:docMk/>
          <pc:sldMk cId="560685323" sldId="408"/>
        </pc:sldMkLst>
        <pc:spChg chg="mod">
          <ac:chgData name="Jack Altmeyer" userId="ee78a2c6-a2c8-451c-9fd5-7171d519209d" providerId="ADAL" clId="{AA6B65AE-B44F-4E63-99AB-B769BF92DBD2}" dt="2025-06-23T13:51:53.176" v="81" actId="12789"/>
          <ac:spMkLst>
            <pc:docMk/>
            <pc:sldMk cId="560685323" sldId="408"/>
            <ac:spMk id="10" creationId="{6AD59155-0732-0395-68FD-8DA867E3E94E}"/>
          </ac:spMkLst>
        </pc:spChg>
        <pc:spChg chg="add mod">
          <ac:chgData name="Jack Altmeyer" userId="ee78a2c6-a2c8-451c-9fd5-7171d519209d" providerId="ADAL" clId="{AA6B65AE-B44F-4E63-99AB-B769BF92DBD2}" dt="2025-06-23T13:51:39.219" v="45" actId="1035"/>
          <ac:spMkLst>
            <pc:docMk/>
            <pc:sldMk cId="560685323" sldId="408"/>
            <ac:spMk id="31" creationId="{C5415603-F859-9E55-5096-C45296A119EC}"/>
          </ac:spMkLst>
        </pc:spChg>
        <pc:spChg chg="mod">
          <ac:chgData name="Jack Altmeyer" userId="ee78a2c6-a2c8-451c-9fd5-7171d519209d" providerId="ADAL" clId="{AA6B65AE-B44F-4E63-99AB-B769BF92DBD2}" dt="2025-06-23T13:51:53.176" v="81" actId="12789"/>
          <ac:spMkLst>
            <pc:docMk/>
            <pc:sldMk cId="560685323" sldId="408"/>
            <ac:spMk id="35" creationId="{4E1E5FE7-1870-DD07-6BFD-EB21A25D168F}"/>
          </ac:spMkLst>
        </pc:spChg>
      </pc:sldChg>
      <pc:sldChg chg="addSp delSp modSp mod">
        <pc:chgData name="Jack Altmeyer" userId="ee78a2c6-a2c8-451c-9fd5-7171d519209d" providerId="ADAL" clId="{AA6B65AE-B44F-4E63-99AB-B769BF92DBD2}" dt="2025-06-24T12:54:37.596" v="162" actId="12788"/>
        <pc:sldMkLst>
          <pc:docMk/>
          <pc:sldMk cId="2816302053" sldId="439"/>
        </pc:sldMkLst>
        <pc:spChg chg="mod">
          <ac:chgData name="Jack Altmeyer" userId="ee78a2c6-a2c8-451c-9fd5-7171d519209d" providerId="ADAL" clId="{AA6B65AE-B44F-4E63-99AB-B769BF92DBD2}" dt="2025-06-24T12:54:09.277" v="159" actId="20577"/>
          <ac:spMkLst>
            <pc:docMk/>
            <pc:sldMk cId="2816302053" sldId="439"/>
            <ac:spMk id="3" creationId="{F2CCEDCD-19A7-7BC2-DC6B-4757DDD1D945}"/>
          </ac:spMkLst>
        </pc:spChg>
        <pc:spChg chg="mod">
          <ac:chgData name="Jack Altmeyer" userId="ee78a2c6-a2c8-451c-9fd5-7171d519209d" providerId="ADAL" clId="{AA6B65AE-B44F-4E63-99AB-B769BF92DBD2}" dt="2025-06-24T12:43:02.941" v="87" actId="20577"/>
          <ac:spMkLst>
            <pc:docMk/>
            <pc:sldMk cId="2816302053" sldId="439"/>
            <ac:spMk id="35" creationId="{C343C5E7-66A9-14D2-4780-1D8E37FE70DF}"/>
          </ac:spMkLst>
        </pc:spChg>
        <pc:graphicFrameChg chg="mod modGraphic">
          <ac:chgData name="Jack Altmeyer" userId="ee78a2c6-a2c8-451c-9fd5-7171d519209d" providerId="ADAL" clId="{AA6B65AE-B44F-4E63-99AB-B769BF92DBD2}" dt="2025-06-24T12:50:39.798" v="158" actId="14100"/>
          <ac:graphicFrameMkLst>
            <pc:docMk/>
            <pc:sldMk cId="2816302053" sldId="439"/>
            <ac:graphicFrameMk id="2" creationId="{9CD30B11-A603-3CBD-B5FB-4F409842E108}"/>
          </ac:graphicFrameMkLst>
        </pc:graphicFrameChg>
        <pc:graphicFrameChg chg="add del mod">
          <ac:chgData name="Jack Altmeyer" userId="ee78a2c6-a2c8-451c-9fd5-7171d519209d" providerId="ADAL" clId="{AA6B65AE-B44F-4E63-99AB-B769BF92DBD2}" dt="2025-06-24T12:41:45.035" v="86" actId="478"/>
          <ac:graphicFrameMkLst>
            <pc:docMk/>
            <pc:sldMk cId="2816302053" sldId="439"/>
            <ac:graphicFrameMk id="4" creationId="{4AB72AFF-9CD5-A2BC-15E3-A820AF8839CE}"/>
          </ac:graphicFrameMkLst>
        </pc:graphicFrameChg>
        <pc:picChg chg="add mod">
          <ac:chgData name="Jack Altmeyer" userId="ee78a2c6-a2c8-451c-9fd5-7171d519209d" providerId="ADAL" clId="{AA6B65AE-B44F-4E63-99AB-B769BF92DBD2}" dt="2025-06-24T12:54:37.596" v="162" actId="12788"/>
          <ac:picMkLst>
            <pc:docMk/>
            <pc:sldMk cId="2816302053" sldId="439"/>
            <ac:picMk id="17" creationId="{6731B558-C772-0B3B-64EE-9EBBE5FFBD9D}"/>
          </ac:picMkLst>
        </pc:picChg>
        <pc:picChg chg="add mod">
          <ac:chgData name="Jack Altmeyer" userId="ee78a2c6-a2c8-451c-9fd5-7171d519209d" providerId="ADAL" clId="{AA6B65AE-B44F-4E63-99AB-B769BF92DBD2}" dt="2025-06-24T12:54:37.596" v="162" actId="12788"/>
          <ac:picMkLst>
            <pc:docMk/>
            <pc:sldMk cId="2816302053" sldId="439"/>
            <ac:picMk id="21" creationId="{53AF1348-455B-DD25-9A9E-D561FA8040EC}"/>
          </ac:picMkLst>
        </pc:picChg>
        <pc:picChg chg="add mod">
          <ac:chgData name="Jack Altmeyer" userId="ee78a2c6-a2c8-451c-9fd5-7171d519209d" providerId="ADAL" clId="{AA6B65AE-B44F-4E63-99AB-B769BF92DBD2}" dt="2025-06-24T12:54:17.260" v="161" actId="1076"/>
          <ac:picMkLst>
            <pc:docMk/>
            <pc:sldMk cId="2816302053" sldId="439"/>
            <ac:picMk id="30" creationId="{1F06824E-4EA6-E4BB-C941-51D06F00EB06}"/>
          </ac:picMkLst>
        </pc:picChg>
      </pc:sldChg>
      <pc:sldChg chg="modSp del mod">
        <pc:chgData name="Jack Altmeyer" userId="ee78a2c6-a2c8-451c-9fd5-7171d519209d" providerId="ADAL" clId="{AA6B65AE-B44F-4E63-99AB-B769BF92DBD2}" dt="2025-06-24T12:57:07.142" v="163" actId="47"/>
        <pc:sldMkLst>
          <pc:docMk/>
          <pc:sldMk cId="446519396" sldId="2147483475"/>
        </pc:sldMkLst>
        <pc:graphicFrameChg chg="modGraphic">
          <ac:chgData name="Jack Altmeyer" userId="ee78a2c6-a2c8-451c-9fd5-7171d519209d" providerId="ADAL" clId="{AA6B65AE-B44F-4E63-99AB-B769BF92DBD2}" dt="2025-06-24T12:48:53.247" v="114" actId="2084"/>
          <ac:graphicFrameMkLst>
            <pc:docMk/>
            <pc:sldMk cId="446519396" sldId="2147483475"/>
            <ac:graphicFrameMk id="2" creationId="{3F12F5CE-8304-1603-3CD6-E96B492B1CD7}"/>
          </ac:graphicFrameMkLst>
        </pc:graphicFrameChg>
      </pc:sldChg>
      <pc:sldChg chg="modSp mod">
        <pc:chgData name="Jack Altmeyer" userId="ee78a2c6-a2c8-451c-9fd5-7171d519209d" providerId="ADAL" clId="{AA6B65AE-B44F-4E63-99AB-B769BF92DBD2}" dt="2025-06-23T22:25:43.940" v="83" actId="20577"/>
        <pc:sldMkLst>
          <pc:docMk/>
          <pc:sldMk cId="683549290" sldId="2147483517"/>
        </pc:sldMkLst>
        <pc:spChg chg="mod">
          <ac:chgData name="Jack Altmeyer" userId="ee78a2c6-a2c8-451c-9fd5-7171d519209d" providerId="ADAL" clId="{AA6B65AE-B44F-4E63-99AB-B769BF92DBD2}" dt="2025-06-23T22:25:43.940" v="83" actId="20577"/>
          <ac:spMkLst>
            <pc:docMk/>
            <pc:sldMk cId="683549290" sldId="2147483517"/>
            <ac:spMk id="46" creationId="{14393015-53CD-0D9D-C676-05C523E67264}"/>
          </ac:spMkLst>
        </pc:spChg>
      </pc:sldChg>
    </pc:docChg>
  </pc:docChgLst>
  <pc:docChgLst>
    <pc:chgData name="Jack Altmeyer" userId="ee78a2c6-a2c8-451c-9fd5-7171d519209d" providerId="ADAL" clId="{B0DB9B5E-7E3C-4221-92CF-C994957A1070}"/>
    <pc:docChg chg="undo redo custSel addSld delSld modSld sldOrd modSection">
      <pc:chgData name="Jack Altmeyer" userId="ee78a2c6-a2c8-451c-9fd5-7171d519209d" providerId="ADAL" clId="{B0DB9B5E-7E3C-4221-92CF-C994957A1070}" dt="2025-06-20T22:03:55.350" v="7144" actId="20577"/>
      <pc:docMkLst>
        <pc:docMk/>
      </pc:docMkLst>
      <pc:sldChg chg="delSp modSp del mod">
        <pc:chgData name="Jack Altmeyer" userId="ee78a2c6-a2c8-451c-9fd5-7171d519209d" providerId="ADAL" clId="{B0DB9B5E-7E3C-4221-92CF-C994957A1070}" dt="2025-06-16T20:38:23.560" v="1059" actId="47"/>
        <pc:sldMkLst>
          <pc:docMk/>
          <pc:sldMk cId="4208701919" sldId="257"/>
        </pc:sldMkLst>
      </pc:sldChg>
      <pc:sldChg chg="modSp mod">
        <pc:chgData name="Jack Altmeyer" userId="ee78a2c6-a2c8-451c-9fd5-7171d519209d" providerId="ADAL" clId="{B0DB9B5E-7E3C-4221-92CF-C994957A1070}" dt="2025-06-19T01:19:27.786" v="5002" actId="207"/>
        <pc:sldMkLst>
          <pc:docMk/>
          <pc:sldMk cId="762411268" sldId="261"/>
        </pc:sldMkLst>
        <pc:graphicFrameChg chg="modGraphic">
          <ac:chgData name="Jack Altmeyer" userId="ee78a2c6-a2c8-451c-9fd5-7171d519209d" providerId="ADAL" clId="{B0DB9B5E-7E3C-4221-92CF-C994957A1070}" dt="2025-06-19T01:19:27.786" v="5002" actId="207"/>
          <ac:graphicFrameMkLst>
            <pc:docMk/>
            <pc:sldMk cId="762411268" sldId="261"/>
            <ac:graphicFrameMk id="9" creationId="{6016289B-0171-D878-F8CF-2A224C51BD0A}"/>
          </ac:graphicFrameMkLst>
        </pc:graphicFrameChg>
      </pc:sldChg>
      <pc:sldChg chg="modSp mod">
        <pc:chgData name="Jack Altmeyer" userId="ee78a2c6-a2c8-451c-9fd5-7171d519209d" providerId="ADAL" clId="{B0DB9B5E-7E3C-4221-92CF-C994957A1070}" dt="2025-06-20T14:19:30.521" v="5721" actId="20577"/>
        <pc:sldMkLst>
          <pc:docMk/>
          <pc:sldMk cId="524330918" sldId="265"/>
        </pc:sldMkLst>
        <pc:spChg chg="mod">
          <ac:chgData name="Jack Altmeyer" userId="ee78a2c6-a2c8-451c-9fd5-7171d519209d" providerId="ADAL" clId="{B0DB9B5E-7E3C-4221-92CF-C994957A1070}" dt="2025-06-19T01:12:24.632" v="4960" actId="20577"/>
          <ac:spMkLst>
            <pc:docMk/>
            <pc:sldMk cId="524330918" sldId="265"/>
            <ac:spMk id="25" creationId="{19B74662-FC8A-18AC-A8B5-B23D9F66EC2B}"/>
          </ac:spMkLst>
        </pc:spChg>
        <pc:graphicFrameChg chg="modGraphic">
          <ac:chgData name="Jack Altmeyer" userId="ee78a2c6-a2c8-451c-9fd5-7171d519209d" providerId="ADAL" clId="{B0DB9B5E-7E3C-4221-92CF-C994957A1070}" dt="2025-06-20T14:19:30.521" v="5721" actId="20577"/>
          <ac:graphicFrameMkLst>
            <pc:docMk/>
            <pc:sldMk cId="524330918" sldId="265"/>
            <ac:graphicFrameMk id="17" creationId="{2863A62C-758D-B803-1807-6E572CC52241}"/>
          </ac:graphicFrameMkLst>
        </pc:graphicFrameChg>
        <pc:picChg chg="mod">
          <ac:chgData name="Jack Altmeyer" userId="ee78a2c6-a2c8-451c-9fd5-7171d519209d" providerId="ADAL" clId="{B0DB9B5E-7E3C-4221-92CF-C994957A1070}" dt="2025-06-19T01:12:19.697" v="4959" actId="1038"/>
          <ac:picMkLst>
            <pc:docMk/>
            <pc:sldMk cId="524330918" sldId="265"/>
            <ac:picMk id="16" creationId="{A4DAD72B-414C-9C0E-032D-1110E32EAA1B}"/>
          </ac:picMkLst>
        </pc:picChg>
      </pc:sldChg>
      <pc:sldChg chg="modSp mod">
        <pc:chgData name="Jack Altmeyer" userId="ee78a2c6-a2c8-451c-9fd5-7171d519209d" providerId="ADAL" clId="{B0DB9B5E-7E3C-4221-92CF-C994957A1070}" dt="2025-06-19T01:48:17.281" v="5354" actId="207"/>
        <pc:sldMkLst>
          <pc:docMk/>
          <pc:sldMk cId="3701323014" sldId="266"/>
        </pc:sldMkLst>
        <pc:graphicFrameChg chg="modGraphic">
          <ac:chgData name="Jack Altmeyer" userId="ee78a2c6-a2c8-451c-9fd5-7171d519209d" providerId="ADAL" clId="{B0DB9B5E-7E3C-4221-92CF-C994957A1070}" dt="2025-06-19T01:48:17.281" v="5354" actId="207"/>
          <ac:graphicFrameMkLst>
            <pc:docMk/>
            <pc:sldMk cId="3701323014" sldId="266"/>
            <ac:graphicFrameMk id="9" creationId="{34C98880-2DB8-6A82-12BC-44EFBF17F677}"/>
          </ac:graphicFrameMkLst>
        </pc:graphicFrameChg>
      </pc:sldChg>
      <pc:sldChg chg="modSp mod">
        <pc:chgData name="Jack Altmeyer" userId="ee78a2c6-a2c8-451c-9fd5-7171d519209d" providerId="ADAL" clId="{B0DB9B5E-7E3C-4221-92CF-C994957A1070}" dt="2025-06-19T01:13:51.546" v="4969" actId="207"/>
        <pc:sldMkLst>
          <pc:docMk/>
          <pc:sldMk cId="86803634" sldId="270"/>
        </pc:sldMkLst>
        <pc:graphicFrameChg chg="modGraphic">
          <ac:chgData name="Jack Altmeyer" userId="ee78a2c6-a2c8-451c-9fd5-7171d519209d" providerId="ADAL" clId="{B0DB9B5E-7E3C-4221-92CF-C994957A1070}" dt="2025-06-19T01:13:51.546" v="4969" actId="207"/>
          <ac:graphicFrameMkLst>
            <pc:docMk/>
            <pc:sldMk cId="86803634" sldId="270"/>
            <ac:graphicFrameMk id="7" creationId="{990D858A-73F6-09D5-0FA7-938D753A52C5}"/>
          </ac:graphicFrameMkLst>
        </pc:graphicFrameChg>
      </pc:sldChg>
      <pc:sldChg chg="modSp mod">
        <pc:chgData name="Jack Altmeyer" userId="ee78a2c6-a2c8-451c-9fd5-7171d519209d" providerId="ADAL" clId="{B0DB9B5E-7E3C-4221-92CF-C994957A1070}" dt="2025-06-19T01:23:41.404" v="5046" actId="207"/>
        <pc:sldMkLst>
          <pc:docMk/>
          <pc:sldMk cId="3365953519" sldId="271"/>
        </pc:sldMkLst>
        <pc:graphicFrameChg chg="mod modGraphic">
          <ac:chgData name="Jack Altmeyer" userId="ee78a2c6-a2c8-451c-9fd5-7171d519209d" providerId="ADAL" clId="{B0DB9B5E-7E3C-4221-92CF-C994957A1070}" dt="2025-06-19T01:23:41.404" v="5046" actId="207"/>
          <ac:graphicFrameMkLst>
            <pc:docMk/>
            <pc:sldMk cId="3365953519" sldId="271"/>
            <ac:graphicFrameMk id="2" creationId="{820B06F1-E570-AC6B-996A-30CFF4359917}"/>
          </ac:graphicFrameMkLst>
        </pc:graphicFrameChg>
      </pc:sldChg>
      <pc:sldChg chg="modSp mod">
        <pc:chgData name="Jack Altmeyer" userId="ee78a2c6-a2c8-451c-9fd5-7171d519209d" providerId="ADAL" clId="{B0DB9B5E-7E3C-4221-92CF-C994957A1070}" dt="2025-06-19T01:27:22.416" v="5081" actId="207"/>
        <pc:sldMkLst>
          <pc:docMk/>
          <pc:sldMk cId="1228413056" sldId="272"/>
        </pc:sldMkLst>
        <pc:graphicFrameChg chg="modGraphic">
          <ac:chgData name="Jack Altmeyer" userId="ee78a2c6-a2c8-451c-9fd5-7171d519209d" providerId="ADAL" clId="{B0DB9B5E-7E3C-4221-92CF-C994957A1070}" dt="2025-06-19T01:27:22.416" v="5081" actId="207"/>
          <ac:graphicFrameMkLst>
            <pc:docMk/>
            <pc:sldMk cId="1228413056" sldId="272"/>
            <ac:graphicFrameMk id="2" creationId="{65512328-D72B-0A31-087A-7B85E9769C8A}"/>
          </ac:graphicFrameMkLst>
        </pc:graphicFrameChg>
      </pc:sldChg>
      <pc:sldChg chg="modSp mod">
        <pc:chgData name="Jack Altmeyer" userId="ee78a2c6-a2c8-451c-9fd5-7171d519209d" providerId="ADAL" clId="{B0DB9B5E-7E3C-4221-92CF-C994957A1070}" dt="2025-06-19T01:41:45.599" v="5244" actId="1035"/>
        <pc:sldMkLst>
          <pc:docMk/>
          <pc:sldMk cId="1224306066" sldId="273"/>
        </pc:sldMkLst>
        <pc:graphicFrameChg chg="modGraphic">
          <ac:chgData name="Jack Altmeyer" userId="ee78a2c6-a2c8-451c-9fd5-7171d519209d" providerId="ADAL" clId="{B0DB9B5E-7E3C-4221-92CF-C994957A1070}" dt="2025-06-19T01:41:26.692" v="5220" actId="207"/>
          <ac:graphicFrameMkLst>
            <pc:docMk/>
            <pc:sldMk cId="1224306066" sldId="273"/>
            <ac:graphicFrameMk id="9" creationId="{DD690977-59F5-000D-1BCC-82BCBD8F7542}"/>
          </ac:graphicFrameMkLst>
        </pc:graphicFrameChg>
        <pc:picChg chg="mod">
          <ac:chgData name="Jack Altmeyer" userId="ee78a2c6-a2c8-451c-9fd5-7171d519209d" providerId="ADAL" clId="{B0DB9B5E-7E3C-4221-92CF-C994957A1070}" dt="2025-06-19T01:41:42.401" v="5238" actId="1035"/>
          <ac:picMkLst>
            <pc:docMk/>
            <pc:sldMk cId="1224306066" sldId="273"/>
            <ac:picMk id="28" creationId="{66859791-EEBB-EC2A-85B0-0D72F721C282}"/>
          </ac:picMkLst>
        </pc:picChg>
        <pc:picChg chg="mod">
          <ac:chgData name="Jack Altmeyer" userId="ee78a2c6-a2c8-451c-9fd5-7171d519209d" providerId="ADAL" clId="{B0DB9B5E-7E3C-4221-92CF-C994957A1070}" dt="2025-06-19T01:41:45.599" v="5244" actId="1035"/>
          <ac:picMkLst>
            <pc:docMk/>
            <pc:sldMk cId="1224306066" sldId="273"/>
            <ac:picMk id="30" creationId="{AD943EA6-5436-58D4-B121-D3DF72ECDD23}"/>
          </ac:picMkLst>
        </pc:picChg>
        <pc:picChg chg="mod">
          <ac:chgData name="Jack Altmeyer" userId="ee78a2c6-a2c8-451c-9fd5-7171d519209d" providerId="ADAL" clId="{B0DB9B5E-7E3C-4221-92CF-C994957A1070}" dt="2025-06-19T01:41:31.511" v="5222" actId="1035"/>
          <ac:picMkLst>
            <pc:docMk/>
            <pc:sldMk cId="1224306066" sldId="273"/>
            <ac:picMk id="31" creationId="{615092E5-D431-6C5D-0445-AD98372AE77D}"/>
          </ac:picMkLst>
        </pc:picChg>
        <pc:picChg chg="mod">
          <ac:chgData name="Jack Altmeyer" userId="ee78a2c6-a2c8-451c-9fd5-7171d519209d" providerId="ADAL" clId="{B0DB9B5E-7E3C-4221-92CF-C994957A1070}" dt="2025-06-19T01:41:40.297" v="5232" actId="1035"/>
          <ac:picMkLst>
            <pc:docMk/>
            <pc:sldMk cId="1224306066" sldId="273"/>
            <ac:picMk id="82" creationId="{433FAB42-CD58-6599-6BA0-187B4B2C0D73}"/>
          </ac:picMkLst>
        </pc:picChg>
      </pc:sldChg>
      <pc:sldChg chg="modSp mod">
        <pc:chgData name="Jack Altmeyer" userId="ee78a2c6-a2c8-451c-9fd5-7171d519209d" providerId="ADAL" clId="{B0DB9B5E-7E3C-4221-92CF-C994957A1070}" dt="2025-06-19T01:29:14.132" v="5101" actId="207"/>
        <pc:sldMkLst>
          <pc:docMk/>
          <pc:sldMk cId="577649731" sldId="277"/>
        </pc:sldMkLst>
        <pc:graphicFrameChg chg="modGraphic">
          <ac:chgData name="Jack Altmeyer" userId="ee78a2c6-a2c8-451c-9fd5-7171d519209d" providerId="ADAL" clId="{B0DB9B5E-7E3C-4221-92CF-C994957A1070}" dt="2025-06-19T01:29:14.132" v="5101" actId="207"/>
          <ac:graphicFrameMkLst>
            <pc:docMk/>
            <pc:sldMk cId="577649731" sldId="277"/>
            <ac:graphicFrameMk id="17" creationId="{ABF4447B-585A-22B0-EB63-E4D9DC5B54DF}"/>
          </ac:graphicFrameMkLst>
        </pc:graphicFrameChg>
      </pc:sldChg>
      <pc:sldChg chg="addSp delSp modSp mod">
        <pc:chgData name="Jack Altmeyer" userId="ee78a2c6-a2c8-451c-9fd5-7171d519209d" providerId="ADAL" clId="{B0DB9B5E-7E3C-4221-92CF-C994957A1070}" dt="2025-06-19T01:43:04.985" v="5255" actId="207"/>
        <pc:sldMkLst>
          <pc:docMk/>
          <pc:sldMk cId="2393280207" sldId="281"/>
        </pc:sldMkLst>
        <pc:spChg chg="mod">
          <ac:chgData name="Jack Altmeyer" userId="ee78a2c6-a2c8-451c-9fd5-7171d519209d" providerId="ADAL" clId="{B0DB9B5E-7E3C-4221-92CF-C994957A1070}" dt="2025-06-16T20:42:21.512" v="1118" actId="1035"/>
          <ac:spMkLst>
            <pc:docMk/>
            <pc:sldMk cId="2393280207" sldId="281"/>
            <ac:spMk id="4" creationId="{79275A52-F83A-ACC1-2C23-E42520D3E643}"/>
          </ac:spMkLst>
        </pc:spChg>
        <pc:spChg chg="mod">
          <ac:chgData name="Jack Altmeyer" userId="ee78a2c6-a2c8-451c-9fd5-7171d519209d" providerId="ADAL" clId="{B0DB9B5E-7E3C-4221-92CF-C994957A1070}" dt="2025-06-16T21:37:08.529" v="2121" actId="20577"/>
          <ac:spMkLst>
            <pc:docMk/>
            <pc:sldMk cId="2393280207" sldId="281"/>
            <ac:spMk id="5" creationId="{E3927114-BB36-FEB2-3529-73CDDA47831D}"/>
          </ac:spMkLst>
        </pc:spChg>
        <pc:spChg chg="mod">
          <ac:chgData name="Jack Altmeyer" userId="ee78a2c6-a2c8-451c-9fd5-7171d519209d" providerId="ADAL" clId="{B0DB9B5E-7E3C-4221-92CF-C994957A1070}" dt="2025-06-16T20:42:04.005" v="1072" actId="14100"/>
          <ac:spMkLst>
            <pc:docMk/>
            <pc:sldMk cId="2393280207" sldId="281"/>
            <ac:spMk id="24" creationId="{6107A092-D278-5924-7EB7-B49E6241EFE1}"/>
          </ac:spMkLst>
        </pc:spChg>
        <pc:spChg chg="mod">
          <ac:chgData name="Jack Altmeyer" userId="ee78a2c6-a2c8-451c-9fd5-7171d519209d" providerId="ADAL" clId="{B0DB9B5E-7E3C-4221-92CF-C994957A1070}" dt="2025-06-16T20:42:21.512" v="1118" actId="1035"/>
          <ac:spMkLst>
            <pc:docMk/>
            <pc:sldMk cId="2393280207" sldId="281"/>
            <ac:spMk id="27" creationId="{5CB388A2-85F7-95D2-3542-B60571F25F4C}"/>
          </ac:spMkLst>
        </pc:spChg>
        <pc:spChg chg="mod">
          <ac:chgData name="Jack Altmeyer" userId="ee78a2c6-a2c8-451c-9fd5-7171d519209d" providerId="ADAL" clId="{B0DB9B5E-7E3C-4221-92CF-C994957A1070}" dt="2025-06-16T20:42:21.512" v="1118" actId="1035"/>
          <ac:spMkLst>
            <pc:docMk/>
            <pc:sldMk cId="2393280207" sldId="281"/>
            <ac:spMk id="28" creationId="{078E225E-23D0-FEAD-596C-D897E3675F62}"/>
          </ac:spMkLst>
        </pc:spChg>
        <pc:spChg chg="mod">
          <ac:chgData name="Jack Altmeyer" userId="ee78a2c6-a2c8-451c-9fd5-7171d519209d" providerId="ADAL" clId="{B0DB9B5E-7E3C-4221-92CF-C994957A1070}" dt="2025-06-16T20:42:21.512" v="1118" actId="1035"/>
          <ac:spMkLst>
            <pc:docMk/>
            <pc:sldMk cId="2393280207" sldId="281"/>
            <ac:spMk id="29" creationId="{CB178B26-1855-2C9F-5F89-644A4DAE56C7}"/>
          </ac:spMkLst>
        </pc:spChg>
        <pc:spChg chg="mod">
          <ac:chgData name="Jack Altmeyer" userId="ee78a2c6-a2c8-451c-9fd5-7171d519209d" providerId="ADAL" clId="{B0DB9B5E-7E3C-4221-92CF-C994957A1070}" dt="2025-06-16T20:42:21.512" v="1118" actId="1035"/>
          <ac:spMkLst>
            <pc:docMk/>
            <pc:sldMk cId="2393280207" sldId="281"/>
            <ac:spMk id="30" creationId="{98C2BCC5-E004-C934-C572-6A948DE17648}"/>
          </ac:spMkLst>
        </pc:spChg>
        <pc:grpChg chg="mod">
          <ac:chgData name="Jack Altmeyer" userId="ee78a2c6-a2c8-451c-9fd5-7171d519209d" providerId="ADAL" clId="{B0DB9B5E-7E3C-4221-92CF-C994957A1070}" dt="2025-06-16T20:42:21.512" v="1118" actId="1035"/>
          <ac:grpSpMkLst>
            <pc:docMk/>
            <pc:sldMk cId="2393280207" sldId="281"/>
            <ac:grpSpMk id="15" creationId="{E11E475E-6CBC-9039-AFAE-F81334D1B290}"/>
          </ac:grpSpMkLst>
        </pc:grpChg>
        <pc:graphicFrameChg chg="modGraphic">
          <ac:chgData name="Jack Altmeyer" userId="ee78a2c6-a2c8-451c-9fd5-7171d519209d" providerId="ADAL" clId="{B0DB9B5E-7E3C-4221-92CF-C994957A1070}" dt="2025-06-19T01:43:04.985" v="5255" actId="207"/>
          <ac:graphicFrameMkLst>
            <pc:docMk/>
            <pc:sldMk cId="2393280207" sldId="281"/>
            <ac:graphicFrameMk id="13" creationId="{9D101C24-C4FE-3D64-BEF2-D74B9D541653}"/>
          </ac:graphicFrameMkLst>
        </pc:graphicFrameChg>
        <pc:picChg chg="mod">
          <ac:chgData name="Jack Altmeyer" userId="ee78a2c6-a2c8-451c-9fd5-7171d519209d" providerId="ADAL" clId="{B0DB9B5E-7E3C-4221-92CF-C994957A1070}" dt="2025-06-16T20:42:21.512" v="1118" actId="1035"/>
          <ac:picMkLst>
            <pc:docMk/>
            <pc:sldMk cId="2393280207" sldId="281"/>
            <ac:picMk id="35" creationId="{5A3FC84B-6D0E-FA65-26D0-230465217276}"/>
          </ac:picMkLst>
        </pc:picChg>
        <pc:picChg chg="mod">
          <ac:chgData name="Jack Altmeyer" userId="ee78a2c6-a2c8-451c-9fd5-7171d519209d" providerId="ADAL" clId="{B0DB9B5E-7E3C-4221-92CF-C994957A1070}" dt="2025-06-16T20:42:21.512" v="1118" actId="1035"/>
          <ac:picMkLst>
            <pc:docMk/>
            <pc:sldMk cId="2393280207" sldId="281"/>
            <ac:picMk id="39" creationId="{1DE4DF5F-BBEA-6072-B056-11B5B3CF7EEC}"/>
          </ac:picMkLst>
        </pc:picChg>
      </pc:sldChg>
      <pc:sldChg chg="modSp mod">
        <pc:chgData name="Jack Altmeyer" userId="ee78a2c6-a2c8-451c-9fd5-7171d519209d" providerId="ADAL" clId="{B0DB9B5E-7E3C-4221-92CF-C994957A1070}" dt="2025-06-19T01:27:54.523" v="5088" actId="207"/>
        <pc:sldMkLst>
          <pc:docMk/>
          <pc:sldMk cId="384407750" sldId="310"/>
        </pc:sldMkLst>
        <pc:graphicFrameChg chg="modGraphic">
          <ac:chgData name="Jack Altmeyer" userId="ee78a2c6-a2c8-451c-9fd5-7171d519209d" providerId="ADAL" clId="{B0DB9B5E-7E3C-4221-92CF-C994957A1070}" dt="2025-06-19T01:27:54.523" v="5088" actId="207"/>
          <ac:graphicFrameMkLst>
            <pc:docMk/>
            <pc:sldMk cId="384407750" sldId="310"/>
            <ac:graphicFrameMk id="30" creationId="{D285AEA4-AC69-F199-BBD2-738003AF3968}"/>
          </ac:graphicFrameMkLst>
        </pc:graphicFrameChg>
      </pc:sldChg>
      <pc:sldChg chg="addSp delSp modSp mod">
        <pc:chgData name="Jack Altmeyer" userId="ee78a2c6-a2c8-451c-9fd5-7171d519209d" providerId="ADAL" clId="{B0DB9B5E-7E3C-4221-92CF-C994957A1070}" dt="2025-06-19T01:37:30.828" v="5186" actId="207"/>
        <pc:sldMkLst>
          <pc:docMk/>
          <pc:sldMk cId="3665183844" sldId="315"/>
        </pc:sldMkLst>
        <pc:spChg chg="mod">
          <ac:chgData name="Jack Altmeyer" userId="ee78a2c6-a2c8-451c-9fd5-7171d519209d" providerId="ADAL" clId="{B0DB9B5E-7E3C-4221-92CF-C994957A1070}" dt="2025-06-16T21:32:07.265" v="2042" actId="20577"/>
          <ac:spMkLst>
            <pc:docMk/>
            <pc:sldMk cId="3665183844" sldId="315"/>
            <ac:spMk id="9" creationId="{A0BE05F7-381A-4056-B147-3A8B7D649E26}"/>
          </ac:spMkLst>
        </pc:spChg>
        <pc:graphicFrameChg chg="modGraphic">
          <ac:chgData name="Jack Altmeyer" userId="ee78a2c6-a2c8-451c-9fd5-7171d519209d" providerId="ADAL" clId="{B0DB9B5E-7E3C-4221-92CF-C994957A1070}" dt="2025-06-19T01:37:30.828" v="5186" actId="207"/>
          <ac:graphicFrameMkLst>
            <pc:docMk/>
            <pc:sldMk cId="3665183844" sldId="315"/>
            <ac:graphicFrameMk id="13" creationId="{5E96E0BF-30F1-3BF0-7C19-4C8B24A4A34B}"/>
          </ac:graphicFrameMkLst>
        </pc:graphicFrameChg>
      </pc:sldChg>
      <pc:sldChg chg="modSp mod">
        <pc:chgData name="Jack Altmeyer" userId="ee78a2c6-a2c8-451c-9fd5-7171d519209d" providerId="ADAL" clId="{B0DB9B5E-7E3C-4221-92CF-C994957A1070}" dt="2025-06-19T01:16:16.898" v="4987" actId="207"/>
        <pc:sldMkLst>
          <pc:docMk/>
          <pc:sldMk cId="1982964798" sldId="317"/>
        </pc:sldMkLst>
        <pc:graphicFrameChg chg="modGraphic">
          <ac:chgData name="Jack Altmeyer" userId="ee78a2c6-a2c8-451c-9fd5-7171d519209d" providerId="ADAL" clId="{B0DB9B5E-7E3C-4221-92CF-C994957A1070}" dt="2025-06-19T01:16:16.898" v="4987" actId="207"/>
          <ac:graphicFrameMkLst>
            <pc:docMk/>
            <pc:sldMk cId="1982964798" sldId="317"/>
            <ac:graphicFrameMk id="30" creationId="{6F7D3B81-D4F9-FEE9-3A94-AA52EB5898D1}"/>
          </ac:graphicFrameMkLst>
        </pc:graphicFrameChg>
      </pc:sldChg>
      <pc:sldChg chg="modSp mod">
        <pc:chgData name="Jack Altmeyer" userId="ee78a2c6-a2c8-451c-9fd5-7171d519209d" providerId="ADAL" clId="{B0DB9B5E-7E3C-4221-92CF-C994957A1070}" dt="2025-06-19T01:48:22.270" v="5356" actId="1035"/>
        <pc:sldMkLst>
          <pc:docMk/>
          <pc:sldMk cId="4168864983" sldId="318"/>
        </pc:sldMkLst>
        <pc:grpChg chg="mod">
          <ac:chgData name="Jack Altmeyer" userId="ee78a2c6-a2c8-451c-9fd5-7171d519209d" providerId="ADAL" clId="{B0DB9B5E-7E3C-4221-92CF-C994957A1070}" dt="2025-06-19T01:46:16.239" v="5337" actId="1035"/>
          <ac:grpSpMkLst>
            <pc:docMk/>
            <pc:sldMk cId="4168864983" sldId="318"/>
            <ac:grpSpMk id="4" creationId="{CEF44FC1-A5A1-71E7-FBF6-88A99CFA3FB2}"/>
          </ac:grpSpMkLst>
        </pc:grpChg>
        <pc:graphicFrameChg chg="mod modGraphic">
          <ac:chgData name="Jack Altmeyer" userId="ee78a2c6-a2c8-451c-9fd5-7171d519209d" providerId="ADAL" clId="{B0DB9B5E-7E3C-4221-92CF-C994957A1070}" dt="2025-06-19T01:46:26.317" v="5344" actId="207"/>
          <ac:graphicFrameMkLst>
            <pc:docMk/>
            <pc:sldMk cId="4168864983" sldId="318"/>
            <ac:graphicFrameMk id="13" creationId="{182A9F4D-1595-7250-2A37-77C48893AE97}"/>
          </ac:graphicFrameMkLst>
        </pc:graphicFrameChg>
        <pc:picChg chg="mod">
          <ac:chgData name="Jack Altmeyer" userId="ee78a2c6-a2c8-451c-9fd5-7171d519209d" providerId="ADAL" clId="{B0DB9B5E-7E3C-4221-92CF-C994957A1070}" dt="2025-06-19T01:46:07.891" v="5301" actId="1037"/>
          <ac:picMkLst>
            <pc:docMk/>
            <pc:sldMk cId="4168864983" sldId="318"/>
            <ac:picMk id="7" creationId="{1937FE64-79C1-1117-9FD2-0CEA6056CB7F}"/>
          </ac:picMkLst>
        </pc:picChg>
        <pc:picChg chg="mod">
          <ac:chgData name="Jack Altmeyer" userId="ee78a2c6-a2c8-451c-9fd5-7171d519209d" providerId="ADAL" clId="{B0DB9B5E-7E3C-4221-92CF-C994957A1070}" dt="2025-06-19T01:48:22.270" v="5356" actId="1035"/>
          <ac:picMkLst>
            <pc:docMk/>
            <pc:sldMk cId="4168864983" sldId="318"/>
            <ac:picMk id="8" creationId="{338984C9-A3F2-6A57-85E4-F0CD09C85B66}"/>
          </ac:picMkLst>
        </pc:picChg>
        <pc:picChg chg="mod">
          <ac:chgData name="Jack Altmeyer" userId="ee78a2c6-a2c8-451c-9fd5-7171d519209d" providerId="ADAL" clId="{B0DB9B5E-7E3C-4221-92CF-C994957A1070}" dt="2025-06-19T01:46:14.140" v="5322" actId="1036"/>
          <ac:picMkLst>
            <pc:docMk/>
            <pc:sldMk cId="4168864983" sldId="318"/>
            <ac:picMk id="66" creationId="{82DF2215-6023-735F-44FE-92A6CF7F73F4}"/>
          </ac:picMkLst>
        </pc:picChg>
      </pc:sldChg>
      <pc:sldChg chg="modSp mod">
        <pc:chgData name="Jack Altmeyer" userId="ee78a2c6-a2c8-451c-9fd5-7171d519209d" providerId="ADAL" clId="{B0DB9B5E-7E3C-4221-92CF-C994957A1070}" dt="2025-06-19T01:22:01.081" v="5027" actId="207"/>
        <pc:sldMkLst>
          <pc:docMk/>
          <pc:sldMk cId="1090822718" sldId="319"/>
        </pc:sldMkLst>
        <pc:graphicFrameChg chg="modGraphic">
          <ac:chgData name="Jack Altmeyer" userId="ee78a2c6-a2c8-451c-9fd5-7171d519209d" providerId="ADAL" clId="{B0DB9B5E-7E3C-4221-92CF-C994957A1070}" dt="2025-06-19T01:22:01.081" v="5027" actId="207"/>
          <ac:graphicFrameMkLst>
            <pc:docMk/>
            <pc:sldMk cId="1090822718" sldId="319"/>
            <ac:graphicFrameMk id="17" creationId="{87BDBE24-9C81-ACC6-37CD-8D49BDE04553}"/>
          </ac:graphicFrameMkLst>
        </pc:graphicFrameChg>
      </pc:sldChg>
      <pc:sldChg chg="addSp delSp modSp mod">
        <pc:chgData name="Jack Altmeyer" userId="ee78a2c6-a2c8-451c-9fd5-7171d519209d" providerId="ADAL" clId="{B0DB9B5E-7E3C-4221-92CF-C994957A1070}" dt="2025-06-19T01:38:22.372" v="5189" actId="207"/>
        <pc:sldMkLst>
          <pc:docMk/>
          <pc:sldMk cId="568692694" sldId="320"/>
        </pc:sldMkLst>
        <pc:spChg chg="mod">
          <ac:chgData name="Jack Altmeyer" userId="ee78a2c6-a2c8-451c-9fd5-7171d519209d" providerId="ADAL" clId="{B0DB9B5E-7E3C-4221-92CF-C994957A1070}" dt="2025-06-16T21:29:49.097" v="2021" actId="20577"/>
          <ac:spMkLst>
            <pc:docMk/>
            <pc:sldMk cId="568692694" sldId="320"/>
            <ac:spMk id="7" creationId="{AF7A0538-F68F-8821-72F1-5E387A98F225}"/>
          </ac:spMkLst>
        </pc:spChg>
        <pc:spChg chg="mod">
          <ac:chgData name="Jack Altmeyer" userId="ee78a2c6-a2c8-451c-9fd5-7171d519209d" providerId="ADAL" clId="{B0DB9B5E-7E3C-4221-92CF-C994957A1070}" dt="2025-06-16T21:30:46.600" v="2030" actId="1037"/>
          <ac:spMkLst>
            <pc:docMk/>
            <pc:sldMk cId="568692694" sldId="320"/>
            <ac:spMk id="48" creationId="{E4521165-F797-82B2-1F85-F59D5A0FC025}"/>
          </ac:spMkLst>
        </pc:spChg>
        <pc:graphicFrameChg chg="modGraphic">
          <ac:chgData name="Jack Altmeyer" userId="ee78a2c6-a2c8-451c-9fd5-7171d519209d" providerId="ADAL" clId="{B0DB9B5E-7E3C-4221-92CF-C994957A1070}" dt="2025-06-19T01:38:22.372" v="5189" actId="207"/>
          <ac:graphicFrameMkLst>
            <pc:docMk/>
            <pc:sldMk cId="568692694" sldId="320"/>
            <ac:graphicFrameMk id="30" creationId="{795BE844-C2F5-F5F3-DC1D-5B25A9C783F0}"/>
          </ac:graphicFrameMkLst>
        </pc:graphicFrameChg>
        <pc:picChg chg="mod">
          <ac:chgData name="Jack Altmeyer" userId="ee78a2c6-a2c8-451c-9fd5-7171d519209d" providerId="ADAL" clId="{B0DB9B5E-7E3C-4221-92CF-C994957A1070}" dt="2025-06-18T21:10:38.417" v="4908" actId="12788"/>
          <ac:picMkLst>
            <pc:docMk/>
            <pc:sldMk cId="568692694" sldId="320"/>
            <ac:picMk id="16" creationId="{86C93852-D261-50EC-19DF-2B92AD214078}"/>
          </ac:picMkLst>
        </pc:picChg>
        <pc:picChg chg="add mod">
          <ac:chgData name="Jack Altmeyer" userId="ee78a2c6-a2c8-451c-9fd5-7171d519209d" providerId="ADAL" clId="{B0DB9B5E-7E3C-4221-92CF-C994957A1070}" dt="2025-06-18T21:12:02.998" v="4912" actId="1076"/>
          <ac:picMkLst>
            <pc:docMk/>
            <pc:sldMk cId="568692694" sldId="320"/>
            <ac:picMk id="18" creationId="{56DC7FE0-A1AF-7AC2-1FAC-14CED3F67D2E}"/>
          </ac:picMkLst>
        </pc:picChg>
        <pc:picChg chg="mod">
          <ac:chgData name="Jack Altmeyer" userId="ee78a2c6-a2c8-451c-9fd5-7171d519209d" providerId="ADAL" clId="{B0DB9B5E-7E3C-4221-92CF-C994957A1070}" dt="2025-06-18T21:10:38.417" v="4908" actId="12788"/>
          <ac:picMkLst>
            <pc:docMk/>
            <pc:sldMk cId="568692694" sldId="320"/>
            <ac:picMk id="22" creationId="{DCD70E75-3F39-4A94-028C-A32BD1DB8129}"/>
          </ac:picMkLst>
        </pc:picChg>
        <pc:picChg chg="mod">
          <ac:chgData name="Jack Altmeyer" userId="ee78a2c6-a2c8-451c-9fd5-7171d519209d" providerId="ADAL" clId="{B0DB9B5E-7E3C-4221-92CF-C994957A1070}" dt="2025-06-18T21:10:38.417" v="4908" actId="12788"/>
          <ac:picMkLst>
            <pc:docMk/>
            <pc:sldMk cId="568692694" sldId="320"/>
            <ac:picMk id="31" creationId="{C60202E3-1CD0-82E4-32CC-108322211C79}"/>
          </ac:picMkLst>
        </pc:picChg>
        <pc:picChg chg="mod">
          <ac:chgData name="Jack Altmeyer" userId="ee78a2c6-a2c8-451c-9fd5-7171d519209d" providerId="ADAL" clId="{B0DB9B5E-7E3C-4221-92CF-C994957A1070}" dt="2025-06-18T21:10:38.417" v="4908" actId="12788"/>
          <ac:picMkLst>
            <pc:docMk/>
            <pc:sldMk cId="568692694" sldId="320"/>
            <ac:picMk id="32" creationId="{E1C12BCC-950F-3FDD-DD60-E897DF5A057E}"/>
          </ac:picMkLst>
        </pc:picChg>
        <pc:picChg chg="mod">
          <ac:chgData name="Jack Altmeyer" userId="ee78a2c6-a2c8-451c-9fd5-7171d519209d" providerId="ADAL" clId="{B0DB9B5E-7E3C-4221-92CF-C994957A1070}" dt="2025-06-18T21:10:38.417" v="4908" actId="12788"/>
          <ac:picMkLst>
            <pc:docMk/>
            <pc:sldMk cId="568692694" sldId="320"/>
            <ac:picMk id="33" creationId="{26D55048-6A5E-199E-FE2E-7899143BA164}"/>
          </ac:picMkLst>
        </pc:picChg>
      </pc:sldChg>
      <pc:sldChg chg="addSp delSp modSp mod">
        <pc:chgData name="Jack Altmeyer" userId="ee78a2c6-a2c8-451c-9fd5-7171d519209d" providerId="ADAL" clId="{B0DB9B5E-7E3C-4221-92CF-C994957A1070}" dt="2025-06-20T14:17:27.873" v="5661" actId="20577"/>
        <pc:sldMkLst>
          <pc:docMk/>
          <pc:sldMk cId="1475837611" sldId="321"/>
        </pc:sldMkLst>
        <pc:spChg chg="mod">
          <ac:chgData name="Jack Altmeyer" userId="ee78a2c6-a2c8-451c-9fd5-7171d519209d" providerId="ADAL" clId="{B0DB9B5E-7E3C-4221-92CF-C994957A1070}" dt="2025-06-20T14:03:34.429" v="5363" actId="20577"/>
          <ac:spMkLst>
            <pc:docMk/>
            <pc:sldMk cId="1475837611" sldId="321"/>
            <ac:spMk id="2" creationId="{51629990-F6F9-254D-732C-BB26A344E330}"/>
          </ac:spMkLst>
        </pc:spChg>
        <pc:spChg chg="mod">
          <ac:chgData name="Jack Altmeyer" userId="ee78a2c6-a2c8-451c-9fd5-7171d519209d" providerId="ADAL" clId="{B0DB9B5E-7E3C-4221-92CF-C994957A1070}" dt="2025-06-16T20:31:54.443" v="897" actId="20577"/>
          <ac:spMkLst>
            <pc:docMk/>
            <pc:sldMk cId="1475837611" sldId="321"/>
            <ac:spMk id="3" creationId="{94D90BBD-2F6E-45DA-8AE4-3CAE471A8233}"/>
          </ac:spMkLst>
        </pc:spChg>
        <pc:spChg chg="mod">
          <ac:chgData name="Jack Altmeyer" userId="ee78a2c6-a2c8-451c-9fd5-7171d519209d" providerId="ADAL" clId="{B0DB9B5E-7E3C-4221-92CF-C994957A1070}" dt="2025-06-16T20:34:55.508" v="1048" actId="14100"/>
          <ac:spMkLst>
            <pc:docMk/>
            <pc:sldMk cId="1475837611" sldId="321"/>
            <ac:spMk id="40" creationId="{DF077700-FA97-D472-BE81-47C68578BF06}"/>
          </ac:spMkLst>
        </pc:spChg>
        <pc:grpChg chg="add mod">
          <ac:chgData name="Jack Altmeyer" userId="ee78a2c6-a2c8-451c-9fd5-7171d519209d" providerId="ADAL" clId="{B0DB9B5E-7E3C-4221-92CF-C994957A1070}" dt="2025-06-16T20:32:50.932" v="960" actId="1036"/>
          <ac:grpSpMkLst>
            <pc:docMk/>
            <pc:sldMk cId="1475837611" sldId="321"/>
            <ac:grpSpMk id="19" creationId="{19A652ED-5987-2C4E-A2EF-39FDF5217C31}"/>
          </ac:grpSpMkLst>
        </pc:grpChg>
        <pc:grpChg chg="mod">
          <ac:chgData name="Jack Altmeyer" userId="ee78a2c6-a2c8-451c-9fd5-7171d519209d" providerId="ADAL" clId="{B0DB9B5E-7E3C-4221-92CF-C994957A1070}" dt="2025-06-16T20:33:39.876" v="983" actId="1035"/>
          <ac:grpSpMkLst>
            <pc:docMk/>
            <pc:sldMk cId="1475837611" sldId="321"/>
            <ac:grpSpMk id="66" creationId="{1376F1A6-967A-2A0D-77C5-0B1EABFAB744}"/>
          </ac:grpSpMkLst>
        </pc:grpChg>
        <pc:graphicFrameChg chg="mod modGraphic">
          <ac:chgData name="Jack Altmeyer" userId="ee78a2c6-a2c8-451c-9fd5-7171d519209d" providerId="ADAL" clId="{B0DB9B5E-7E3C-4221-92CF-C994957A1070}" dt="2025-06-20T14:17:27.873" v="5661" actId="20577"/>
          <ac:graphicFrameMkLst>
            <pc:docMk/>
            <pc:sldMk cId="1475837611" sldId="321"/>
            <ac:graphicFrameMk id="14" creationId="{460A9084-70D7-AC2E-AACD-BCA4AAABC538}"/>
          </ac:graphicFrameMkLst>
        </pc:graphicFrameChg>
        <pc:picChg chg="add mod">
          <ac:chgData name="Jack Altmeyer" userId="ee78a2c6-a2c8-451c-9fd5-7171d519209d" providerId="ADAL" clId="{B0DB9B5E-7E3C-4221-92CF-C994957A1070}" dt="2025-06-18T21:18:16.471" v="4938" actId="1038"/>
          <ac:picMkLst>
            <pc:docMk/>
            <pc:sldMk cId="1475837611" sldId="321"/>
            <ac:picMk id="18" creationId="{E68F23EE-D836-83B7-1013-B23FD4324FC3}"/>
          </ac:picMkLst>
        </pc:picChg>
        <pc:picChg chg="mod">
          <ac:chgData name="Jack Altmeyer" userId="ee78a2c6-a2c8-451c-9fd5-7171d519209d" providerId="ADAL" clId="{B0DB9B5E-7E3C-4221-92CF-C994957A1070}" dt="2025-06-16T20:32:46.209" v="905"/>
          <ac:picMkLst>
            <pc:docMk/>
            <pc:sldMk cId="1475837611" sldId="321"/>
            <ac:picMk id="20" creationId="{40EACF48-536E-E35F-3C27-CC784E81E12A}"/>
          </ac:picMkLst>
        </pc:picChg>
        <pc:picChg chg="mod">
          <ac:chgData name="Jack Altmeyer" userId="ee78a2c6-a2c8-451c-9fd5-7171d519209d" providerId="ADAL" clId="{B0DB9B5E-7E3C-4221-92CF-C994957A1070}" dt="2025-06-16T20:32:46.209" v="905"/>
          <ac:picMkLst>
            <pc:docMk/>
            <pc:sldMk cId="1475837611" sldId="321"/>
            <ac:picMk id="22" creationId="{BDEA8E82-FC50-AC0E-88B3-6732C67A3045}"/>
          </ac:picMkLst>
        </pc:picChg>
        <pc:picChg chg="mod">
          <ac:chgData name="Jack Altmeyer" userId="ee78a2c6-a2c8-451c-9fd5-7171d519209d" providerId="ADAL" clId="{B0DB9B5E-7E3C-4221-92CF-C994957A1070}" dt="2025-06-16T20:33:52.599" v="1035" actId="1038"/>
          <ac:picMkLst>
            <pc:docMk/>
            <pc:sldMk cId="1475837611" sldId="321"/>
            <ac:picMk id="25" creationId="{285BFF04-BDD7-81AA-FE45-36EBD63FC180}"/>
          </ac:picMkLst>
        </pc:picChg>
        <pc:picChg chg="add mod">
          <ac:chgData name="Jack Altmeyer" userId="ee78a2c6-a2c8-451c-9fd5-7171d519209d" providerId="ADAL" clId="{B0DB9B5E-7E3C-4221-92CF-C994957A1070}" dt="2025-06-18T21:14:52.489" v="4915" actId="1076"/>
          <ac:picMkLst>
            <pc:docMk/>
            <pc:sldMk cId="1475837611" sldId="321"/>
            <ac:picMk id="28" creationId="{2242EA6A-55D4-E23A-41A0-216DEAF96BBA}"/>
          </ac:picMkLst>
        </pc:picChg>
        <pc:picChg chg="add mod">
          <ac:chgData name="Jack Altmeyer" userId="ee78a2c6-a2c8-451c-9fd5-7171d519209d" providerId="ADAL" clId="{B0DB9B5E-7E3C-4221-92CF-C994957A1070}" dt="2025-06-18T21:18:51" v="4939" actId="1035"/>
          <ac:picMkLst>
            <pc:docMk/>
            <pc:sldMk cId="1475837611" sldId="321"/>
            <ac:picMk id="29" creationId="{4F990FDA-F77B-37AF-896D-963E2394FC30}"/>
          </ac:picMkLst>
        </pc:picChg>
      </pc:sldChg>
      <pc:sldChg chg="modSp mod">
        <pc:chgData name="Jack Altmeyer" userId="ee78a2c6-a2c8-451c-9fd5-7171d519209d" providerId="ADAL" clId="{B0DB9B5E-7E3C-4221-92CF-C994957A1070}" dt="2025-06-19T01:17:40.422" v="4996" actId="207"/>
        <pc:sldMkLst>
          <pc:docMk/>
          <pc:sldMk cId="600353692" sldId="329"/>
        </pc:sldMkLst>
        <pc:graphicFrameChg chg="modGraphic">
          <ac:chgData name="Jack Altmeyer" userId="ee78a2c6-a2c8-451c-9fd5-7171d519209d" providerId="ADAL" clId="{B0DB9B5E-7E3C-4221-92CF-C994957A1070}" dt="2025-06-19T01:17:40.422" v="4996" actId="207"/>
          <ac:graphicFrameMkLst>
            <pc:docMk/>
            <pc:sldMk cId="600353692" sldId="329"/>
            <ac:graphicFrameMk id="8" creationId="{0A5D24CF-090F-848E-085B-B7757533111E}"/>
          </ac:graphicFrameMkLst>
        </pc:graphicFrameChg>
      </pc:sldChg>
      <pc:sldChg chg="modSp mod">
        <pc:chgData name="Jack Altmeyer" userId="ee78a2c6-a2c8-451c-9fd5-7171d519209d" providerId="ADAL" clId="{B0DB9B5E-7E3C-4221-92CF-C994957A1070}" dt="2025-06-19T01:25:00.953" v="5067" actId="207"/>
        <pc:sldMkLst>
          <pc:docMk/>
          <pc:sldMk cId="1528327716" sldId="334"/>
        </pc:sldMkLst>
        <pc:graphicFrameChg chg="modGraphic">
          <ac:chgData name="Jack Altmeyer" userId="ee78a2c6-a2c8-451c-9fd5-7171d519209d" providerId="ADAL" clId="{B0DB9B5E-7E3C-4221-92CF-C994957A1070}" dt="2025-06-19T01:25:00.953" v="5067" actId="207"/>
          <ac:graphicFrameMkLst>
            <pc:docMk/>
            <pc:sldMk cId="1528327716" sldId="334"/>
            <ac:graphicFrameMk id="2" creationId="{0B8A242D-ADBA-FCEA-8781-87240AE181F1}"/>
          </ac:graphicFrameMkLst>
        </pc:graphicFrameChg>
        <pc:picChg chg="mod">
          <ac:chgData name="Jack Altmeyer" userId="ee78a2c6-a2c8-451c-9fd5-7171d519209d" providerId="ADAL" clId="{B0DB9B5E-7E3C-4221-92CF-C994957A1070}" dt="2025-06-19T01:24:41.155" v="5062" actId="1035"/>
          <ac:picMkLst>
            <pc:docMk/>
            <pc:sldMk cId="1528327716" sldId="334"/>
            <ac:picMk id="14" creationId="{7F4F084D-58A3-A2B4-22BC-FE29166F0DB7}"/>
          </ac:picMkLst>
        </pc:picChg>
        <pc:picChg chg="mod">
          <ac:chgData name="Jack Altmeyer" userId="ee78a2c6-a2c8-451c-9fd5-7171d519209d" providerId="ADAL" clId="{B0DB9B5E-7E3C-4221-92CF-C994957A1070}" dt="2025-06-19T01:24:46.079" v="5065" actId="1035"/>
          <ac:picMkLst>
            <pc:docMk/>
            <pc:sldMk cId="1528327716" sldId="334"/>
            <ac:picMk id="30" creationId="{D1DEFE57-F7BA-8F02-A693-43C1CAF8C623}"/>
          </ac:picMkLst>
        </pc:picChg>
      </pc:sldChg>
      <pc:sldChg chg="modSp mod">
        <pc:chgData name="Jack Altmeyer" userId="ee78a2c6-a2c8-451c-9fd5-7171d519209d" providerId="ADAL" clId="{B0DB9B5E-7E3C-4221-92CF-C994957A1070}" dt="2025-06-19T01:15:19.229" v="4981" actId="207"/>
        <pc:sldMkLst>
          <pc:docMk/>
          <pc:sldMk cId="9544856" sldId="339"/>
        </pc:sldMkLst>
        <pc:graphicFrameChg chg="modGraphic">
          <ac:chgData name="Jack Altmeyer" userId="ee78a2c6-a2c8-451c-9fd5-7171d519209d" providerId="ADAL" clId="{B0DB9B5E-7E3C-4221-92CF-C994957A1070}" dt="2025-06-19T01:15:19.229" v="4981" actId="207"/>
          <ac:graphicFrameMkLst>
            <pc:docMk/>
            <pc:sldMk cId="9544856" sldId="339"/>
            <ac:graphicFrameMk id="17" creationId="{2573BC76-651E-4C32-5A4A-DAD71EB5F921}"/>
          </ac:graphicFrameMkLst>
        </pc:graphicFrameChg>
      </pc:sldChg>
      <pc:sldChg chg="modSp mod">
        <pc:chgData name="Jack Altmeyer" userId="ee78a2c6-a2c8-451c-9fd5-7171d519209d" providerId="ADAL" clId="{B0DB9B5E-7E3C-4221-92CF-C994957A1070}" dt="2025-06-19T01:22:17.332" v="5028" actId="207"/>
        <pc:sldMkLst>
          <pc:docMk/>
          <pc:sldMk cId="2021693095" sldId="340"/>
        </pc:sldMkLst>
        <pc:graphicFrameChg chg="modGraphic">
          <ac:chgData name="Jack Altmeyer" userId="ee78a2c6-a2c8-451c-9fd5-7171d519209d" providerId="ADAL" clId="{B0DB9B5E-7E3C-4221-92CF-C994957A1070}" dt="2025-06-19T01:22:17.332" v="5028" actId="207"/>
          <ac:graphicFrameMkLst>
            <pc:docMk/>
            <pc:sldMk cId="2021693095" sldId="340"/>
            <ac:graphicFrameMk id="17" creationId="{634973A1-F6FB-4F8B-1A21-D94DA4B41804}"/>
          </ac:graphicFrameMkLst>
        </pc:graphicFrameChg>
      </pc:sldChg>
      <pc:sldChg chg="addSp delSp modSp mod">
        <pc:chgData name="Jack Altmeyer" userId="ee78a2c6-a2c8-451c-9fd5-7171d519209d" providerId="ADAL" clId="{B0DB9B5E-7E3C-4221-92CF-C994957A1070}" dt="2025-06-20T14:12:46.007" v="5507" actId="20577"/>
        <pc:sldMkLst>
          <pc:docMk/>
          <pc:sldMk cId="1211835809" sldId="342"/>
        </pc:sldMkLst>
        <pc:spChg chg="mod">
          <ac:chgData name="Jack Altmeyer" userId="ee78a2c6-a2c8-451c-9fd5-7171d519209d" providerId="ADAL" clId="{B0DB9B5E-7E3C-4221-92CF-C994957A1070}" dt="2025-06-20T14:12:46.007" v="5507" actId="20577"/>
          <ac:spMkLst>
            <pc:docMk/>
            <pc:sldMk cId="1211835809" sldId="342"/>
            <ac:spMk id="11" creationId="{8FF35BEF-C594-72E7-C1C9-22A7F9F676D9}"/>
          </ac:spMkLst>
        </pc:spChg>
        <pc:graphicFrameChg chg="modGraphic">
          <ac:chgData name="Jack Altmeyer" userId="ee78a2c6-a2c8-451c-9fd5-7171d519209d" providerId="ADAL" clId="{B0DB9B5E-7E3C-4221-92CF-C994957A1070}" dt="2025-06-20T14:12:42.791" v="5505" actId="20577"/>
          <ac:graphicFrameMkLst>
            <pc:docMk/>
            <pc:sldMk cId="1211835809" sldId="342"/>
            <ac:graphicFrameMk id="13" creationId="{74F28BB5-D4A1-4D67-F7EC-9B59CA537168}"/>
          </ac:graphicFrameMkLst>
        </pc:graphicFrameChg>
      </pc:sldChg>
      <pc:sldChg chg="modSp mod">
        <pc:chgData name="Jack Altmeyer" userId="ee78a2c6-a2c8-451c-9fd5-7171d519209d" providerId="ADAL" clId="{B0DB9B5E-7E3C-4221-92CF-C994957A1070}" dt="2025-06-19T01:39:24.120" v="5198" actId="207"/>
        <pc:sldMkLst>
          <pc:docMk/>
          <pc:sldMk cId="2932049140" sldId="351"/>
        </pc:sldMkLst>
        <pc:graphicFrameChg chg="modGraphic">
          <ac:chgData name="Jack Altmeyer" userId="ee78a2c6-a2c8-451c-9fd5-7171d519209d" providerId="ADAL" clId="{B0DB9B5E-7E3C-4221-92CF-C994957A1070}" dt="2025-06-19T01:39:24.120" v="5198" actId="207"/>
          <ac:graphicFrameMkLst>
            <pc:docMk/>
            <pc:sldMk cId="2932049140" sldId="351"/>
            <ac:graphicFrameMk id="8" creationId="{90871559-2B4A-0470-0605-8438D1D7A767}"/>
          </ac:graphicFrameMkLst>
        </pc:graphicFrameChg>
      </pc:sldChg>
      <pc:sldChg chg="modSp mod">
        <pc:chgData name="Jack Altmeyer" userId="ee78a2c6-a2c8-451c-9fd5-7171d519209d" providerId="ADAL" clId="{B0DB9B5E-7E3C-4221-92CF-C994957A1070}" dt="2025-06-19T01:34:15.600" v="5151" actId="207"/>
        <pc:sldMkLst>
          <pc:docMk/>
          <pc:sldMk cId="3759371293" sldId="358"/>
        </pc:sldMkLst>
        <pc:graphicFrameChg chg="mod modGraphic">
          <ac:chgData name="Jack Altmeyer" userId="ee78a2c6-a2c8-451c-9fd5-7171d519209d" providerId="ADAL" clId="{B0DB9B5E-7E3C-4221-92CF-C994957A1070}" dt="2025-06-19T01:34:15.600" v="5151" actId="207"/>
          <ac:graphicFrameMkLst>
            <pc:docMk/>
            <pc:sldMk cId="3759371293" sldId="358"/>
            <ac:graphicFrameMk id="2" creationId="{8465EB42-C2FF-C70F-9528-BC3B55E139E9}"/>
          </ac:graphicFrameMkLst>
        </pc:graphicFrameChg>
        <pc:picChg chg="mod">
          <ac:chgData name="Jack Altmeyer" userId="ee78a2c6-a2c8-451c-9fd5-7171d519209d" providerId="ADAL" clId="{B0DB9B5E-7E3C-4221-92CF-C994957A1070}" dt="2025-06-16T19:38:44.888" v="423" actId="1035"/>
          <ac:picMkLst>
            <pc:docMk/>
            <pc:sldMk cId="3759371293" sldId="358"/>
            <ac:picMk id="10" creationId="{7A4AB318-E881-50CC-43E7-361F0B42630E}"/>
          </ac:picMkLst>
        </pc:picChg>
      </pc:sldChg>
      <pc:sldChg chg="modSp mod">
        <pc:chgData name="Jack Altmeyer" userId="ee78a2c6-a2c8-451c-9fd5-7171d519209d" providerId="ADAL" clId="{B0DB9B5E-7E3C-4221-92CF-C994957A1070}" dt="2025-06-19T01:43:59.335" v="5259" actId="207"/>
        <pc:sldMkLst>
          <pc:docMk/>
          <pc:sldMk cId="2024235552" sldId="360"/>
        </pc:sldMkLst>
        <pc:graphicFrameChg chg="modGraphic">
          <ac:chgData name="Jack Altmeyer" userId="ee78a2c6-a2c8-451c-9fd5-7171d519209d" providerId="ADAL" clId="{B0DB9B5E-7E3C-4221-92CF-C994957A1070}" dt="2025-06-19T01:43:59.335" v="5259" actId="207"/>
          <ac:graphicFrameMkLst>
            <pc:docMk/>
            <pc:sldMk cId="2024235552" sldId="360"/>
            <ac:graphicFrameMk id="8" creationId="{E5CB50E8-CFC9-A9EF-C64E-98ADB0698099}"/>
          </ac:graphicFrameMkLst>
        </pc:graphicFrameChg>
      </pc:sldChg>
      <pc:sldChg chg="modSp mod">
        <pc:chgData name="Jack Altmeyer" userId="ee78a2c6-a2c8-451c-9fd5-7171d519209d" providerId="ADAL" clId="{B0DB9B5E-7E3C-4221-92CF-C994957A1070}" dt="2025-06-19T01:44:20.459" v="5265" actId="207"/>
        <pc:sldMkLst>
          <pc:docMk/>
          <pc:sldMk cId="3341016509" sldId="362"/>
        </pc:sldMkLst>
        <pc:graphicFrameChg chg="modGraphic">
          <ac:chgData name="Jack Altmeyer" userId="ee78a2c6-a2c8-451c-9fd5-7171d519209d" providerId="ADAL" clId="{B0DB9B5E-7E3C-4221-92CF-C994957A1070}" dt="2025-06-19T01:44:20.459" v="5265" actId="207"/>
          <ac:graphicFrameMkLst>
            <pc:docMk/>
            <pc:sldMk cId="3341016509" sldId="362"/>
            <ac:graphicFrameMk id="9" creationId="{8DCC1FBB-3A12-DC51-F078-65CCE43F105E}"/>
          </ac:graphicFrameMkLst>
        </pc:graphicFrameChg>
      </pc:sldChg>
      <pc:sldChg chg="modSp mod">
        <pc:chgData name="Jack Altmeyer" userId="ee78a2c6-a2c8-451c-9fd5-7171d519209d" providerId="ADAL" clId="{B0DB9B5E-7E3C-4221-92CF-C994957A1070}" dt="2025-06-19T01:45:17.039" v="5277" actId="207"/>
        <pc:sldMkLst>
          <pc:docMk/>
          <pc:sldMk cId="1940406612" sldId="363"/>
        </pc:sldMkLst>
        <pc:graphicFrameChg chg="mod modGraphic">
          <ac:chgData name="Jack Altmeyer" userId="ee78a2c6-a2c8-451c-9fd5-7171d519209d" providerId="ADAL" clId="{B0DB9B5E-7E3C-4221-92CF-C994957A1070}" dt="2025-06-19T01:45:17.039" v="5277" actId="207"/>
          <ac:graphicFrameMkLst>
            <pc:docMk/>
            <pc:sldMk cId="1940406612" sldId="363"/>
            <ac:graphicFrameMk id="9" creationId="{0B5F4DE9-F6FA-7A91-AE25-FD04A1DD8870}"/>
          </ac:graphicFrameMkLst>
        </pc:graphicFrameChg>
      </pc:sldChg>
      <pc:sldChg chg="modSp mod">
        <pc:chgData name="Jack Altmeyer" userId="ee78a2c6-a2c8-451c-9fd5-7171d519209d" providerId="ADAL" clId="{B0DB9B5E-7E3C-4221-92CF-C994957A1070}" dt="2025-06-19T01:35:06.625" v="5164" actId="207"/>
        <pc:sldMkLst>
          <pc:docMk/>
          <pc:sldMk cId="1719837873" sldId="367"/>
        </pc:sldMkLst>
        <pc:graphicFrameChg chg="modGraphic">
          <ac:chgData name="Jack Altmeyer" userId="ee78a2c6-a2c8-451c-9fd5-7171d519209d" providerId="ADAL" clId="{B0DB9B5E-7E3C-4221-92CF-C994957A1070}" dt="2025-06-19T01:35:06.625" v="5164" actId="207"/>
          <ac:graphicFrameMkLst>
            <pc:docMk/>
            <pc:sldMk cId="1719837873" sldId="367"/>
            <ac:graphicFrameMk id="9" creationId="{BA21F90A-9F47-BE26-48DC-584BB35C3152}"/>
          </ac:graphicFrameMkLst>
        </pc:graphicFrameChg>
      </pc:sldChg>
      <pc:sldChg chg="modSp mod">
        <pc:chgData name="Jack Altmeyer" userId="ee78a2c6-a2c8-451c-9fd5-7171d519209d" providerId="ADAL" clId="{B0DB9B5E-7E3C-4221-92CF-C994957A1070}" dt="2025-06-19T01:35:47.836" v="5170" actId="2084"/>
        <pc:sldMkLst>
          <pc:docMk/>
          <pc:sldMk cId="2211699975" sldId="368"/>
        </pc:sldMkLst>
        <pc:graphicFrameChg chg="modGraphic">
          <ac:chgData name="Jack Altmeyer" userId="ee78a2c6-a2c8-451c-9fd5-7171d519209d" providerId="ADAL" clId="{B0DB9B5E-7E3C-4221-92CF-C994957A1070}" dt="2025-06-19T01:35:47.836" v="5170" actId="2084"/>
          <ac:graphicFrameMkLst>
            <pc:docMk/>
            <pc:sldMk cId="2211699975" sldId="368"/>
            <ac:graphicFrameMk id="9" creationId="{8682AFED-BB7F-B330-8728-182AB966002F}"/>
          </ac:graphicFrameMkLst>
        </pc:graphicFrameChg>
      </pc:sldChg>
      <pc:sldChg chg="modSp mod">
        <pc:chgData name="Jack Altmeyer" userId="ee78a2c6-a2c8-451c-9fd5-7171d519209d" providerId="ADAL" clId="{B0DB9B5E-7E3C-4221-92CF-C994957A1070}" dt="2025-06-17T12:47:51.117" v="2418" actId="13926"/>
        <pc:sldMkLst>
          <pc:docMk/>
          <pc:sldMk cId="575865536" sldId="372"/>
        </pc:sldMkLst>
        <pc:spChg chg="mod">
          <ac:chgData name="Jack Altmeyer" userId="ee78a2c6-a2c8-451c-9fd5-7171d519209d" providerId="ADAL" clId="{B0DB9B5E-7E3C-4221-92CF-C994957A1070}" dt="2025-06-17T12:47:39.234" v="2415" actId="13926"/>
          <ac:spMkLst>
            <pc:docMk/>
            <pc:sldMk cId="575865536" sldId="372"/>
            <ac:spMk id="17" creationId="{C172652F-B634-A817-D65D-FEC569FE18F5}"/>
          </ac:spMkLst>
        </pc:spChg>
        <pc:spChg chg="mod">
          <ac:chgData name="Jack Altmeyer" userId="ee78a2c6-a2c8-451c-9fd5-7171d519209d" providerId="ADAL" clId="{B0DB9B5E-7E3C-4221-92CF-C994957A1070}" dt="2025-06-17T12:47:42.124" v="2416" actId="13926"/>
          <ac:spMkLst>
            <pc:docMk/>
            <pc:sldMk cId="575865536" sldId="372"/>
            <ac:spMk id="19" creationId="{C404E169-EE7E-AD2A-9789-20048214F10A}"/>
          </ac:spMkLst>
        </pc:spChg>
        <pc:spChg chg="mod">
          <ac:chgData name="Jack Altmeyer" userId="ee78a2c6-a2c8-451c-9fd5-7171d519209d" providerId="ADAL" clId="{B0DB9B5E-7E3C-4221-92CF-C994957A1070}" dt="2025-06-17T12:47:46.566" v="2417" actId="13926"/>
          <ac:spMkLst>
            <pc:docMk/>
            <pc:sldMk cId="575865536" sldId="372"/>
            <ac:spMk id="20" creationId="{774A5385-9541-0907-3B83-67641C4A148F}"/>
          </ac:spMkLst>
        </pc:spChg>
        <pc:spChg chg="mod">
          <ac:chgData name="Jack Altmeyer" userId="ee78a2c6-a2c8-451c-9fd5-7171d519209d" providerId="ADAL" clId="{B0DB9B5E-7E3C-4221-92CF-C994957A1070}" dt="2025-06-17T12:47:51.117" v="2418" actId="13926"/>
          <ac:spMkLst>
            <pc:docMk/>
            <pc:sldMk cId="575865536" sldId="372"/>
            <ac:spMk id="22" creationId="{AE9A82AD-FBFD-39CC-CDE5-799ABAD131AB}"/>
          </ac:spMkLst>
        </pc:spChg>
      </pc:sldChg>
      <pc:sldChg chg="addSp delSp modSp mod">
        <pc:chgData name="Jack Altmeyer" userId="ee78a2c6-a2c8-451c-9fd5-7171d519209d" providerId="ADAL" clId="{B0DB9B5E-7E3C-4221-92CF-C994957A1070}" dt="2025-06-19T01:32:11.148" v="5127" actId="207"/>
        <pc:sldMkLst>
          <pc:docMk/>
          <pc:sldMk cId="428143163" sldId="374"/>
        </pc:sldMkLst>
        <pc:spChg chg="mod">
          <ac:chgData name="Jack Altmeyer" userId="ee78a2c6-a2c8-451c-9fd5-7171d519209d" providerId="ADAL" clId="{B0DB9B5E-7E3C-4221-92CF-C994957A1070}" dt="2025-06-16T21:12:22.506" v="1932" actId="20577"/>
          <ac:spMkLst>
            <pc:docMk/>
            <pc:sldMk cId="428143163" sldId="374"/>
            <ac:spMk id="2" creationId="{4975815A-A7AB-B099-7BB7-255C44F285E2}"/>
          </ac:spMkLst>
        </pc:spChg>
        <pc:graphicFrameChg chg="modGraphic">
          <ac:chgData name="Jack Altmeyer" userId="ee78a2c6-a2c8-451c-9fd5-7171d519209d" providerId="ADAL" clId="{B0DB9B5E-7E3C-4221-92CF-C994957A1070}" dt="2025-06-19T01:32:11.148" v="5127" actId="207"/>
          <ac:graphicFrameMkLst>
            <pc:docMk/>
            <pc:sldMk cId="428143163" sldId="374"/>
            <ac:graphicFrameMk id="7" creationId="{E275E43A-89D9-3F8E-0EFE-91D81A48AEDA}"/>
          </ac:graphicFrameMkLst>
        </pc:graphicFrameChg>
      </pc:sldChg>
      <pc:sldChg chg="modSp mod">
        <pc:chgData name="Jack Altmeyer" userId="ee78a2c6-a2c8-451c-9fd5-7171d519209d" providerId="ADAL" clId="{B0DB9B5E-7E3C-4221-92CF-C994957A1070}" dt="2025-06-19T01:16:48.078" v="4990" actId="207"/>
        <pc:sldMkLst>
          <pc:docMk/>
          <pc:sldMk cId="1546896781" sldId="379"/>
        </pc:sldMkLst>
        <pc:graphicFrameChg chg="modGraphic">
          <ac:chgData name="Jack Altmeyer" userId="ee78a2c6-a2c8-451c-9fd5-7171d519209d" providerId="ADAL" clId="{B0DB9B5E-7E3C-4221-92CF-C994957A1070}" dt="2025-06-19T01:16:48.078" v="4990" actId="207"/>
          <ac:graphicFrameMkLst>
            <pc:docMk/>
            <pc:sldMk cId="1546896781" sldId="379"/>
            <ac:graphicFrameMk id="7" creationId="{53BE3190-2CA3-E6AC-436D-4A8FE51DBF5F}"/>
          </ac:graphicFrameMkLst>
        </pc:graphicFrameChg>
      </pc:sldChg>
      <pc:sldChg chg="modSp mod">
        <pc:chgData name="Jack Altmeyer" userId="ee78a2c6-a2c8-451c-9fd5-7171d519209d" providerId="ADAL" clId="{B0DB9B5E-7E3C-4221-92CF-C994957A1070}" dt="2025-06-19T01:28:54.100" v="5098" actId="207"/>
        <pc:sldMkLst>
          <pc:docMk/>
          <pc:sldMk cId="1567567649" sldId="385"/>
        </pc:sldMkLst>
        <pc:graphicFrameChg chg="modGraphic">
          <ac:chgData name="Jack Altmeyer" userId="ee78a2c6-a2c8-451c-9fd5-7171d519209d" providerId="ADAL" clId="{B0DB9B5E-7E3C-4221-92CF-C994957A1070}" dt="2025-06-19T01:28:54.100" v="5098" actId="207"/>
          <ac:graphicFrameMkLst>
            <pc:docMk/>
            <pc:sldMk cId="1567567649" sldId="385"/>
            <ac:graphicFrameMk id="17" creationId="{4ADD555E-40B8-F6FB-4FAB-92B68FC48BD9}"/>
          </ac:graphicFrameMkLst>
        </pc:graphicFrameChg>
      </pc:sldChg>
      <pc:sldChg chg="modSp mod">
        <pc:chgData name="Jack Altmeyer" userId="ee78a2c6-a2c8-451c-9fd5-7171d519209d" providerId="ADAL" clId="{B0DB9B5E-7E3C-4221-92CF-C994957A1070}" dt="2025-06-19T01:37:47.182" v="5188" actId="207"/>
        <pc:sldMkLst>
          <pc:docMk/>
          <pc:sldMk cId="560685323" sldId="408"/>
        </pc:sldMkLst>
        <pc:spChg chg="mod">
          <ac:chgData name="Jack Altmeyer" userId="ee78a2c6-a2c8-451c-9fd5-7171d519209d" providerId="ADAL" clId="{B0DB9B5E-7E3C-4221-92CF-C994957A1070}" dt="2025-06-16T21:55:12.408" v="2189" actId="20577"/>
          <ac:spMkLst>
            <pc:docMk/>
            <pc:sldMk cId="560685323" sldId="408"/>
            <ac:spMk id="4" creationId="{224201CB-03BF-5333-BBC5-7EC83D0E2FD2}"/>
          </ac:spMkLst>
        </pc:spChg>
        <pc:spChg chg="mod">
          <ac:chgData name="Jack Altmeyer" userId="ee78a2c6-a2c8-451c-9fd5-7171d519209d" providerId="ADAL" clId="{B0DB9B5E-7E3C-4221-92CF-C994957A1070}" dt="2025-06-16T22:14:26.382" v="2227" actId="14100"/>
          <ac:spMkLst>
            <pc:docMk/>
            <pc:sldMk cId="560685323" sldId="408"/>
            <ac:spMk id="61" creationId="{A9A63F25-D77A-1DA7-1753-C4799BC84956}"/>
          </ac:spMkLst>
        </pc:spChg>
        <pc:graphicFrameChg chg="mod modGraphic">
          <ac:chgData name="Jack Altmeyer" userId="ee78a2c6-a2c8-451c-9fd5-7171d519209d" providerId="ADAL" clId="{B0DB9B5E-7E3C-4221-92CF-C994957A1070}" dt="2025-06-19T01:37:47.182" v="5188" actId="207"/>
          <ac:graphicFrameMkLst>
            <pc:docMk/>
            <pc:sldMk cId="560685323" sldId="408"/>
            <ac:graphicFrameMk id="13" creationId="{C4954ABC-7007-8545-B96C-55034B793702}"/>
          </ac:graphicFrameMkLst>
        </pc:graphicFrameChg>
        <pc:picChg chg="mod">
          <ac:chgData name="Jack Altmeyer" userId="ee78a2c6-a2c8-451c-9fd5-7171d519209d" providerId="ADAL" clId="{B0DB9B5E-7E3C-4221-92CF-C994957A1070}" dt="2025-06-16T22:16:33.145" v="2269" actId="1036"/>
          <ac:picMkLst>
            <pc:docMk/>
            <pc:sldMk cId="560685323" sldId="408"/>
            <ac:picMk id="24" creationId="{779C2098-2516-2790-7776-ECF94E8A047B}"/>
          </ac:picMkLst>
        </pc:picChg>
        <pc:picChg chg="mod">
          <ac:chgData name="Jack Altmeyer" userId="ee78a2c6-a2c8-451c-9fd5-7171d519209d" providerId="ADAL" clId="{B0DB9B5E-7E3C-4221-92CF-C994957A1070}" dt="2025-06-16T22:16:37.081" v="2279" actId="1036"/>
          <ac:picMkLst>
            <pc:docMk/>
            <pc:sldMk cId="560685323" sldId="408"/>
            <ac:picMk id="48" creationId="{6FAC050A-D839-A42F-B180-889BE3EAD0BA}"/>
          </ac:picMkLst>
        </pc:picChg>
      </pc:sldChg>
      <pc:sldChg chg="modSp mod">
        <pc:chgData name="Jack Altmeyer" userId="ee78a2c6-a2c8-451c-9fd5-7171d519209d" providerId="ADAL" clId="{B0DB9B5E-7E3C-4221-92CF-C994957A1070}" dt="2025-06-19T01:13:23.437" v="4967" actId="207"/>
        <pc:sldMkLst>
          <pc:docMk/>
          <pc:sldMk cId="266394745" sldId="414"/>
        </pc:sldMkLst>
        <pc:graphicFrameChg chg="modGraphic">
          <ac:chgData name="Jack Altmeyer" userId="ee78a2c6-a2c8-451c-9fd5-7171d519209d" providerId="ADAL" clId="{B0DB9B5E-7E3C-4221-92CF-C994957A1070}" dt="2025-06-19T01:13:23.437" v="4967" actId="207"/>
          <ac:graphicFrameMkLst>
            <pc:docMk/>
            <pc:sldMk cId="266394745" sldId="414"/>
            <ac:graphicFrameMk id="9" creationId="{E9068899-6002-E821-9915-6A4B2EEC391D}"/>
          </ac:graphicFrameMkLst>
        </pc:graphicFrameChg>
        <pc:picChg chg="mod">
          <ac:chgData name="Jack Altmeyer" userId="ee78a2c6-a2c8-451c-9fd5-7171d519209d" providerId="ADAL" clId="{B0DB9B5E-7E3C-4221-92CF-C994957A1070}" dt="2025-06-18T21:01:30.107" v="4896" actId="12788"/>
          <ac:picMkLst>
            <pc:docMk/>
            <pc:sldMk cId="266394745" sldId="414"/>
            <ac:picMk id="10" creationId="{AAC9B45F-F41C-57BD-9918-18EE1D365B67}"/>
          </ac:picMkLst>
        </pc:picChg>
        <pc:picChg chg="mod">
          <ac:chgData name="Jack Altmeyer" userId="ee78a2c6-a2c8-451c-9fd5-7171d519209d" providerId="ADAL" clId="{B0DB9B5E-7E3C-4221-92CF-C994957A1070}" dt="2025-06-18T21:01:30.107" v="4896" actId="12788"/>
          <ac:picMkLst>
            <pc:docMk/>
            <pc:sldMk cId="266394745" sldId="414"/>
            <ac:picMk id="13" creationId="{0F722F25-B184-B735-D82D-A78C07D778BC}"/>
          </ac:picMkLst>
        </pc:picChg>
        <pc:picChg chg="mod">
          <ac:chgData name="Jack Altmeyer" userId="ee78a2c6-a2c8-451c-9fd5-7171d519209d" providerId="ADAL" clId="{B0DB9B5E-7E3C-4221-92CF-C994957A1070}" dt="2025-06-18T21:01:30.107" v="4896" actId="12788"/>
          <ac:picMkLst>
            <pc:docMk/>
            <pc:sldMk cId="266394745" sldId="414"/>
            <ac:picMk id="24" creationId="{E5E5B62D-1E8B-C231-52A9-9417A26786BA}"/>
          </ac:picMkLst>
        </pc:picChg>
      </pc:sldChg>
      <pc:sldChg chg="delSp modSp mod">
        <pc:chgData name="Jack Altmeyer" userId="ee78a2c6-a2c8-451c-9fd5-7171d519209d" providerId="ADAL" clId="{B0DB9B5E-7E3C-4221-92CF-C994957A1070}" dt="2025-06-20T14:03:24.029" v="5359" actId="20577"/>
        <pc:sldMkLst>
          <pc:docMk/>
          <pc:sldMk cId="2816302053" sldId="439"/>
        </pc:sldMkLst>
        <pc:spChg chg="mod">
          <ac:chgData name="Jack Altmeyer" userId="ee78a2c6-a2c8-451c-9fd5-7171d519209d" providerId="ADAL" clId="{B0DB9B5E-7E3C-4221-92CF-C994957A1070}" dt="2025-06-16T19:25:28.509" v="355" actId="14100"/>
          <ac:spMkLst>
            <pc:docMk/>
            <pc:sldMk cId="2816302053" sldId="439"/>
            <ac:spMk id="27" creationId="{90BF0D8B-AF39-9ACB-8A19-40B8159C7A96}"/>
          </ac:spMkLst>
        </pc:spChg>
        <pc:spChg chg="mod">
          <ac:chgData name="Jack Altmeyer" userId="ee78a2c6-a2c8-451c-9fd5-7171d519209d" providerId="ADAL" clId="{B0DB9B5E-7E3C-4221-92CF-C994957A1070}" dt="2025-06-20T14:03:24.029" v="5359" actId="20577"/>
          <ac:spMkLst>
            <pc:docMk/>
            <pc:sldMk cId="2816302053" sldId="439"/>
            <ac:spMk id="35" creationId="{C343C5E7-66A9-14D2-4780-1D8E37FE70DF}"/>
          </ac:spMkLst>
        </pc:spChg>
        <pc:grpChg chg="mod">
          <ac:chgData name="Jack Altmeyer" userId="ee78a2c6-a2c8-451c-9fd5-7171d519209d" providerId="ADAL" clId="{B0DB9B5E-7E3C-4221-92CF-C994957A1070}" dt="2025-06-16T19:25:08.622" v="323" actId="1035"/>
          <ac:grpSpMkLst>
            <pc:docMk/>
            <pc:sldMk cId="2816302053" sldId="439"/>
            <ac:grpSpMk id="19" creationId="{8D885590-CB46-B2F1-3643-5ABCAC6A27DF}"/>
          </ac:grpSpMkLst>
        </pc:grpChg>
        <pc:graphicFrameChg chg="modGraphic">
          <ac:chgData name="Jack Altmeyer" userId="ee78a2c6-a2c8-451c-9fd5-7171d519209d" providerId="ADAL" clId="{B0DB9B5E-7E3C-4221-92CF-C994957A1070}" dt="2025-06-20T14:03:20.037" v="5358" actId="20577"/>
          <ac:graphicFrameMkLst>
            <pc:docMk/>
            <pc:sldMk cId="2816302053" sldId="439"/>
            <ac:graphicFrameMk id="2" creationId="{9CD30B11-A603-3CBD-B5FB-4F409842E108}"/>
          </ac:graphicFrameMkLst>
        </pc:graphicFrameChg>
        <pc:picChg chg="mod">
          <ac:chgData name="Jack Altmeyer" userId="ee78a2c6-a2c8-451c-9fd5-7171d519209d" providerId="ADAL" clId="{B0DB9B5E-7E3C-4221-92CF-C994957A1070}" dt="2025-06-16T19:25:14.344" v="354" actId="1036"/>
          <ac:picMkLst>
            <pc:docMk/>
            <pc:sldMk cId="2816302053" sldId="439"/>
            <ac:picMk id="9" creationId="{D837369E-66D8-8728-43DD-98C8D876F47B}"/>
          </ac:picMkLst>
        </pc:picChg>
        <pc:picChg chg="mod">
          <ac:chgData name="Jack Altmeyer" userId="ee78a2c6-a2c8-451c-9fd5-7171d519209d" providerId="ADAL" clId="{B0DB9B5E-7E3C-4221-92CF-C994957A1070}" dt="2025-06-16T19:25:33.050" v="372" actId="1036"/>
          <ac:picMkLst>
            <pc:docMk/>
            <pc:sldMk cId="2816302053" sldId="439"/>
            <ac:picMk id="26" creationId="{0AD8E6C8-F919-4E9B-EB08-C951AA4792E7}"/>
          </ac:picMkLst>
        </pc:picChg>
      </pc:sldChg>
      <pc:sldChg chg="addSp modSp mod">
        <pc:chgData name="Jack Altmeyer" userId="ee78a2c6-a2c8-451c-9fd5-7171d519209d" providerId="ADAL" clId="{B0DB9B5E-7E3C-4221-92CF-C994957A1070}" dt="2025-06-19T01:30:38.135" v="5115" actId="207"/>
        <pc:sldMkLst>
          <pc:docMk/>
          <pc:sldMk cId="3070238362" sldId="440"/>
        </pc:sldMkLst>
        <pc:spChg chg="mod">
          <ac:chgData name="Jack Altmeyer" userId="ee78a2c6-a2c8-451c-9fd5-7171d519209d" providerId="ADAL" clId="{B0DB9B5E-7E3C-4221-92CF-C994957A1070}" dt="2025-06-16T20:59:36.112" v="1435" actId="313"/>
          <ac:spMkLst>
            <pc:docMk/>
            <pc:sldMk cId="3070238362" sldId="440"/>
            <ac:spMk id="7" creationId="{D334EBD0-112A-27E1-4686-320CE4707625}"/>
          </ac:spMkLst>
        </pc:spChg>
        <pc:spChg chg="mod">
          <ac:chgData name="Jack Altmeyer" userId="ee78a2c6-a2c8-451c-9fd5-7171d519209d" providerId="ADAL" clId="{B0DB9B5E-7E3C-4221-92CF-C994957A1070}" dt="2025-06-16T19:26:11.993" v="373" actId="14100"/>
          <ac:spMkLst>
            <pc:docMk/>
            <pc:sldMk cId="3070238362" sldId="440"/>
            <ac:spMk id="24" creationId="{72614312-F6E2-F081-5E5D-0986CF16861C}"/>
          </ac:spMkLst>
        </pc:spChg>
        <pc:grpChg chg="mod">
          <ac:chgData name="Jack Altmeyer" userId="ee78a2c6-a2c8-451c-9fd5-7171d519209d" providerId="ADAL" clId="{B0DB9B5E-7E3C-4221-92CF-C994957A1070}" dt="2025-06-16T19:23:33.007" v="289" actId="12788"/>
          <ac:grpSpMkLst>
            <pc:docMk/>
            <pc:sldMk cId="3070238362" sldId="440"/>
            <ac:grpSpMk id="4" creationId="{0EB1871C-C9FC-78A6-6E02-6B06B30CE30D}"/>
          </ac:grpSpMkLst>
        </pc:grpChg>
        <pc:grpChg chg="mod">
          <ac:chgData name="Jack Altmeyer" userId="ee78a2c6-a2c8-451c-9fd5-7171d519209d" providerId="ADAL" clId="{B0DB9B5E-7E3C-4221-92CF-C994957A1070}" dt="2025-06-16T19:20:59.753" v="273" actId="1035"/>
          <ac:grpSpMkLst>
            <pc:docMk/>
            <pc:sldMk cId="3070238362" sldId="440"/>
            <ac:grpSpMk id="9" creationId="{99DE984B-C587-1F93-1448-92EACBE7BE5F}"/>
          </ac:grpSpMkLst>
        </pc:grpChg>
        <pc:grpChg chg="add mod">
          <ac:chgData name="Jack Altmeyer" userId="ee78a2c6-a2c8-451c-9fd5-7171d519209d" providerId="ADAL" clId="{B0DB9B5E-7E3C-4221-92CF-C994957A1070}" dt="2025-06-16T19:23:33.007" v="289" actId="12788"/>
          <ac:grpSpMkLst>
            <pc:docMk/>
            <pc:sldMk cId="3070238362" sldId="440"/>
            <ac:grpSpMk id="15" creationId="{D58EAEBD-DF55-88BC-ABF9-70B9D90FC344}"/>
          </ac:grpSpMkLst>
        </pc:grpChg>
        <pc:graphicFrameChg chg="mod modGraphic">
          <ac:chgData name="Jack Altmeyer" userId="ee78a2c6-a2c8-451c-9fd5-7171d519209d" providerId="ADAL" clId="{B0DB9B5E-7E3C-4221-92CF-C994957A1070}" dt="2025-06-19T01:30:38.135" v="5115" actId="207"/>
          <ac:graphicFrameMkLst>
            <pc:docMk/>
            <pc:sldMk cId="3070238362" sldId="440"/>
            <ac:graphicFrameMk id="17" creationId="{B0DD233F-4DFA-2C85-0B28-ACD70FC148A7}"/>
          </ac:graphicFrameMkLst>
        </pc:graphicFrameChg>
        <pc:picChg chg="mod">
          <ac:chgData name="Jack Altmeyer" userId="ee78a2c6-a2c8-451c-9fd5-7171d519209d" providerId="ADAL" clId="{B0DB9B5E-7E3C-4221-92CF-C994957A1070}" dt="2025-06-16T19:16:52.366" v="213" actId="1035"/>
          <ac:picMkLst>
            <pc:docMk/>
            <pc:sldMk cId="3070238362" sldId="440"/>
            <ac:picMk id="14" creationId="{90E282CF-AF16-07A0-536A-4582ECB1996B}"/>
          </ac:picMkLst>
        </pc:picChg>
        <pc:picChg chg="mod">
          <ac:chgData name="Jack Altmeyer" userId="ee78a2c6-a2c8-451c-9fd5-7171d519209d" providerId="ADAL" clId="{B0DB9B5E-7E3C-4221-92CF-C994957A1070}" dt="2025-06-16T19:23:33.007" v="289" actId="12788"/>
          <ac:picMkLst>
            <pc:docMk/>
            <pc:sldMk cId="3070238362" sldId="440"/>
            <ac:picMk id="18" creationId="{2F820D59-6B76-1CDF-11A2-49F998361922}"/>
          </ac:picMkLst>
        </pc:picChg>
        <pc:picChg chg="mod">
          <ac:chgData name="Jack Altmeyer" userId="ee78a2c6-a2c8-451c-9fd5-7171d519209d" providerId="ADAL" clId="{B0DB9B5E-7E3C-4221-92CF-C994957A1070}" dt="2025-06-16T19:22:47.110" v="274"/>
          <ac:picMkLst>
            <pc:docMk/>
            <pc:sldMk cId="3070238362" sldId="440"/>
            <ac:picMk id="20" creationId="{085E719F-33E1-5610-A6DB-27CB6DC20A19}"/>
          </ac:picMkLst>
        </pc:picChg>
        <pc:picChg chg="mod">
          <ac:chgData name="Jack Altmeyer" userId="ee78a2c6-a2c8-451c-9fd5-7171d519209d" providerId="ADAL" clId="{B0DB9B5E-7E3C-4221-92CF-C994957A1070}" dt="2025-06-16T19:22:47.110" v="274"/>
          <ac:picMkLst>
            <pc:docMk/>
            <pc:sldMk cId="3070238362" sldId="440"/>
            <ac:picMk id="21" creationId="{B46CE0E8-B9C6-E870-8A09-EF3D6B931493}"/>
          </ac:picMkLst>
        </pc:picChg>
        <pc:picChg chg="mod">
          <ac:chgData name="Jack Altmeyer" userId="ee78a2c6-a2c8-451c-9fd5-7171d519209d" providerId="ADAL" clId="{B0DB9B5E-7E3C-4221-92CF-C994957A1070}" dt="2025-06-16T20:18:20.019" v="642" actId="1035"/>
          <ac:picMkLst>
            <pc:docMk/>
            <pc:sldMk cId="3070238362" sldId="440"/>
            <ac:picMk id="23" creationId="{C6A3CAAE-0AE4-C8A0-9683-82A5B8230773}"/>
          </ac:picMkLst>
        </pc:picChg>
      </pc:sldChg>
      <pc:sldChg chg="addSp delSp modSp mod">
        <pc:chgData name="Jack Altmeyer" userId="ee78a2c6-a2c8-451c-9fd5-7171d519209d" providerId="ADAL" clId="{B0DB9B5E-7E3C-4221-92CF-C994957A1070}" dt="2025-06-16T20:12:16.802" v="586" actId="1035"/>
        <pc:sldMkLst>
          <pc:docMk/>
          <pc:sldMk cId="3515646175" sldId="442"/>
        </pc:sldMkLst>
        <pc:spChg chg="add mod">
          <ac:chgData name="Jack Altmeyer" userId="ee78a2c6-a2c8-451c-9fd5-7171d519209d" providerId="ADAL" clId="{B0DB9B5E-7E3C-4221-92CF-C994957A1070}" dt="2025-06-16T19:07:34.719" v="77" actId="1076"/>
          <ac:spMkLst>
            <pc:docMk/>
            <pc:sldMk cId="3515646175" sldId="442"/>
            <ac:spMk id="17" creationId="{7497C3CD-0287-CB5A-514E-7E9CEEF7D7B3}"/>
          </ac:spMkLst>
        </pc:spChg>
        <pc:grpChg chg="mod">
          <ac:chgData name="Jack Altmeyer" userId="ee78a2c6-a2c8-451c-9fd5-7171d519209d" providerId="ADAL" clId="{B0DB9B5E-7E3C-4221-92CF-C994957A1070}" dt="2025-06-16T20:12:16.802" v="586" actId="1035"/>
          <ac:grpSpMkLst>
            <pc:docMk/>
            <pc:sldMk cId="3515646175" sldId="442"/>
            <ac:grpSpMk id="2" creationId="{39FE5E98-318D-9D3E-65CA-784CF2B4E037}"/>
          </ac:grpSpMkLst>
        </pc:grpChg>
        <pc:grpChg chg="add mod">
          <ac:chgData name="Jack Altmeyer" userId="ee78a2c6-a2c8-451c-9fd5-7171d519209d" providerId="ADAL" clId="{B0DB9B5E-7E3C-4221-92CF-C994957A1070}" dt="2025-06-16T19:27:08.679" v="380" actId="1076"/>
          <ac:grpSpMkLst>
            <pc:docMk/>
            <pc:sldMk cId="3515646175" sldId="442"/>
            <ac:grpSpMk id="23" creationId="{D52570E3-29CC-33D8-481F-1CF2454FA4C0}"/>
          </ac:grpSpMkLst>
        </pc:grpChg>
        <pc:grpChg chg="mod">
          <ac:chgData name="Jack Altmeyer" userId="ee78a2c6-a2c8-451c-9fd5-7171d519209d" providerId="ADAL" clId="{B0DB9B5E-7E3C-4221-92CF-C994957A1070}" dt="2025-06-16T19:13:58.991" v="171" actId="1076"/>
          <ac:grpSpMkLst>
            <pc:docMk/>
            <pc:sldMk cId="3515646175" sldId="442"/>
            <ac:grpSpMk id="21512" creationId="{AA8F6DBA-FEA8-7137-2067-83DCA6CA8505}"/>
          </ac:grpSpMkLst>
        </pc:grpChg>
        <pc:graphicFrameChg chg="mod modGraphic">
          <ac:chgData name="Jack Altmeyer" userId="ee78a2c6-a2c8-451c-9fd5-7171d519209d" providerId="ADAL" clId="{B0DB9B5E-7E3C-4221-92CF-C994957A1070}" dt="2025-06-16T19:12:17.763" v="161" actId="20577"/>
          <ac:graphicFrameMkLst>
            <pc:docMk/>
            <pc:sldMk cId="3515646175" sldId="442"/>
            <ac:graphicFrameMk id="21511" creationId="{553FCD16-0FC4-3541-2AC9-1247D02053F5}"/>
          </ac:graphicFrameMkLst>
        </pc:graphicFrameChg>
        <pc:picChg chg="mod">
          <ac:chgData name="Jack Altmeyer" userId="ee78a2c6-a2c8-451c-9fd5-7171d519209d" providerId="ADAL" clId="{B0DB9B5E-7E3C-4221-92CF-C994957A1070}" dt="2025-06-16T19:11:48.464" v="159" actId="12788"/>
          <ac:picMkLst>
            <pc:docMk/>
            <pc:sldMk cId="3515646175" sldId="442"/>
            <ac:picMk id="10" creationId="{9F9A6997-E76A-BA87-7556-DFA67B1D52E9}"/>
          </ac:picMkLst>
        </pc:picChg>
        <pc:picChg chg="mod">
          <ac:chgData name="Jack Altmeyer" userId="ee78a2c6-a2c8-451c-9fd5-7171d519209d" providerId="ADAL" clId="{B0DB9B5E-7E3C-4221-92CF-C994957A1070}" dt="2025-06-16T19:11:48.464" v="159" actId="12788"/>
          <ac:picMkLst>
            <pc:docMk/>
            <pc:sldMk cId="3515646175" sldId="442"/>
            <ac:picMk id="12" creationId="{757CC8A4-4D85-E464-1089-7655DDB0FF2A}"/>
          </ac:picMkLst>
        </pc:picChg>
        <pc:picChg chg="mod">
          <ac:chgData name="Jack Altmeyer" userId="ee78a2c6-a2c8-451c-9fd5-7171d519209d" providerId="ADAL" clId="{B0DB9B5E-7E3C-4221-92CF-C994957A1070}" dt="2025-06-16T19:11:08.173" v="152"/>
          <ac:picMkLst>
            <pc:docMk/>
            <pc:sldMk cId="3515646175" sldId="442"/>
            <ac:picMk id="25" creationId="{9C6694C4-9843-FFE4-5800-1DAED5C5731C}"/>
          </ac:picMkLst>
        </pc:picChg>
        <pc:picChg chg="mod">
          <ac:chgData name="Jack Altmeyer" userId="ee78a2c6-a2c8-451c-9fd5-7171d519209d" providerId="ADAL" clId="{B0DB9B5E-7E3C-4221-92CF-C994957A1070}" dt="2025-06-16T19:11:08.173" v="152"/>
          <ac:picMkLst>
            <pc:docMk/>
            <pc:sldMk cId="3515646175" sldId="442"/>
            <ac:picMk id="26" creationId="{72EC10E2-9B11-4B3B-CB24-AB5D9ED8DC39}"/>
          </ac:picMkLst>
        </pc:picChg>
      </pc:sldChg>
      <pc:sldChg chg="addSp delSp modSp mod">
        <pc:chgData name="Jack Altmeyer" userId="ee78a2c6-a2c8-451c-9fd5-7171d519209d" providerId="ADAL" clId="{B0DB9B5E-7E3C-4221-92CF-C994957A1070}" dt="2025-06-16T21:26:22.967" v="1940" actId="478"/>
        <pc:sldMkLst>
          <pc:docMk/>
          <pc:sldMk cId="4056428186" sldId="444"/>
        </pc:sldMkLst>
        <pc:spChg chg="mod">
          <ac:chgData name="Jack Altmeyer" userId="ee78a2c6-a2c8-451c-9fd5-7171d519209d" providerId="ADAL" clId="{B0DB9B5E-7E3C-4221-92CF-C994957A1070}" dt="2025-06-16T19:02:05.583" v="54" actId="20577"/>
          <ac:spMkLst>
            <pc:docMk/>
            <pc:sldMk cId="4056428186" sldId="444"/>
            <ac:spMk id="15" creationId="{D90F0567-D324-01AE-746F-644BFD869313}"/>
          </ac:spMkLst>
        </pc:spChg>
        <pc:spChg chg="mod">
          <ac:chgData name="Jack Altmeyer" userId="ee78a2c6-a2c8-451c-9fd5-7171d519209d" providerId="ADAL" clId="{B0DB9B5E-7E3C-4221-92CF-C994957A1070}" dt="2025-06-16T19:02:11.146" v="55" actId="13926"/>
          <ac:spMkLst>
            <pc:docMk/>
            <pc:sldMk cId="4056428186" sldId="444"/>
            <ac:spMk id="53" creationId="{8DB03A60-A77D-6CE4-BDA5-60B1C8094AA3}"/>
          </ac:spMkLst>
        </pc:spChg>
        <pc:spChg chg="mod">
          <ac:chgData name="Jack Altmeyer" userId="ee78a2c6-a2c8-451c-9fd5-7171d519209d" providerId="ADAL" clId="{B0DB9B5E-7E3C-4221-92CF-C994957A1070}" dt="2025-06-16T19:02:14.175" v="56" actId="13926"/>
          <ac:spMkLst>
            <pc:docMk/>
            <pc:sldMk cId="4056428186" sldId="444"/>
            <ac:spMk id="54" creationId="{BE323D6E-3F82-F667-68C2-877FAA8A4829}"/>
          </ac:spMkLst>
        </pc:spChg>
        <pc:spChg chg="mod">
          <ac:chgData name="Jack Altmeyer" userId="ee78a2c6-a2c8-451c-9fd5-7171d519209d" providerId="ADAL" clId="{B0DB9B5E-7E3C-4221-92CF-C994957A1070}" dt="2025-06-16T19:01:57.562" v="50" actId="20577"/>
          <ac:spMkLst>
            <pc:docMk/>
            <pc:sldMk cId="4056428186" sldId="444"/>
            <ac:spMk id="55" creationId="{200045E3-D40F-7397-36FC-2875DF46C100}"/>
          </ac:spMkLst>
        </pc:spChg>
        <pc:spChg chg="mod">
          <ac:chgData name="Jack Altmeyer" userId="ee78a2c6-a2c8-451c-9fd5-7171d519209d" providerId="ADAL" clId="{B0DB9B5E-7E3C-4221-92CF-C994957A1070}" dt="2025-06-16T19:02:03.468" v="52" actId="20577"/>
          <ac:spMkLst>
            <pc:docMk/>
            <pc:sldMk cId="4056428186" sldId="444"/>
            <ac:spMk id="21517" creationId="{1DDD8296-A4EB-604F-CE4B-ED1995C32E38}"/>
          </ac:spMkLst>
        </pc:spChg>
        <pc:graphicFrameChg chg="modGraphic">
          <ac:chgData name="Jack Altmeyer" userId="ee78a2c6-a2c8-451c-9fd5-7171d519209d" providerId="ADAL" clId="{B0DB9B5E-7E3C-4221-92CF-C994957A1070}" dt="2025-06-16T19:02:43.798" v="60" actId="20577"/>
          <ac:graphicFrameMkLst>
            <pc:docMk/>
            <pc:sldMk cId="4056428186" sldId="444"/>
            <ac:graphicFrameMk id="21511" creationId="{DAD4DD82-37D3-909B-79AE-6C26ADBBA599}"/>
          </ac:graphicFrameMkLst>
        </pc:graphicFrameChg>
      </pc:sldChg>
      <pc:sldChg chg="modSp mod">
        <pc:chgData name="Jack Altmeyer" userId="ee78a2c6-a2c8-451c-9fd5-7171d519209d" providerId="ADAL" clId="{B0DB9B5E-7E3C-4221-92CF-C994957A1070}" dt="2025-06-19T01:21:28.006" v="5025" actId="207"/>
        <pc:sldMkLst>
          <pc:docMk/>
          <pc:sldMk cId="363219195" sldId="2147483443"/>
        </pc:sldMkLst>
        <pc:graphicFrameChg chg="modGraphic">
          <ac:chgData name="Jack Altmeyer" userId="ee78a2c6-a2c8-451c-9fd5-7171d519209d" providerId="ADAL" clId="{B0DB9B5E-7E3C-4221-92CF-C994957A1070}" dt="2025-06-19T01:21:28.006" v="5025" actId="207"/>
          <ac:graphicFrameMkLst>
            <pc:docMk/>
            <pc:sldMk cId="363219195" sldId="2147483443"/>
            <ac:graphicFrameMk id="30" creationId="{F7DE7D17-A032-0AE9-414E-F9DBD6232A75}"/>
          </ac:graphicFrameMkLst>
        </pc:graphicFrameChg>
      </pc:sldChg>
      <pc:sldChg chg="modSp mod">
        <pc:chgData name="Jack Altmeyer" userId="ee78a2c6-a2c8-451c-9fd5-7171d519209d" providerId="ADAL" clId="{B0DB9B5E-7E3C-4221-92CF-C994957A1070}" dt="2025-06-19T01:45:48.535" v="5281" actId="207"/>
        <pc:sldMkLst>
          <pc:docMk/>
          <pc:sldMk cId="4089503907" sldId="2147483447"/>
        </pc:sldMkLst>
        <pc:graphicFrameChg chg="modGraphic">
          <ac:chgData name="Jack Altmeyer" userId="ee78a2c6-a2c8-451c-9fd5-7171d519209d" providerId="ADAL" clId="{B0DB9B5E-7E3C-4221-92CF-C994957A1070}" dt="2025-06-19T01:45:48.535" v="5281" actId="207"/>
          <ac:graphicFrameMkLst>
            <pc:docMk/>
            <pc:sldMk cId="4089503907" sldId="2147483447"/>
            <ac:graphicFrameMk id="5" creationId="{0DE87F15-66A1-9EAD-F45E-4268CA2FC9C1}"/>
          </ac:graphicFrameMkLst>
        </pc:graphicFrameChg>
      </pc:sldChg>
      <pc:sldChg chg="addSp delSp modSp mod modCm">
        <pc:chgData name="Jack Altmeyer" userId="ee78a2c6-a2c8-451c-9fd5-7171d519209d" providerId="ADAL" clId="{B0DB9B5E-7E3C-4221-92CF-C994957A1070}" dt="2025-06-17T19:28:54.280" v="4878" actId="20577"/>
        <pc:sldMkLst>
          <pc:docMk/>
          <pc:sldMk cId="2073768835" sldId="2147483453"/>
        </pc:sldMkLst>
        <pc:extLst>
          <p:ext xmlns:p="http://schemas.openxmlformats.org/presentationml/2006/main" uri="{D6D511B9-2390-475A-947B-AFAB55BFBCF1}">
            <pc226:cmChg xmlns:pc226="http://schemas.microsoft.com/office/powerpoint/2022/06/main/command" chg="mod">
              <pc226:chgData name="Jack Altmeyer" userId="ee78a2c6-a2c8-451c-9fd5-7171d519209d" providerId="ADAL" clId="{B0DB9B5E-7E3C-4221-92CF-C994957A1070}" dt="2025-06-17T19:28:54.280" v="4878" actId="20577"/>
              <pc2:cmMkLst xmlns:pc2="http://schemas.microsoft.com/office/powerpoint/2019/9/main/command">
                <pc:docMk/>
                <pc:sldMk cId="2073768835" sldId="2147483453"/>
                <pc2:cmMk id="{7A3D753C-261B-4200-A791-2661FFC8EE74}"/>
              </pc2:cmMkLst>
            </pc226:cmChg>
            <pc226:cmChg xmlns:pc226="http://schemas.microsoft.com/office/powerpoint/2022/06/main/command" chg="mod">
              <pc226:chgData name="Jack Altmeyer" userId="ee78a2c6-a2c8-451c-9fd5-7171d519209d" providerId="ADAL" clId="{B0DB9B5E-7E3C-4221-92CF-C994957A1070}" dt="2025-06-17T19:28:54.280" v="4878" actId="20577"/>
              <pc2:cmMkLst xmlns:pc2="http://schemas.microsoft.com/office/powerpoint/2019/9/main/command">
                <pc:docMk/>
                <pc:sldMk cId="2073768835" sldId="2147483453"/>
                <pc2:cmMk id="{69364069-3BB6-4E26-B592-AAFE2942EFF7}"/>
              </pc2:cmMkLst>
            </pc226:cmChg>
          </p:ext>
        </pc:extLst>
      </pc:sldChg>
      <pc:sldChg chg="modSp mod">
        <pc:chgData name="Jack Altmeyer" userId="ee78a2c6-a2c8-451c-9fd5-7171d519209d" providerId="ADAL" clId="{B0DB9B5E-7E3C-4221-92CF-C994957A1070}" dt="2025-06-20T14:19:49.020" v="5735" actId="20577"/>
        <pc:sldMkLst>
          <pc:docMk/>
          <pc:sldMk cId="742897673" sldId="2147483454"/>
        </pc:sldMkLst>
      </pc:sldChg>
      <pc:sldChg chg="addSp modSp mod">
        <pc:chgData name="Jack Altmeyer" userId="ee78a2c6-a2c8-451c-9fd5-7171d519209d" providerId="ADAL" clId="{B0DB9B5E-7E3C-4221-92CF-C994957A1070}" dt="2025-06-18T20:12:36.848" v="4893" actId="1076"/>
        <pc:sldMkLst>
          <pc:docMk/>
          <pc:sldMk cId="4010431905" sldId="2147483454"/>
        </pc:sldMkLst>
      </pc:sldChg>
      <pc:sldChg chg="modSp mod">
        <pc:chgData name="Jack Altmeyer" userId="ee78a2c6-a2c8-451c-9fd5-7171d519209d" providerId="ADAL" clId="{B0DB9B5E-7E3C-4221-92CF-C994957A1070}" dt="2025-06-19T01:29:38.502" v="5103" actId="207"/>
        <pc:sldMkLst>
          <pc:docMk/>
          <pc:sldMk cId="3687798834" sldId="2147483456"/>
        </pc:sldMkLst>
        <pc:graphicFrameChg chg="modGraphic">
          <ac:chgData name="Jack Altmeyer" userId="ee78a2c6-a2c8-451c-9fd5-7171d519209d" providerId="ADAL" clId="{B0DB9B5E-7E3C-4221-92CF-C994957A1070}" dt="2025-06-19T01:29:38.502" v="5103" actId="207"/>
          <ac:graphicFrameMkLst>
            <pc:docMk/>
            <pc:sldMk cId="3687798834" sldId="2147483456"/>
            <ac:graphicFrameMk id="17" creationId="{CC82D122-DA8B-0D89-D99E-1F9A7C3EBAC2}"/>
          </ac:graphicFrameMkLst>
        </pc:graphicFrameChg>
      </pc:sldChg>
      <pc:sldChg chg="ord">
        <pc:chgData name="Jack Altmeyer" userId="ee78a2c6-a2c8-451c-9fd5-7171d519209d" providerId="ADAL" clId="{B0DB9B5E-7E3C-4221-92CF-C994957A1070}" dt="2025-06-18T20:19:55.131" v="4895"/>
        <pc:sldMkLst>
          <pc:docMk/>
          <pc:sldMk cId="1894268730" sldId="2147483458"/>
        </pc:sldMkLst>
      </pc:sldChg>
      <pc:sldChg chg="modSp mod">
        <pc:chgData name="Jack Altmeyer" userId="ee78a2c6-a2c8-451c-9fd5-7171d519209d" providerId="ADAL" clId="{B0DB9B5E-7E3C-4221-92CF-C994957A1070}" dt="2025-06-20T14:20:22.775" v="5765" actId="20577"/>
        <pc:sldMkLst>
          <pc:docMk/>
          <pc:sldMk cId="3802299619" sldId="2147483462"/>
        </pc:sldMkLst>
      </pc:sldChg>
      <pc:sldChg chg="modSp mod">
        <pc:chgData name="Jack Altmeyer" userId="ee78a2c6-a2c8-451c-9fd5-7171d519209d" providerId="ADAL" clId="{B0DB9B5E-7E3C-4221-92CF-C994957A1070}" dt="2025-06-17T16:33:25.536" v="4730" actId="20577"/>
        <pc:sldMkLst>
          <pc:docMk/>
          <pc:sldMk cId="3616262808" sldId="2147483463"/>
        </pc:sldMkLst>
      </pc:sldChg>
      <pc:sldChg chg="addSp delSp modSp mod">
        <pc:chgData name="Jack Altmeyer" userId="ee78a2c6-a2c8-451c-9fd5-7171d519209d" providerId="ADAL" clId="{B0DB9B5E-7E3C-4221-92CF-C994957A1070}" dt="2025-06-19T01:31:05.293" v="5121" actId="207"/>
        <pc:sldMkLst>
          <pc:docMk/>
          <pc:sldMk cId="1132644637" sldId="2147483468"/>
        </pc:sldMkLst>
        <pc:spChg chg="mod">
          <ac:chgData name="Jack Altmeyer" userId="ee78a2c6-a2c8-451c-9fd5-7171d519209d" providerId="ADAL" clId="{B0DB9B5E-7E3C-4221-92CF-C994957A1070}" dt="2025-06-16T20:11:13.418" v="566" actId="20577"/>
          <ac:spMkLst>
            <pc:docMk/>
            <pc:sldMk cId="1132644637" sldId="2147483468"/>
            <ac:spMk id="3" creationId="{245E57FC-070A-D9CB-90E1-469986D61C51}"/>
          </ac:spMkLst>
        </pc:spChg>
        <pc:spChg chg="mod">
          <ac:chgData name="Jack Altmeyer" userId="ee78a2c6-a2c8-451c-9fd5-7171d519209d" providerId="ADAL" clId="{B0DB9B5E-7E3C-4221-92CF-C994957A1070}" dt="2025-06-16T21:05:24.102" v="1736"/>
          <ac:spMkLst>
            <pc:docMk/>
            <pc:sldMk cId="1132644637" sldId="2147483468"/>
            <ac:spMk id="21" creationId="{95EF7E9F-00B1-18C0-2A31-826E0B1F1719}"/>
          </ac:spMkLst>
        </pc:spChg>
        <pc:spChg chg="mod">
          <ac:chgData name="Jack Altmeyer" userId="ee78a2c6-a2c8-451c-9fd5-7171d519209d" providerId="ADAL" clId="{B0DB9B5E-7E3C-4221-92CF-C994957A1070}" dt="2025-06-16T20:11:30.138" v="574" actId="14100"/>
          <ac:spMkLst>
            <pc:docMk/>
            <pc:sldMk cId="1132644637" sldId="2147483468"/>
            <ac:spMk id="44" creationId="{E17F8B5C-BB62-E397-9ABB-8058BE5D83AE}"/>
          </ac:spMkLst>
        </pc:spChg>
        <pc:grpChg chg="add mod">
          <ac:chgData name="Jack Altmeyer" userId="ee78a2c6-a2c8-451c-9fd5-7171d519209d" providerId="ADAL" clId="{B0DB9B5E-7E3C-4221-92CF-C994957A1070}" dt="2025-06-16T20:17:13.941" v="607" actId="1036"/>
          <ac:grpSpMkLst>
            <pc:docMk/>
            <pc:sldMk cId="1132644637" sldId="2147483468"/>
            <ac:grpSpMk id="7" creationId="{185B62D6-226B-D196-F8A0-8FA9141DE0A8}"/>
          </ac:grpSpMkLst>
        </pc:grpChg>
        <pc:grpChg chg="mod">
          <ac:chgData name="Jack Altmeyer" userId="ee78a2c6-a2c8-451c-9fd5-7171d519209d" providerId="ADAL" clId="{B0DB9B5E-7E3C-4221-92CF-C994957A1070}" dt="2025-06-16T20:17:17.912" v="614" actId="1035"/>
          <ac:grpSpMkLst>
            <pc:docMk/>
            <pc:sldMk cId="1132644637" sldId="2147483468"/>
            <ac:grpSpMk id="13" creationId="{9C52F3B1-7C7A-0C43-6E01-CED313323938}"/>
          </ac:grpSpMkLst>
        </pc:grpChg>
        <pc:grpChg chg="mod">
          <ac:chgData name="Jack Altmeyer" userId="ee78a2c6-a2c8-451c-9fd5-7171d519209d" providerId="ADAL" clId="{B0DB9B5E-7E3C-4221-92CF-C994957A1070}" dt="2025-06-16T20:17:25.905" v="617" actId="1036"/>
          <ac:grpSpMkLst>
            <pc:docMk/>
            <pc:sldMk cId="1132644637" sldId="2147483468"/>
            <ac:grpSpMk id="16" creationId="{76466611-7745-3E23-AD51-3F4E375DEA88}"/>
          </ac:grpSpMkLst>
        </pc:grpChg>
        <pc:graphicFrameChg chg="mod modGraphic">
          <ac:chgData name="Jack Altmeyer" userId="ee78a2c6-a2c8-451c-9fd5-7171d519209d" providerId="ADAL" clId="{B0DB9B5E-7E3C-4221-92CF-C994957A1070}" dt="2025-06-19T01:31:05.293" v="5121" actId="207"/>
          <ac:graphicFrameMkLst>
            <pc:docMk/>
            <pc:sldMk cId="1132644637" sldId="2147483468"/>
            <ac:graphicFrameMk id="9" creationId="{67940278-F97C-4C13-3C88-6A5E7F3EDF8B}"/>
          </ac:graphicFrameMkLst>
        </pc:graphicFrameChg>
        <pc:picChg chg="mod">
          <ac:chgData name="Jack Altmeyer" userId="ee78a2c6-a2c8-451c-9fd5-7171d519209d" providerId="ADAL" clId="{B0DB9B5E-7E3C-4221-92CF-C994957A1070}" dt="2025-06-18T21:04:29.317" v="4907" actId="12788"/>
          <ac:picMkLst>
            <pc:docMk/>
            <pc:sldMk cId="1132644637" sldId="2147483468"/>
            <ac:picMk id="2" creationId="{1F8305BB-F989-4A73-8735-FDA27F8135D4}"/>
          </ac:picMkLst>
        </pc:picChg>
        <pc:picChg chg="add mod">
          <ac:chgData name="Jack Altmeyer" userId="ee78a2c6-a2c8-451c-9fd5-7171d519209d" providerId="ADAL" clId="{B0DB9B5E-7E3C-4221-92CF-C994957A1070}" dt="2025-06-18T21:04:29.317" v="4907" actId="12788"/>
          <ac:picMkLst>
            <pc:docMk/>
            <pc:sldMk cId="1132644637" sldId="2147483468"/>
            <ac:picMk id="5" creationId="{CD08AFB0-4EA3-1FEE-E376-6320727CD761}"/>
          </ac:picMkLst>
        </pc:picChg>
        <pc:picChg chg="mod">
          <ac:chgData name="Jack Altmeyer" userId="ee78a2c6-a2c8-451c-9fd5-7171d519209d" providerId="ADAL" clId="{B0DB9B5E-7E3C-4221-92CF-C994957A1070}" dt="2025-06-16T20:13:34.838" v="595"/>
          <ac:picMkLst>
            <pc:docMk/>
            <pc:sldMk cId="1132644637" sldId="2147483468"/>
            <ac:picMk id="11" creationId="{E162B6F4-C61E-D96A-24F1-4647212486E3}"/>
          </ac:picMkLst>
        </pc:picChg>
        <pc:picChg chg="mod">
          <ac:chgData name="Jack Altmeyer" userId="ee78a2c6-a2c8-451c-9fd5-7171d519209d" providerId="ADAL" clId="{B0DB9B5E-7E3C-4221-92CF-C994957A1070}" dt="2025-06-18T21:04:29.317" v="4907" actId="12788"/>
          <ac:picMkLst>
            <pc:docMk/>
            <pc:sldMk cId="1132644637" sldId="2147483468"/>
            <ac:picMk id="40" creationId="{1646AF5D-924B-0F9C-50C5-C30FBC83BEB4}"/>
          </ac:picMkLst>
        </pc:picChg>
        <pc:picChg chg="mod">
          <ac:chgData name="Jack Altmeyer" userId="ee78a2c6-a2c8-451c-9fd5-7171d519209d" providerId="ADAL" clId="{B0DB9B5E-7E3C-4221-92CF-C994957A1070}" dt="2025-06-18T21:04:29.317" v="4907" actId="12788"/>
          <ac:picMkLst>
            <pc:docMk/>
            <pc:sldMk cId="1132644637" sldId="2147483468"/>
            <ac:picMk id="41" creationId="{6B118F80-D1E1-9D77-2F55-DF2541D225DA}"/>
          </ac:picMkLst>
        </pc:picChg>
        <pc:picChg chg="mod">
          <ac:chgData name="Jack Altmeyer" userId="ee78a2c6-a2c8-451c-9fd5-7171d519209d" providerId="ADAL" clId="{B0DB9B5E-7E3C-4221-92CF-C994957A1070}" dt="2025-06-16T20:13:34.838" v="595"/>
          <ac:picMkLst>
            <pc:docMk/>
            <pc:sldMk cId="1132644637" sldId="2147483468"/>
            <ac:picMk id="42" creationId="{2C3C4803-7A03-3E8D-C6B4-52D4DDAD9729}"/>
          </ac:picMkLst>
        </pc:picChg>
        <pc:picChg chg="add mod">
          <ac:chgData name="Jack Altmeyer" userId="ee78a2c6-a2c8-451c-9fd5-7171d519209d" providerId="ADAL" clId="{B0DB9B5E-7E3C-4221-92CF-C994957A1070}" dt="2025-06-18T21:04:29.317" v="4907" actId="12788"/>
          <ac:picMkLst>
            <pc:docMk/>
            <pc:sldMk cId="1132644637" sldId="2147483468"/>
            <ac:picMk id="43" creationId="{A8A204C0-1659-ECEB-9F94-4FED3A65842D}"/>
          </ac:picMkLst>
        </pc:picChg>
      </pc:sldChg>
      <pc:sldChg chg="delSp modSp mod">
        <pc:chgData name="Jack Altmeyer" userId="ee78a2c6-a2c8-451c-9fd5-7171d519209d" providerId="ADAL" clId="{B0DB9B5E-7E3C-4221-92CF-C994957A1070}" dt="2025-06-20T14:11:48.514" v="5495" actId="20577"/>
        <pc:sldMkLst>
          <pc:docMk/>
          <pc:sldMk cId="4113911639" sldId="2147483472"/>
        </pc:sldMkLst>
        <pc:spChg chg="mod">
          <ac:chgData name="Jack Altmeyer" userId="ee78a2c6-a2c8-451c-9fd5-7171d519209d" providerId="ADAL" clId="{B0DB9B5E-7E3C-4221-92CF-C994957A1070}" dt="2025-06-20T14:11:48.514" v="5495" actId="20577"/>
          <ac:spMkLst>
            <pc:docMk/>
            <pc:sldMk cId="4113911639" sldId="2147483472"/>
            <ac:spMk id="4" creationId="{79B1D0F7-F814-F56A-E656-7ABCF758BB56}"/>
          </ac:spMkLst>
        </pc:spChg>
        <pc:spChg chg="mod">
          <ac:chgData name="Jack Altmeyer" userId="ee78a2c6-a2c8-451c-9fd5-7171d519209d" providerId="ADAL" clId="{B0DB9B5E-7E3C-4221-92CF-C994957A1070}" dt="2025-06-16T19:04:56.502" v="64" actId="20577"/>
          <ac:spMkLst>
            <pc:docMk/>
            <pc:sldMk cId="4113911639" sldId="2147483472"/>
            <ac:spMk id="53" creationId="{013EC9EA-BEF9-92A1-904E-DF1DA2AE65EE}"/>
          </ac:spMkLst>
        </pc:spChg>
        <pc:spChg chg="mod">
          <ac:chgData name="Jack Altmeyer" userId="ee78a2c6-a2c8-451c-9fd5-7171d519209d" providerId="ADAL" clId="{B0DB9B5E-7E3C-4221-92CF-C994957A1070}" dt="2025-06-16T19:05:02.607" v="66" actId="20577"/>
          <ac:spMkLst>
            <pc:docMk/>
            <pc:sldMk cId="4113911639" sldId="2147483472"/>
            <ac:spMk id="54" creationId="{E70171A6-32BC-6B84-6EBD-DB55E455EF10}"/>
          </ac:spMkLst>
        </pc:spChg>
        <pc:grpChg chg="mod">
          <ac:chgData name="Jack Altmeyer" userId="ee78a2c6-a2c8-451c-9fd5-7171d519209d" providerId="ADAL" clId="{B0DB9B5E-7E3C-4221-92CF-C994957A1070}" dt="2025-06-16T19:14:28.157" v="193" actId="1036"/>
          <ac:grpSpMkLst>
            <pc:docMk/>
            <pc:sldMk cId="4113911639" sldId="2147483472"/>
            <ac:grpSpMk id="50" creationId="{EB1BD1A1-B232-69B4-8DF4-589FC9824601}"/>
          </ac:grpSpMkLst>
        </pc:grpChg>
        <pc:graphicFrameChg chg="modGraphic">
          <ac:chgData name="Jack Altmeyer" userId="ee78a2c6-a2c8-451c-9fd5-7171d519209d" providerId="ADAL" clId="{B0DB9B5E-7E3C-4221-92CF-C994957A1070}" dt="2025-06-20T14:11:36.692" v="5478" actId="20577"/>
          <ac:graphicFrameMkLst>
            <pc:docMk/>
            <pc:sldMk cId="4113911639" sldId="2147483472"/>
            <ac:graphicFrameMk id="21511" creationId="{1DD841AC-C1B5-78DE-F859-B39DC30A5F8B}"/>
          </ac:graphicFrameMkLst>
        </pc:graphicFrameChg>
      </pc:sldChg>
      <pc:sldChg chg="modSp mod">
        <pc:chgData name="Jack Altmeyer" userId="ee78a2c6-a2c8-451c-9fd5-7171d519209d" providerId="ADAL" clId="{B0DB9B5E-7E3C-4221-92CF-C994957A1070}" dt="2025-06-20T14:12:08.337" v="5501" actId="20577"/>
        <pc:sldMkLst>
          <pc:docMk/>
          <pc:sldMk cId="446519396" sldId="2147483475"/>
        </pc:sldMkLst>
        <pc:spChg chg="mod">
          <ac:chgData name="Jack Altmeyer" userId="ee78a2c6-a2c8-451c-9fd5-7171d519209d" providerId="ADAL" clId="{B0DB9B5E-7E3C-4221-92CF-C994957A1070}" dt="2025-06-20T14:12:08.337" v="5501" actId="20577"/>
          <ac:spMkLst>
            <pc:docMk/>
            <pc:sldMk cId="446519396" sldId="2147483475"/>
            <ac:spMk id="35" creationId="{66008763-57F1-BCEF-FE2E-24B15BEBC9FB}"/>
          </ac:spMkLst>
        </pc:spChg>
        <pc:graphicFrameChg chg="modGraphic">
          <ac:chgData name="Jack Altmeyer" userId="ee78a2c6-a2c8-451c-9fd5-7171d519209d" providerId="ADAL" clId="{B0DB9B5E-7E3C-4221-92CF-C994957A1070}" dt="2025-06-19T01:40:23.545" v="5208" actId="207"/>
          <ac:graphicFrameMkLst>
            <pc:docMk/>
            <pc:sldMk cId="446519396" sldId="2147483475"/>
            <ac:graphicFrameMk id="2" creationId="{3F12F5CE-8304-1603-3CD6-E96B492B1CD7}"/>
          </ac:graphicFrameMkLst>
        </pc:graphicFrameChg>
      </pc:sldChg>
      <pc:sldChg chg="addSp modSp mod">
        <pc:chgData name="Jack Altmeyer" userId="ee78a2c6-a2c8-451c-9fd5-7171d519209d" providerId="ADAL" clId="{B0DB9B5E-7E3C-4221-92CF-C994957A1070}" dt="2025-06-19T01:32:36.053" v="5133" actId="207"/>
        <pc:sldMkLst>
          <pc:docMk/>
          <pc:sldMk cId="1636858200" sldId="2147483479"/>
        </pc:sldMkLst>
        <pc:spChg chg="mod">
          <ac:chgData name="Jack Altmeyer" userId="ee78a2c6-a2c8-451c-9fd5-7171d519209d" providerId="ADAL" clId="{B0DB9B5E-7E3C-4221-92CF-C994957A1070}" dt="2025-06-16T21:37:52.047" v="2152" actId="20577"/>
          <ac:spMkLst>
            <pc:docMk/>
            <pc:sldMk cId="1636858200" sldId="2147483479"/>
            <ac:spMk id="2" creationId="{C039F51B-59DC-EB62-C1E6-6F38CD7A0861}"/>
          </ac:spMkLst>
        </pc:spChg>
        <pc:spChg chg="mod">
          <ac:chgData name="Jack Altmeyer" userId="ee78a2c6-a2c8-451c-9fd5-7171d519209d" providerId="ADAL" clId="{B0DB9B5E-7E3C-4221-92CF-C994957A1070}" dt="2025-06-16T20:21:48.002" v="665" actId="14100"/>
          <ac:spMkLst>
            <pc:docMk/>
            <pc:sldMk cId="1636858200" sldId="2147483479"/>
            <ac:spMk id="4" creationId="{85B8DC26-9A9D-15DD-3BB5-A1438432CCFC}"/>
          </ac:spMkLst>
        </pc:spChg>
        <pc:spChg chg="add mod">
          <ac:chgData name="Jack Altmeyer" userId="ee78a2c6-a2c8-451c-9fd5-7171d519209d" providerId="ADAL" clId="{B0DB9B5E-7E3C-4221-92CF-C994957A1070}" dt="2025-06-17T13:55:39.071" v="2429" actId="1037"/>
          <ac:spMkLst>
            <pc:docMk/>
            <pc:sldMk cId="1636858200" sldId="2147483479"/>
            <ac:spMk id="20" creationId="{296A5CFC-EA57-9B4C-C7D2-142A2D4ADC3B}"/>
          </ac:spMkLst>
        </pc:spChg>
        <pc:grpChg chg="add mod">
          <ac:chgData name="Jack Altmeyer" userId="ee78a2c6-a2c8-451c-9fd5-7171d519209d" providerId="ADAL" clId="{B0DB9B5E-7E3C-4221-92CF-C994957A1070}" dt="2025-06-16T20:21:33.086" v="662" actId="1076"/>
          <ac:grpSpMkLst>
            <pc:docMk/>
            <pc:sldMk cId="1636858200" sldId="2147483479"/>
            <ac:grpSpMk id="8" creationId="{24DC5B18-0F55-CD0D-F749-2E403B04F101}"/>
          </ac:grpSpMkLst>
        </pc:grpChg>
        <pc:graphicFrameChg chg="mod modGraphic">
          <ac:chgData name="Jack Altmeyer" userId="ee78a2c6-a2c8-451c-9fd5-7171d519209d" providerId="ADAL" clId="{B0DB9B5E-7E3C-4221-92CF-C994957A1070}" dt="2025-06-19T01:32:36.053" v="5133" actId="207"/>
          <ac:graphicFrameMkLst>
            <pc:docMk/>
            <pc:sldMk cId="1636858200" sldId="2147483479"/>
            <ac:graphicFrameMk id="7" creationId="{7E4F4B60-6CD3-DAB6-8CA9-DC08B437CCC2}"/>
          </ac:graphicFrameMkLst>
        </pc:graphicFrameChg>
        <pc:picChg chg="mod">
          <ac:chgData name="Jack Altmeyer" userId="ee78a2c6-a2c8-451c-9fd5-7171d519209d" providerId="ADAL" clId="{B0DB9B5E-7E3C-4221-92CF-C994957A1070}" dt="2025-06-16T20:21:29.905" v="661"/>
          <ac:picMkLst>
            <pc:docMk/>
            <pc:sldMk cId="1636858200" sldId="2147483479"/>
            <ac:picMk id="9" creationId="{C9F97373-BCDA-E066-B860-1B911F09D4B6}"/>
          </ac:picMkLst>
        </pc:picChg>
        <pc:picChg chg="mod">
          <ac:chgData name="Jack Altmeyer" userId="ee78a2c6-a2c8-451c-9fd5-7171d519209d" providerId="ADAL" clId="{B0DB9B5E-7E3C-4221-92CF-C994957A1070}" dt="2025-06-16T20:21:29.905" v="661"/>
          <ac:picMkLst>
            <pc:docMk/>
            <pc:sldMk cId="1636858200" sldId="2147483479"/>
            <ac:picMk id="10" creationId="{F49968DA-B3B0-67F3-D69C-1EB99770EC62}"/>
          </ac:picMkLst>
        </pc:picChg>
        <pc:picChg chg="add mod">
          <ac:chgData name="Jack Altmeyer" userId="ee78a2c6-a2c8-451c-9fd5-7171d519209d" providerId="ADAL" clId="{B0DB9B5E-7E3C-4221-92CF-C994957A1070}" dt="2025-06-17T16:24:45.895" v="4729" actId="1036"/>
          <ac:picMkLst>
            <pc:docMk/>
            <pc:sldMk cId="1636858200" sldId="2147483479"/>
            <ac:picMk id="15" creationId="{184B3FDC-A75E-D02F-EBA7-5D08296FE003}"/>
          </ac:picMkLst>
        </pc:picChg>
        <pc:picChg chg="mod">
          <ac:chgData name="Jack Altmeyer" userId="ee78a2c6-a2c8-451c-9fd5-7171d519209d" providerId="ADAL" clId="{B0DB9B5E-7E3C-4221-92CF-C994957A1070}" dt="2025-06-16T20:40:26.045" v="1067" actId="1036"/>
          <ac:picMkLst>
            <pc:docMk/>
            <pc:sldMk cId="1636858200" sldId="2147483479"/>
            <ac:picMk id="19" creationId="{11523809-60BE-7741-CF13-72D1A8A5DA0A}"/>
          </ac:picMkLst>
        </pc:picChg>
        <pc:picChg chg="mod">
          <ac:chgData name="Jack Altmeyer" userId="ee78a2c6-a2c8-451c-9fd5-7171d519209d" providerId="ADAL" clId="{B0DB9B5E-7E3C-4221-92CF-C994957A1070}" dt="2025-06-16T20:21:22.733" v="660" actId="1036"/>
          <ac:picMkLst>
            <pc:docMk/>
            <pc:sldMk cId="1636858200" sldId="2147483479"/>
            <ac:picMk id="30" creationId="{5DC91A71-1929-8839-7B6A-689E373A05B2}"/>
          </ac:picMkLst>
        </pc:picChg>
      </pc:sldChg>
      <pc:sldChg chg="modSp mod">
        <pc:chgData name="Jack Altmeyer" userId="ee78a2c6-a2c8-451c-9fd5-7171d519209d" providerId="ADAL" clId="{B0DB9B5E-7E3C-4221-92CF-C994957A1070}" dt="2025-06-20T14:17:36.111" v="5670" actId="20577"/>
        <pc:sldMkLst>
          <pc:docMk/>
          <pc:sldMk cId="3352445997" sldId="2147483480"/>
        </pc:sldMkLst>
      </pc:sldChg>
      <pc:sldChg chg="delSp modSp mod modCm">
        <pc:chgData name="Jack Altmeyer" userId="ee78a2c6-a2c8-451c-9fd5-7171d519209d" providerId="ADAL" clId="{B0DB9B5E-7E3C-4221-92CF-C994957A1070}" dt="2025-06-17T22:31:29.732" v="4879" actId="478"/>
        <pc:sldMkLst>
          <pc:docMk/>
          <pc:sldMk cId="2111892451" sldId="2147483481"/>
        </pc:sldMkLst>
        <pc:spChg chg="mod">
          <ac:chgData name="Jack Altmeyer" userId="ee78a2c6-a2c8-451c-9fd5-7171d519209d" providerId="ADAL" clId="{B0DB9B5E-7E3C-4221-92CF-C994957A1070}" dt="2025-06-16T18:52:49.862" v="23" actId="20577"/>
          <ac:spMkLst>
            <pc:docMk/>
            <pc:sldMk cId="2111892451" sldId="2147483481"/>
            <ac:spMk id="4" creationId="{917DA5E9-8793-AA30-CECE-60170DED6DB1}"/>
          </ac:spMkLst>
        </pc:spChg>
        <pc:spChg chg="mod">
          <ac:chgData name="Jack Altmeyer" userId="ee78a2c6-a2c8-451c-9fd5-7171d519209d" providerId="ADAL" clId="{B0DB9B5E-7E3C-4221-92CF-C994957A1070}" dt="2025-06-16T18:51:46.735" v="16" actId="113"/>
          <ac:spMkLst>
            <pc:docMk/>
            <pc:sldMk cId="2111892451" sldId="2147483481"/>
            <ac:spMk id="7" creationId="{D1F1EE2D-2EF7-8841-ECAB-FF5588F80306}"/>
          </ac:spMkLst>
        </pc:spChg>
        <pc:spChg chg="mod">
          <ac:chgData name="Jack Altmeyer" userId="ee78a2c6-a2c8-451c-9fd5-7171d519209d" providerId="ADAL" clId="{B0DB9B5E-7E3C-4221-92CF-C994957A1070}" dt="2025-06-16T18:50:53.347" v="7" actId="11"/>
          <ac:spMkLst>
            <pc:docMk/>
            <pc:sldMk cId="2111892451" sldId="2147483481"/>
            <ac:spMk id="14" creationId="{E41F48F0-C519-8149-0063-48BD94C8C447}"/>
          </ac:spMkLst>
        </pc:spChg>
        <pc:spChg chg="mod">
          <ac:chgData name="Jack Altmeyer" userId="ee78a2c6-a2c8-451c-9fd5-7171d519209d" providerId="ADAL" clId="{B0DB9B5E-7E3C-4221-92CF-C994957A1070}" dt="2025-06-16T18:52:20.022" v="17" actId="11"/>
          <ac:spMkLst>
            <pc:docMk/>
            <pc:sldMk cId="2111892451" sldId="2147483481"/>
            <ac:spMk id="15" creationId="{99F6472A-2F50-BF31-50C3-35B8D1F22990}"/>
          </ac:spMkLst>
        </pc:spChg>
        <pc:spChg chg="mod">
          <ac:chgData name="Jack Altmeyer" userId="ee78a2c6-a2c8-451c-9fd5-7171d519209d" providerId="ADAL" clId="{B0DB9B5E-7E3C-4221-92CF-C994957A1070}" dt="2025-06-16T18:57:19.674" v="36" actId="20577"/>
          <ac:spMkLst>
            <pc:docMk/>
            <pc:sldMk cId="2111892451" sldId="2147483481"/>
            <ac:spMk id="54" creationId="{21CD7645-814B-05E4-289E-4BBFBFC1D68C}"/>
          </ac:spMkLst>
        </pc:spChg>
        <pc:spChg chg="mod">
          <ac:chgData name="Jack Altmeyer" userId="ee78a2c6-a2c8-451c-9fd5-7171d519209d" providerId="ADAL" clId="{B0DB9B5E-7E3C-4221-92CF-C994957A1070}" dt="2025-06-16T18:52:35.681" v="19" actId="20577"/>
          <ac:spMkLst>
            <pc:docMk/>
            <pc:sldMk cId="2111892451" sldId="2147483481"/>
            <ac:spMk id="21507" creationId="{172B45E1-8E66-747B-931A-2B4B08A453D1}"/>
          </ac:spMkLst>
        </pc:spChg>
        <pc:spChg chg="mod">
          <ac:chgData name="Jack Altmeyer" userId="ee78a2c6-a2c8-451c-9fd5-7171d519209d" providerId="ADAL" clId="{B0DB9B5E-7E3C-4221-92CF-C994957A1070}" dt="2025-06-16T18:52:58.233" v="26" actId="108"/>
          <ac:spMkLst>
            <pc:docMk/>
            <pc:sldMk cId="2111892451" sldId="2147483481"/>
            <ac:spMk id="21509" creationId="{E3C969A0-DC25-030D-DD67-529E236D517B}"/>
          </ac:spMkLst>
        </pc:spChg>
        <pc:spChg chg="mod">
          <ac:chgData name="Jack Altmeyer" userId="ee78a2c6-a2c8-451c-9fd5-7171d519209d" providerId="ADAL" clId="{B0DB9B5E-7E3C-4221-92CF-C994957A1070}" dt="2025-06-16T19:03:39.860" v="61" actId="108"/>
          <ac:spMkLst>
            <pc:docMk/>
            <pc:sldMk cId="2111892451" sldId="2147483481"/>
            <ac:spMk id="21524" creationId="{3BE8C900-E29F-49C8-2893-63E75DDD40AD}"/>
          </ac:spMkLst>
        </pc:spChg>
        <pc:spChg chg="mod">
          <ac:chgData name="Jack Altmeyer" userId="ee78a2c6-a2c8-451c-9fd5-7171d519209d" providerId="ADAL" clId="{B0DB9B5E-7E3C-4221-92CF-C994957A1070}" dt="2025-06-16T18:52:52.709" v="25" actId="20577"/>
          <ac:spMkLst>
            <pc:docMk/>
            <pc:sldMk cId="2111892451" sldId="2147483481"/>
            <ac:spMk id="21532" creationId="{BAD3FE88-F7FA-2F7A-11CC-ECEE9DECE6B1}"/>
          </ac:spMkLst>
        </pc:spChg>
        <pc:spChg chg="mod">
          <ac:chgData name="Jack Altmeyer" userId="ee78a2c6-a2c8-451c-9fd5-7171d519209d" providerId="ADAL" clId="{B0DB9B5E-7E3C-4221-92CF-C994957A1070}" dt="2025-06-16T18:53:37.991" v="29" actId="20577"/>
          <ac:spMkLst>
            <pc:docMk/>
            <pc:sldMk cId="2111892451" sldId="2147483481"/>
            <ac:spMk id="21536" creationId="{A62C9732-58E0-A81B-6C9E-8A00A13BBF0C}"/>
          </ac:spMkLst>
        </pc:spChg>
        <pc:spChg chg="mod">
          <ac:chgData name="Jack Altmeyer" userId="ee78a2c6-a2c8-451c-9fd5-7171d519209d" providerId="ADAL" clId="{B0DB9B5E-7E3C-4221-92CF-C994957A1070}" dt="2025-06-16T18:52:39.443" v="21" actId="20577"/>
          <ac:spMkLst>
            <pc:docMk/>
            <pc:sldMk cId="2111892451" sldId="2147483481"/>
            <ac:spMk id="21539" creationId="{C3D4E5A4-DB0E-D219-9CED-98AB9FD4027E}"/>
          </ac:spMkLst>
        </pc:spChg>
        <pc:spChg chg="mod">
          <ac:chgData name="Jack Altmeyer" userId="ee78a2c6-a2c8-451c-9fd5-7171d519209d" providerId="ADAL" clId="{B0DB9B5E-7E3C-4221-92CF-C994957A1070}" dt="2025-06-17T19:26:24.458" v="4786" actId="1076"/>
          <ac:spMkLst>
            <pc:docMk/>
            <pc:sldMk cId="2111892451" sldId="2147483481"/>
            <ac:spMk id="21541" creationId="{D26D96AE-9CED-6123-D3F1-F6B7D9CE5C33}"/>
          </ac:spMkLst>
        </pc:spChg>
        <pc:spChg chg="mod">
          <ac:chgData name="Jack Altmeyer" userId="ee78a2c6-a2c8-451c-9fd5-7171d519209d" providerId="ADAL" clId="{B0DB9B5E-7E3C-4221-92CF-C994957A1070}" dt="2025-06-16T18:53:41.444" v="32" actId="20577"/>
          <ac:spMkLst>
            <pc:docMk/>
            <pc:sldMk cId="2111892451" sldId="2147483481"/>
            <ac:spMk id="21548" creationId="{0CA7EE36-C366-7851-DC49-8B91D3C0A90A}"/>
          </ac:spMkLst>
        </pc:spChg>
        <pc:extLst>
          <p:ext xmlns:p="http://schemas.openxmlformats.org/presentationml/2006/main" uri="{D6D511B9-2390-475A-947B-AFAB55BFBCF1}">
            <pc226:cmChg xmlns:pc226="http://schemas.microsoft.com/office/powerpoint/2022/06/main/command" chg="mod">
              <pc226:chgData name="Jack Altmeyer" userId="ee78a2c6-a2c8-451c-9fd5-7171d519209d" providerId="ADAL" clId="{B0DB9B5E-7E3C-4221-92CF-C994957A1070}" dt="2025-06-16T18:48:05.363" v="3" actId="20577"/>
              <pc2:cmMkLst xmlns:pc2="http://schemas.microsoft.com/office/powerpoint/2019/9/main/command">
                <pc:docMk/>
                <pc:sldMk cId="2111892451" sldId="2147483481"/>
                <pc2:cmMk id="{B7F544B7-5432-4FF0-95AF-461BB576A545}"/>
              </pc2:cmMkLst>
            </pc226:cmChg>
          </p:ext>
        </pc:extLst>
      </pc:sldChg>
      <pc:sldChg chg="modSp mod">
        <pc:chgData name="Jack Altmeyer" userId="ee78a2c6-a2c8-451c-9fd5-7171d519209d" providerId="ADAL" clId="{B0DB9B5E-7E3C-4221-92CF-C994957A1070}" dt="2025-06-17T16:57:29.269" v="4785" actId="20577"/>
        <pc:sldMkLst>
          <pc:docMk/>
          <pc:sldMk cId="687775994" sldId="2147483485"/>
        </pc:sldMkLst>
      </pc:sldChg>
      <pc:sldChg chg="add del">
        <pc:chgData name="Jack Altmeyer" userId="ee78a2c6-a2c8-451c-9fd5-7171d519209d" providerId="ADAL" clId="{B0DB9B5E-7E3C-4221-92CF-C994957A1070}" dt="2025-06-16T20:18:34.750" v="643" actId="47"/>
        <pc:sldMkLst>
          <pc:docMk/>
          <pc:sldMk cId="1952917885" sldId="2147483487"/>
        </pc:sldMkLst>
      </pc:sldChg>
      <pc:sldChg chg="add del ord">
        <pc:chgData name="Jack Altmeyer" userId="ee78a2c6-a2c8-451c-9fd5-7171d519209d" providerId="ADAL" clId="{B0DB9B5E-7E3C-4221-92CF-C994957A1070}" dt="2025-06-16T20:26:10.898" v="750" actId="47"/>
        <pc:sldMkLst>
          <pc:docMk/>
          <pc:sldMk cId="2807218328" sldId="2147483488"/>
        </pc:sldMkLst>
      </pc:sldChg>
      <pc:sldChg chg="delSp modSp mod modCm">
        <pc:chgData name="Jack Altmeyer" userId="ee78a2c6-a2c8-451c-9fd5-7171d519209d" providerId="ADAL" clId="{B0DB9B5E-7E3C-4221-92CF-C994957A1070}" dt="2025-06-20T22:03:55.350" v="7144" actId="20577"/>
        <pc:sldMkLst>
          <pc:docMk/>
          <pc:sldMk cId="3571381157" sldId="2147483488"/>
        </pc:sldMkLst>
        <pc:spChg chg="mod">
          <ac:chgData name="Jack Altmeyer" userId="ee78a2c6-a2c8-451c-9fd5-7171d519209d" providerId="ADAL" clId="{B0DB9B5E-7E3C-4221-92CF-C994957A1070}" dt="2025-06-20T22:03:55.350" v="7144" actId="20577"/>
          <ac:spMkLst>
            <pc:docMk/>
            <pc:sldMk cId="3571381157" sldId="2147483488"/>
            <ac:spMk id="26" creationId="{CB1AB638-AD7B-8ECD-B8AC-7C269002F404}"/>
          </ac:spMkLst>
        </pc:spChg>
        <pc:spChg chg="mod">
          <ac:chgData name="Jack Altmeyer" userId="ee78a2c6-a2c8-451c-9fd5-7171d519209d" providerId="ADAL" clId="{B0DB9B5E-7E3C-4221-92CF-C994957A1070}" dt="2025-06-20T16:22:15.901" v="6936" actId="20577"/>
          <ac:spMkLst>
            <pc:docMk/>
            <pc:sldMk cId="3571381157" sldId="2147483488"/>
            <ac:spMk id="29" creationId="{9D323285-889F-A3FA-4B61-36D4D36C5381}"/>
          </ac:spMkLst>
        </pc:spChg>
        <pc:spChg chg="mod">
          <ac:chgData name="Jack Altmeyer" userId="ee78a2c6-a2c8-451c-9fd5-7171d519209d" providerId="ADAL" clId="{B0DB9B5E-7E3C-4221-92CF-C994957A1070}" dt="2025-06-20T16:24:15.496" v="7012" actId="20577"/>
          <ac:spMkLst>
            <pc:docMk/>
            <pc:sldMk cId="3571381157" sldId="2147483488"/>
            <ac:spMk id="31" creationId="{0F399CA5-FE5A-EC65-97B8-1F090C319FB7}"/>
          </ac:spMkLst>
        </pc:spChg>
        <pc:extLst>
          <p:ext xmlns:p="http://schemas.openxmlformats.org/presentationml/2006/main" uri="{D6D511B9-2390-475A-947B-AFAB55BFBCF1}">
            <pc226:cmChg xmlns:pc226="http://schemas.microsoft.com/office/powerpoint/2022/06/main/command" chg="mod">
              <pc226:chgData name="Jack Altmeyer" userId="ee78a2c6-a2c8-451c-9fd5-7171d519209d" providerId="ADAL" clId="{B0DB9B5E-7E3C-4221-92CF-C994957A1070}" dt="2025-06-20T22:03:55.350" v="7144" actId="20577"/>
              <pc2:cmMkLst xmlns:pc2="http://schemas.microsoft.com/office/powerpoint/2019/9/main/command">
                <pc:docMk/>
                <pc:sldMk cId="3571381157" sldId="2147483488"/>
                <pc2:cmMk id="{EEC84250-394F-421B-9D1B-E8BAD3B98D0B}"/>
              </pc2:cmMkLst>
            </pc226:cmChg>
            <pc226:cmChg xmlns:pc226="http://schemas.microsoft.com/office/powerpoint/2022/06/main/command" chg="mod">
              <pc226:chgData name="Jack Altmeyer" userId="ee78a2c6-a2c8-451c-9fd5-7171d519209d" providerId="ADAL" clId="{B0DB9B5E-7E3C-4221-92CF-C994957A1070}" dt="2025-06-20T22:03:55.350" v="7144" actId="20577"/>
              <pc2:cmMkLst xmlns:pc2="http://schemas.microsoft.com/office/powerpoint/2019/9/main/command">
                <pc:docMk/>
                <pc:sldMk cId="3571381157" sldId="2147483488"/>
                <pc2:cmMk id="{191D3EDA-0E40-4255-9ADC-E3A88D772406}"/>
              </pc2:cmMkLst>
            </pc226:cmChg>
          </p:ext>
        </pc:extLst>
      </pc:sldChg>
      <pc:sldChg chg="addSp delSp modSp add mod">
        <pc:chgData name="Jack Altmeyer" userId="ee78a2c6-a2c8-451c-9fd5-7171d519209d" providerId="ADAL" clId="{B0DB9B5E-7E3C-4221-92CF-C994957A1070}" dt="2025-06-19T01:31:46.042" v="5123" actId="207"/>
        <pc:sldMkLst>
          <pc:docMk/>
          <pc:sldMk cId="1420824914" sldId="2147483489"/>
        </pc:sldMkLst>
        <pc:spChg chg="mod">
          <ac:chgData name="Jack Altmeyer" userId="ee78a2c6-a2c8-451c-9fd5-7171d519209d" providerId="ADAL" clId="{B0DB9B5E-7E3C-4221-92CF-C994957A1070}" dt="2025-06-16T20:11:21.405" v="572" actId="20577"/>
          <ac:spMkLst>
            <pc:docMk/>
            <pc:sldMk cId="1420824914" sldId="2147483489"/>
            <ac:spMk id="3" creationId="{7E083AEE-6FED-18B0-FDEB-171DF88A2F9F}"/>
          </ac:spMkLst>
        </pc:spChg>
        <pc:spChg chg="mod">
          <ac:chgData name="Jack Altmeyer" userId="ee78a2c6-a2c8-451c-9fd5-7171d519209d" providerId="ADAL" clId="{B0DB9B5E-7E3C-4221-92CF-C994957A1070}" dt="2025-06-16T20:53:24.937" v="1375" actId="20577"/>
          <ac:spMkLst>
            <pc:docMk/>
            <pc:sldMk cId="1420824914" sldId="2147483489"/>
            <ac:spMk id="21" creationId="{DD1330F0-1D8C-B9E1-F202-090EB43F6954}"/>
          </ac:spMkLst>
        </pc:spChg>
        <pc:spChg chg="mod">
          <ac:chgData name="Jack Altmeyer" userId="ee78a2c6-a2c8-451c-9fd5-7171d519209d" providerId="ADAL" clId="{B0DB9B5E-7E3C-4221-92CF-C994957A1070}" dt="2025-06-16T20:10:48.280" v="532" actId="1036"/>
          <ac:spMkLst>
            <pc:docMk/>
            <pc:sldMk cId="1420824914" sldId="2147483489"/>
            <ac:spMk id="45" creationId="{2B5C4BE7-E7F8-F387-8249-C44B377A46FD}"/>
          </ac:spMkLst>
        </pc:spChg>
        <pc:grpChg chg="mod">
          <ac:chgData name="Jack Altmeyer" userId="ee78a2c6-a2c8-451c-9fd5-7171d519209d" providerId="ADAL" clId="{B0DB9B5E-7E3C-4221-92CF-C994957A1070}" dt="2025-06-16T20:10:48.280" v="532" actId="1036"/>
          <ac:grpSpMkLst>
            <pc:docMk/>
            <pc:sldMk cId="1420824914" sldId="2147483489"/>
            <ac:grpSpMk id="22" creationId="{22782DC1-C779-50EE-E259-95837C263286}"/>
          </ac:grpSpMkLst>
        </pc:grpChg>
        <pc:grpChg chg="mod">
          <ac:chgData name="Jack Altmeyer" userId="ee78a2c6-a2c8-451c-9fd5-7171d519209d" providerId="ADAL" clId="{B0DB9B5E-7E3C-4221-92CF-C994957A1070}" dt="2025-06-16T20:11:00.729" v="554" actId="1035"/>
          <ac:grpSpMkLst>
            <pc:docMk/>
            <pc:sldMk cId="1420824914" sldId="2147483489"/>
            <ac:grpSpMk id="37" creationId="{50704751-D972-297E-A37D-5C0A187CDEE3}"/>
          </ac:grpSpMkLst>
        </pc:grpChg>
        <pc:graphicFrameChg chg="add del modGraphic">
          <ac:chgData name="Jack Altmeyer" userId="ee78a2c6-a2c8-451c-9fd5-7171d519209d" providerId="ADAL" clId="{B0DB9B5E-7E3C-4221-92CF-C994957A1070}" dt="2025-06-19T01:31:46.042" v="5123" actId="207"/>
          <ac:graphicFrameMkLst>
            <pc:docMk/>
            <pc:sldMk cId="1420824914" sldId="2147483489"/>
            <ac:graphicFrameMk id="9" creationId="{7C1A4B64-4D67-4A02-65B2-DFFD9B49E547}"/>
          </ac:graphicFrameMkLst>
        </pc:graphicFrameChg>
        <pc:picChg chg="mod">
          <ac:chgData name="Jack Altmeyer" userId="ee78a2c6-a2c8-451c-9fd5-7171d519209d" providerId="ADAL" clId="{B0DB9B5E-7E3C-4221-92CF-C994957A1070}" dt="2025-06-16T20:10:48.280" v="532" actId="1036"/>
          <ac:picMkLst>
            <pc:docMk/>
            <pc:sldMk cId="1420824914" sldId="2147483489"/>
            <ac:picMk id="8" creationId="{10AAC1BB-E746-4ABB-8CC8-0D9831AE7E06}"/>
          </ac:picMkLst>
        </pc:picChg>
      </pc:sldChg>
      <pc:sldChg chg="modSp mod">
        <pc:chgData name="Jack Altmeyer" userId="ee78a2c6-a2c8-451c-9fd5-7171d519209d" providerId="ADAL" clId="{B0DB9B5E-7E3C-4221-92CF-C994957A1070}" dt="2025-06-19T01:28:21.028" v="5096" actId="207"/>
        <pc:sldMkLst>
          <pc:docMk/>
          <pc:sldMk cId="3593830304" sldId="2147483491"/>
        </pc:sldMkLst>
        <pc:graphicFrameChg chg="modGraphic">
          <ac:chgData name="Jack Altmeyer" userId="ee78a2c6-a2c8-451c-9fd5-7171d519209d" providerId="ADAL" clId="{B0DB9B5E-7E3C-4221-92CF-C994957A1070}" dt="2025-06-19T01:28:21.028" v="5096" actId="207"/>
          <ac:graphicFrameMkLst>
            <pc:docMk/>
            <pc:sldMk cId="3593830304" sldId="2147483491"/>
            <ac:graphicFrameMk id="30" creationId="{B612F22A-8FC3-C0D1-0348-7F3EE864B001}"/>
          </ac:graphicFrameMkLst>
        </pc:graphicFrameChg>
      </pc:sldChg>
      <pc:sldChg chg="modSp mod modCm">
        <pc:chgData name="Jack Altmeyer" userId="ee78a2c6-a2c8-451c-9fd5-7171d519209d" providerId="ADAL" clId="{B0DB9B5E-7E3C-4221-92CF-C994957A1070}" dt="2025-06-20T14:19:37.393" v="5728" actId="20577"/>
        <pc:sldMkLst>
          <pc:docMk/>
          <pc:sldMk cId="1717702639" sldId="2147483492"/>
        </pc:sldMkLst>
        <pc:extLst>
          <p:ext xmlns:p="http://schemas.openxmlformats.org/presentationml/2006/main" uri="{D6D511B9-2390-475A-947B-AFAB55BFBCF1}">
            <pc226:cmChg xmlns:pc226="http://schemas.microsoft.com/office/powerpoint/2022/06/main/command" chg="mod">
              <pc226:chgData name="Jack Altmeyer" userId="ee78a2c6-a2c8-451c-9fd5-7171d519209d" providerId="ADAL" clId="{B0DB9B5E-7E3C-4221-92CF-C994957A1070}" dt="2025-06-20T14:19:37.393" v="5728" actId="20577"/>
              <pc2:cmMkLst xmlns:pc2="http://schemas.microsoft.com/office/powerpoint/2019/9/main/command">
                <pc:docMk/>
                <pc:sldMk cId="1717702639" sldId="2147483492"/>
                <pc2:cmMk id="{C30841E6-8AB3-41DB-AA00-C67A927DFE9A}"/>
              </pc2:cmMkLst>
            </pc226:cmChg>
          </p:ext>
        </pc:extLst>
      </pc:sldChg>
      <pc:sldChg chg="modSp mod">
        <pc:chgData name="Jack Altmeyer" userId="ee78a2c6-a2c8-451c-9fd5-7171d519209d" providerId="ADAL" clId="{B0DB9B5E-7E3C-4221-92CF-C994957A1070}" dt="2025-06-20T14:06:27.739" v="5452" actId="20577"/>
        <pc:sldMkLst>
          <pc:docMk/>
          <pc:sldMk cId="3048686771" sldId="2147483493"/>
        </pc:sldMkLst>
      </pc:sldChg>
      <pc:sldChg chg="ord">
        <pc:chgData name="Jack Altmeyer" userId="ee78a2c6-a2c8-451c-9fd5-7171d519209d" providerId="ADAL" clId="{B0DB9B5E-7E3C-4221-92CF-C994957A1070}" dt="2025-06-18T20:19:55.131" v="4895"/>
        <pc:sldMkLst>
          <pc:docMk/>
          <pc:sldMk cId="1962290523" sldId="2147483498"/>
        </pc:sldMkLst>
      </pc:sldChg>
      <pc:sldChg chg="modSp mod">
        <pc:chgData name="Jack Altmeyer" userId="ee78a2c6-a2c8-451c-9fd5-7171d519209d" providerId="ADAL" clId="{B0DB9B5E-7E3C-4221-92CF-C994957A1070}" dt="2025-06-20T14:20:00.291" v="5750" actId="20577"/>
        <pc:sldMkLst>
          <pc:docMk/>
          <pc:sldMk cId="1374487818" sldId="2147483503"/>
        </pc:sldMkLst>
        <pc:spChg chg="mod">
          <ac:chgData name="Jack Altmeyer" userId="ee78a2c6-a2c8-451c-9fd5-7171d519209d" providerId="ADAL" clId="{B0DB9B5E-7E3C-4221-92CF-C994957A1070}" dt="2025-06-20T14:20:00.291" v="5750" actId="20577"/>
          <ac:spMkLst>
            <pc:docMk/>
            <pc:sldMk cId="1374487818" sldId="2147483503"/>
            <ac:spMk id="15" creationId="{A18260B8-1977-1B8C-029B-4728CC198994}"/>
          </ac:spMkLst>
        </pc:spChg>
      </pc:sldChg>
      <pc:sldChg chg="modSp mod">
        <pc:chgData name="Jack Altmeyer" userId="ee78a2c6-a2c8-451c-9fd5-7171d519209d" providerId="ADAL" clId="{B0DB9B5E-7E3C-4221-92CF-C994957A1070}" dt="2025-06-20T14:20:07.121" v="5757" actId="20577"/>
        <pc:sldMkLst>
          <pc:docMk/>
          <pc:sldMk cId="3918709370" sldId="2147483505"/>
        </pc:sldMkLst>
      </pc:sldChg>
      <pc:sldChg chg="modSp mod">
        <pc:chgData name="Jack Altmeyer" userId="ee78a2c6-a2c8-451c-9fd5-7171d519209d" providerId="ADAL" clId="{B0DB9B5E-7E3C-4221-92CF-C994957A1070}" dt="2025-06-20T14:09:04.695" v="5476" actId="20577"/>
        <pc:sldMkLst>
          <pc:docMk/>
          <pc:sldMk cId="1690095731" sldId="2147483506"/>
        </pc:sldMkLst>
      </pc:sldChg>
      <pc:sldChg chg="modSp mod modCm">
        <pc:chgData name="Jack Altmeyer" userId="ee78a2c6-a2c8-451c-9fd5-7171d519209d" providerId="ADAL" clId="{B0DB9B5E-7E3C-4221-92CF-C994957A1070}" dt="2025-06-20T16:51:03.540" v="7030" actId="207"/>
        <pc:sldMkLst>
          <pc:docMk/>
          <pc:sldMk cId="2767949135" sldId="2147483507"/>
        </pc:sldMkLst>
        <pc:extLst>
          <p:ext xmlns:p="http://schemas.openxmlformats.org/presentationml/2006/main" uri="{D6D511B9-2390-475A-947B-AFAB55BFBCF1}">
            <pc226:cmChg xmlns:pc226="http://schemas.microsoft.com/office/powerpoint/2022/06/main/command" chg="mod">
              <pc226:chgData name="Jack Altmeyer" userId="ee78a2c6-a2c8-451c-9fd5-7171d519209d" providerId="ADAL" clId="{B0DB9B5E-7E3C-4221-92CF-C994957A1070}" dt="2025-06-20T14:22:01.979" v="5811" actId="20577"/>
              <pc2:cmMkLst xmlns:pc2="http://schemas.microsoft.com/office/powerpoint/2019/9/main/command">
                <pc:docMk/>
                <pc:sldMk cId="2767949135" sldId="2147483507"/>
                <pc2:cmMk id="{A0B50928-3AD2-48F1-845C-914B68CDDCBB}"/>
              </pc2:cmMkLst>
            </pc226:cmChg>
            <pc226:cmChg xmlns:pc226="http://schemas.microsoft.com/office/powerpoint/2022/06/main/command" chg="mod">
              <pc226:chgData name="Jack Altmeyer" userId="ee78a2c6-a2c8-451c-9fd5-7171d519209d" providerId="ADAL" clId="{B0DB9B5E-7E3C-4221-92CF-C994957A1070}" dt="2025-06-20T14:21:55.691" v="5790" actId="20577"/>
              <pc2:cmMkLst xmlns:pc2="http://schemas.microsoft.com/office/powerpoint/2019/9/main/command">
                <pc:docMk/>
                <pc:sldMk cId="2767949135" sldId="2147483507"/>
                <pc2:cmMk id="{D539E046-5DF5-4144-AAF4-5B5EEE87BF32}"/>
              </pc2:cmMkLst>
            </pc226:cmChg>
            <pc226:cmChg xmlns:pc226="http://schemas.microsoft.com/office/powerpoint/2022/06/main/command" chg="mod">
              <pc226:chgData name="Jack Altmeyer" userId="ee78a2c6-a2c8-451c-9fd5-7171d519209d" providerId="ADAL" clId="{B0DB9B5E-7E3C-4221-92CF-C994957A1070}" dt="2025-06-20T14:17:10.083" v="5640" actId="20577"/>
              <pc2:cmMkLst xmlns:pc2="http://schemas.microsoft.com/office/powerpoint/2019/9/main/command">
                <pc:docMk/>
                <pc:sldMk cId="2767949135" sldId="2147483507"/>
                <pc2:cmMk id="{A72F2A63-1A96-4568-B343-72CBF73D4847}"/>
              </pc2:cmMkLst>
            </pc226:cmChg>
            <pc226:cmChg xmlns:pc226="http://schemas.microsoft.com/office/powerpoint/2022/06/main/command" chg="mod">
              <pc226:chgData name="Jack Altmeyer" userId="ee78a2c6-a2c8-451c-9fd5-7171d519209d" providerId="ADAL" clId="{B0DB9B5E-7E3C-4221-92CF-C994957A1070}" dt="2025-06-20T14:15:57.334" v="5633" actId="20577"/>
              <pc2:cmMkLst xmlns:pc2="http://schemas.microsoft.com/office/powerpoint/2019/9/main/command">
                <pc:docMk/>
                <pc:sldMk cId="2767949135" sldId="2147483507"/>
                <pc2:cmMk id="{8E1C3085-76F8-4B8F-B73B-C0A8921B51D1}"/>
              </pc2:cmMkLst>
            </pc226:cmChg>
            <pc226:cmChg xmlns:pc226="http://schemas.microsoft.com/office/powerpoint/2022/06/main/command" chg="mod">
              <pc226:chgData name="Jack Altmeyer" userId="ee78a2c6-a2c8-451c-9fd5-7171d519209d" providerId="ADAL" clId="{B0DB9B5E-7E3C-4221-92CF-C994957A1070}" dt="2025-06-20T14:17:10.083" v="5640" actId="20577"/>
              <pc2:cmMkLst xmlns:pc2="http://schemas.microsoft.com/office/powerpoint/2019/9/main/command">
                <pc:docMk/>
                <pc:sldMk cId="2767949135" sldId="2147483507"/>
                <pc2:cmMk id="{3E578B9D-A016-40C3-BE5A-9B31B538A5CE}"/>
              </pc2:cmMkLst>
            </pc226:cmChg>
            <pc226:cmChg xmlns:pc226="http://schemas.microsoft.com/office/powerpoint/2022/06/main/command" chg="mod">
              <pc226:chgData name="Jack Altmeyer" userId="ee78a2c6-a2c8-451c-9fd5-7171d519209d" providerId="ADAL" clId="{B0DB9B5E-7E3C-4221-92CF-C994957A1070}" dt="2025-06-20T14:21:55.691" v="5790" actId="20577"/>
              <pc2:cmMkLst xmlns:pc2="http://schemas.microsoft.com/office/powerpoint/2019/9/main/command">
                <pc:docMk/>
                <pc:sldMk cId="2767949135" sldId="2147483507"/>
                <pc2:cmMk id="{4CF9F4B2-F852-41FB-9142-8C65868EF4E8}"/>
              </pc2:cmMkLst>
            </pc226:cmChg>
            <pc226:cmChg xmlns:pc226="http://schemas.microsoft.com/office/powerpoint/2022/06/main/command" chg="mod">
              <pc226:chgData name="Jack Altmeyer" userId="ee78a2c6-a2c8-451c-9fd5-7171d519209d" providerId="ADAL" clId="{B0DB9B5E-7E3C-4221-92CF-C994957A1070}" dt="2025-06-20T14:22:01.979" v="5811" actId="20577"/>
              <pc2:cmMkLst xmlns:pc2="http://schemas.microsoft.com/office/powerpoint/2019/9/main/command">
                <pc:docMk/>
                <pc:sldMk cId="2767949135" sldId="2147483507"/>
                <pc2:cmMk id="{E1AB1BCD-92CC-431A-B4FE-651CB78B1A45}"/>
              </pc2:cmMkLst>
            </pc226:cmChg>
          </p:ext>
        </pc:extLst>
      </pc:sldChg>
      <pc:sldChg chg="modSp mod modCm">
        <pc:chgData name="Jack Altmeyer" userId="ee78a2c6-a2c8-451c-9fd5-7171d519209d" providerId="ADAL" clId="{B0DB9B5E-7E3C-4221-92CF-C994957A1070}" dt="2025-06-20T14:21:11.677" v="5779" actId="20577"/>
        <pc:sldMkLst>
          <pc:docMk/>
          <pc:sldMk cId="25049761" sldId="2147483508"/>
        </pc:sldMkLst>
        <pc:extLst>
          <p:ext xmlns:p="http://schemas.openxmlformats.org/presentationml/2006/main" uri="{D6D511B9-2390-475A-947B-AFAB55BFBCF1}">
            <pc226:cmChg xmlns:pc226="http://schemas.microsoft.com/office/powerpoint/2022/06/main/command" chg="mod">
              <pc226:chgData name="Jack Altmeyer" userId="ee78a2c6-a2c8-451c-9fd5-7171d519209d" providerId="ADAL" clId="{B0DB9B5E-7E3C-4221-92CF-C994957A1070}" dt="2025-06-20T14:19:54.484" v="5742" actId="20577"/>
              <pc2:cmMkLst xmlns:pc2="http://schemas.microsoft.com/office/powerpoint/2019/9/main/command">
                <pc:docMk/>
                <pc:sldMk cId="25049761" sldId="2147483508"/>
                <pc2:cmMk id="{8520395D-756C-4418-8188-74CCDDC1CDFB}"/>
              </pc2:cmMkLst>
            </pc226:cmChg>
            <pc226:cmChg xmlns:pc226="http://schemas.microsoft.com/office/powerpoint/2022/06/main/command" chg="mod">
              <pc226:chgData name="Jack Altmeyer" userId="ee78a2c6-a2c8-451c-9fd5-7171d519209d" providerId="ADAL" clId="{B0DB9B5E-7E3C-4221-92CF-C994957A1070}" dt="2025-06-20T14:19:54.484" v="5742" actId="20577"/>
              <pc2:cmMkLst xmlns:pc2="http://schemas.microsoft.com/office/powerpoint/2019/9/main/command">
                <pc:docMk/>
                <pc:sldMk cId="25049761" sldId="2147483508"/>
                <pc2:cmMk id="{A0F76E72-8BEE-44AA-A5C0-D28C4C5D4341}"/>
              </pc2:cmMkLst>
            </pc226:cmChg>
            <pc226:cmChg xmlns:pc226="http://schemas.microsoft.com/office/powerpoint/2022/06/main/command" chg="mod">
              <pc226:chgData name="Jack Altmeyer" userId="ee78a2c6-a2c8-451c-9fd5-7171d519209d" providerId="ADAL" clId="{B0DB9B5E-7E3C-4221-92CF-C994957A1070}" dt="2025-06-20T14:21:11.677" v="5779" actId="20577"/>
              <pc2:cmMkLst xmlns:pc2="http://schemas.microsoft.com/office/powerpoint/2019/9/main/command">
                <pc:docMk/>
                <pc:sldMk cId="25049761" sldId="2147483508"/>
                <pc2:cmMk id="{3FE56C9B-933D-4F73-B4BD-7CF208A90B4E}"/>
              </pc2:cmMkLst>
            </pc226:cmChg>
            <pc226:cmChg xmlns:pc226="http://schemas.microsoft.com/office/powerpoint/2022/06/main/command" chg="mod">
              <pc226:chgData name="Jack Altmeyer" userId="ee78a2c6-a2c8-451c-9fd5-7171d519209d" providerId="ADAL" clId="{B0DB9B5E-7E3C-4221-92CF-C994957A1070}" dt="2025-06-20T14:21:11.677" v="5779" actId="20577"/>
              <pc2:cmMkLst xmlns:pc2="http://schemas.microsoft.com/office/powerpoint/2019/9/main/command">
                <pc:docMk/>
                <pc:sldMk cId="25049761" sldId="2147483508"/>
                <pc2:cmMk id="{65739CBB-788D-404F-BBAE-230ADBB486FF}"/>
              </pc2:cmMkLst>
            </pc226:cmChg>
          </p:ext>
        </pc:extLst>
      </pc:sldChg>
      <pc:sldChg chg="modSp mod">
        <pc:chgData name="Jack Altmeyer" userId="ee78a2c6-a2c8-451c-9fd5-7171d519209d" providerId="ADAL" clId="{B0DB9B5E-7E3C-4221-92CF-C994957A1070}" dt="2025-06-20T14:18:12.961" v="5698" actId="20577"/>
        <pc:sldMkLst>
          <pc:docMk/>
          <pc:sldMk cId="1106088865" sldId="2147483509"/>
        </pc:sldMkLst>
      </pc:sldChg>
      <pc:sldChg chg="modSp mod modCm">
        <pc:chgData name="Jack Altmeyer" userId="ee78a2c6-a2c8-451c-9fd5-7171d519209d" providerId="ADAL" clId="{B0DB9B5E-7E3C-4221-92CF-C994957A1070}" dt="2025-06-20T14:20:29.997" v="5772" actId="20577"/>
        <pc:sldMkLst>
          <pc:docMk/>
          <pc:sldMk cId="2520769961" sldId="2147483510"/>
        </pc:sldMkLst>
        <pc:extLst>
          <p:ext xmlns:p="http://schemas.openxmlformats.org/presentationml/2006/main" uri="{D6D511B9-2390-475A-947B-AFAB55BFBCF1}">
            <pc226:cmChg xmlns:pc226="http://schemas.microsoft.com/office/powerpoint/2022/06/main/command" chg="mod">
              <pc226:chgData name="Jack Altmeyer" userId="ee78a2c6-a2c8-451c-9fd5-7171d519209d" providerId="ADAL" clId="{B0DB9B5E-7E3C-4221-92CF-C994957A1070}" dt="2025-06-20T14:15:21.809" v="5597" actId="20577"/>
              <pc2:cmMkLst xmlns:pc2="http://schemas.microsoft.com/office/powerpoint/2019/9/main/command">
                <pc:docMk/>
                <pc:sldMk cId="2520769961" sldId="2147483510"/>
                <pc2:cmMk id="{33AC0E06-C613-4F2B-A6B5-75B494075BD6}"/>
              </pc2:cmMkLst>
            </pc226:cmChg>
            <pc226:cmChg xmlns:pc226="http://schemas.microsoft.com/office/powerpoint/2022/06/main/command" chg="mod">
              <pc226:chgData name="Jack Altmeyer" userId="ee78a2c6-a2c8-451c-9fd5-7171d519209d" providerId="ADAL" clId="{B0DB9B5E-7E3C-4221-92CF-C994957A1070}" dt="2025-06-20T14:15:41.109" v="5626" actId="20577"/>
              <pc2:cmMkLst xmlns:pc2="http://schemas.microsoft.com/office/powerpoint/2019/9/main/command">
                <pc:docMk/>
                <pc:sldMk cId="2520769961" sldId="2147483510"/>
                <pc2:cmMk id="{60B4B965-9564-4556-A22B-D9B5DD4349FD}"/>
              </pc2:cmMkLst>
            </pc226:cmChg>
            <pc226:cmChg xmlns:pc226="http://schemas.microsoft.com/office/powerpoint/2022/06/main/command" chg="mod">
              <pc226:chgData name="Jack Altmeyer" userId="ee78a2c6-a2c8-451c-9fd5-7171d519209d" providerId="ADAL" clId="{B0DB9B5E-7E3C-4221-92CF-C994957A1070}" dt="2025-06-20T14:20:29.997" v="5772" actId="20577"/>
              <pc2:cmMkLst xmlns:pc2="http://schemas.microsoft.com/office/powerpoint/2019/9/main/command">
                <pc:docMk/>
                <pc:sldMk cId="2520769961" sldId="2147483510"/>
                <pc2:cmMk id="{BF9CAED1-3675-4CB1-A2B4-06D3D4987E3F}"/>
              </pc2:cmMkLst>
            </pc226:cmChg>
            <pc226:cmChg xmlns:pc226="http://schemas.microsoft.com/office/powerpoint/2022/06/main/command" chg="mod">
              <pc226:chgData name="Jack Altmeyer" userId="ee78a2c6-a2c8-451c-9fd5-7171d519209d" providerId="ADAL" clId="{B0DB9B5E-7E3C-4221-92CF-C994957A1070}" dt="2025-06-20T14:15:41.109" v="5626" actId="20577"/>
              <pc2:cmMkLst xmlns:pc2="http://schemas.microsoft.com/office/powerpoint/2019/9/main/command">
                <pc:docMk/>
                <pc:sldMk cId="2520769961" sldId="2147483510"/>
                <pc2:cmMk id="{559BD1F6-0199-490D-B07F-0FD8731F1851}"/>
              </pc2:cmMkLst>
            </pc226:cmChg>
          </p:ext>
        </pc:extLst>
      </pc:sldChg>
    </pc:docChg>
  </pc:docChgLst>
  <pc:docChgLst>
    <pc:chgData name="Tyler DiStefano" userId="79164e44-c5d1-4c86-a0fd-c256f1511e0c" providerId="ADAL" clId="{57F68328-6922-4560-A564-6077CC28769C}"/>
    <pc:docChg chg="modSld">
      <pc:chgData name="Tyler DiStefano" userId="79164e44-c5d1-4c86-a0fd-c256f1511e0c" providerId="ADAL" clId="{57F68328-6922-4560-A564-6077CC28769C}" dt="2025-06-24T17:17:11.555" v="28" actId="20577"/>
      <pc:docMkLst>
        <pc:docMk/>
      </pc:docMkLst>
      <pc:sldChg chg="modSp mod modCm">
        <pc:chgData name="Tyler DiStefano" userId="79164e44-c5d1-4c86-a0fd-c256f1511e0c" providerId="ADAL" clId="{57F68328-6922-4560-A564-6077CC28769C}" dt="2025-06-24T17:17:11.555" v="28" actId="20577"/>
        <pc:sldMkLst>
          <pc:docMk/>
          <pc:sldMk cId="683549290" sldId="2147483517"/>
        </pc:sldMkLst>
        <pc:spChg chg="mod">
          <ac:chgData name="Tyler DiStefano" userId="79164e44-c5d1-4c86-a0fd-c256f1511e0c" providerId="ADAL" clId="{57F68328-6922-4560-A564-6077CC28769C}" dt="2025-06-24T17:17:11.555" v="28" actId="20577"/>
          <ac:spMkLst>
            <pc:docMk/>
            <pc:sldMk cId="683549290" sldId="2147483517"/>
            <ac:spMk id="51" creationId="{A8261BC2-1D43-7359-623D-5FBE518E6D3C}"/>
          </ac:spMkLst>
        </pc:spChg>
        <pc:extLst>
          <p:ext xmlns:p="http://schemas.openxmlformats.org/presentationml/2006/main" uri="{D6D511B9-2390-475A-947B-AFAB55BFBCF1}">
            <pc226:cmChg xmlns:pc226="http://schemas.microsoft.com/office/powerpoint/2022/06/main/command" chg="mod">
              <pc226:chgData name="Tyler DiStefano" userId="79164e44-c5d1-4c86-a0fd-c256f1511e0c" providerId="ADAL" clId="{57F68328-6922-4560-A564-6077CC28769C}" dt="2025-06-24T17:17:11.555" v="28" actId="20577"/>
              <pc2:cmMkLst xmlns:pc2="http://schemas.microsoft.com/office/powerpoint/2019/9/main/command">
                <pc:docMk/>
                <pc:sldMk cId="683549290" sldId="2147483517"/>
                <pc2:cmMk id="{7509533D-08F6-4D9F-8F83-9C5E5F75D22A}"/>
              </pc2:cmMkLst>
            </pc226:cmChg>
            <pc226:cmChg xmlns:pc226="http://schemas.microsoft.com/office/powerpoint/2022/06/main/command" chg="mod">
              <pc226:chgData name="Tyler DiStefano" userId="79164e44-c5d1-4c86-a0fd-c256f1511e0c" providerId="ADAL" clId="{57F68328-6922-4560-A564-6077CC28769C}" dt="2025-06-24T17:17:11.555" v="28" actId="20577"/>
              <pc2:cmMkLst xmlns:pc2="http://schemas.microsoft.com/office/powerpoint/2019/9/main/command">
                <pc:docMk/>
                <pc:sldMk cId="683549290" sldId="2147483517"/>
                <pc2:cmMk id="{2EDAA553-70E0-4948-A1D9-BAADFEF6F3FB}"/>
              </pc2:cmMkLst>
            </pc226:cmChg>
          </p:ext>
        </pc:extLst>
      </pc:sldChg>
    </pc:docChg>
  </pc:docChgLst>
  <pc:docChgLst>
    <pc:chgData name="David Lang" userId="d2d6079e-fc28-46dd-be0a-9e9617a5ce0e" providerId="ADAL" clId="{899491E0-93EF-4145-A6F1-87DF403FCAFC}"/>
    <pc:docChg chg="custSel addSld delSld modSld modSection">
      <pc:chgData name="David Lang" userId="d2d6079e-fc28-46dd-be0a-9e9617a5ce0e" providerId="ADAL" clId="{899491E0-93EF-4145-A6F1-87DF403FCAFC}" dt="2025-06-23T14:25:56.792" v="256" actId="1076"/>
      <pc:docMkLst>
        <pc:docMk/>
      </pc:docMkLst>
      <pc:sldChg chg="modSp mod">
        <pc:chgData name="David Lang" userId="d2d6079e-fc28-46dd-be0a-9e9617a5ce0e" providerId="ADAL" clId="{899491E0-93EF-4145-A6F1-87DF403FCAFC}" dt="2025-06-23T13:20:20.595" v="89" actId="166"/>
        <pc:sldMkLst>
          <pc:docMk/>
          <pc:sldMk cId="3538585956" sldId="262"/>
        </pc:sldMkLst>
        <pc:spChg chg="ord">
          <ac:chgData name="David Lang" userId="d2d6079e-fc28-46dd-be0a-9e9617a5ce0e" providerId="ADAL" clId="{899491E0-93EF-4145-A6F1-87DF403FCAFC}" dt="2025-06-23T13:20:20.595" v="89" actId="166"/>
          <ac:spMkLst>
            <pc:docMk/>
            <pc:sldMk cId="3538585956" sldId="262"/>
            <ac:spMk id="29" creationId="{A4B5AE54-E378-EBC0-5648-351EE769B0A7}"/>
          </ac:spMkLst>
        </pc:spChg>
        <pc:spChg chg="ord">
          <ac:chgData name="David Lang" userId="d2d6079e-fc28-46dd-be0a-9e9617a5ce0e" providerId="ADAL" clId="{899491E0-93EF-4145-A6F1-87DF403FCAFC}" dt="2025-06-23T13:20:20.595" v="89" actId="166"/>
          <ac:spMkLst>
            <pc:docMk/>
            <pc:sldMk cId="3538585956" sldId="262"/>
            <ac:spMk id="41" creationId="{22075B80-9325-3356-CF6A-EC55932BA2A2}"/>
          </ac:spMkLst>
        </pc:spChg>
        <pc:spChg chg="ord">
          <ac:chgData name="David Lang" userId="d2d6079e-fc28-46dd-be0a-9e9617a5ce0e" providerId="ADAL" clId="{899491E0-93EF-4145-A6F1-87DF403FCAFC}" dt="2025-06-23T13:20:20.595" v="89" actId="166"/>
          <ac:spMkLst>
            <pc:docMk/>
            <pc:sldMk cId="3538585956" sldId="262"/>
            <ac:spMk id="53" creationId="{BEC7357E-BC94-231C-0FD3-B3821E459F01}"/>
          </ac:spMkLst>
        </pc:spChg>
        <pc:spChg chg="ord">
          <ac:chgData name="David Lang" userId="d2d6079e-fc28-46dd-be0a-9e9617a5ce0e" providerId="ADAL" clId="{899491E0-93EF-4145-A6F1-87DF403FCAFC}" dt="2025-06-23T13:20:20.595" v="89" actId="166"/>
          <ac:spMkLst>
            <pc:docMk/>
            <pc:sldMk cId="3538585956" sldId="262"/>
            <ac:spMk id="57" creationId="{1FD1CB5B-1383-68FA-4C94-F09B5C3A70CC}"/>
          </ac:spMkLst>
        </pc:spChg>
        <pc:spChg chg="ord">
          <ac:chgData name="David Lang" userId="d2d6079e-fc28-46dd-be0a-9e9617a5ce0e" providerId="ADAL" clId="{899491E0-93EF-4145-A6F1-87DF403FCAFC}" dt="2025-06-23T13:20:20.595" v="89" actId="166"/>
          <ac:spMkLst>
            <pc:docMk/>
            <pc:sldMk cId="3538585956" sldId="262"/>
            <ac:spMk id="59" creationId="{59ACA9BB-EF28-8254-5FEE-85D13865C9FE}"/>
          </ac:spMkLst>
        </pc:spChg>
        <pc:spChg chg="ord">
          <ac:chgData name="David Lang" userId="d2d6079e-fc28-46dd-be0a-9e9617a5ce0e" providerId="ADAL" clId="{899491E0-93EF-4145-A6F1-87DF403FCAFC}" dt="2025-06-23T13:20:20.595" v="89" actId="166"/>
          <ac:spMkLst>
            <pc:docMk/>
            <pc:sldMk cId="3538585956" sldId="262"/>
            <ac:spMk id="65" creationId="{2426FC15-2A8E-5B5B-C733-458C6E60A0F2}"/>
          </ac:spMkLst>
        </pc:spChg>
        <pc:spChg chg="ord">
          <ac:chgData name="David Lang" userId="d2d6079e-fc28-46dd-be0a-9e9617a5ce0e" providerId="ADAL" clId="{899491E0-93EF-4145-A6F1-87DF403FCAFC}" dt="2025-06-23T13:20:20.595" v="89" actId="166"/>
          <ac:spMkLst>
            <pc:docMk/>
            <pc:sldMk cId="3538585956" sldId="262"/>
            <ac:spMk id="93" creationId="{0B755FB2-9E25-2CFB-95D6-B02703AA3D91}"/>
          </ac:spMkLst>
        </pc:spChg>
        <pc:spChg chg="ord">
          <ac:chgData name="David Lang" userId="d2d6079e-fc28-46dd-be0a-9e9617a5ce0e" providerId="ADAL" clId="{899491E0-93EF-4145-A6F1-87DF403FCAFC}" dt="2025-06-23T13:20:20.595" v="89" actId="166"/>
          <ac:spMkLst>
            <pc:docMk/>
            <pc:sldMk cId="3538585956" sldId="262"/>
            <ac:spMk id="94" creationId="{A4C1B658-FDB0-CFAD-2001-042D5549281A}"/>
          </ac:spMkLst>
        </pc:spChg>
        <pc:spChg chg="ord">
          <ac:chgData name="David Lang" userId="d2d6079e-fc28-46dd-be0a-9e9617a5ce0e" providerId="ADAL" clId="{899491E0-93EF-4145-A6F1-87DF403FCAFC}" dt="2025-06-23T13:20:20.595" v="89" actId="166"/>
          <ac:spMkLst>
            <pc:docMk/>
            <pc:sldMk cId="3538585956" sldId="262"/>
            <ac:spMk id="98" creationId="{29294E4C-7351-9766-1668-F4FAB94C1302}"/>
          </ac:spMkLst>
        </pc:spChg>
        <pc:spChg chg="mod ord">
          <ac:chgData name="David Lang" userId="d2d6079e-fc28-46dd-be0a-9e9617a5ce0e" providerId="ADAL" clId="{899491E0-93EF-4145-A6F1-87DF403FCAFC}" dt="2025-06-23T13:20:20.595" v="89" actId="166"/>
          <ac:spMkLst>
            <pc:docMk/>
            <pc:sldMk cId="3538585956" sldId="262"/>
            <ac:spMk id="124" creationId="{7A3F8ABC-9F85-373E-44AA-22F2E46BB9ED}"/>
          </ac:spMkLst>
        </pc:spChg>
      </pc:sldChg>
      <pc:sldChg chg="modSp mod modCm">
        <pc:chgData name="David Lang" userId="d2d6079e-fc28-46dd-be0a-9e9617a5ce0e" providerId="ADAL" clId="{899491E0-93EF-4145-A6F1-87DF403FCAFC}" dt="2025-06-23T13:19:35.024" v="87" actId="20577"/>
        <pc:sldMkLst>
          <pc:docMk/>
          <pc:sldMk cId="3571381157" sldId="2147483488"/>
        </pc:sldMkLst>
        <pc:spChg chg="mod">
          <ac:chgData name="David Lang" userId="d2d6079e-fc28-46dd-be0a-9e9617a5ce0e" providerId="ADAL" clId="{899491E0-93EF-4145-A6F1-87DF403FCAFC}" dt="2025-06-23T13:19:35.024" v="87" actId="20577"/>
          <ac:spMkLst>
            <pc:docMk/>
            <pc:sldMk cId="3571381157" sldId="2147483488"/>
            <ac:spMk id="26" creationId="{CB1AB638-AD7B-8ECD-B8AC-7C269002F404}"/>
          </ac:spMkLst>
        </pc:spChg>
        <pc:extLst>
          <p:ext xmlns:p="http://schemas.openxmlformats.org/presentationml/2006/main" uri="{D6D511B9-2390-475A-947B-AFAB55BFBCF1}">
            <pc226:cmChg xmlns:pc226="http://schemas.microsoft.com/office/powerpoint/2022/06/main/command" chg="mod">
              <pc226:chgData name="David Lang" userId="d2d6079e-fc28-46dd-be0a-9e9617a5ce0e" providerId="ADAL" clId="{899491E0-93EF-4145-A6F1-87DF403FCAFC}" dt="2025-06-23T13:19:35.024" v="87" actId="20577"/>
              <pc2:cmMkLst xmlns:pc2="http://schemas.microsoft.com/office/powerpoint/2019/9/main/command">
                <pc:docMk/>
                <pc:sldMk cId="3571381157" sldId="2147483488"/>
                <pc2:cmMk id="{EEC84250-394F-421B-9D1B-E8BAD3B98D0B}"/>
              </pc2:cmMkLst>
            </pc226:cmChg>
            <pc226:cmChg xmlns:pc226="http://schemas.microsoft.com/office/powerpoint/2022/06/main/command" chg="mod">
              <pc226:chgData name="David Lang" userId="d2d6079e-fc28-46dd-be0a-9e9617a5ce0e" providerId="ADAL" clId="{899491E0-93EF-4145-A6F1-87DF403FCAFC}" dt="2025-06-23T13:19:35.024" v="87" actId="20577"/>
              <pc2:cmMkLst xmlns:pc2="http://schemas.microsoft.com/office/powerpoint/2019/9/main/command">
                <pc:docMk/>
                <pc:sldMk cId="3571381157" sldId="2147483488"/>
                <pc2:cmMk id="{191D3EDA-0E40-4255-9ADC-E3A88D772406}"/>
              </pc2:cmMkLst>
            </pc226:cmChg>
          </p:ext>
        </pc:extLst>
      </pc:sldChg>
      <pc:sldChg chg="addSp modSp mod">
        <pc:chgData name="David Lang" userId="d2d6079e-fc28-46dd-be0a-9e9617a5ce0e" providerId="ADAL" clId="{899491E0-93EF-4145-A6F1-87DF403FCAFC}" dt="2025-06-23T14:25:56.792" v="256" actId="1076"/>
        <pc:sldMkLst>
          <pc:docMk/>
          <pc:sldMk cId="1374487818" sldId="2147483503"/>
        </pc:sldMkLst>
        <pc:spChg chg="mod">
          <ac:chgData name="David Lang" userId="d2d6079e-fc28-46dd-be0a-9e9617a5ce0e" providerId="ADAL" clId="{899491E0-93EF-4145-A6F1-87DF403FCAFC}" dt="2025-06-23T14:24:16.191" v="93" actId="20577"/>
          <ac:spMkLst>
            <pc:docMk/>
            <pc:sldMk cId="1374487818" sldId="2147483503"/>
            <ac:spMk id="4" creationId="{AB7547C5-FC5E-A6CD-B6F1-07275107EDD6}"/>
          </ac:spMkLst>
        </pc:spChg>
        <pc:spChg chg="add mod">
          <ac:chgData name="David Lang" userId="d2d6079e-fc28-46dd-be0a-9e9617a5ce0e" providerId="ADAL" clId="{899491E0-93EF-4145-A6F1-87DF403FCAFC}" dt="2025-06-23T14:25:56.792" v="256" actId="1076"/>
          <ac:spMkLst>
            <pc:docMk/>
            <pc:sldMk cId="1374487818" sldId="2147483503"/>
            <ac:spMk id="11" creationId="{7296C508-E972-A8AA-F959-9D603036E480}"/>
          </ac:spMkLst>
        </pc:spChg>
      </pc:sldChg>
      <pc:sldChg chg="del">
        <pc:chgData name="David Lang" userId="d2d6079e-fc28-46dd-be0a-9e9617a5ce0e" providerId="ADAL" clId="{899491E0-93EF-4145-A6F1-87DF403FCAFC}" dt="2025-06-23T14:24:02.793" v="91" actId="47"/>
        <pc:sldMkLst>
          <pc:docMk/>
          <pc:sldMk cId="2767949135" sldId="2147483507"/>
        </pc:sldMkLst>
      </pc:sldChg>
      <pc:sldChg chg="addSp delSp modSp add mod modShow modCm">
        <pc:chgData name="David Lang" userId="d2d6079e-fc28-46dd-be0a-9e9617a5ce0e" providerId="ADAL" clId="{899491E0-93EF-4145-A6F1-87DF403FCAFC}" dt="2025-06-23T14:24:09.444" v="92" actId="729"/>
        <pc:sldMkLst>
          <pc:docMk/>
          <pc:sldMk cId="683549290" sldId="2147483517"/>
        </pc:sldMkLst>
        <pc:spChg chg="add mod">
          <ac:chgData name="David Lang" userId="d2d6079e-fc28-46dd-be0a-9e9617a5ce0e" providerId="ADAL" clId="{899491E0-93EF-4145-A6F1-87DF403FCAFC}" dt="2025-06-23T13:10:51.646" v="56" actId="207"/>
          <ac:spMkLst>
            <pc:docMk/>
            <pc:sldMk cId="683549290" sldId="2147483517"/>
            <ac:spMk id="6" creationId="{32647A7A-818F-31EF-1F7B-5DC18E560650}"/>
          </ac:spMkLst>
        </pc:spChg>
        <pc:spChg chg="add del mod">
          <ac:chgData name="David Lang" userId="d2d6079e-fc28-46dd-be0a-9e9617a5ce0e" providerId="ADAL" clId="{899491E0-93EF-4145-A6F1-87DF403FCAFC}" dt="2025-06-23T13:13:55.388" v="73" actId="478"/>
          <ac:spMkLst>
            <pc:docMk/>
            <pc:sldMk cId="683549290" sldId="2147483517"/>
            <ac:spMk id="7" creationId="{A68C32D5-8D3C-5366-2782-D86B7A74B03F}"/>
          </ac:spMkLst>
        </pc:spChg>
        <pc:spChg chg="add mod">
          <ac:chgData name="David Lang" userId="d2d6079e-fc28-46dd-be0a-9e9617a5ce0e" providerId="ADAL" clId="{899491E0-93EF-4145-A6F1-87DF403FCAFC}" dt="2025-06-23T13:14:28.093" v="74" actId="571"/>
          <ac:spMkLst>
            <pc:docMk/>
            <pc:sldMk cId="683549290" sldId="2147483517"/>
            <ac:spMk id="10" creationId="{47AAE656-2B9C-CB3D-E1FC-62DEB9B460F9}"/>
          </ac:spMkLst>
        </pc:spChg>
        <pc:spChg chg="add mod">
          <ac:chgData name="David Lang" userId="d2d6079e-fc28-46dd-be0a-9e9617a5ce0e" providerId="ADAL" clId="{899491E0-93EF-4145-A6F1-87DF403FCAFC}" dt="2025-06-23T13:30:04.328" v="90" actId="571"/>
          <ac:spMkLst>
            <pc:docMk/>
            <pc:sldMk cId="683549290" sldId="2147483517"/>
            <ac:spMk id="12" creationId="{4514F390-6E72-3B6C-3544-755CC9C47BD7}"/>
          </ac:spMkLst>
        </pc:spChg>
        <pc:spChg chg="mod">
          <ac:chgData name="David Lang" userId="d2d6079e-fc28-46dd-be0a-9e9617a5ce0e" providerId="ADAL" clId="{899491E0-93EF-4145-A6F1-87DF403FCAFC}" dt="2025-06-23T13:10:30.017" v="46" actId="14100"/>
          <ac:spMkLst>
            <pc:docMk/>
            <pc:sldMk cId="683549290" sldId="2147483517"/>
            <ac:spMk id="46" creationId="{14393015-53CD-0D9D-C676-05C523E67264}"/>
          </ac:spMkLst>
        </pc:spChg>
        <pc:spChg chg="mod">
          <ac:chgData name="David Lang" userId="d2d6079e-fc28-46dd-be0a-9e9617a5ce0e" providerId="ADAL" clId="{899491E0-93EF-4145-A6F1-87DF403FCAFC}" dt="2025-06-23T13:10:32.390" v="47" actId="1076"/>
          <ac:spMkLst>
            <pc:docMk/>
            <pc:sldMk cId="683549290" sldId="2147483517"/>
            <ac:spMk id="48" creationId="{0BD8E238-C194-FA37-060D-AAAB4F767883}"/>
          </ac:spMkLst>
        </pc:spChg>
        <pc:spChg chg="mod">
          <ac:chgData name="David Lang" userId="d2d6079e-fc28-46dd-be0a-9e9617a5ce0e" providerId="ADAL" clId="{899491E0-93EF-4145-A6F1-87DF403FCAFC}" dt="2025-06-23T13:10:35.564" v="48" actId="1076"/>
          <ac:spMkLst>
            <pc:docMk/>
            <pc:sldMk cId="683549290" sldId="2147483517"/>
            <ac:spMk id="64" creationId="{751831DB-425C-EEE4-3A71-1A49A65E006A}"/>
          </ac:spMkLst>
        </pc:spChg>
        <pc:spChg chg="del">
          <ac:chgData name="David Lang" userId="d2d6079e-fc28-46dd-be0a-9e9617a5ce0e" providerId="ADAL" clId="{899491E0-93EF-4145-A6F1-87DF403FCAFC}" dt="2025-06-23T13:11:11.912" v="58" actId="478"/>
          <ac:spMkLst>
            <pc:docMk/>
            <pc:sldMk cId="683549290" sldId="2147483517"/>
            <ac:spMk id="66" creationId="{AE377DA3-97E9-A76F-DABC-41FBC67E8370}"/>
          </ac:spMkLst>
        </pc:spChg>
        <pc:spChg chg="del">
          <ac:chgData name="David Lang" userId="d2d6079e-fc28-46dd-be0a-9e9617a5ce0e" providerId="ADAL" clId="{899491E0-93EF-4145-A6F1-87DF403FCAFC}" dt="2025-06-23T13:11:40.421" v="69" actId="478"/>
          <ac:spMkLst>
            <pc:docMk/>
            <pc:sldMk cId="683549290" sldId="2147483517"/>
            <ac:spMk id="83" creationId="{46C2AA9E-C34E-18E1-2CF9-2B936B784279}"/>
          </ac:spMkLst>
        </pc:spChg>
        <pc:spChg chg="mod">
          <ac:chgData name="David Lang" userId="d2d6079e-fc28-46dd-be0a-9e9617a5ce0e" providerId="ADAL" clId="{899491E0-93EF-4145-A6F1-87DF403FCAFC}" dt="2025-06-23T13:11:05.498" v="57" actId="207"/>
          <ac:spMkLst>
            <pc:docMk/>
            <pc:sldMk cId="683549290" sldId="2147483517"/>
            <ac:spMk id="84" creationId="{B786DD00-567B-F73B-065B-3F4D23E0A2BE}"/>
          </ac:spMkLst>
        </pc:spChg>
        <pc:spChg chg="mod">
          <ac:chgData name="David Lang" userId="d2d6079e-fc28-46dd-be0a-9e9617a5ce0e" providerId="ADAL" clId="{899491E0-93EF-4145-A6F1-87DF403FCAFC}" dt="2025-06-23T13:11:27.547" v="66" actId="1036"/>
          <ac:spMkLst>
            <pc:docMk/>
            <pc:sldMk cId="683549290" sldId="2147483517"/>
            <ac:spMk id="90" creationId="{708A427F-5DAA-6332-CC91-FD98A10818FD}"/>
          </ac:spMkLst>
        </pc:spChg>
        <pc:spChg chg="del">
          <ac:chgData name="David Lang" userId="d2d6079e-fc28-46dd-be0a-9e9617a5ce0e" providerId="ADAL" clId="{899491E0-93EF-4145-A6F1-87DF403FCAFC}" dt="2025-06-23T13:11:37.860" v="68" actId="478"/>
          <ac:spMkLst>
            <pc:docMk/>
            <pc:sldMk cId="683549290" sldId="2147483517"/>
            <ac:spMk id="96" creationId="{48D2645A-6D14-92D3-0BEB-C407950673D5}"/>
          </ac:spMkLst>
        </pc:spChg>
        <pc:spChg chg="del">
          <ac:chgData name="David Lang" userId="d2d6079e-fc28-46dd-be0a-9e9617a5ce0e" providerId="ADAL" clId="{899491E0-93EF-4145-A6F1-87DF403FCAFC}" dt="2025-06-23T13:11:15.786" v="59" actId="478"/>
          <ac:spMkLst>
            <pc:docMk/>
            <pc:sldMk cId="683549290" sldId="2147483517"/>
            <ac:spMk id="102" creationId="{F6CCFED2-32F0-EE5F-3979-6E76EA231F67}"/>
          </ac:spMkLst>
        </pc:spChg>
        <pc:spChg chg="mod">
          <ac:chgData name="David Lang" userId="d2d6079e-fc28-46dd-be0a-9e9617a5ce0e" providerId="ADAL" clId="{899491E0-93EF-4145-A6F1-87DF403FCAFC}" dt="2025-06-23T13:11:30.792" v="67" actId="1036"/>
          <ac:spMkLst>
            <pc:docMk/>
            <pc:sldMk cId="683549290" sldId="2147483517"/>
            <ac:spMk id="104" creationId="{BCDC92FF-2DFA-6D60-F99C-821D4F8F3AD0}"/>
          </ac:spMkLst>
        </pc:spChg>
        <pc:spChg chg="del">
          <ac:chgData name="David Lang" userId="d2d6079e-fc28-46dd-be0a-9e9617a5ce0e" providerId="ADAL" clId="{899491E0-93EF-4145-A6F1-87DF403FCAFC}" dt="2025-06-23T13:11:19.173" v="60" actId="478"/>
          <ac:spMkLst>
            <pc:docMk/>
            <pc:sldMk cId="683549290" sldId="2147483517"/>
            <ac:spMk id="105" creationId="{F52DB48F-2959-1CE9-6B9B-E0A7E79A36FD}"/>
          </ac:spMkLst>
        </pc:spChg>
        <pc:spChg chg="del">
          <ac:chgData name="David Lang" userId="d2d6079e-fc28-46dd-be0a-9e9617a5ce0e" providerId="ADAL" clId="{899491E0-93EF-4145-A6F1-87DF403FCAFC}" dt="2025-06-23T13:11:43.074" v="70" actId="478"/>
          <ac:spMkLst>
            <pc:docMk/>
            <pc:sldMk cId="683549290" sldId="2147483517"/>
            <ac:spMk id="107" creationId="{90392F16-64AB-23CE-0BED-01F06C7E195C}"/>
          </ac:spMkLst>
        </pc:spChg>
        <pc:spChg chg="del">
          <ac:chgData name="David Lang" userId="d2d6079e-fc28-46dd-be0a-9e9617a5ce0e" providerId="ADAL" clId="{899491E0-93EF-4145-A6F1-87DF403FCAFC}" dt="2025-06-23T13:11:46.450" v="71" actId="478"/>
          <ac:spMkLst>
            <pc:docMk/>
            <pc:sldMk cId="683549290" sldId="2147483517"/>
            <ac:spMk id="108" creationId="{6C3787EC-AE10-3D0B-A70E-947045201E98}"/>
          </ac:spMkLst>
        </pc:spChg>
        <pc:extLst>
          <p:ext xmlns:p="http://schemas.openxmlformats.org/presentationml/2006/main" uri="{D6D511B9-2390-475A-947B-AFAB55BFBCF1}">
            <pc226:cmChg xmlns:pc226="http://schemas.microsoft.com/office/powerpoint/2022/06/main/command" chg="mod">
              <pc226:chgData name="David Lang" userId="d2d6079e-fc28-46dd-be0a-9e9617a5ce0e" providerId="ADAL" clId="{899491E0-93EF-4145-A6F1-87DF403FCAFC}" dt="2025-06-23T13:10:25.662" v="45" actId="20577"/>
              <pc2:cmMkLst xmlns:pc2="http://schemas.microsoft.com/office/powerpoint/2019/9/main/command">
                <pc:docMk/>
                <pc:sldMk cId="683549290" sldId="2147483517"/>
                <pc2:cmMk id="{BF0F707B-F081-4E3C-A2CA-E675C0E62C6F}"/>
              </pc2:cmMkLst>
            </pc226:cmChg>
          </p:ext>
        </pc:extLst>
      </pc:sldChg>
    </pc:docChg>
  </pc:docChgLst>
  <pc:docChgLst>
    <pc:chgData name="Christina Karavioti" userId="dcb975a3-edb8-46a7-bb36-8f9b9207c6dd" providerId="ADAL" clId="{A81AB3F7-F041-4955-99BA-A0482B4A30E7}"/>
    <pc:docChg chg="undo custSel addSld delSld modSld delSection modSection">
      <pc:chgData name="Christina Karavioti" userId="dcb975a3-edb8-46a7-bb36-8f9b9207c6dd" providerId="ADAL" clId="{A81AB3F7-F041-4955-99BA-A0482B4A30E7}" dt="2025-06-24T11:44:47.175" v="3594"/>
      <pc:docMkLst>
        <pc:docMk/>
      </pc:docMkLst>
      <pc:sldChg chg="modSp mod">
        <pc:chgData name="Christina Karavioti" userId="dcb975a3-edb8-46a7-bb36-8f9b9207c6dd" providerId="ADAL" clId="{A81AB3F7-F041-4955-99BA-A0482B4A30E7}" dt="2025-06-23T12:56:56.930" v="866"/>
        <pc:sldMkLst>
          <pc:docMk/>
          <pc:sldMk cId="2294062932" sldId="256"/>
        </pc:sldMkLst>
        <pc:spChg chg="mod">
          <ac:chgData name="Christina Karavioti" userId="dcb975a3-edb8-46a7-bb36-8f9b9207c6dd" providerId="ADAL" clId="{A81AB3F7-F041-4955-99BA-A0482B4A30E7}" dt="2025-06-23T12:56:56.926" v="864" actId="948"/>
          <ac:spMkLst>
            <pc:docMk/>
            <pc:sldMk cId="2294062932" sldId="256"/>
            <ac:spMk id="2" creationId="{3B3937BD-C9AB-7CEC-98F0-CC47FD0329E7}"/>
          </ac:spMkLst>
        </pc:spChg>
        <pc:graphicFrameChg chg="mod">
          <ac:chgData name="Christina Karavioti" userId="dcb975a3-edb8-46a7-bb36-8f9b9207c6dd" providerId="ADAL" clId="{A81AB3F7-F041-4955-99BA-A0482B4A30E7}" dt="2025-06-23T12:56:56.930" v="866"/>
          <ac:graphicFrameMkLst>
            <pc:docMk/>
            <pc:sldMk cId="2294062932" sldId="256"/>
            <ac:graphicFrameMk id="3" creationId="{3BB273E0-3AF9-18D9-90BE-0DDB301C58E2}"/>
          </ac:graphicFrameMkLst>
        </pc:graphicFrameChg>
      </pc:sldChg>
      <pc:sldChg chg="addSp delSp modSp mod">
        <pc:chgData name="Christina Karavioti" userId="dcb975a3-edb8-46a7-bb36-8f9b9207c6dd" providerId="ADAL" clId="{A81AB3F7-F041-4955-99BA-A0482B4A30E7}" dt="2025-06-24T11:39:52.122" v="2171"/>
        <pc:sldMkLst>
          <pc:docMk/>
          <pc:sldMk cId="762411268" sldId="261"/>
        </pc:sldMkLst>
        <pc:spChg chg="mod">
          <ac:chgData name="Christina Karavioti" userId="dcb975a3-edb8-46a7-bb36-8f9b9207c6dd" providerId="ADAL" clId="{A81AB3F7-F041-4955-99BA-A0482B4A30E7}" dt="2025-06-24T11:39:52.090" v="2147" actId="948"/>
          <ac:spMkLst>
            <pc:docMk/>
            <pc:sldMk cId="762411268" sldId="261"/>
            <ac:spMk id="3" creationId="{FD09E484-6391-6342-28A2-B89147905D64}"/>
          </ac:spMkLst>
        </pc:spChg>
        <pc:spChg chg="add del mod modVis">
          <ac:chgData name="Christina Karavioti" userId="dcb975a3-edb8-46a7-bb36-8f9b9207c6dd" providerId="ADAL" clId="{A81AB3F7-F041-4955-99BA-A0482B4A30E7}" dt="2025-06-24T11:39:52.122" v="2169"/>
          <ac:spMkLst>
            <pc:docMk/>
            <pc:sldMk cId="762411268" sldId="261"/>
            <ac:spMk id="4" creationId="{A9FA142E-0835-6E14-00EF-D53C224478D4}"/>
          </ac:spMkLst>
        </pc:spChg>
        <pc:spChg chg="mod">
          <ac:chgData name="Christina Karavioti" userId="dcb975a3-edb8-46a7-bb36-8f9b9207c6dd" providerId="ADAL" clId="{A81AB3F7-F041-4955-99BA-A0482B4A30E7}" dt="2025-06-24T11:26:24.037" v="1463" actId="14100"/>
          <ac:spMkLst>
            <pc:docMk/>
            <pc:sldMk cId="762411268" sldId="261"/>
            <ac:spMk id="46" creationId="{99C83DA5-35C3-6AB3-5FB6-1345C10DE31F}"/>
          </ac:spMkLst>
        </pc:spChg>
        <pc:graphicFrameChg chg="mod">
          <ac:chgData name="Christina Karavioti" userId="dcb975a3-edb8-46a7-bb36-8f9b9207c6dd" providerId="ADAL" clId="{A81AB3F7-F041-4955-99BA-A0482B4A30E7}" dt="2025-06-24T11:39:52.122" v="2171"/>
          <ac:graphicFrameMkLst>
            <pc:docMk/>
            <pc:sldMk cId="762411268" sldId="261"/>
            <ac:graphicFrameMk id="6" creationId="{DFA2D3CE-AF7A-09E8-9F68-51B5EF8AD643}"/>
          </ac:graphicFrameMkLst>
        </pc:graphicFrameChg>
        <pc:graphicFrameChg chg="mod modGraphic">
          <ac:chgData name="Christina Karavioti" userId="dcb975a3-edb8-46a7-bb36-8f9b9207c6dd" providerId="ADAL" clId="{A81AB3F7-F041-4955-99BA-A0482B4A30E7}" dt="2025-06-24T11:26:04.104" v="1443" actId="20577"/>
          <ac:graphicFrameMkLst>
            <pc:docMk/>
            <pc:sldMk cId="762411268" sldId="261"/>
            <ac:graphicFrameMk id="9" creationId="{6016289B-0171-D878-F8CF-2A224C51BD0A}"/>
          </ac:graphicFrameMkLst>
        </pc:graphicFrameChg>
      </pc:sldChg>
      <pc:sldChg chg="addSp delSp modSp mod">
        <pc:chgData name="Christina Karavioti" userId="dcb975a3-edb8-46a7-bb36-8f9b9207c6dd" providerId="ADAL" clId="{A81AB3F7-F041-4955-99BA-A0482B4A30E7}" dt="2025-06-24T11:38:51.130" v="1911"/>
        <pc:sldMkLst>
          <pc:docMk/>
          <pc:sldMk cId="3538585956" sldId="262"/>
        </pc:sldMkLst>
        <pc:spChg chg="mod">
          <ac:chgData name="Christina Karavioti" userId="dcb975a3-edb8-46a7-bb36-8f9b9207c6dd" providerId="ADAL" clId="{A81AB3F7-F041-4955-99BA-A0482B4A30E7}" dt="2025-06-24T11:38:51.109" v="1887" actId="948"/>
          <ac:spMkLst>
            <pc:docMk/>
            <pc:sldMk cId="3538585956" sldId="262"/>
            <ac:spMk id="3" creationId="{512FE622-FBEC-7C18-3B95-9D77CF790BB6}"/>
          </ac:spMkLst>
        </pc:spChg>
        <pc:spChg chg="add del mod modVis">
          <ac:chgData name="Christina Karavioti" userId="dcb975a3-edb8-46a7-bb36-8f9b9207c6dd" providerId="ADAL" clId="{A81AB3F7-F041-4955-99BA-A0482B4A30E7}" dt="2025-06-24T11:38:51.130" v="1909"/>
          <ac:spMkLst>
            <pc:docMk/>
            <pc:sldMk cId="3538585956" sldId="262"/>
            <ac:spMk id="11" creationId="{BDE44A0A-F89D-E82C-EAE2-08FD1499D3FF}"/>
          </ac:spMkLst>
        </pc:spChg>
        <pc:spChg chg="mod">
          <ac:chgData name="Christina Karavioti" userId="dcb975a3-edb8-46a7-bb36-8f9b9207c6dd" providerId="ADAL" clId="{A81AB3F7-F041-4955-99BA-A0482B4A30E7}" dt="2025-06-24T10:22:33.312" v="1350" actId="20577"/>
          <ac:spMkLst>
            <pc:docMk/>
            <pc:sldMk cId="3538585956" sldId="262"/>
            <ac:spMk id="111" creationId="{756D4616-2C26-31B1-89C1-FD7D8C6CA5B2}"/>
          </ac:spMkLst>
        </pc:spChg>
        <pc:graphicFrameChg chg="mod">
          <ac:chgData name="Christina Karavioti" userId="dcb975a3-edb8-46a7-bb36-8f9b9207c6dd" providerId="ADAL" clId="{A81AB3F7-F041-4955-99BA-A0482B4A30E7}" dt="2025-06-24T11:38:51.130" v="1911"/>
          <ac:graphicFrameMkLst>
            <pc:docMk/>
            <pc:sldMk cId="3538585956" sldId="262"/>
            <ac:graphicFrameMk id="18" creationId="{FAA76EB9-992F-8086-3D95-CF7ED8A9C2B1}"/>
          </ac:graphicFrameMkLst>
        </pc:graphicFrameChg>
      </pc:sldChg>
      <pc:sldChg chg="addSp delSp modSp mod">
        <pc:chgData name="Christina Karavioti" userId="dcb975a3-edb8-46a7-bb36-8f9b9207c6dd" providerId="ADAL" clId="{A81AB3F7-F041-4955-99BA-A0482B4A30E7}" dt="2025-06-24T11:39:08.735" v="1989"/>
        <pc:sldMkLst>
          <pc:docMk/>
          <pc:sldMk cId="524330918" sldId="265"/>
        </pc:sldMkLst>
        <pc:spChg chg="mod">
          <ac:chgData name="Christina Karavioti" userId="dcb975a3-edb8-46a7-bb36-8f9b9207c6dd" providerId="ADAL" clId="{A81AB3F7-F041-4955-99BA-A0482B4A30E7}" dt="2025-06-24T11:39:08.665" v="1965" actId="948"/>
          <ac:spMkLst>
            <pc:docMk/>
            <pc:sldMk cId="524330918" sldId="265"/>
            <ac:spMk id="3" creationId="{AF98F1EA-11C2-D24B-D97D-23F0EB1DC1F0}"/>
          </ac:spMkLst>
        </pc:spChg>
        <pc:spChg chg="mod">
          <ac:chgData name="Christina Karavioti" userId="dcb975a3-edb8-46a7-bb36-8f9b9207c6dd" providerId="ADAL" clId="{A81AB3F7-F041-4955-99BA-A0482B4A30E7}" dt="2025-06-24T11:24:12.610" v="1396" actId="20577"/>
          <ac:spMkLst>
            <pc:docMk/>
            <pc:sldMk cId="524330918" sldId="265"/>
            <ac:spMk id="5" creationId="{243954D1-E770-8698-3EC2-89234D52BFAA}"/>
          </ac:spMkLst>
        </pc:spChg>
        <pc:spChg chg="add del mod modVis">
          <ac:chgData name="Christina Karavioti" userId="dcb975a3-edb8-46a7-bb36-8f9b9207c6dd" providerId="ADAL" clId="{A81AB3F7-F041-4955-99BA-A0482B4A30E7}" dt="2025-06-24T11:39:08.735" v="1987"/>
          <ac:spMkLst>
            <pc:docMk/>
            <pc:sldMk cId="524330918" sldId="265"/>
            <ac:spMk id="7" creationId="{8F39D929-67ED-BEFF-3554-BD1BA83CC74D}"/>
          </ac:spMkLst>
        </pc:spChg>
        <pc:graphicFrameChg chg="mod">
          <ac:chgData name="Christina Karavioti" userId="dcb975a3-edb8-46a7-bb36-8f9b9207c6dd" providerId="ADAL" clId="{A81AB3F7-F041-4955-99BA-A0482B4A30E7}" dt="2025-06-24T11:39:08.735" v="1989"/>
          <ac:graphicFrameMkLst>
            <pc:docMk/>
            <pc:sldMk cId="524330918" sldId="265"/>
            <ac:graphicFrameMk id="6" creationId="{08AC9EE5-8300-E19E-611E-19D49294A87E}"/>
          </ac:graphicFrameMkLst>
        </pc:graphicFrameChg>
        <pc:graphicFrameChg chg="mod modGraphic">
          <ac:chgData name="Christina Karavioti" userId="dcb975a3-edb8-46a7-bb36-8f9b9207c6dd" providerId="ADAL" clId="{A81AB3F7-F041-4955-99BA-A0482B4A30E7}" dt="2025-06-24T11:24:24.351" v="1403"/>
          <ac:graphicFrameMkLst>
            <pc:docMk/>
            <pc:sldMk cId="524330918" sldId="265"/>
            <ac:graphicFrameMk id="17" creationId="{2863A62C-758D-B803-1807-6E572CC52241}"/>
          </ac:graphicFrameMkLst>
        </pc:graphicFrameChg>
      </pc:sldChg>
      <pc:sldChg chg="addSp delSp modSp mod">
        <pc:chgData name="Christina Karavioti" userId="dcb975a3-edb8-46a7-bb36-8f9b9207c6dd" providerId="ADAL" clId="{A81AB3F7-F041-4955-99BA-A0482B4A30E7}" dt="2025-06-24T11:39:56.632" v="2197"/>
        <pc:sldMkLst>
          <pc:docMk/>
          <pc:sldMk cId="3701323014" sldId="266"/>
        </pc:sldMkLst>
        <pc:spChg chg="add del mod modVis">
          <ac:chgData name="Christina Karavioti" userId="dcb975a3-edb8-46a7-bb36-8f9b9207c6dd" providerId="ADAL" clId="{A81AB3F7-F041-4955-99BA-A0482B4A30E7}" dt="2025-06-24T11:39:56.632" v="2195"/>
          <ac:spMkLst>
            <pc:docMk/>
            <pc:sldMk cId="3701323014" sldId="266"/>
            <ac:spMk id="2" creationId="{7F773C52-21D4-388C-63B8-D62B67A2E7EC}"/>
          </ac:spMkLst>
        </pc:spChg>
        <pc:spChg chg="mod">
          <ac:chgData name="Christina Karavioti" userId="dcb975a3-edb8-46a7-bb36-8f9b9207c6dd" providerId="ADAL" clId="{A81AB3F7-F041-4955-99BA-A0482B4A30E7}" dt="2025-06-24T11:39:56.587" v="2173" actId="948"/>
          <ac:spMkLst>
            <pc:docMk/>
            <pc:sldMk cId="3701323014" sldId="266"/>
            <ac:spMk id="3" creationId="{1EFBCDCF-7051-2E63-FC44-BB6F74C566FA}"/>
          </ac:spMkLst>
        </pc:spChg>
        <pc:graphicFrameChg chg="mod">
          <ac:chgData name="Christina Karavioti" userId="dcb975a3-edb8-46a7-bb36-8f9b9207c6dd" providerId="ADAL" clId="{A81AB3F7-F041-4955-99BA-A0482B4A30E7}" dt="2025-06-24T11:39:56.632" v="2197"/>
          <ac:graphicFrameMkLst>
            <pc:docMk/>
            <pc:sldMk cId="3701323014" sldId="266"/>
            <ac:graphicFrameMk id="6" creationId="{E05FDEE4-ECCD-4525-4528-3266EC87E0D6}"/>
          </ac:graphicFrameMkLst>
        </pc:graphicFrameChg>
      </pc:sldChg>
      <pc:sldChg chg="modSp mod">
        <pc:chgData name="Christina Karavioti" userId="dcb975a3-edb8-46a7-bb36-8f9b9207c6dd" providerId="ADAL" clId="{A81AB3F7-F041-4955-99BA-A0482B4A30E7}" dt="2025-06-24T11:18:43.382" v="1354" actId="20577"/>
        <pc:sldMkLst>
          <pc:docMk/>
          <pc:sldMk cId="3196971333" sldId="267"/>
        </pc:sldMkLst>
        <pc:spChg chg="mod">
          <ac:chgData name="Christina Karavioti" userId="dcb975a3-edb8-46a7-bb36-8f9b9207c6dd" providerId="ADAL" clId="{A81AB3F7-F041-4955-99BA-A0482B4A30E7}" dt="2025-06-24T11:18:43.382" v="1354" actId="20577"/>
          <ac:spMkLst>
            <pc:docMk/>
            <pc:sldMk cId="3196971333" sldId="267"/>
            <ac:spMk id="7" creationId="{52A26FDA-50AA-2DE1-6F9F-84A41A916F16}"/>
          </ac:spMkLst>
        </pc:spChg>
      </pc:sldChg>
      <pc:sldChg chg="addSp delSp modSp mod">
        <pc:chgData name="Christina Karavioti" userId="dcb975a3-edb8-46a7-bb36-8f9b9207c6dd" providerId="ADAL" clId="{A81AB3F7-F041-4955-99BA-A0482B4A30E7}" dt="2025-06-24T11:39:18.580" v="2041"/>
        <pc:sldMkLst>
          <pc:docMk/>
          <pc:sldMk cId="86803634" sldId="270"/>
        </pc:sldMkLst>
        <pc:spChg chg="mod">
          <ac:chgData name="Christina Karavioti" userId="dcb975a3-edb8-46a7-bb36-8f9b9207c6dd" providerId="ADAL" clId="{A81AB3F7-F041-4955-99BA-A0482B4A30E7}" dt="2025-06-24T11:39:18.517" v="2017" actId="948"/>
          <ac:spMkLst>
            <pc:docMk/>
            <pc:sldMk cId="86803634" sldId="270"/>
            <ac:spMk id="3" creationId="{C828D01B-7214-E183-E28E-7E22C3B2AEF0}"/>
          </ac:spMkLst>
        </pc:spChg>
        <pc:spChg chg="add del mod modVis">
          <ac:chgData name="Christina Karavioti" userId="dcb975a3-edb8-46a7-bb36-8f9b9207c6dd" providerId="ADAL" clId="{A81AB3F7-F041-4955-99BA-A0482B4A30E7}" dt="2025-06-24T11:39:18.580" v="2039"/>
          <ac:spMkLst>
            <pc:docMk/>
            <pc:sldMk cId="86803634" sldId="270"/>
            <ac:spMk id="8" creationId="{5AEE6A69-3D27-86EF-9E0A-617630267446}"/>
          </ac:spMkLst>
        </pc:spChg>
        <pc:graphicFrameChg chg="mod">
          <ac:chgData name="Christina Karavioti" userId="dcb975a3-edb8-46a7-bb36-8f9b9207c6dd" providerId="ADAL" clId="{A81AB3F7-F041-4955-99BA-A0482B4A30E7}" dt="2025-06-24T11:39:18.580" v="2041"/>
          <ac:graphicFrameMkLst>
            <pc:docMk/>
            <pc:sldMk cId="86803634" sldId="270"/>
            <ac:graphicFrameMk id="6" creationId="{2D2F6F87-5738-5B93-2A4D-43F509C6B975}"/>
          </ac:graphicFrameMkLst>
        </pc:graphicFrameChg>
        <pc:graphicFrameChg chg="modGraphic">
          <ac:chgData name="Christina Karavioti" userId="dcb975a3-edb8-46a7-bb36-8f9b9207c6dd" providerId="ADAL" clId="{A81AB3F7-F041-4955-99BA-A0482B4A30E7}" dt="2025-06-24T11:19:05.966" v="1360" actId="20577"/>
          <ac:graphicFrameMkLst>
            <pc:docMk/>
            <pc:sldMk cId="86803634" sldId="270"/>
            <ac:graphicFrameMk id="7" creationId="{990D858A-73F6-09D5-0FA7-938D753A52C5}"/>
          </ac:graphicFrameMkLst>
        </pc:graphicFrameChg>
      </pc:sldChg>
      <pc:sldChg chg="addSp delSp modSp mod">
        <pc:chgData name="Christina Karavioti" userId="dcb975a3-edb8-46a7-bb36-8f9b9207c6dd" providerId="ADAL" clId="{A81AB3F7-F041-4955-99BA-A0482B4A30E7}" dt="2025-06-24T11:40:56.788" v="2327"/>
        <pc:sldMkLst>
          <pc:docMk/>
          <pc:sldMk cId="3365953519" sldId="271"/>
        </pc:sldMkLst>
        <pc:spChg chg="mod ord">
          <ac:chgData name="Christina Karavioti" userId="dcb975a3-edb8-46a7-bb36-8f9b9207c6dd" providerId="ADAL" clId="{A81AB3F7-F041-4955-99BA-A0482B4A30E7}" dt="2025-06-24T11:40:56.756" v="2303" actId="948"/>
          <ac:spMkLst>
            <pc:docMk/>
            <pc:sldMk cId="3365953519" sldId="271"/>
            <ac:spMk id="3" creationId="{B6EA0570-810B-ACAD-F3FC-936305ED06B3}"/>
          </ac:spMkLst>
        </pc:spChg>
        <pc:spChg chg="mod ord">
          <ac:chgData name="Christina Karavioti" userId="dcb975a3-edb8-46a7-bb36-8f9b9207c6dd" providerId="ADAL" clId="{A81AB3F7-F041-4955-99BA-A0482B4A30E7}" dt="2025-06-24T11:27:29.272" v="1525"/>
          <ac:spMkLst>
            <pc:docMk/>
            <pc:sldMk cId="3365953519" sldId="271"/>
            <ac:spMk id="7" creationId="{E7913E59-D4F5-C828-B56E-C24574F892F3}"/>
          </ac:spMkLst>
        </pc:spChg>
        <pc:spChg chg="add mod ord">
          <ac:chgData name="Christina Karavioti" userId="dcb975a3-edb8-46a7-bb36-8f9b9207c6dd" providerId="ADAL" clId="{A81AB3F7-F041-4955-99BA-A0482B4A30E7}" dt="2025-06-24T11:27:29.272" v="1519"/>
          <ac:spMkLst>
            <pc:docMk/>
            <pc:sldMk cId="3365953519" sldId="271"/>
            <ac:spMk id="9" creationId="{48ECE3F3-A88B-85F8-337E-144157DC675F}"/>
          </ac:spMkLst>
        </pc:spChg>
        <pc:spChg chg="add del mod modVis">
          <ac:chgData name="Christina Karavioti" userId="dcb975a3-edb8-46a7-bb36-8f9b9207c6dd" providerId="ADAL" clId="{A81AB3F7-F041-4955-99BA-A0482B4A30E7}" dt="2025-06-24T11:27:29.288" v="1549"/>
          <ac:spMkLst>
            <pc:docMk/>
            <pc:sldMk cId="3365953519" sldId="271"/>
            <ac:spMk id="10" creationId="{3C495FEA-D999-D21F-B081-60A84FDA746A}"/>
          </ac:spMkLst>
        </pc:spChg>
        <pc:spChg chg="add del mod modVis">
          <ac:chgData name="Christina Karavioti" userId="dcb975a3-edb8-46a7-bb36-8f9b9207c6dd" providerId="ADAL" clId="{A81AB3F7-F041-4955-99BA-A0482B4A30E7}" dt="2025-06-24T11:40:56.772" v="2325"/>
          <ac:spMkLst>
            <pc:docMk/>
            <pc:sldMk cId="3365953519" sldId="271"/>
            <ac:spMk id="11" creationId="{6B5D5A3E-4020-1E50-A5EA-5853E4A54317}"/>
          </ac:spMkLst>
        </pc:spChg>
        <pc:spChg chg="mod ord">
          <ac:chgData name="Christina Karavioti" userId="dcb975a3-edb8-46a7-bb36-8f9b9207c6dd" providerId="ADAL" clId="{A81AB3F7-F041-4955-99BA-A0482B4A30E7}" dt="2025-06-24T11:27:35.018" v="1552" actId="14100"/>
          <ac:spMkLst>
            <pc:docMk/>
            <pc:sldMk cId="3365953519" sldId="271"/>
            <ac:spMk id="14" creationId="{48705942-3678-1C44-8C77-0D1A46345458}"/>
          </ac:spMkLst>
        </pc:spChg>
        <pc:spChg chg="mod ord">
          <ac:chgData name="Christina Karavioti" userId="dcb975a3-edb8-46a7-bb36-8f9b9207c6dd" providerId="ADAL" clId="{A81AB3F7-F041-4955-99BA-A0482B4A30E7}" dt="2025-06-24T11:27:29.272" v="1531"/>
          <ac:spMkLst>
            <pc:docMk/>
            <pc:sldMk cId="3365953519" sldId="271"/>
            <ac:spMk id="27" creationId="{F7533230-AA25-7385-BB8B-BDC97A8C5F96}"/>
          </ac:spMkLst>
        </pc:spChg>
        <pc:grpChg chg="mod ord">
          <ac:chgData name="Christina Karavioti" userId="dcb975a3-edb8-46a7-bb36-8f9b9207c6dd" providerId="ADAL" clId="{A81AB3F7-F041-4955-99BA-A0482B4A30E7}" dt="2025-06-24T11:27:29.272" v="1547"/>
          <ac:grpSpMkLst>
            <pc:docMk/>
            <pc:sldMk cId="3365953519" sldId="271"/>
            <ac:grpSpMk id="4" creationId="{5290F442-4759-74D5-6F2F-17DAF1FEB203}"/>
          </ac:grpSpMkLst>
        </pc:grpChg>
        <pc:grpChg chg="mod ord">
          <ac:chgData name="Christina Karavioti" userId="dcb975a3-edb8-46a7-bb36-8f9b9207c6dd" providerId="ADAL" clId="{A81AB3F7-F041-4955-99BA-A0482B4A30E7}" dt="2025-06-24T11:27:29.272" v="1541"/>
          <ac:grpSpMkLst>
            <pc:docMk/>
            <pc:sldMk cId="3365953519" sldId="271"/>
            <ac:grpSpMk id="29" creationId="{77C82090-6994-6159-1BBF-8A47EEF9229B}"/>
          </ac:grpSpMkLst>
        </pc:grpChg>
        <pc:graphicFrameChg chg="mod ord modGraphic">
          <ac:chgData name="Christina Karavioti" userId="dcb975a3-edb8-46a7-bb36-8f9b9207c6dd" providerId="ADAL" clId="{A81AB3F7-F041-4955-99BA-A0482B4A30E7}" dt="2025-06-24T11:27:29.272" v="1523"/>
          <ac:graphicFrameMkLst>
            <pc:docMk/>
            <pc:sldMk cId="3365953519" sldId="271"/>
            <ac:graphicFrameMk id="2" creationId="{820B06F1-E570-AC6B-996A-30CFF4359917}"/>
          </ac:graphicFrameMkLst>
        </pc:graphicFrameChg>
        <pc:graphicFrameChg chg="mod">
          <ac:chgData name="Christina Karavioti" userId="dcb975a3-edb8-46a7-bb36-8f9b9207c6dd" providerId="ADAL" clId="{A81AB3F7-F041-4955-99BA-A0482B4A30E7}" dt="2025-06-24T11:40:56.788" v="2327"/>
          <ac:graphicFrameMkLst>
            <pc:docMk/>
            <pc:sldMk cId="3365953519" sldId="271"/>
            <ac:graphicFrameMk id="6" creationId="{F787BF48-FB86-DB3E-7AC6-88492021BBEA}"/>
          </ac:graphicFrameMkLst>
        </pc:graphicFrameChg>
        <pc:picChg chg="mod ord">
          <ac:chgData name="Christina Karavioti" userId="dcb975a3-edb8-46a7-bb36-8f9b9207c6dd" providerId="ADAL" clId="{A81AB3F7-F041-4955-99BA-A0482B4A30E7}" dt="2025-06-24T11:27:29.272" v="1527"/>
          <ac:picMkLst>
            <pc:docMk/>
            <pc:sldMk cId="3365953519" sldId="271"/>
            <ac:picMk id="8" creationId="{AE27AA3A-C530-94DE-614E-B265873A7136}"/>
          </ac:picMkLst>
        </pc:picChg>
        <pc:picChg chg="mod ord">
          <ac:chgData name="Christina Karavioti" userId="dcb975a3-edb8-46a7-bb36-8f9b9207c6dd" providerId="ADAL" clId="{A81AB3F7-F041-4955-99BA-A0482B4A30E7}" dt="2025-06-24T11:27:29.272" v="1545"/>
          <ac:picMkLst>
            <pc:docMk/>
            <pc:sldMk cId="3365953519" sldId="271"/>
            <ac:picMk id="15" creationId="{47DFAA10-EDC0-E144-33E9-AFAD3DC1B04A}"/>
          </ac:picMkLst>
        </pc:picChg>
        <pc:picChg chg="mod ord">
          <ac:chgData name="Christina Karavioti" userId="dcb975a3-edb8-46a7-bb36-8f9b9207c6dd" providerId="ADAL" clId="{A81AB3F7-F041-4955-99BA-A0482B4A30E7}" dt="2025-06-24T11:27:29.272" v="1529"/>
          <ac:picMkLst>
            <pc:docMk/>
            <pc:sldMk cId="3365953519" sldId="271"/>
            <ac:picMk id="26" creationId="{0354BE7E-393F-D47D-777C-B7453044258D}"/>
          </ac:picMkLst>
        </pc:picChg>
        <pc:picChg chg="mod ord">
          <ac:chgData name="Christina Karavioti" userId="dcb975a3-edb8-46a7-bb36-8f9b9207c6dd" providerId="ADAL" clId="{A81AB3F7-F041-4955-99BA-A0482B4A30E7}" dt="2025-06-24T11:27:29.272" v="1533"/>
          <ac:picMkLst>
            <pc:docMk/>
            <pc:sldMk cId="3365953519" sldId="271"/>
            <ac:picMk id="31" creationId="{41E4DC4C-5145-6E65-E60E-59DC527F1322}"/>
          </ac:picMkLst>
        </pc:picChg>
        <pc:picChg chg="mod ord">
          <ac:chgData name="Christina Karavioti" userId="dcb975a3-edb8-46a7-bb36-8f9b9207c6dd" providerId="ADAL" clId="{A81AB3F7-F041-4955-99BA-A0482B4A30E7}" dt="2025-06-24T11:27:29.272" v="1535"/>
          <ac:picMkLst>
            <pc:docMk/>
            <pc:sldMk cId="3365953519" sldId="271"/>
            <ac:picMk id="32" creationId="{10E7AE12-A649-4E90-3609-019BCAF12CA3}"/>
          </ac:picMkLst>
        </pc:picChg>
        <pc:picChg chg="mod ord">
          <ac:chgData name="Christina Karavioti" userId="dcb975a3-edb8-46a7-bb36-8f9b9207c6dd" providerId="ADAL" clId="{A81AB3F7-F041-4955-99BA-A0482B4A30E7}" dt="2025-06-24T11:27:29.272" v="1537"/>
          <ac:picMkLst>
            <pc:docMk/>
            <pc:sldMk cId="3365953519" sldId="271"/>
            <ac:picMk id="36" creationId="{D49BD10C-90D8-C252-45C0-5FBA0AFD2FFF}"/>
          </ac:picMkLst>
        </pc:picChg>
        <pc:picChg chg="mod ord">
          <ac:chgData name="Christina Karavioti" userId="dcb975a3-edb8-46a7-bb36-8f9b9207c6dd" providerId="ADAL" clId="{A81AB3F7-F041-4955-99BA-A0482B4A30E7}" dt="2025-06-24T11:27:29.272" v="1539"/>
          <ac:picMkLst>
            <pc:docMk/>
            <pc:sldMk cId="3365953519" sldId="271"/>
            <ac:picMk id="37" creationId="{7B6512A5-F710-A687-9F5B-D88B409C4668}"/>
          </ac:picMkLst>
        </pc:picChg>
      </pc:sldChg>
      <pc:sldChg chg="addSp delSp modSp mod">
        <pc:chgData name="Christina Karavioti" userId="dcb975a3-edb8-46a7-bb36-8f9b9207c6dd" providerId="ADAL" clId="{A81AB3F7-F041-4955-99BA-A0482B4A30E7}" dt="2025-06-24T11:41:04.705" v="2379"/>
        <pc:sldMkLst>
          <pc:docMk/>
          <pc:sldMk cId="1228413056" sldId="272"/>
        </pc:sldMkLst>
        <pc:spChg chg="mod">
          <ac:chgData name="Christina Karavioti" userId="dcb975a3-edb8-46a7-bb36-8f9b9207c6dd" providerId="ADAL" clId="{A81AB3F7-F041-4955-99BA-A0482B4A30E7}" dt="2025-06-24T11:41:04.658" v="2355" actId="948"/>
          <ac:spMkLst>
            <pc:docMk/>
            <pc:sldMk cId="1228413056" sldId="272"/>
            <ac:spMk id="3" creationId="{3A853250-7E99-B7F2-E029-667ECC729144}"/>
          </ac:spMkLst>
        </pc:spChg>
        <pc:spChg chg="add del mod modVis">
          <ac:chgData name="Christina Karavioti" userId="dcb975a3-edb8-46a7-bb36-8f9b9207c6dd" providerId="ADAL" clId="{A81AB3F7-F041-4955-99BA-A0482B4A30E7}" dt="2025-06-24T11:41:04.705" v="2377"/>
          <ac:spMkLst>
            <pc:docMk/>
            <pc:sldMk cId="1228413056" sldId="272"/>
            <ac:spMk id="12" creationId="{33BDA393-E7B7-1A4E-5428-379B0EA75C19}"/>
          </ac:spMkLst>
        </pc:spChg>
        <pc:graphicFrameChg chg="mod">
          <ac:chgData name="Christina Karavioti" userId="dcb975a3-edb8-46a7-bb36-8f9b9207c6dd" providerId="ADAL" clId="{A81AB3F7-F041-4955-99BA-A0482B4A30E7}" dt="2025-06-24T11:41:04.705" v="2379"/>
          <ac:graphicFrameMkLst>
            <pc:docMk/>
            <pc:sldMk cId="1228413056" sldId="272"/>
            <ac:graphicFrameMk id="6" creationId="{CBA864F6-6DCB-D729-8C41-834D6C373EB9}"/>
          </ac:graphicFrameMkLst>
        </pc:graphicFrameChg>
      </pc:sldChg>
      <pc:sldChg chg="addSp delSp modSp mod">
        <pc:chgData name="Christina Karavioti" userId="dcb975a3-edb8-46a7-bb36-8f9b9207c6dd" providerId="ADAL" clId="{A81AB3F7-F041-4955-99BA-A0482B4A30E7}" dt="2025-06-24T11:43:26.880" v="3188"/>
        <pc:sldMkLst>
          <pc:docMk/>
          <pc:sldMk cId="1224306066" sldId="273"/>
        </pc:sldMkLst>
        <pc:spChg chg="add del mod modVis">
          <ac:chgData name="Christina Karavioti" userId="dcb975a3-edb8-46a7-bb36-8f9b9207c6dd" providerId="ADAL" clId="{A81AB3F7-F041-4955-99BA-A0482B4A30E7}" dt="2025-06-24T11:43:26.880" v="3186"/>
          <ac:spMkLst>
            <pc:docMk/>
            <pc:sldMk cId="1224306066" sldId="273"/>
            <ac:spMk id="2" creationId="{02A60E3C-1CF1-B3B4-BB4C-F476B0719173}"/>
          </ac:spMkLst>
        </pc:spChg>
        <pc:spChg chg="mod">
          <ac:chgData name="Christina Karavioti" userId="dcb975a3-edb8-46a7-bb36-8f9b9207c6dd" providerId="ADAL" clId="{A81AB3F7-F041-4955-99BA-A0482B4A30E7}" dt="2025-06-24T11:43:26.849" v="3164" actId="948"/>
          <ac:spMkLst>
            <pc:docMk/>
            <pc:sldMk cId="1224306066" sldId="273"/>
            <ac:spMk id="3" creationId="{0557F080-C34A-6D14-0FF9-8AD113F117BF}"/>
          </ac:spMkLst>
        </pc:spChg>
        <pc:graphicFrameChg chg="mod">
          <ac:chgData name="Christina Karavioti" userId="dcb975a3-edb8-46a7-bb36-8f9b9207c6dd" providerId="ADAL" clId="{A81AB3F7-F041-4955-99BA-A0482B4A30E7}" dt="2025-06-24T11:43:26.880" v="3188"/>
          <ac:graphicFrameMkLst>
            <pc:docMk/>
            <pc:sldMk cId="1224306066" sldId="273"/>
            <ac:graphicFrameMk id="6" creationId="{4FC922B6-911A-B08E-209D-80ED55C2FEA0}"/>
          </ac:graphicFrameMkLst>
        </pc:graphicFrameChg>
        <pc:graphicFrameChg chg="mod">
          <ac:chgData name="Christina Karavioti" userId="dcb975a3-edb8-46a7-bb36-8f9b9207c6dd" providerId="ADAL" clId="{A81AB3F7-F041-4955-99BA-A0482B4A30E7}" dt="2025-06-24T11:43:22.462" v="3162" actId="1076"/>
          <ac:graphicFrameMkLst>
            <pc:docMk/>
            <pc:sldMk cId="1224306066" sldId="273"/>
            <ac:graphicFrameMk id="9" creationId="{DD690977-59F5-000D-1BCC-82BCBD8F7542}"/>
          </ac:graphicFrameMkLst>
        </pc:graphicFrameChg>
      </pc:sldChg>
      <pc:sldChg chg="addSp delSp modSp mod">
        <pc:chgData name="Christina Karavioti" userId="dcb975a3-edb8-46a7-bb36-8f9b9207c6dd" providerId="ADAL" clId="{A81AB3F7-F041-4955-99BA-A0482B4A30E7}" dt="2025-06-23T14:54:13.569" v="1087"/>
        <pc:sldMkLst>
          <pc:docMk/>
          <pc:sldMk cId="3167439427" sldId="274"/>
        </pc:sldMkLst>
        <pc:spChg chg="add del mod modVis">
          <ac:chgData name="Christina Karavioti" userId="dcb975a3-edb8-46a7-bb36-8f9b9207c6dd" providerId="ADAL" clId="{A81AB3F7-F041-4955-99BA-A0482B4A30E7}" dt="2025-06-23T14:54:09.793" v="1051"/>
          <ac:spMkLst>
            <pc:docMk/>
            <pc:sldMk cId="3167439427" sldId="274"/>
            <ac:spMk id="6" creationId="{FE472985-9B4D-0F6A-220C-AAD7756C8B0A}"/>
          </ac:spMkLst>
        </pc:spChg>
        <pc:spChg chg="add del mod modVis">
          <ac:chgData name="Christina Karavioti" userId="dcb975a3-edb8-46a7-bb36-8f9b9207c6dd" providerId="ADAL" clId="{A81AB3F7-F041-4955-99BA-A0482B4A30E7}" dt="2025-06-23T14:54:13.553" v="1085"/>
          <ac:spMkLst>
            <pc:docMk/>
            <pc:sldMk cId="3167439427" sldId="274"/>
            <ac:spMk id="7" creationId="{9562FE32-CFE1-877C-89CB-EBA676E70883}"/>
          </ac:spMkLst>
        </pc:spChg>
        <pc:spChg chg="mod">
          <ac:chgData name="Christina Karavioti" userId="dcb975a3-edb8-46a7-bb36-8f9b9207c6dd" providerId="ADAL" clId="{A81AB3F7-F041-4955-99BA-A0482B4A30E7}" dt="2025-06-23T14:54:13.538" v="1062" actId="948"/>
          <ac:spMkLst>
            <pc:docMk/>
            <pc:sldMk cId="3167439427" sldId="274"/>
            <ac:spMk id="3074" creationId="{F4BE6FAF-56C4-4029-B8A2-355E22A4CCFA}"/>
          </ac:spMkLst>
        </pc:spChg>
        <pc:graphicFrameChg chg="mod">
          <ac:chgData name="Christina Karavioti" userId="dcb975a3-edb8-46a7-bb36-8f9b9207c6dd" providerId="ADAL" clId="{A81AB3F7-F041-4955-99BA-A0482B4A30E7}" dt="2025-06-23T14:54:13.569" v="1087"/>
          <ac:graphicFrameMkLst>
            <pc:docMk/>
            <pc:sldMk cId="3167439427" sldId="274"/>
            <ac:graphicFrameMk id="3" creationId="{E42E6DE5-9310-34C0-0ECB-ACA8841D6686}"/>
          </ac:graphicFrameMkLst>
        </pc:graphicFrameChg>
      </pc:sldChg>
      <pc:sldChg chg="addSp delSp modSp mod">
        <pc:chgData name="Christina Karavioti" userId="dcb975a3-edb8-46a7-bb36-8f9b9207c6dd" providerId="ADAL" clId="{A81AB3F7-F041-4955-99BA-A0482B4A30E7}" dt="2025-06-24T11:41:21.929" v="2483"/>
        <pc:sldMkLst>
          <pc:docMk/>
          <pc:sldMk cId="577649731" sldId="277"/>
        </pc:sldMkLst>
        <pc:spChg chg="add del mod modVis">
          <ac:chgData name="Christina Karavioti" userId="dcb975a3-edb8-46a7-bb36-8f9b9207c6dd" providerId="ADAL" clId="{A81AB3F7-F041-4955-99BA-A0482B4A30E7}" dt="2025-06-24T11:41:21.929" v="2481"/>
          <ac:spMkLst>
            <pc:docMk/>
            <pc:sldMk cId="577649731" sldId="277"/>
            <ac:spMk id="2" creationId="{295D4C09-C13C-288B-0D45-1107531A21A4}"/>
          </ac:spMkLst>
        </pc:spChg>
        <pc:spChg chg="mod">
          <ac:chgData name="Christina Karavioti" userId="dcb975a3-edb8-46a7-bb36-8f9b9207c6dd" providerId="ADAL" clId="{A81AB3F7-F041-4955-99BA-A0482B4A30E7}" dt="2025-06-24T11:41:21.866" v="2459" actId="948"/>
          <ac:spMkLst>
            <pc:docMk/>
            <pc:sldMk cId="577649731" sldId="277"/>
            <ac:spMk id="3" creationId="{2F1ECE15-10CD-18F1-B54C-87DAC501E49C}"/>
          </ac:spMkLst>
        </pc:spChg>
        <pc:graphicFrameChg chg="mod">
          <ac:chgData name="Christina Karavioti" userId="dcb975a3-edb8-46a7-bb36-8f9b9207c6dd" providerId="ADAL" clId="{A81AB3F7-F041-4955-99BA-A0482B4A30E7}" dt="2025-06-24T11:41:21.929" v="2483"/>
          <ac:graphicFrameMkLst>
            <pc:docMk/>
            <pc:sldMk cId="577649731" sldId="277"/>
            <ac:graphicFrameMk id="6" creationId="{79755C8E-FDA3-4A55-CBFA-B0A7DBB1EE61}"/>
          </ac:graphicFrameMkLst>
        </pc:graphicFrameChg>
      </pc:sldChg>
      <pc:sldChg chg="addSp delSp modSp mod">
        <pc:chgData name="Christina Karavioti" userId="dcb975a3-edb8-46a7-bb36-8f9b9207c6dd" providerId="ADAL" clId="{A81AB3F7-F041-4955-99BA-A0482B4A30E7}" dt="2025-06-24T11:43:38.465" v="3266"/>
        <pc:sldMkLst>
          <pc:docMk/>
          <pc:sldMk cId="2393280207" sldId="281"/>
        </pc:sldMkLst>
        <pc:spChg chg="mod">
          <ac:chgData name="Christina Karavioti" userId="dcb975a3-edb8-46a7-bb36-8f9b9207c6dd" providerId="ADAL" clId="{A81AB3F7-F041-4955-99BA-A0482B4A30E7}" dt="2025-06-24T11:43:38.414" v="3242" actId="948"/>
          <ac:spMkLst>
            <pc:docMk/>
            <pc:sldMk cId="2393280207" sldId="281"/>
            <ac:spMk id="3" creationId="{AE91031B-2002-BD86-B19B-9C2FBA4EFDA6}"/>
          </ac:spMkLst>
        </pc:spChg>
        <pc:spChg chg="add del mod modVis">
          <ac:chgData name="Christina Karavioti" userId="dcb975a3-edb8-46a7-bb36-8f9b9207c6dd" providerId="ADAL" clId="{A81AB3F7-F041-4955-99BA-A0482B4A30E7}" dt="2025-06-24T11:43:38.465" v="3264"/>
          <ac:spMkLst>
            <pc:docMk/>
            <pc:sldMk cId="2393280207" sldId="281"/>
            <ac:spMk id="11" creationId="{BED93CE3-3D62-DF80-8970-B441A1164F9D}"/>
          </ac:spMkLst>
        </pc:spChg>
        <pc:graphicFrameChg chg="mod">
          <ac:chgData name="Christina Karavioti" userId="dcb975a3-edb8-46a7-bb36-8f9b9207c6dd" providerId="ADAL" clId="{A81AB3F7-F041-4955-99BA-A0482B4A30E7}" dt="2025-06-24T11:43:38.465" v="3266"/>
          <ac:graphicFrameMkLst>
            <pc:docMk/>
            <pc:sldMk cId="2393280207" sldId="281"/>
            <ac:graphicFrameMk id="6" creationId="{E3009B46-7172-D3E9-EC9C-56ED63551F85}"/>
          </ac:graphicFrameMkLst>
        </pc:graphicFrameChg>
      </pc:sldChg>
      <pc:sldChg chg="addSp delSp modSp mod">
        <pc:chgData name="Christina Karavioti" userId="dcb975a3-edb8-46a7-bb36-8f9b9207c6dd" providerId="ADAL" clId="{A81AB3F7-F041-4955-99BA-A0482B4A30E7}" dt="2025-06-24T11:41:08.608" v="2405"/>
        <pc:sldMkLst>
          <pc:docMk/>
          <pc:sldMk cId="384407750" sldId="310"/>
        </pc:sldMkLst>
        <pc:spChg chg="mod">
          <ac:chgData name="Christina Karavioti" userId="dcb975a3-edb8-46a7-bb36-8f9b9207c6dd" providerId="ADAL" clId="{A81AB3F7-F041-4955-99BA-A0482B4A30E7}" dt="2025-06-24T11:41:08.565" v="2381" actId="948"/>
          <ac:spMkLst>
            <pc:docMk/>
            <pc:sldMk cId="384407750" sldId="310"/>
            <ac:spMk id="3" creationId="{1260C598-6F18-80A9-128F-86267477C516}"/>
          </ac:spMkLst>
        </pc:spChg>
        <pc:spChg chg="add del mod modVis">
          <ac:chgData name="Christina Karavioti" userId="dcb975a3-edb8-46a7-bb36-8f9b9207c6dd" providerId="ADAL" clId="{A81AB3F7-F041-4955-99BA-A0482B4A30E7}" dt="2025-06-24T11:41:08.608" v="2403"/>
          <ac:spMkLst>
            <pc:docMk/>
            <pc:sldMk cId="384407750" sldId="310"/>
            <ac:spMk id="4" creationId="{0FECB9B6-986F-55A6-1DB0-0E2447045A27}"/>
          </ac:spMkLst>
        </pc:spChg>
        <pc:graphicFrameChg chg="mod">
          <ac:chgData name="Christina Karavioti" userId="dcb975a3-edb8-46a7-bb36-8f9b9207c6dd" providerId="ADAL" clId="{A81AB3F7-F041-4955-99BA-A0482B4A30E7}" dt="2025-06-24T11:41:08.608" v="2405"/>
          <ac:graphicFrameMkLst>
            <pc:docMk/>
            <pc:sldMk cId="384407750" sldId="310"/>
            <ac:graphicFrameMk id="6" creationId="{9CB50906-D7C0-3EA2-6C82-93F2E67FA703}"/>
          </ac:graphicFrameMkLst>
        </pc:graphicFrameChg>
      </pc:sldChg>
      <pc:sldChg chg="addSp delSp modSp mod">
        <pc:chgData name="Christina Karavioti" userId="dcb975a3-edb8-46a7-bb36-8f9b9207c6dd" providerId="ADAL" clId="{A81AB3F7-F041-4955-99BA-A0482B4A30E7}" dt="2025-06-24T11:42:41.904" v="2978"/>
        <pc:sldMkLst>
          <pc:docMk/>
          <pc:sldMk cId="3665183844" sldId="315"/>
        </pc:sldMkLst>
        <pc:spChg chg="mod">
          <ac:chgData name="Christina Karavioti" userId="dcb975a3-edb8-46a7-bb36-8f9b9207c6dd" providerId="ADAL" clId="{A81AB3F7-F041-4955-99BA-A0482B4A30E7}" dt="2025-06-24T11:42:41.857" v="2954" actId="948"/>
          <ac:spMkLst>
            <pc:docMk/>
            <pc:sldMk cId="3665183844" sldId="315"/>
            <ac:spMk id="3" creationId="{C0407B53-B0EA-3E5F-9B61-07D0C1046BB0}"/>
          </ac:spMkLst>
        </pc:spChg>
        <pc:spChg chg="add del mod modVis">
          <ac:chgData name="Christina Karavioti" userId="dcb975a3-edb8-46a7-bb36-8f9b9207c6dd" providerId="ADAL" clId="{A81AB3F7-F041-4955-99BA-A0482B4A30E7}" dt="2025-06-24T11:42:41.904" v="2976"/>
          <ac:spMkLst>
            <pc:docMk/>
            <pc:sldMk cId="3665183844" sldId="315"/>
            <ac:spMk id="29" creationId="{C73C6A0A-7882-0B8C-1879-14EB497513E4}"/>
          </ac:spMkLst>
        </pc:spChg>
        <pc:graphicFrameChg chg="mod">
          <ac:chgData name="Christina Karavioti" userId="dcb975a3-edb8-46a7-bb36-8f9b9207c6dd" providerId="ADAL" clId="{A81AB3F7-F041-4955-99BA-A0482B4A30E7}" dt="2025-06-24T11:42:41.904" v="2978"/>
          <ac:graphicFrameMkLst>
            <pc:docMk/>
            <pc:sldMk cId="3665183844" sldId="315"/>
            <ac:graphicFrameMk id="6" creationId="{689A3395-FC91-042F-25FF-368A65CB6EBF}"/>
          </ac:graphicFrameMkLst>
        </pc:graphicFrameChg>
      </pc:sldChg>
      <pc:sldChg chg="addSp delSp modSp mod">
        <pc:chgData name="Christina Karavioti" userId="dcb975a3-edb8-46a7-bb36-8f9b9207c6dd" providerId="ADAL" clId="{A81AB3F7-F041-4955-99BA-A0482B4A30E7}" dt="2025-06-24T11:39:38.830" v="2093"/>
        <pc:sldMkLst>
          <pc:docMk/>
          <pc:sldMk cId="1982964798" sldId="317"/>
        </pc:sldMkLst>
        <pc:spChg chg="mod">
          <ac:chgData name="Christina Karavioti" userId="dcb975a3-edb8-46a7-bb36-8f9b9207c6dd" providerId="ADAL" clId="{A81AB3F7-F041-4955-99BA-A0482B4A30E7}" dt="2025-06-24T11:39:38.799" v="2069" actId="948"/>
          <ac:spMkLst>
            <pc:docMk/>
            <pc:sldMk cId="1982964798" sldId="317"/>
            <ac:spMk id="3" creationId="{CADD3ACD-0FF0-06EA-4B56-17AAAD2A03DC}"/>
          </ac:spMkLst>
        </pc:spChg>
        <pc:spChg chg="add del mod modVis">
          <ac:chgData name="Christina Karavioti" userId="dcb975a3-edb8-46a7-bb36-8f9b9207c6dd" providerId="ADAL" clId="{A81AB3F7-F041-4955-99BA-A0482B4A30E7}" dt="2025-06-24T11:39:38.830" v="2091"/>
          <ac:spMkLst>
            <pc:docMk/>
            <pc:sldMk cId="1982964798" sldId="317"/>
            <ac:spMk id="16" creationId="{67C44E04-F025-C11E-59DA-13E7EB8F9596}"/>
          </ac:spMkLst>
        </pc:spChg>
        <pc:graphicFrameChg chg="mod">
          <ac:chgData name="Christina Karavioti" userId="dcb975a3-edb8-46a7-bb36-8f9b9207c6dd" providerId="ADAL" clId="{A81AB3F7-F041-4955-99BA-A0482B4A30E7}" dt="2025-06-24T11:39:38.830" v="2093"/>
          <ac:graphicFrameMkLst>
            <pc:docMk/>
            <pc:sldMk cId="1982964798" sldId="317"/>
            <ac:graphicFrameMk id="6" creationId="{D56EAED4-41DA-C93B-AEC0-E02A71FD153B}"/>
          </ac:graphicFrameMkLst>
        </pc:graphicFrameChg>
      </pc:sldChg>
      <pc:sldChg chg="addSp delSp modSp mod">
        <pc:chgData name="Christina Karavioti" userId="dcb975a3-edb8-46a7-bb36-8f9b9207c6dd" providerId="ADAL" clId="{A81AB3F7-F041-4955-99BA-A0482B4A30E7}" dt="2025-06-24T11:44:14.328" v="3448"/>
        <pc:sldMkLst>
          <pc:docMk/>
          <pc:sldMk cId="4168864983" sldId="318"/>
        </pc:sldMkLst>
        <pc:spChg chg="mod">
          <ac:chgData name="Christina Karavioti" userId="dcb975a3-edb8-46a7-bb36-8f9b9207c6dd" providerId="ADAL" clId="{A81AB3F7-F041-4955-99BA-A0482B4A30E7}" dt="2025-06-24T11:44:14.265" v="3424" actId="948"/>
          <ac:spMkLst>
            <pc:docMk/>
            <pc:sldMk cId="4168864983" sldId="318"/>
            <ac:spMk id="3" creationId="{69B8D3E2-AF54-3C1F-EAB4-FD5AAFF19DA9}"/>
          </ac:spMkLst>
        </pc:spChg>
        <pc:spChg chg="add del mod modVis">
          <ac:chgData name="Christina Karavioti" userId="dcb975a3-edb8-46a7-bb36-8f9b9207c6dd" providerId="ADAL" clId="{A81AB3F7-F041-4955-99BA-A0482B4A30E7}" dt="2025-06-24T11:44:14.312" v="3446"/>
          <ac:spMkLst>
            <pc:docMk/>
            <pc:sldMk cId="4168864983" sldId="318"/>
            <ac:spMk id="14" creationId="{443CDFCA-B5B0-D2E2-7DF9-FFDA417A930D}"/>
          </ac:spMkLst>
        </pc:spChg>
        <pc:graphicFrameChg chg="mod">
          <ac:chgData name="Christina Karavioti" userId="dcb975a3-edb8-46a7-bb36-8f9b9207c6dd" providerId="ADAL" clId="{A81AB3F7-F041-4955-99BA-A0482B4A30E7}" dt="2025-06-24T11:44:14.328" v="3448"/>
          <ac:graphicFrameMkLst>
            <pc:docMk/>
            <pc:sldMk cId="4168864983" sldId="318"/>
            <ac:graphicFrameMk id="6" creationId="{84C05D95-24F4-F029-0163-521E3F81EF6A}"/>
          </ac:graphicFrameMkLst>
        </pc:graphicFrameChg>
      </pc:sldChg>
      <pc:sldChg chg="addSp delSp modSp mod">
        <pc:chgData name="Christina Karavioti" userId="dcb975a3-edb8-46a7-bb36-8f9b9207c6dd" providerId="ADAL" clId="{A81AB3F7-F041-4955-99BA-A0482B4A30E7}" dt="2025-06-24T11:40:05.027" v="2249"/>
        <pc:sldMkLst>
          <pc:docMk/>
          <pc:sldMk cId="1090822718" sldId="319"/>
        </pc:sldMkLst>
        <pc:spChg chg="mod">
          <ac:chgData name="Christina Karavioti" userId="dcb975a3-edb8-46a7-bb36-8f9b9207c6dd" providerId="ADAL" clId="{A81AB3F7-F041-4955-99BA-A0482B4A30E7}" dt="2025-06-24T11:40:04.980" v="2225" actId="948"/>
          <ac:spMkLst>
            <pc:docMk/>
            <pc:sldMk cId="1090822718" sldId="319"/>
            <ac:spMk id="3" creationId="{B2BC263D-C16B-F990-DC2F-71CBC0F9D297}"/>
          </ac:spMkLst>
        </pc:spChg>
        <pc:spChg chg="add del mod modVis">
          <ac:chgData name="Christina Karavioti" userId="dcb975a3-edb8-46a7-bb36-8f9b9207c6dd" providerId="ADAL" clId="{A81AB3F7-F041-4955-99BA-A0482B4A30E7}" dt="2025-06-24T11:40:05.027" v="2247"/>
          <ac:spMkLst>
            <pc:docMk/>
            <pc:sldMk cId="1090822718" sldId="319"/>
            <ac:spMk id="11" creationId="{DA5312AE-7E50-DECB-E57A-58763A3D005D}"/>
          </ac:spMkLst>
        </pc:spChg>
        <pc:graphicFrameChg chg="mod">
          <ac:chgData name="Christina Karavioti" userId="dcb975a3-edb8-46a7-bb36-8f9b9207c6dd" providerId="ADAL" clId="{A81AB3F7-F041-4955-99BA-A0482B4A30E7}" dt="2025-06-24T11:40:05.027" v="2249"/>
          <ac:graphicFrameMkLst>
            <pc:docMk/>
            <pc:sldMk cId="1090822718" sldId="319"/>
            <ac:graphicFrameMk id="6" creationId="{D2718F3E-0319-E1E5-75B0-B35A97A9FDC7}"/>
          </ac:graphicFrameMkLst>
        </pc:graphicFrameChg>
      </pc:sldChg>
      <pc:sldChg chg="addSp delSp modSp mod">
        <pc:chgData name="Christina Karavioti" userId="dcb975a3-edb8-46a7-bb36-8f9b9207c6dd" providerId="ADAL" clId="{A81AB3F7-F041-4955-99BA-A0482B4A30E7}" dt="2025-06-24T11:42:34.986" v="2952"/>
        <pc:sldMkLst>
          <pc:docMk/>
          <pc:sldMk cId="568692694" sldId="320"/>
        </pc:sldMkLst>
        <pc:spChg chg="add del mod modVis">
          <ac:chgData name="Christina Karavioti" userId="dcb975a3-edb8-46a7-bb36-8f9b9207c6dd" providerId="ADAL" clId="{A81AB3F7-F041-4955-99BA-A0482B4A30E7}" dt="2025-06-24T11:42:34.986" v="2950"/>
          <ac:spMkLst>
            <pc:docMk/>
            <pc:sldMk cId="568692694" sldId="320"/>
            <ac:spMk id="2" creationId="{8DA8936E-FBC5-1398-D6F7-B99914286327}"/>
          </ac:spMkLst>
        </pc:spChg>
        <pc:spChg chg="mod">
          <ac:chgData name="Christina Karavioti" userId="dcb975a3-edb8-46a7-bb36-8f9b9207c6dd" providerId="ADAL" clId="{A81AB3F7-F041-4955-99BA-A0482B4A30E7}" dt="2025-06-24T11:42:34.945" v="2928" actId="948"/>
          <ac:spMkLst>
            <pc:docMk/>
            <pc:sldMk cId="568692694" sldId="320"/>
            <ac:spMk id="3" creationId="{F50332C2-B207-5BEF-61D4-CF64A3A9011B}"/>
          </ac:spMkLst>
        </pc:spChg>
        <pc:graphicFrameChg chg="mod">
          <ac:chgData name="Christina Karavioti" userId="dcb975a3-edb8-46a7-bb36-8f9b9207c6dd" providerId="ADAL" clId="{A81AB3F7-F041-4955-99BA-A0482B4A30E7}" dt="2025-06-24T11:42:34.986" v="2952"/>
          <ac:graphicFrameMkLst>
            <pc:docMk/>
            <pc:sldMk cId="568692694" sldId="320"/>
            <ac:graphicFrameMk id="6" creationId="{34035993-5F0F-3BD1-569E-C564EA223721}"/>
          </ac:graphicFrameMkLst>
        </pc:graphicFrameChg>
      </pc:sldChg>
      <pc:sldChg chg="addSp delSp modSp mod">
        <pc:chgData name="Christina Karavioti" userId="dcb975a3-edb8-46a7-bb36-8f9b9207c6dd" providerId="ADAL" clId="{A81AB3F7-F041-4955-99BA-A0482B4A30E7}" dt="2025-06-24T11:43:31.582" v="3214"/>
        <pc:sldMkLst>
          <pc:docMk/>
          <pc:sldMk cId="1475837611" sldId="321"/>
        </pc:sldMkLst>
        <pc:spChg chg="mod">
          <ac:chgData name="Christina Karavioti" userId="dcb975a3-edb8-46a7-bb36-8f9b9207c6dd" providerId="ADAL" clId="{A81AB3F7-F041-4955-99BA-A0482B4A30E7}" dt="2025-06-24T11:43:31.548" v="3190" actId="948"/>
          <ac:spMkLst>
            <pc:docMk/>
            <pc:sldMk cId="1475837611" sldId="321"/>
            <ac:spMk id="3" creationId="{94D90BBD-2F6E-45DA-8AE4-3CAE471A8233}"/>
          </ac:spMkLst>
        </pc:spChg>
        <pc:spChg chg="add del mod modVis">
          <ac:chgData name="Christina Karavioti" userId="dcb975a3-edb8-46a7-bb36-8f9b9207c6dd" providerId="ADAL" clId="{A81AB3F7-F041-4955-99BA-A0482B4A30E7}" dt="2025-06-24T11:43:31.582" v="3212"/>
          <ac:spMkLst>
            <pc:docMk/>
            <pc:sldMk cId="1475837611" sldId="321"/>
            <ac:spMk id="15" creationId="{B3D26E12-25AD-D933-B7BE-F5BA66A74896}"/>
          </ac:spMkLst>
        </pc:spChg>
        <pc:graphicFrameChg chg="mod">
          <ac:chgData name="Christina Karavioti" userId="dcb975a3-edb8-46a7-bb36-8f9b9207c6dd" providerId="ADAL" clId="{A81AB3F7-F041-4955-99BA-A0482B4A30E7}" dt="2025-06-24T11:43:31.582" v="3214"/>
          <ac:graphicFrameMkLst>
            <pc:docMk/>
            <pc:sldMk cId="1475837611" sldId="321"/>
            <ac:graphicFrameMk id="6" creationId="{D1938833-C8EB-1E55-FBAD-EC0109FD86B3}"/>
          </ac:graphicFrameMkLst>
        </pc:graphicFrameChg>
      </pc:sldChg>
      <pc:sldChg chg="addSp delSp modSp mod">
        <pc:chgData name="Christina Karavioti" userId="dcb975a3-edb8-46a7-bb36-8f9b9207c6dd" providerId="ADAL" clId="{A81AB3F7-F041-4955-99BA-A0482B4A30E7}" dt="2025-06-24T11:39:47.756" v="2145"/>
        <pc:sldMkLst>
          <pc:docMk/>
          <pc:sldMk cId="600353692" sldId="329"/>
        </pc:sldMkLst>
        <pc:spChg chg="add del mod modVis">
          <ac:chgData name="Christina Karavioti" userId="dcb975a3-edb8-46a7-bb36-8f9b9207c6dd" providerId="ADAL" clId="{A81AB3F7-F041-4955-99BA-A0482B4A30E7}" dt="2025-06-24T11:39:47.756" v="2143"/>
          <ac:spMkLst>
            <pc:docMk/>
            <pc:sldMk cId="600353692" sldId="329"/>
            <ac:spMk id="2" creationId="{51FFBD53-F8A6-14E4-994D-3E09AD0D3716}"/>
          </ac:spMkLst>
        </pc:spChg>
        <pc:spChg chg="mod">
          <ac:chgData name="Christina Karavioti" userId="dcb975a3-edb8-46a7-bb36-8f9b9207c6dd" providerId="ADAL" clId="{A81AB3F7-F041-4955-99BA-A0482B4A30E7}" dt="2025-06-24T11:39:47.695" v="2121" actId="948"/>
          <ac:spMkLst>
            <pc:docMk/>
            <pc:sldMk cId="600353692" sldId="329"/>
            <ac:spMk id="3" creationId="{6F5ACB82-529E-B6D5-5CC1-26B7FA6D314C}"/>
          </ac:spMkLst>
        </pc:spChg>
        <pc:graphicFrameChg chg="mod">
          <ac:chgData name="Christina Karavioti" userId="dcb975a3-edb8-46a7-bb36-8f9b9207c6dd" providerId="ADAL" clId="{A81AB3F7-F041-4955-99BA-A0482B4A30E7}" dt="2025-06-24T11:39:47.756" v="2145"/>
          <ac:graphicFrameMkLst>
            <pc:docMk/>
            <pc:sldMk cId="600353692" sldId="329"/>
            <ac:graphicFrameMk id="6" creationId="{ED9AF298-9E38-70B8-697F-4090847DFB98}"/>
          </ac:graphicFrameMkLst>
        </pc:graphicFrameChg>
      </pc:sldChg>
      <pc:sldChg chg="addSp delSp modSp mod">
        <pc:chgData name="Christina Karavioti" userId="dcb975a3-edb8-46a7-bb36-8f9b9207c6dd" providerId="ADAL" clId="{A81AB3F7-F041-4955-99BA-A0482B4A30E7}" dt="2025-06-24T11:40:53.025" v="2301"/>
        <pc:sldMkLst>
          <pc:docMk/>
          <pc:sldMk cId="1472779319" sldId="330"/>
        </pc:sldMkLst>
        <pc:spChg chg="mod">
          <ac:chgData name="Christina Karavioti" userId="dcb975a3-edb8-46a7-bb36-8f9b9207c6dd" providerId="ADAL" clId="{A81AB3F7-F041-4955-99BA-A0482B4A30E7}" dt="2025-06-24T11:40:52.994" v="2277" actId="948"/>
          <ac:spMkLst>
            <pc:docMk/>
            <pc:sldMk cId="1472779319" sldId="330"/>
            <ac:spMk id="3" creationId="{ECC8C9A9-311B-6B94-D863-6764456A10C3}"/>
          </ac:spMkLst>
        </pc:spChg>
        <pc:spChg chg="add del mod modVis">
          <ac:chgData name="Christina Karavioti" userId="dcb975a3-edb8-46a7-bb36-8f9b9207c6dd" providerId="ADAL" clId="{A81AB3F7-F041-4955-99BA-A0482B4A30E7}" dt="2025-06-24T11:40:53.025" v="2299"/>
          <ac:spMkLst>
            <pc:docMk/>
            <pc:sldMk cId="1472779319" sldId="330"/>
            <ac:spMk id="15" creationId="{F373E95C-3F6F-73E7-DE7C-CBB1317CEF51}"/>
          </ac:spMkLst>
        </pc:spChg>
        <pc:graphicFrameChg chg="mod">
          <ac:chgData name="Christina Karavioti" userId="dcb975a3-edb8-46a7-bb36-8f9b9207c6dd" providerId="ADAL" clId="{A81AB3F7-F041-4955-99BA-A0482B4A30E7}" dt="2025-06-24T11:40:53.025" v="2301"/>
          <ac:graphicFrameMkLst>
            <pc:docMk/>
            <pc:sldMk cId="1472779319" sldId="330"/>
            <ac:graphicFrameMk id="6" creationId="{A5E5A3AD-7013-3D78-B707-95AC68B8A991}"/>
          </ac:graphicFrameMkLst>
        </pc:graphicFrameChg>
      </pc:sldChg>
      <pc:sldChg chg="addSp delSp modSp mod">
        <pc:chgData name="Christina Karavioti" userId="dcb975a3-edb8-46a7-bb36-8f9b9207c6dd" providerId="ADAL" clId="{A81AB3F7-F041-4955-99BA-A0482B4A30E7}" dt="2025-06-24T11:41:00.179" v="2353"/>
        <pc:sldMkLst>
          <pc:docMk/>
          <pc:sldMk cId="1528327716" sldId="334"/>
        </pc:sldMkLst>
        <pc:spChg chg="mod">
          <ac:chgData name="Christina Karavioti" userId="dcb975a3-edb8-46a7-bb36-8f9b9207c6dd" providerId="ADAL" clId="{A81AB3F7-F041-4955-99BA-A0482B4A30E7}" dt="2025-06-24T11:41:00.132" v="2329" actId="948"/>
          <ac:spMkLst>
            <pc:docMk/>
            <pc:sldMk cId="1528327716" sldId="334"/>
            <ac:spMk id="3" creationId="{3202FF0E-961D-82D1-6E9C-F635B87BEDD6}"/>
          </ac:spMkLst>
        </pc:spChg>
        <pc:spChg chg="add del mod modVis">
          <ac:chgData name="Christina Karavioti" userId="dcb975a3-edb8-46a7-bb36-8f9b9207c6dd" providerId="ADAL" clId="{A81AB3F7-F041-4955-99BA-A0482B4A30E7}" dt="2025-06-24T11:41:00.179" v="2351"/>
          <ac:spMkLst>
            <pc:docMk/>
            <pc:sldMk cId="1528327716" sldId="334"/>
            <ac:spMk id="5" creationId="{3FA18B24-C20F-E501-9EC8-19A7ECE43F95}"/>
          </ac:spMkLst>
        </pc:spChg>
        <pc:graphicFrameChg chg="mod">
          <ac:chgData name="Christina Karavioti" userId="dcb975a3-edb8-46a7-bb36-8f9b9207c6dd" providerId="ADAL" clId="{A81AB3F7-F041-4955-99BA-A0482B4A30E7}" dt="2025-06-24T11:41:00.179" v="2353"/>
          <ac:graphicFrameMkLst>
            <pc:docMk/>
            <pc:sldMk cId="1528327716" sldId="334"/>
            <ac:graphicFrameMk id="6" creationId="{6127E6BC-6A66-077B-63DE-2F2124D5BBB8}"/>
          </ac:graphicFrameMkLst>
        </pc:graphicFrameChg>
      </pc:sldChg>
      <pc:sldChg chg="addSp delSp modSp mod">
        <pc:chgData name="Christina Karavioti" userId="dcb975a3-edb8-46a7-bb36-8f9b9207c6dd" providerId="ADAL" clId="{A81AB3F7-F041-4955-99BA-A0482B4A30E7}" dt="2025-06-24T11:39:32.920" v="2067"/>
        <pc:sldMkLst>
          <pc:docMk/>
          <pc:sldMk cId="9544856" sldId="339"/>
        </pc:sldMkLst>
        <pc:spChg chg="mod">
          <ac:chgData name="Christina Karavioti" userId="dcb975a3-edb8-46a7-bb36-8f9b9207c6dd" providerId="ADAL" clId="{A81AB3F7-F041-4955-99BA-A0482B4A30E7}" dt="2025-06-24T11:39:32.882" v="2043" actId="948"/>
          <ac:spMkLst>
            <pc:docMk/>
            <pc:sldMk cId="9544856" sldId="339"/>
            <ac:spMk id="3" creationId="{E66EAC63-C881-2D95-A54E-214F6668F528}"/>
          </ac:spMkLst>
        </pc:spChg>
        <pc:spChg chg="mod">
          <ac:chgData name="Christina Karavioti" userId="dcb975a3-edb8-46a7-bb36-8f9b9207c6dd" providerId="ADAL" clId="{A81AB3F7-F041-4955-99BA-A0482B4A30E7}" dt="2025-06-24T11:25:48.714" v="1435" actId="14100"/>
          <ac:spMkLst>
            <pc:docMk/>
            <pc:sldMk cId="9544856" sldId="339"/>
            <ac:spMk id="11" creationId="{6F77AE5F-A3FE-B7BF-B85A-60B25308A599}"/>
          </ac:spMkLst>
        </pc:spChg>
        <pc:spChg chg="mod">
          <ac:chgData name="Christina Karavioti" userId="dcb975a3-edb8-46a7-bb36-8f9b9207c6dd" providerId="ADAL" clId="{A81AB3F7-F041-4955-99BA-A0482B4A30E7}" dt="2025-06-24T11:25:05.491" v="1404" actId="1076"/>
          <ac:spMkLst>
            <pc:docMk/>
            <pc:sldMk cId="9544856" sldId="339"/>
            <ac:spMk id="21" creationId="{FE161A0C-197D-440F-072C-09D482218141}"/>
          </ac:spMkLst>
        </pc:spChg>
        <pc:spChg chg="add del mod modVis">
          <ac:chgData name="Christina Karavioti" userId="dcb975a3-edb8-46a7-bb36-8f9b9207c6dd" providerId="ADAL" clId="{A81AB3F7-F041-4955-99BA-A0482B4A30E7}" dt="2025-06-24T11:39:32.920" v="2065"/>
          <ac:spMkLst>
            <pc:docMk/>
            <pc:sldMk cId="9544856" sldId="339"/>
            <ac:spMk id="22" creationId="{B73338C0-13AC-1F9A-43D0-2684CFE9EED2}"/>
          </ac:spMkLst>
        </pc:spChg>
        <pc:spChg chg="mod">
          <ac:chgData name="Christina Karavioti" userId="dcb975a3-edb8-46a7-bb36-8f9b9207c6dd" providerId="ADAL" clId="{A81AB3F7-F041-4955-99BA-A0482B4A30E7}" dt="2025-06-24T11:25:05.491" v="1404" actId="1076"/>
          <ac:spMkLst>
            <pc:docMk/>
            <pc:sldMk cId="9544856" sldId="339"/>
            <ac:spMk id="24" creationId="{76F6AA03-9EA4-EF4F-D58F-8588E947848E}"/>
          </ac:spMkLst>
        </pc:spChg>
        <pc:spChg chg="mod">
          <ac:chgData name="Christina Karavioti" userId="dcb975a3-edb8-46a7-bb36-8f9b9207c6dd" providerId="ADAL" clId="{A81AB3F7-F041-4955-99BA-A0482B4A30E7}" dt="2025-06-24T11:25:05.491" v="1404" actId="1076"/>
          <ac:spMkLst>
            <pc:docMk/>
            <pc:sldMk cId="9544856" sldId="339"/>
            <ac:spMk id="28" creationId="{6D0445FA-21A6-8BA9-92CD-1F44865A2758}"/>
          </ac:spMkLst>
        </pc:spChg>
        <pc:grpChg chg="mod">
          <ac:chgData name="Christina Karavioti" userId="dcb975a3-edb8-46a7-bb36-8f9b9207c6dd" providerId="ADAL" clId="{A81AB3F7-F041-4955-99BA-A0482B4A30E7}" dt="2025-06-24T11:25:05.491" v="1404" actId="1076"/>
          <ac:grpSpMkLst>
            <pc:docMk/>
            <pc:sldMk cId="9544856" sldId="339"/>
            <ac:grpSpMk id="10" creationId="{706F9A89-31F8-3879-1BA2-F15B55339119}"/>
          </ac:grpSpMkLst>
        </pc:grpChg>
        <pc:grpChg chg="mod">
          <ac:chgData name="Christina Karavioti" userId="dcb975a3-edb8-46a7-bb36-8f9b9207c6dd" providerId="ADAL" clId="{A81AB3F7-F041-4955-99BA-A0482B4A30E7}" dt="2025-06-24T11:25:05.491" v="1404" actId="1076"/>
          <ac:grpSpMkLst>
            <pc:docMk/>
            <pc:sldMk cId="9544856" sldId="339"/>
            <ac:grpSpMk id="36" creationId="{77978DAF-39B5-E47B-0359-3FEAE8B9FE47}"/>
          </ac:grpSpMkLst>
        </pc:grpChg>
        <pc:grpChg chg="mod">
          <ac:chgData name="Christina Karavioti" userId="dcb975a3-edb8-46a7-bb36-8f9b9207c6dd" providerId="ADAL" clId="{A81AB3F7-F041-4955-99BA-A0482B4A30E7}" dt="2025-06-24T11:25:05.491" v="1404" actId="1076"/>
          <ac:grpSpMkLst>
            <pc:docMk/>
            <pc:sldMk cId="9544856" sldId="339"/>
            <ac:grpSpMk id="41" creationId="{D3B32674-4986-C458-1D56-47C98C3AE000}"/>
          </ac:grpSpMkLst>
        </pc:grpChg>
        <pc:graphicFrameChg chg="mod">
          <ac:chgData name="Christina Karavioti" userId="dcb975a3-edb8-46a7-bb36-8f9b9207c6dd" providerId="ADAL" clId="{A81AB3F7-F041-4955-99BA-A0482B4A30E7}" dt="2025-06-24T11:39:32.920" v="2067"/>
          <ac:graphicFrameMkLst>
            <pc:docMk/>
            <pc:sldMk cId="9544856" sldId="339"/>
            <ac:graphicFrameMk id="6" creationId="{37C92EC0-6D61-FF40-868D-A4B172FE7943}"/>
          </ac:graphicFrameMkLst>
        </pc:graphicFrameChg>
        <pc:graphicFrameChg chg="mod modGraphic">
          <ac:chgData name="Christina Karavioti" userId="dcb975a3-edb8-46a7-bb36-8f9b9207c6dd" providerId="ADAL" clId="{A81AB3F7-F041-4955-99BA-A0482B4A30E7}" dt="2025-06-24T11:25:40.300" v="1432" actId="20577"/>
          <ac:graphicFrameMkLst>
            <pc:docMk/>
            <pc:sldMk cId="9544856" sldId="339"/>
            <ac:graphicFrameMk id="17" creationId="{2573BC76-651E-4C32-5A4A-DAD71EB5F921}"/>
          </ac:graphicFrameMkLst>
        </pc:graphicFrameChg>
        <pc:picChg chg="mod">
          <ac:chgData name="Christina Karavioti" userId="dcb975a3-edb8-46a7-bb36-8f9b9207c6dd" providerId="ADAL" clId="{A81AB3F7-F041-4955-99BA-A0482B4A30E7}" dt="2025-06-24T11:25:05.491" v="1404" actId="1076"/>
          <ac:picMkLst>
            <pc:docMk/>
            <pc:sldMk cId="9544856" sldId="339"/>
            <ac:picMk id="20" creationId="{6CA9E916-D684-AA5E-F7A6-9CA9B407C0D2}"/>
          </ac:picMkLst>
        </pc:picChg>
        <pc:picChg chg="mod">
          <ac:chgData name="Christina Karavioti" userId="dcb975a3-edb8-46a7-bb36-8f9b9207c6dd" providerId="ADAL" clId="{A81AB3F7-F041-4955-99BA-A0482B4A30E7}" dt="2025-06-24T11:25:05.491" v="1404" actId="1076"/>
          <ac:picMkLst>
            <pc:docMk/>
            <pc:sldMk cId="9544856" sldId="339"/>
            <ac:picMk id="23" creationId="{5767C823-3A43-553A-F9FC-AE706C492C54}"/>
          </ac:picMkLst>
        </pc:picChg>
        <pc:picChg chg="mod">
          <ac:chgData name="Christina Karavioti" userId="dcb975a3-edb8-46a7-bb36-8f9b9207c6dd" providerId="ADAL" clId="{A81AB3F7-F041-4955-99BA-A0482B4A30E7}" dt="2025-06-24T11:25:05.491" v="1404" actId="1076"/>
          <ac:picMkLst>
            <pc:docMk/>
            <pc:sldMk cId="9544856" sldId="339"/>
            <ac:picMk id="27" creationId="{B8F921A3-B961-EE66-A8C0-C1207550519F}"/>
          </ac:picMkLst>
        </pc:picChg>
      </pc:sldChg>
      <pc:sldChg chg="addSp delSp modSp mod">
        <pc:chgData name="Christina Karavioti" userId="dcb975a3-edb8-46a7-bb36-8f9b9207c6dd" providerId="ADAL" clId="{A81AB3F7-F041-4955-99BA-A0482B4A30E7}" dt="2025-06-24T11:40:10.757" v="2275"/>
        <pc:sldMkLst>
          <pc:docMk/>
          <pc:sldMk cId="2021693095" sldId="340"/>
        </pc:sldMkLst>
        <pc:spChg chg="mod">
          <ac:chgData name="Christina Karavioti" userId="dcb975a3-edb8-46a7-bb36-8f9b9207c6dd" providerId="ADAL" clId="{A81AB3F7-F041-4955-99BA-A0482B4A30E7}" dt="2025-06-24T11:40:10.742" v="2251" actId="948"/>
          <ac:spMkLst>
            <pc:docMk/>
            <pc:sldMk cId="2021693095" sldId="340"/>
            <ac:spMk id="3" creationId="{2C3D62E1-0EF5-2516-48A3-F2794DA572BA}"/>
          </ac:spMkLst>
        </pc:spChg>
        <pc:spChg chg="add del mod modVis">
          <ac:chgData name="Christina Karavioti" userId="dcb975a3-edb8-46a7-bb36-8f9b9207c6dd" providerId="ADAL" clId="{A81AB3F7-F041-4955-99BA-A0482B4A30E7}" dt="2025-06-24T11:40:10.757" v="2273"/>
          <ac:spMkLst>
            <pc:docMk/>
            <pc:sldMk cId="2021693095" sldId="340"/>
            <ac:spMk id="4" creationId="{5A36AD2C-727A-ED1F-C0EB-7506D641226F}"/>
          </ac:spMkLst>
        </pc:spChg>
        <pc:graphicFrameChg chg="mod">
          <ac:chgData name="Christina Karavioti" userId="dcb975a3-edb8-46a7-bb36-8f9b9207c6dd" providerId="ADAL" clId="{A81AB3F7-F041-4955-99BA-A0482B4A30E7}" dt="2025-06-24T11:40:10.757" v="2275"/>
          <ac:graphicFrameMkLst>
            <pc:docMk/>
            <pc:sldMk cId="2021693095" sldId="340"/>
            <ac:graphicFrameMk id="6" creationId="{9BB8DE60-2A42-B537-D56D-394EE2EB289D}"/>
          </ac:graphicFrameMkLst>
        </pc:graphicFrameChg>
      </pc:sldChg>
      <pc:sldChg chg="addSp delSp modSp mod">
        <pc:chgData name="Christina Karavioti" userId="dcb975a3-edb8-46a7-bb36-8f9b9207c6dd" providerId="ADAL" clId="{A81AB3F7-F041-4955-99BA-A0482B4A30E7}" dt="2025-06-24T11:43:34.533" v="3240"/>
        <pc:sldMkLst>
          <pc:docMk/>
          <pc:sldMk cId="1211835809" sldId="342"/>
        </pc:sldMkLst>
        <pc:spChg chg="mod">
          <ac:chgData name="Christina Karavioti" userId="dcb975a3-edb8-46a7-bb36-8f9b9207c6dd" providerId="ADAL" clId="{A81AB3F7-F041-4955-99BA-A0482B4A30E7}" dt="2025-06-24T11:43:34.475" v="3216" actId="948"/>
          <ac:spMkLst>
            <pc:docMk/>
            <pc:sldMk cId="1211835809" sldId="342"/>
            <ac:spMk id="3" creationId="{C2AC0EA6-C9C7-4304-8267-EA947EBAAECC}"/>
          </ac:spMkLst>
        </pc:spChg>
        <pc:spChg chg="add del mod modVis">
          <ac:chgData name="Christina Karavioti" userId="dcb975a3-edb8-46a7-bb36-8f9b9207c6dd" providerId="ADAL" clId="{A81AB3F7-F041-4955-99BA-A0482B4A30E7}" dt="2025-06-24T11:43:34.533" v="3238"/>
          <ac:spMkLst>
            <pc:docMk/>
            <pc:sldMk cId="1211835809" sldId="342"/>
            <ac:spMk id="32" creationId="{77A0A546-B043-762D-12F4-F0BF67167C2F}"/>
          </ac:spMkLst>
        </pc:spChg>
        <pc:graphicFrameChg chg="mod">
          <ac:chgData name="Christina Karavioti" userId="dcb975a3-edb8-46a7-bb36-8f9b9207c6dd" providerId="ADAL" clId="{A81AB3F7-F041-4955-99BA-A0482B4A30E7}" dt="2025-06-24T11:43:34.533" v="3240"/>
          <ac:graphicFrameMkLst>
            <pc:docMk/>
            <pc:sldMk cId="1211835809" sldId="342"/>
            <ac:graphicFrameMk id="6" creationId="{BB8E012A-BC54-2715-5C82-7E5DC1C9DEEF}"/>
          </ac:graphicFrameMkLst>
        </pc:graphicFrameChg>
      </pc:sldChg>
      <pc:sldChg chg="addSp delSp modSp mod modCm">
        <pc:chgData name="Christina Karavioti" userId="dcb975a3-edb8-46a7-bb36-8f9b9207c6dd" providerId="ADAL" clId="{A81AB3F7-F041-4955-99BA-A0482B4A30E7}" dt="2025-06-24T08:44:29.458" v="1161"/>
        <pc:sldMkLst>
          <pc:docMk/>
          <pc:sldMk cId="1287489124" sldId="343"/>
        </pc:sldMkLst>
        <pc:spChg chg="add del mod modVis">
          <ac:chgData name="Christina Karavioti" userId="dcb975a3-edb8-46a7-bb36-8f9b9207c6dd" providerId="ADAL" clId="{A81AB3F7-F041-4955-99BA-A0482B4A30E7}" dt="2025-06-24T08:44:29.458" v="1159"/>
          <ac:spMkLst>
            <pc:docMk/>
            <pc:sldMk cId="1287489124" sldId="343"/>
            <ac:spMk id="2" creationId="{E2554156-31E8-D12B-AF4C-C8B9C000FC75}"/>
          </ac:spMkLst>
        </pc:spChg>
        <pc:spChg chg="mod">
          <ac:chgData name="Christina Karavioti" userId="dcb975a3-edb8-46a7-bb36-8f9b9207c6dd" providerId="ADAL" clId="{A81AB3F7-F041-4955-99BA-A0482B4A30E7}" dt="2025-06-24T08:44:29.414" v="1137" actId="948"/>
          <ac:spMkLst>
            <pc:docMk/>
            <pc:sldMk cId="1287489124" sldId="343"/>
            <ac:spMk id="3" creationId="{4B831C83-86AA-904F-C5AD-B01F91E65274}"/>
          </ac:spMkLst>
        </pc:spChg>
        <pc:graphicFrameChg chg="mod">
          <ac:chgData name="Christina Karavioti" userId="dcb975a3-edb8-46a7-bb36-8f9b9207c6dd" providerId="ADAL" clId="{A81AB3F7-F041-4955-99BA-A0482B4A30E7}" dt="2025-06-24T08:44:29.458" v="1161"/>
          <ac:graphicFrameMkLst>
            <pc:docMk/>
            <pc:sldMk cId="1287489124" sldId="343"/>
            <ac:graphicFrameMk id="9" creationId="{02BEA162-3AAB-1CB7-0E74-2B08DBC7204D}"/>
          </ac:graphicFrameMkLst>
        </pc:graphicFrame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A81AB3F7-F041-4955-99BA-A0482B4A30E7}" dt="2025-06-24T08:44:28.875" v="1136" actId="20577"/>
              <pc2:cmMkLst xmlns:pc2="http://schemas.microsoft.com/office/powerpoint/2019/9/main/command">
                <pc:docMk/>
                <pc:sldMk cId="1287489124" sldId="343"/>
                <pc2:cmMk id="{353BECB7-F9FB-470F-9F9A-10C1B6D9F31B}"/>
              </pc2:cmMkLst>
            </pc226:cmChg>
          </p:ext>
        </pc:extLst>
      </pc:sldChg>
      <pc:sldChg chg="addSp delSp modSp mod">
        <pc:chgData name="Christina Karavioti" userId="dcb975a3-edb8-46a7-bb36-8f9b9207c6dd" providerId="ADAL" clId="{A81AB3F7-F041-4955-99BA-A0482B4A30E7}" dt="2025-06-24T11:43:03.398" v="3082"/>
        <pc:sldMkLst>
          <pc:docMk/>
          <pc:sldMk cId="2932049140" sldId="351"/>
        </pc:sldMkLst>
        <pc:spChg chg="mod">
          <ac:chgData name="Christina Karavioti" userId="dcb975a3-edb8-46a7-bb36-8f9b9207c6dd" providerId="ADAL" clId="{A81AB3F7-F041-4955-99BA-A0482B4A30E7}" dt="2025-06-24T11:43:03.350" v="3058" actId="948"/>
          <ac:spMkLst>
            <pc:docMk/>
            <pc:sldMk cId="2932049140" sldId="351"/>
            <ac:spMk id="3" creationId="{88AE11A8-2630-2B55-6E50-26F76EC501E0}"/>
          </ac:spMkLst>
        </pc:spChg>
        <pc:spChg chg="add del mod modVis">
          <ac:chgData name="Christina Karavioti" userId="dcb975a3-edb8-46a7-bb36-8f9b9207c6dd" providerId="ADAL" clId="{A81AB3F7-F041-4955-99BA-A0482B4A30E7}" dt="2025-06-24T11:43:03.398" v="3080"/>
          <ac:spMkLst>
            <pc:docMk/>
            <pc:sldMk cId="2932049140" sldId="351"/>
            <ac:spMk id="15" creationId="{29F0830B-BAB4-ABAB-B105-1ABAE9B9D341}"/>
          </ac:spMkLst>
        </pc:spChg>
        <pc:graphicFrameChg chg="mod">
          <ac:chgData name="Christina Karavioti" userId="dcb975a3-edb8-46a7-bb36-8f9b9207c6dd" providerId="ADAL" clId="{A81AB3F7-F041-4955-99BA-A0482B4A30E7}" dt="2025-06-24T11:43:03.398" v="3082"/>
          <ac:graphicFrameMkLst>
            <pc:docMk/>
            <pc:sldMk cId="2932049140" sldId="351"/>
            <ac:graphicFrameMk id="6" creationId="{497E1028-3FF9-0F6B-7294-B3FAC049A005}"/>
          </ac:graphicFrameMkLst>
        </pc:graphicFrameChg>
      </pc:sldChg>
      <pc:sldChg chg="addSp delSp modSp mod">
        <pc:chgData name="Christina Karavioti" userId="dcb975a3-edb8-46a7-bb36-8f9b9207c6dd" providerId="ADAL" clId="{A81AB3F7-F041-4955-99BA-A0482B4A30E7}" dt="2025-06-24T11:42:23.931" v="2874"/>
        <pc:sldMkLst>
          <pc:docMk/>
          <pc:sldMk cId="3759371293" sldId="358"/>
        </pc:sldMkLst>
        <pc:spChg chg="mod ord">
          <ac:chgData name="Christina Karavioti" userId="dcb975a3-edb8-46a7-bb36-8f9b9207c6dd" providerId="ADAL" clId="{A81AB3F7-F041-4955-99BA-A0482B4A30E7}" dt="2025-06-24T11:42:23.859" v="2850" actId="948"/>
          <ac:spMkLst>
            <pc:docMk/>
            <pc:sldMk cId="3759371293" sldId="358"/>
            <ac:spMk id="3" creationId="{EF88A455-70C3-F3C9-5764-2B675D1E7B2C}"/>
          </ac:spMkLst>
        </pc:spChg>
        <pc:spChg chg="add mod ord">
          <ac:chgData name="Christina Karavioti" userId="dcb975a3-edb8-46a7-bb36-8f9b9207c6dd" providerId="ADAL" clId="{A81AB3F7-F041-4955-99BA-A0482B4A30E7}" dt="2025-06-24T11:29:59.731" v="1693" actId="207"/>
          <ac:spMkLst>
            <pc:docMk/>
            <pc:sldMk cId="3759371293" sldId="358"/>
            <ac:spMk id="4" creationId="{DD9C0442-A729-F1E3-CC7B-ED6BE8D47A28}"/>
          </ac:spMkLst>
        </pc:spChg>
        <pc:spChg chg="add del mod modVis">
          <ac:chgData name="Christina Karavioti" userId="dcb975a3-edb8-46a7-bb36-8f9b9207c6dd" providerId="ADAL" clId="{A81AB3F7-F041-4955-99BA-A0482B4A30E7}" dt="2025-06-24T11:29:58.906" v="1690"/>
          <ac:spMkLst>
            <pc:docMk/>
            <pc:sldMk cId="3759371293" sldId="358"/>
            <ac:spMk id="5" creationId="{07921E80-C57C-6581-4723-78BD124013EB}"/>
          </ac:spMkLst>
        </pc:spChg>
        <pc:spChg chg="add del mod modVis">
          <ac:chgData name="Christina Karavioti" userId="dcb975a3-edb8-46a7-bb36-8f9b9207c6dd" providerId="ADAL" clId="{A81AB3F7-F041-4955-99BA-A0482B4A30E7}" dt="2025-06-24T11:42:23.922" v="2872"/>
          <ac:spMkLst>
            <pc:docMk/>
            <pc:sldMk cId="3759371293" sldId="358"/>
            <ac:spMk id="7" creationId="{56122ED4-D27A-A8E8-0637-6316CD9A962B}"/>
          </ac:spMkLst>
        </pc:spChg>
        <pc:spChg chg="mod ord">
          <ac:chgData name="Christina Karavioti" userId="dcb975a3-edb8-46a7-bb36-8f9b9207c6dd" providerId="ADAL" clId="{A81AB3F7-F041-4955-99BA-A0482B4A30E7}" dt="2025-06-24T11:29:58.896" v="1672"/>
          <ac:spMkLst>
            <pc:docMk/>
            <pc:sldMk cId="3759371293" sldId="358"/>
            <ac:spMk id="11" creationId="{EC04DBF0-A1D4-1E99-D422-DDDA74D34D68}"/>
          </ac:spMkLst>
        </pc:spChg>
        <pc:spChg chg="mod ord">
          <ac:chgData name="Christina Karavioti" userId="dcb975a3-edb8-46a7-bb36-8f9b9207c6dd" providerId="ADAL" clId="{A81AB3F7-F041-4955-99BA-A0482B4A30E7}" dt="2025-06-24T11:29:58.896" v="1674"/>
          <ac:spMkLst>
            <pc:docMk/>
            <pc:sldMk cId="3759371293" sldId="358"/>
            <ac:spMk id="12" creationId="{E3542234-853C-77DF-D744-84053E425AA8}"/>
          </ac:spMkLst>
        </pc:spChg>
        <pc:spChg chg="mod ord">
          <ac:chgData name="Christina Karavioti" userId="dcb975a3-edb8-46a7-bb36-8f9b9207c6dd" providerId="ADAL" clId="{A81AB3F7-F041-4955-99BA-A0482B4A30E7}" dt="2025-06-24T11:29:58.896" v="1677"/>
          <ac:spMkLst>
            <pc:docMk/>
            <pc:sldMk cId="3759371293" sldId="358"/>
            <ac:spMk id="14" creationId="{02A8DC77-AFE9-D22D-253B-901180D5B708}"/>
          </ac:spMkLst>
        </pc:spChg>
        <pc:spChg chg="mod ord">
          <ac:chgData name="Christina Karavioti" userId="dcb975a3-edb8-46a7-bb36-8f9b9207c6dd" providerId="ADAL" clId="{A81AB3F7-F041-4955-99BA-A0482B4A30E7}" dt="2025-06-24T11:29:58.882" v="1653"/>
          <ac:spMkLst>
            <pc:docMk/>
            <pc:sldMk cId="3759371293" sldId="358"/>
            <ac:spMk id="27" creationId="{89736A56-8549-4E19-13B4-60D8750F09A6}"/>
          </ac:spMkLst>
        </pc:spChg>
        <pc:spChg chg="mod ord">
          <ac:chgData name="Christina Karavioti" userId="dcb975a3-edb8-46a7-bb36-8f9b9207c6dd" providerId="ADAL" clId="{A81AB3F7-F041-4955-99BA-A0482B4A30E7}" dt="2025-06-24T11:30:04.999" v="1695" actId="1035"/>
          <ac:spMkLst>
            <pc:docMk/>
            <pc:sldMk cId="3759371293" sldId="358"/>
            <ac:spMk id="29" creationId="{4C76B0B6-4B00-7899-C847-494C93ACA523}"/>
          </ac:spMkLst>
        </pc:spChg>
        <pc:grpChg chg="mod ord">
          <ac:chgData name="Christina Karavioti" userId="dcb975a3-edb8-46a7-bb36-8f9b9207c6dd" providerId="ADAL" clId="{A81AB3F7-F041-4955-99BA-A0482B4A30E7}" dt="2025-06-24T11:29:58.896" v="1684"/>
          <ac:grpSpMkLst>
            <pc:docMk/>
            <pc:sldMk cId="3759371293" sldId="358"/>
            <ac:grpSpMk id="17" creationId="{4A79C8B9-6225-43C2-6D2C-8462796C85FF}"/>
          </ac:grpSpMkLst>
        </pc:grpChg>
        <pc:grpChg chg="mod ord">
          <ac:chgData name="Christina Karavioti" userId="dcb975a3-edb8-46a7-bb36-8f9b9207c6dd" providerId="ADAL" clId="{A81AB3F7-F041-4955-99BA-A0482B4A30E7}" dt="2025-06-24T11:29:58.906" v="1688"/>
          <ac:grpSpMkLst>
            <pc:docMk/>
            <pc:sldMk cId="3759371293" sldId="358"/>
            <ac:grpSpMk id="19" creationId="{FCF2591E-A9E4-76FD-456A-BDFFF9D36B76}"/>
          </ac:grpSpMkLst>
        </pc:grpChg>
        <pc:grpChg chg="mod ord">
          <ac:chgData name="Christina Karavioti" userId="dcb975a3-edb8-46a7-bb36-8f9b9207c6dd" providerId="ADAL" clId="{A81AB3F7-F041-4955-99BA-A0482B4A30E7}" dt="2025-06-24T11:29:58.882" v="1667"/>
          <ac:grpSpMkLst>
            <pc:docMk/>
            <pc:sldMk cId="3759371293" sldId="358"/>
            <ac:grpSpMk id="22" creationId="{4CEEA63F-715E-C101-89C2-C05DE3041FE7}"/>
          </ac:grpSpMkLst>
        </pc:grpChg>
        <pc:graphicFrameChg chg="mod ord modGraphic">
          <ac:chgData name="Christina Karavioti" userId="dcb975a3-edb8-46a7-bb36-8f9b9207c6dd" providerId="ADAL" clId="{A81AB3F7-F041-4955-99BA-A0482B4A30E7}" dt="2025-06-24T11:30:14.146" v="1699" actId="20577"/>
          <ac:graphicFrameMkLst>
            <pc:docMk/>
            <pc:sldMk cId="3759371293" sldId="358"/>
            <ac:graphicFrameMk id="2" creationId="{8465EB42-C2FF-C70F-9528-BC3B55E139E9}"/>
          </ac:graphicFrameMkLst>
        </pc:graphicFrameChg>
        <pc:graphicFrameChg chg="mod">
          <ac:chgData name="Christina Karavioti" userId="dcb975a3-edb8-46a7-bb36-8f9b9207c6dd" providerId="ADAL" clId="{A81AB3F7-F041-4955-99BA-A0482B4A30E7}" dt="2025-06-24T11:42:23.931" v="2874"/>
          <ac:graphicFrameMkLst>
            <pc:docMk/>
            <pc:sldMk cId="3759371293" sldId="358"/>
            <ac:graphicFrameMk id="6" creationId="{1D0ACAC4-B9F5-A9AE-58FE-B5E56E73538D}"/>
          </ac:graphicFrameMkLst>
        </pc:graphicFrameChg>
        <pc:picChg chg="mod ord">
          <ac:chgData name="Christina Karavioti" userId="dcb975a3-edb8-46a7-bb36-8f9b9207c6dd" providerId="ADAL" clId="{A81AB3F7-F041-4955-99BA-A0482B4A30E7}" dt="2025-06-24T11:29:58.882" v="1669"/>
          <ac:picMkLst>
            <pc:docMk/>
            <pc:sldMk cId="3759371293" sldId="358"/>
            <ac:picMk id="9" creationId="{FCE1DD9C-ADAC-50F0-B298-ACC688D9CEC6}"/>
          </ac:picMkLst>
        </pc:picChg>
        <pc:picChg chg="mod">
          <ac:chgData name="Christina Karavioti" userId="dcb975a3-edb8-46a7-bb36-8f9b9207c6dd" providerId="ADAL" clId="{A81AB3F7-F041-4955-99BA-A0482B4A30E7}" dt="2025-06-24T11:29:58.896" v="1670"/>
          <ac:picMkLst>
            <pc:docMk/>
            <pc:sldMk cId="3759371293" sldId="358"/>
            <ac:picMk id="10" creationId="{7A4AB318-E881-50CC-43E7-361F0B42630E}"/>
          </ac:picMkLst>
        </pc:picChg>
        <pc:picChg chg="mod">
          <ac:chgData name="Christina Karavioti" userId="dcb975a3-edb8-46a7-bb36-8f9b9207c6dd" providerId="ADAL" clId="{A81AB3F7-F041-4955-99BA-A0482B4A30E7}" dt="2025-06-24T11:29:58.896" v="1675"/>
          <ac:picMkLst>
            <pc:docMk/>
            <pc:sldMk cId="3759371293" sldId="358"/>
            <ac:picMk id="13" creationId="{7419643F-053D-6B2D-1B4D-5A2889CFD9FF}"/>
          </ac:picMkLst>
        </pc:picChg>
        <pc:picChg chg="mod ord">
          <ac:chgData name="Christina Karavioti" userId="dcb975a3-edb8-46a7-bb36-8f9b9207c6dd" providerId="ADAL" clId="{A81AB3F7-F041-4955-99BA-A0482B4A30E7}" dt="2025-06-24T11:29:58.896" v="1679"/>
          <ac:picMkLst>
            <pc:docMk/>
            <pc:sldMk cId="3759371293" sldId="358"/>
            <ac:picMk id="15" creationId="{E5FC5E83-8D22-E2C9-EB9B-52435D8BD44F}"/>
          </ac:picMkLst>
        </pc:picChg>
        <pc:picChg chg="mod ord">
          <ac:chgData name="Christina Karavioti" userId="dcb975a3-edb8-46a7-bb36-8f9b9207c6dd" providerId="ADAL" clId="{A81AB3F7-F041-4955-99BA-A0482B4A30E7}" dt="2025-06-24T11:29:58.896" v="1681"/>
          <ac:picMkLst>
            <pc:docMk/>
            <pc:sldMk cId="3759371293" sldId="358"/>
            <ac:picMk id="18" creationId="{F00EF472-ACAC-F580-024C-47E425092E2B}"/>
          </ac:picMkLst>
        </pc:picChg>
        <pc:picChg chg="mod">
          <ac:chgData name="Christina Karavioti" userId="dcb975a3-edb8-46a7-bb36-8f9b9207c6dd" providerId="ADAL" clId="{A81AB3F7-F041-4955-99BA-A0482B4A30E7}" dt="2025-06-24T11:29:58.896" v="1682"/>
          <ac:picMkLst>
            <pc:docMk/>
            <pc:sldMk cId="3759371293" sldId="358"/>
            <ac:picMk id="20" creationId="{41C4BF4C-FE54-DB76-9B59-9042EB2289DC}"/>
          </ac:picMkLst>
        </pc:picChg>
        <pc:picChg chg="mod ord">
          <ac:chgData name="Christina Karavioti" userId="dcb975a3-edb8-46a7-bb36-8f9b9207c6dd" providerId="ADAL" clId="{A81AB3F7-F041-4955-99BA-A0482B4A30E7}" dt="2025-06-24T11:29:58.882" v="1659"/>
          <ac:picMkLst>
            <pc:docMk/>
            <pc:sldMk cId="3759371293" sldId="358"/>
            <ac:picMk id="26" creationId="{D625F441-0CB3-09CB-4A64-0FCEED35EC9A}"/>
          </ac:picMkLst>
        </pc:picChg>
        <pc:picChg chg="mod ord">
          <ac:chgData name="Christina Karavioti" userId="dcb975a3-edb8-46a7-bb36-8f9b9207c6dd" providerId="ADAL" clId="{A81AB3F7-F041-4955-99BA-A0482B4A30E7}" dt="2025-06-24T11:29:58.882" v="1661"/>
          <ac:picMkLst>
            <pc:docMk/>
            <pc:sldMk cId="3759371293" sldId="358"/>
            <ac:picMk id="31" creationId="{7E4375DF-8D5E-2C93-8989-62B993A448F7}"/>
          </ac:picMkLst>
        </pc:picChg>
        <pc:picChg chg="mod ord">
          <ac:chgData name="Christina Karavioti" userId="dcb975a3-edb8-46a7-bb36-8f9b9207c6dd" providerId="ADAL" clId="{A81AB3F7-F041-4955-99BA-A0482B4A30E7}" dt="2025-06-24T11:29:58.882" v="1663"/>
          <ac:picMkLst>
            <pc:docMk/>
            <pc:sldMk cId="3759371293" sldId="358"/>
            <ac:picMk id="36" creationId="{7AFB9F76-0A9E-E6CF-FBDD-391504C4EE4D}"/>
          </ac:picMkLst>
        </pc:picChg>
        <pc:picChg chg="mod ord">
          <ac:chgData name="Christina Karavioti" userId="dcb975a3-edb8-46a7-bb36-8f9b9207c6dd" providerId="ADAL" clId="{A81AB3F7-F041-4955-99BA-A0482B4A30E7}" dt="2025-06-24T11:29:58.882" v="1665"/>
          <ac:picMkLst>
            <pc:docMk/>
            <pc:sldMk cId="3759371293" sldId="358"/>
            <ac:picMk id="37" creationId="{A8A9BCC9-65B8-C1F3-1B11-47C761F17951}"/>
          </ac:picMkLst>
        </pc:picChg>
      </pc:sldChg>
      <pc:sldChg chg="addSp delSp modSp mod">
        <pc:chgData name="Christina Karavioti" userId="dcb975a3-edb8-46a7-bb36-8f9b9207c6dd" providerId="ADAL" clId="{A81AB3F7-F041-4955-99BA-A0482B4A30E7}" dt="2025-06-24T11:43:46.216" v="3318"/>
        <pc:sldMkLst>
          <pc:docMk/>
          <pc:sldMk cId="2024235552" sldId="360"/>
        </pc:sldMkLst>
        <pc:spChg chg="mod">
          <ac:chgData name="Christina Karavioti" userId="dcb975a3-edb8-46a7-bb36-8f9b9207c6dd" providerId="ADAL" clId="{A81AB3F7-F041-4955-99BA-A0482B4A30E7}" dt="2025-06-24T11:43:46.161" v="3294" actId="948"/>
          <ac:spMkLst>
            <pc:docMk/>
            <pc:sldMk cId="2024235552" sldId="360"/>
            <ac:spMk id="3" creationId="{E05CF28A-C97A-A19E-85E3-28A27E9D6B79}"/>
          </ac:spMkLst>
        </pc:spChg>
        <pc:spChg chg="add del mod modVis">
          <ac:chgData name="Christina Karavioti" userId="dcb975a3-edb8-46a7-bb36-8f9b9207c6dd" providerId="ADAL" clId="{A81AB3F7-F041-4955-99BA-A0482B4A30E7}" dt="2025-06-24T11:43:46.216" v="3316"/>
          <ac:spMkLst>
            <pc:docMk/>
            <pc:sldMk cId="2024235552" sldId="360"/>
            <ac:spMk id="13" creationId="{C9198F18-0108-3E9A-F685-6DB152E5615C}"/>
          </ac:spMkLst>
        </pc:spChg>
        <pc:graphicFrameChg chg="mod">
          <ac:chgData name="Christina Karavioti" userId="dcb975a3-edb8-46a7-bb36-8f9b9207c6dd" providerId="ADAL" clId="{A81AB3F7-F041-4955-99BA-A0482B4A30E7}" dt="2025-06-24T11:43:46.216" v="3318"/>
          <ac:graphicFrameMkLst>
            <pc:docMk/>
            <pc:sldMk cId="2024235552" sldId="360"/>
            <ac:graphicFrameMk id="6" creationId="{F087A220-5378-6E3A-8EE3-50ABDAE8D19B}"/>
          </ac:graphicFrameMkLst>
        </pc:graphicFrameChg>
      </pc:sldChg>
      <pc:sldChg chg="addSp delSp modSp mod">
        <pc:chgData name="Christina Karavioti" userId="dcb975a3-edb8-46a7-bb36-8f9b9207c6dd" providerId="ADAL" clId="{A81AB3F7-F041-4955-99BA-A0482B4A30E7}" dt="2025-06-24T11:43:52.735" v="3344"/>
        <pc:sldMkLst>
          <pc:docMk/>
          <pc:sldMk cId="3341016509" sldId="362"/>
        </pc:sldMkLst>
        <pc:spChg chg="add del mod modVis">
          <ac:chgData name="Christina Karavioti" userId="dcb975a3-edb8-46a7-bb36-8f9b9207c6dd" providerId="ADAL" clId="{A81AB3F7-F041-4955-99BA-A0482B4A30E7}" dt="2025-06-24T11:43:52.720" v="3342"/>
          <ac:spMkLst>
            <pc:docMk/>
            <pc:sldMk cId="3341016509" sldId="362"/>
            <ac:spMk id="2" creationId="{9BD0B002-77E7-ED01-9B0E-9C5A93EE5917}"/>
          </ac:spMkLst>
        </pc:spChg>
        <pc:spChg chg="mod">
          <ac:chgData name="Christina Karavioti" userId="dcb975a3-edb8-46a7-bb36-8f9b9207c6dd" providerId="ADAL" clId="{A81AB3F7-F041-4955-99BA-A0482B4A30E7}" dt="2025-06-24T11:43:52.688" v="3320" actId="948"/>
          <ac:spMkLst>
            <pc:docMk/>
            <pc:sldMk cId="3341016509" sldId="362"/>
            <ac:spMk id="3" creationId="{47635418-8A05-D171-ED63-BB0F818C8099}"/>
          </ac:spMkLst>
        </pc:spChg>
        <pc:spChg chg="mod">
          <ac:chgData name="Christina Karavioti" userId="dcb975a3-edb8-46a7-bb36-8f9b9207c6dd" providerId="ADAL" clId="{A81AB3F7-F041-4955-99BA-A0482B4A30E7}" dt="2025-06-24T11:31:38.961" v="1755" actId="1036"/>
          <ac:spMkLst>
            <pc:docMk/>
            <pc:sldMk cId="3341016509" sldId="362"/>
            <ac:spMk id="7" creationId="{84B64A68-8B24-1812-6919-3A8976422B3A}"/>
          </ac:spMkLst>
        </pc:spChg>
        <pc:graphicFrameChg chg="mod">
          <ac:chgData name="Christina Karavioti" userId="dcb975a3-edb8-46a7-bb36-8f9b9207c6dd" providerId="ADAL" clId="{A81AB3F7-F041-4955-99BA-A0482B4A30E7}" dt="2025-06-24T11:43:52.735" v="3344"/>
          <ac:graphicFrameMkLst>
            <pc:docMk/>
            <pc:sldMk cId="3341016509" sldId="362"/>
            <ac:graphicFrameMk id="6" creationId="{C7F3C1F3-26C4-19FC-FD58-76B8BD097A47}"/>
          </ac:graphicFrameMkLst>
        </pc:graphicFrameChg>
        <pc:graphicFrameChg chg="modGraphic">
          <ac:chgData name="Christina Karavioti" userId="dcb975a3-edb8-46a7-bb36-8f9b9207c6dd" providerId="ADAL" clId="{A81AB3F7-F041-4955-99BA-A0482B4A30E7}" dt="2025-06-24T11:31:32.466" v="1752" actId="20577"/>
          <ac:graphicFrameMkLst>
            <pc:docMk/>
            <pc:sldMk cId="3341016509" sldId="362"/>
            <ac:graphicFrameMk id="9" creationId="{8DCC1FBB-3A12-DC51-F078-65CCE43F105E}"/>
          </ac:graphicFrameMkLst>
        </pc:graphicFrameChg>
      </pc:sldChg>
      <pc:sldChg chg="addSp delSp modSp mod">
        <pc:chgData name="Christina Karavioti" userId="dcb975a3-edb8-46a7-bb36-8f9b9207c6dd" providerId="ADAL" clId="{A81AB3F7-F041-4955-99BA-A0482B4A30E7}" dt="2025-06-24T11:43:57.509" v="3370"/>
        <pc:sldMkLst>
          <pc:docMk/>
          <pc:sldMk cId="1940406612" sldId="363"/>
        </pc:sldMkLst>
        <pc:spChg chg="add del mod modVis">
          <ac:chgData name="Christina Karavioti" userId="dcb975a3-edb8-46a7-bb36-8f9b9207c6dd" providerId="ADAL" clId="{A81AB3F7-F041-4955-99BA-A0482B4A30E7}" dt="2025-06-24T11:43:57.509" v="3368"/>
          <ac:spMkLst>
            <pc:docMk/>
            <pc:sldMk cId="1940406612" sldId="363"/>
            <ac:spMk id="2" creationId="{A9211E89-F087-56D2-DEFD-7DBBE451B770}"/>
          </ac:spMkLst>
        </pc:spChg>
        <pc:spChg chg="mod">
          <ac:chgData name="Christina Karavioti" userId="dcb975a3-edb8-46a7-bb36-8f9b9207c6dd" providerId="ADAL" clId="{A81AB3F7-F041-4955-99BA-A0482B4A30E7}" dt="2025-06-24T11:43:57.447" v="3346" actId="948"/>
          <ac:spMkLst>
            <pc:docMk/>
            <pc:sldMk cId="1940406612" sldId="363"/>
            <ac:spMk id="3" creationId="{7061FC29-FD18-8B31-F5A0-BF912AF0D976}"/>
          </ac:spMkLst>
        </pc:spChg>
        <pc:graphicFrameChg chg="mod">
          <ac:chgData name="Christina Karavioti" userId="dcb975a3-edb8-46a7-bb36-8f9b9207c6dd" providerId="ADAL" clId="{A81AB3F7-F041-4955-99BA-A0482B4A30E7}" dt="2025-06-24T11:43:57.509" v="3370"/>
          <ac:graphicFrameMkLst>
            <pc:docMk/>
            <pc:sldMk cId="1940406612" sldId="363"/>
            <ac:graphicFrameMk id="6" creationId="{3839364C-4E9A-1932-D8C2-F9EE45EA481D}"/>
          </ac:graphicFrameMkLst>
        </pc:graphicFrameChg>
      </pc:sldChg>
      <pc:sldChg chg="addSp delSp modSp mod">
        <pc:chgData name="Christina Karavioti" userId="dcb975a3-edb8-46a7-bb36-8f9b9207c6dd" providerId="ADAL" clId="{A81AB3F7-F041-4955-99BA-A0482B4A30E7}" dt="2025-06-24T11:42:28.121" v="2900"/>
        <pc:sldMkLst>
          <pc:docMk/>
          <pc:sldMk cId="1719837873" sldId="367"/>
        </pc:sldMkLst>
        <pc:spChg chg="add del mod modVis">
          <ac:chgData name="Christina Karavioti" userId="dcb975a3-edb8-46a7-bb36-8f9b9207c6dd" providerId="ADAL" clId="{A81AB3F7-F041-4955-99BA-A0482B4A30E7}" dt="2025-06-24T11:42:28.106" v="2898"/>
          <ac:spMkLst>
            <pc:docMk/>
            <pc:sldMk cId="1719837873" sldId="367"/>
            <ac:spMk id="2" creationId="{37410898-182E-6438-A0D3-9D8261546E3B}"/>
          </ac:spMkLst>
        </pc:spChg>
        <pc:spChg chg="mod">
          <ac:chgData name="Christina Karavioti" userId="dcb975a3-edb8-46a7-bb36-8f9b9207c6dd" providerId="ADAL" clId="{A81AB3F7-F041-4955-99BA-A0482B4A30E7}" dt="2025-06-24T11:42:28.075" v="2876" actId="948"/>
          <ac:spMkLst>
            <pc:docMk/>
            <pc:sldMk cId="1719837873" sldId="367"/>
            <ac:spMk id="3" creationId="{56409705-343B-F763-2F3F-36EC46B190F2}"/>
          </ac:spMkLst>
        </pc:spChg>
        <pc:graphicFrameChg chg="mod">
          <ac:chgData name="Christina Karavioti" userId="dcb975a3-edb8-46a7-bb36-8f9b9207c6dd" providerId="ADAL" clId="{A81AB3F7-F041-4955-99BA-A0482B4A30E7}" dt="2025-06-24T11:42:28.121" v="2900"/>
          <ac:graphicFrameMkLst>
            <pc:docMk/>
            <pc:sldMk cId="1719837873" sldId="367"/>
            <ac:graphicFrameMk id="6" creationId="{9973D82A-12F4-3D87-23FA-22903443E9C5}"/>
          </ac:graphicFrameMkLst>
        </pc:graphicFrameChg>
      </pc:sldChg>
      <pc:sldChg chg="addSp delSp modSp mod">
        <pc:chgData name="Christina Karavioti" userId="dcb975a3-edb8-46a7-bb36-8f9b9207c6dd" providerId="ADAL" clId="{A81AB3F7-F041-4955-99BA-A0482B4A30E7}" dt="2025-06-24T11:42:31.256" v="2926"/>
        <pc:sldMkLst>
          <pc:docMk/>
          <pc:sldMk cId="2211699975" sldId="368"/>
        </pc:sldMkLst>
        <pc:spChg chg="add del mod modVis">
          <ac:chgData name="Christina Karavioti" userId="dcb975a3-edb8-46a7-bb36-8f9b9207c6dd" providerId="ADAL" clId="{A81AB3F7-F041-4955-99BA-A0482B4A30E7}" dt="2025-06-24T11:42:31.256" v="2924"/>
          <ac:spMkLst>
            <pc:docMk/>
            <pc:sldMk cId="2211699975" sldId="368"/>
            <ac:spMk id="2" creationId="{183BC5D6-BA97-1975-DA37-8D69390F5CA0}"/>
          </ac:spMkLst>
        </pc:spChg>
        <pc:spChg chg="mod">
          <ac:chgData name="Christina Karavioti" userId="dcb975a3-edb8-46a7-bb36-8f9b9207c6dd" providerId="ADAL" clId="{A81AB3F7-F041-4955-99BA-A0482B4A30E7}" dt="2025-06-24T11:42:31.209" v="2902" actId="948"/>
          <ac:spMkLst>
            <pc:docMk/>
            <pc:sldMk cId="2211699975" sldId="368"/>
            <ac:spMk id="3" creationId="{5236D648-1F94-AB4E-193B-A7EC47CB19FE}"/>
          </ac:spMkLst>
        </pc:spChg>
        <pc:graphicFrameChg chg="mod">
          <ac:chgData name="Christina Karavioti" userId="dcb975a3-edb8-46a7-bb36-8f9b9207c6dd" providerId="ADAL" clId="{A81AB3F7-F041-4955-99BA-A0482B4A30E7}" dt="2025-06-24T11:42:31.256" v="2926"/>
          <ac:graphicFrameMkLst>
            <pc:docMk/>
            <pc:sldMk cId="2211699975" sldId="368"/>
            <ac:graphicFrameMk id="6" creationId="{EC493270-117F-BC11-90EA-FCCA4509F46B}"/>
          </ac:graphicFrameMkLst>
        </pc:graphicFrameChg>
      </pc:sldChg>
      <pc:sldChg chg="addSp delSp modSp mod">
        <pc:chgData name="Christina Karavioti" userId="dcb975a3-edb8-46a7-bb36-8f9b9207c6dd" providerId="ADAL" clId="{A81AB3F7-F041-4955-99BA-A0482B4A30E7}" dt="2025-06-24T11:42:19.525" v="2848"/>
        <pc:sldMkLst>
          <pc:docMk/>
          <pc:sldMk cId="3628387014" sldId="369"/>
        </pc:sldMkLst>
        <pc:spChg chg="mod">
          <ac:chgData name="Christina Karavioti" userId="dcb975a3-edb8-46a7-bb36-8f9b9207c6dd" providerId="ADAL" clId="{A81AB3F7-F041-4955-99BA-A0482B4A30E7}" dt="2025-06-24T11:42:19.489" v="2824" actId="948"/>
          <ac:spMkLst>
            <pc:docMk/>
            <pc:sldMk cId="3628387014" sldId="369"/>
            <ac:spMk id="3" creationId="{CE9A9401-37DB-DB75-F846-E890D7BF5099}"/>
          </ac:spMkLst>
        </pc:spChg>
        <pc:spChg chg="add del mod modVis">
          <ac:chgData name="Christina Karavioti" userId="dcb975a3-edb8-46a7-bb36-8f9b9207c6dd" providerId="ADAL" clId="{A81AB3F7-F041-4955-99BA-A0482B4A30E7}" dt="2025-06-24T11:42:19.525" v="2846"/>
          <ac:spMkLst>
            <pc:docMk/>
            <pc:sldMk cId="3628387014" sldId="369"/>
            <ac:spMk id="18" creationId="{0875BE12-AB3B-B41C-3EFA-4B6CE4D8C54B}"/>
          </ac:spMkLst>
        </pc:spChg>
        <pc:graphicFrameChg chg="mod">
          <ac:chgData name="Christina Karavioti" userId="dcb975a3-edb8-46a7-bb36-8f9b9207c6dd" providerId="ADAL" clId="{A81AB3F7-F041-4955-99BA-A0482B4A30E7}" dt="2025-06-24T11:42:19.525" v="2848"/>
          <ac:graphicFrameMkLst>
            <pc:docMk/>
            <pc:sldMk cId="3628387014" sldId="369"/>
            <ac:graphicFrameMk id="6" creationId="{F54CFA89-82E3-D24A-5C80-309BC0641551}"/>
          </ac:graphicFrameMkLst>
        </pc:graphicFrameChg>
      </pc:sldChg>
      <pc:sldChg chg="delSp modSp mod">
        <pc:chgData name="Christina Karavioti" userId="dcb975a3-edb8-46a7-bb36-8f9b9207c6dd" providerId="ADAL" clId="{A81AB3F7-F041-4955-99BA-A0482B4A30E7}" dt="2025-06-23T14:49:05.021" v="970" actId="13926"/>
        <pc:sldMkLst>
          <pc:docMk/>
          <pc:sldMk cId="575865536" sldId="372"/>
        </pc:sldMkLst>
        <pc:spChg chg="del">
          <ac:chgData name="Christina Karavioti" userId="dcb975a3-edb8-46a7-bb36-8f9b9207c6dd" providerId="ADAL" clId="{A81AB3F7-F041-4955-99BA-A0482B4A30E7}" dt="2025-06-23T14:46:05.657" v="943" actId="478"/>
          <ac:spMkLst>
            <pc:docMk/>
            <pc:sldMk cId="575865536" sldId="372"/>
            <ac:spMk id="5" creationId="{5D0CD1C2-A57D-AE52-0273-3812EF223865}"/>
          </ac:spMkLst>
        </pc:spChg>
        <pc:spChg chg="mod">
          <ac:chgData name="Christina Karavioti" userId="dcb975a3-edb8-46a7-bb36-8f9b9207c6dd" providerId="ADAL" clId="{A81AB3F7-F041-4955-99BA-A0482B4A30E7}" dt="2025-06-23T14:47:59.538" v="958"/>
          <ac:spMkLst>
            <pc:docMk/>
            <pc:sldMk cId="575865536" sldId="372"/>
            <ac:spMk id="7" creationId="{4B28C5C9-DA90-0B7F-812E-B00E6FC6F555}"/>
          </ac:spMkLst>
        </pc:spChg>
        <pc:spChg chg="mod">
          <ac:chgData name="Christina Karavioti" userId="dcb975a3-edb8-46a7-bb36-8f9b9207c6dd" providerId="ADAL" clId="{A81AB3F7-F041-4955-99BA-A0482B4A30E7}" dt="2025-06-23T14:48:09.733" v="959"/>
          <ac:spMkLst>
            <pc:docMk/>
            <pc:sldMk cId="575865536" sldId="372"/>
            <ac:spMk id="9" creationId="{89833B81-48E0-45DF-AEF6-D5E029028160}"/>
          </ac:spMkLst>
        </pc:spChg>
        <pc:spChg chg="mod">
          <ac:chgData name="Christina Karavioti" userId="dcb975a3-edb8-46a7-bb36-8f9b9207c6dd" providerId="ADAL" clId="{A81AB3F7-F041-4955-99BA-A0482B4A30E7}" dt="2025-06-23T14:48:48.201" v="962"/>
          <ac:spMkLst>
            <pc:docMk/>
            <pc:sldMk cId="575865536" sldId="372"/>
            <ac:spMk id="12" creationId="{0838CE08-07B9-01EA-5389-A7B20C1455D0}"/>
          </ac:spMkLst>
        </pc:spChg>
        <pc:spChg chg="mod">
          <ac:chgData name="Christina Karavioti" userId="dcb975a3-edb8-46a7-bb36-8f9b9207c6dd" providerId="ADAL" clId="{A81AB3F7-F041-4955-99BA-A0482B4A30E7}" dt="2025-06-23T14:47:14.773" v="955"/>
          <ac:spMkLst>
            <pc:docMk/>
            <pc:sldMk cId="575865536" sldId="372"/>
            <ac:spMk id="13" creationId="{23E4C7A8-1D80-C61B-F52E-218BD1125EDB}"/>
          </ac:spMkLst>
        </pc:spChg>
        <pc:spChg chg="mod">
          <ac:chgData name="Christina Karavioti" userId="dcb975a3-edb8-46a7-bb36-8f9b9207c6dd" providerId="ADAL" clId="{A81AB3F7-F041-4955-99BA-A0482B4A30E7}" dt="2025-06-23T14:47:42.495" v="957"/>
          <ac:spMkLst>
            <pc:docMk/>
            <pc:sldMk cId="575865536" sldId="372"/>
            <ac:spMk id="14" creationId="{A46D1803-B76C-EA5D-9419-4E942D935FB9}"/>
          </ac:spMkLst>
        </pc:spChg>
        <pc:spChg chg="mod">
          <ac:chgData name="Christina Karavioti" userId="dcb975a3-edb8-46a7-bb36-8f9b9207c6dd" providerId="ADAL" clId="{A81AB3F7-F041-4955-99BA-A0482B4A30E7}" dt="2025-06-23T14:45:21.746" v="936" actId="20577"/>
          <ac:spMkLst>
            <pc:docMk/>
            <pc:sldMk cId="575865536" sldId="372"/>
            <ac:spMk id="16" creationId="{98C16F5C-A3D6-0CC5-DC1B-BB010752B6C5}"/>
          </ac:spMkLst>
        </pc:spChg>
        <pc:spChg chg="mod">
          <ac:chgData name="Christina Karavioti" userId="dcb975a3-edb8-46a7-bb36-8f9b9207c6dd" providerId="ADAL" clId="{A81AB3F7-F041-4955-99BA-A0482B4A30E7}" dt="2025-06-23T14:46:13.222" v="945" actId="13926"/>
          <ac:spMkLst>
            <pc:docMk/>
            <pc:sldMk cId="575865536" sldId="372"/>
            <ac:spMk id="17" creationId="{C172652F-B634-A817-D65D-FEC569FE18F5}"/>
          </ac:spMkLst>
        </pc:spChg>
        <pc:spChg chg="mod">
          <ac:chgData name="Christina Karavioti" userId="dcb975a3-edb8-46a7-bb36-8f9b9207c6dd" providerId="ADAL" clId="{A81AB3F7-F041-4955-99BA-A0482B4A30E7}" dt="2025-06-23T14:47:24.434" v="956"/>
          <ac:spMkLst>
            <pc:docMk/>
            <pc:sldMk cId="575865536" sldId="372"/>
            <ac:spMk id="18" creationId="{BBFB09F9-C5C2-9452-8295-A136F6AAD725}"/>
          </ac:spMkLst>
        </pc:spChg>
        <pc:spChg chg="mod">
          <ac:chgData name="Christina Karavioti" userId="dcb975a3-edb8-46a7-bb36-8f9b9207c6dd" providerId="ADAL" clId="{A81AB3F7-F041-4955-99BA-A0482B4A30E7}" dt="2025-06-23T14:46:32.416" v="948" actId="13926"/>
          <ac:spMkLst>
            <pc:docMk/>
            <pc:sldMk cId="575865536" sldId="372"/>
            <ac:spMk id="19" creationId="{C404E169-EE7E-AD2A-9789-20048214F10A}"/>
          </ac:spMkLst>
        </pc:spChg>
        <pc:spChg chg="mod">
          <ac:chgData name="Christina Karavioti" userId="dcb975a3-edb8-46a7-bb36-8f9b9207c6dd" providerId="ADAL" clId="{A81AB3F7-F041-4955-99BA-A0482B4A30E7}" dt="2025-06-23T14:46:53.250" v="954" actId="13926"/>
          <ac:spMkLst>
            <pc:docMk/>
            <pc:sldMk cId="575865536" sldId="372"/>
            <ac:spMk id="20" creationId="{774A5385-9541-0907-3B83-67641C4A148F}"/>
          </ac:spMkLst>
        </pc:spChg>
        <pc:spChg chg="mod">
          <ac:chgData name="Christina Karavioti" userId="dcb975a3-edb8-46a7-bb36-8f9b9207c6dd" providerId="ADAL" clId="{A81AB3F7-F041-4955-99BA-A0482B4A30E7}" dt="2025-06-23T14:49:05.021" v="970" actId="13926"/>
          <ac:spMkLst>
            <pc:docMk/>
            <pc:sldMk cId="575865536" sldId="372"/>
            <ac:spMk id="22" creationId="{AE9A82AD-FBFD-39CC-CDE5-799ABAD131AB}"/>
          </ac:spMkLst>
        </pc:spChg>
        <pc:spChg chg="mod">
          <ac:chgData name="Christina Karavioti" userId="dcb975a3-edb8-46a7-bb36-8f9b9207c6dd" providerId="ADAL" clId="{A81AB3F7-F041-4955-99BA-A0482B4A30E7}" dt="2025-06-23T14:48:20.784" v="960"/>
          <ac:spMkLst>
            <pc:docMk/>
            <pc:sldMk cId="575865536" sldId="372"/>
            <ac:spMk id="23" creationId="{1F33B425-DF94-DEFA-7BE4-1C3716224CBC}"/>
          </ac:spMkLst>
        </pc:spChg>
        <pc:spChg chg="mod">
          <ac:chgData name="Christina Karavioti" userId="dcb975a3-edb8-46a7-bb36-8f9b9207c6dd" providerId="ADAL" clId="{A81AB3F7-F041-4955-99BA-A0482B4A30E7}" dt="2025-06-23T14:48:35.277" v="961"/>
          <ac:spMkLst>
            <pc:docMk/>
            <pc:sldMk cId="575865536" sldId="372"/>
            <ac:spMk id="24" creationId="{924EB204-DAF3-7500-AC73-F23E1D805C27}"/>
          </ac:spMkLst>
        </pc:spChg>
      </pc:sldChg>
      <pc:sldChg chg="addSp delSp modSp mod">
        <pc:chgData name="Christina Karavioti" userId="dcb975a3-edb8-46a7-bb36-8f9b9207c6dd" providerId="ADAL" clId="{A81AB3F7-F041-4955-99BA-A0482B4A30E7}" dt="2025-06-24T11:42:01.502" v="2717"/>
        <pc:sldMkLst>
          <pc:docMk/>
          <pc:sldMk cId="428143163" sldId="374"/>
        </pc:sldMkLst>
        <pc:spChg chg="mod">
          <ac:chgData name="Christina Karavioti" userId="dcb975a3-edb8-46a7-bb36-8f9b9207c6dd" providerId="ADAL" clId="{A81AB3F7-F041-4955-99BA-A0482B4A30E7}" dt="2025-06-24T11:42:01.460" v="2693" actId="948"/>
          <ac:spMkLst>
            <pc:docMk/>
            <pc:sldMk cId="428143163" sldId="374"/>
            <ac:spMk id="3" creationId="{72CB4B9E-0573-2032-2AF2-BCF6C7D38620}"/>
          </ac:spMkLst>
        </pc:spChg>
        <pc:spChg chg="add del mod modVis">
          <ac:chgData name="Christina Karavioti" userId="dcb975a3-edb8-46a7-bb36-8f9b9207c6dd" providerId="ADAL" clId="{A81AB3F7-F041-4955-99BA-A0482B4A30E7}" dt="2025-06-24T11:42:01.498" v="2715"/>
          <ac:spMkLst>
            <pc:docMk/>
            <pc:sldMk cId="428143163" sldId="374"/>
            <ac:spMk id="8" creationId="{82AD6A4E-0F4E-1593-B4F5-1DFDB2FCA419}"/>
          </ac:spMkLst>
        </pc:spChg>
        <pc:graphicFrameChg chg="mod">
          <ac:chgData name="Christina Karavioti" userId="dcb975a3-edb8-46a7-bb36-8f9b9207c6dd" providerId="ADAL" clId="{A81AB3F7-F041-4955-99BA-A0482B4A30E7}" dt="2025-06-24T11:42:01.502" v="2717"/>
          <ac:graphicFrameMkLst>
            <pc:docMk/>
            <pc:sldMk cId="428143163" sldId="374"/>
            <ac:graphicFrameMk id="6" creationId="{12E4CE03-75EB-6D8E-9249-C2F0E1F490EC}"/>
          </ac:graphicFrameMkLst>
        </pc:graphicFrameChg>
      </pc:sldChg>
      <pc:sldChg chg="addSp delSp modSp mod">
        <pc:chgData name="Christina Karavioti" userId="dcb975a3-edb8-46a7-bb36-8f9b9207c6dd" providerId="ADAL" clId="{A81AB3F7-F041-4955-99BA-A0482B4A30E7}" dt="2025-06-24T11:39:41.893" v="2119"/>
        <pc:sldMkLst>
          <pc:docMk/>
          <pc:sldMk cId="1546896781" sldId="379"/>
        </pc:sldMkLst>
        <pc:spChg chg="mod">
          <ac:chgData name="Christina Karavioti" userId="dcb975a3-edb8-46a7-bb36-8f9b9207c6dd" providerId="ADAL" clId="{A81AB3F7-F041-4955-99BA-A0482B4A30E7}" dt="2025-06-24T11:39:41.831" v="2095" actId="948"/>
          <ac:spMkLst>
            <pc:docMk/>
            <pc:sldMk cId="1546896781" sldId="379"/>
            <ac:spMk id="3" creationId="{90ACAA97-080A-CBA0-B8F1-F0384AE4412C}"/>
          </ac:spMkLst>
        </pc:spChg>
        <pc:spChg chg="add del mod modVis">
          <ac:chgData name="Christina Karavioti" userId="dcb975a3-edb8-46a7-bb36-8f9b9207c6dd" providerId="ADAL" clId="{A81AB3F7-F041-4955-99BA-A0482B4A30E7}" dt="2025-06-24T11:39:41.884" v="2117"/>
          <ac:spMkLst>
            <pc:docMk/>
            <pc:sldMk cId="1546896781" sldId="379"/>
            <ac:spMk id="30" creationId="{617B6327-6857-607C-44DD-ED569A242FC5}"/>
          </ac:spMkLst>
        </pc:spChg>
        <pc:graphicFrameChg chg="mod">
          <ac:chgData name="Christina Karavioti" userId="dcb975a3-edb8-46a7-bb36-8f9b9207c6dd" providerId="ADAL" clId="{A81AB3F7-F041-4955-99BA-A0482B4A30E7}" dt="2025-06-24T11:39:41.893" v="2119"/>
          <ac:graphicFrameMkLst>
            <pc:docMk/>
            <pc:sldMk cId="1546896781" sldId="379"/>
            <ac:graphicFrameMk id="6" creationId="{1603BB1E-7F06-2FFB-431E-923F601B8C21}"/>
          </ac:graphicFrameMkLst>
        </pc:graphicFrameChg>
      </pc:sldChg>
      <pc:sldChg chg="addSp delSp modSp mod">
        <pc:chgData name="Christina Karavioti" userId="dcb975a3-edb8-46a7-bb36-8f9b9207c6dd" providerId="ADAL" clId="{A81AB3F7-F041-4955-99BA-A0482B4A30E7}" dt="2025-06-24T11:41:16.630" v="2457"/>
        <pc:sldMkLst>
          <pc:docMk/>
          <pc:sldMk cId="1567567649" sldId="385"/>
        </pc:sldMkLst>
        <pc:spChg chg="mod">
          <ac:chgData name="Christina Karavioti" userId="dcb975a3-edb8-46a7-bb36-8f9b9207c6dd" providerId="ADAL" clId="{A81AB3F7-F041-4955-99BA-A0482B4A30E7}" dt="2025-06-24T11:41:16.567" v="2433" actId="948"/>
          <ac:spMkLst>
            <pc:docMk/>
            <pc:sldMk cId="1567567649" sldId="385"/>
            <ac:spMk id="3" creationId="{968A76E7-C7C7-E91B-5BFF-C5E782C26F3B}"/>
          </ac:spMkLst>
        </pc:spChg>
        <pc:spChg chg="add del mod modVis">
          <ac:chgData name="Christina Karavioti" userId="dcb975a3-edb8-46a7-bb36-8f9b9207c6dd" providerId="ADAL" clId="{A81AB3F7-F041-4955-99BA-A0482B4A30E7}" dt="2025-06-24T11:41:16.615" v="2455"/>
          <ac:spMkLst>
            <pc:docMk/>
            <pc:sldMk cId="1567567649" sldId="385"/>
            <ac:spMk id="4" creationId="{F5725A35-B0F2-9F27-C7D5-A7A53C8994D3}"/>
          </ac:spMkLst>
        </pc:spChg>
        <pc:graphicFrameChg chg="mod">
          <ac:chgData name="Christina Karavioti" userId="dcb975a3-edb8-46a7-bb36-8f9b9207c6dd" providerId="ADAL" clId="{A81AB3F7-F041-4955-99BA-A0482B4A30E7}" dt="2025-06-24T11:41:16.630" v="2457"/>
          <ac:graphicFrameMkLst>
            <pc:docMk/>
            <pc:sldMk cId="1567567649" sldId="385"/>
            <ac:graphicFrameMk id="6" creationId="{D6836023-5143-6C05-4280-50D06F8C4EC6}"/>
          </ac:graphicFrameMkLst>
        </pc:graphicFrameChg>
      </pc:sldChg>
      <pc:sldChg chg="addSp delSp modSp mod modCm">
        <pc:chgData name="Christina Karavioti" userId="dcb975a3-edb8-46a7-bb36-8f9b9207c6dd" providerId="ADAL" clId="{A81AB3F7-F041-4955-99BA-A0482B4A30E7}" dt="2025-06-24T11:38:58.744" v="1963"/>
        <pc:sldMkLst>
          <pc:docMk/>
          <pc:sldMk cId="4250954084" sldId="398"/>
        </pc:sldMkLst>
        <pc:spChg chg="add del mod modVis">
          <ac:chgData name="Christina Karavioti" userId="dcb975a3-edb8-46a7-bb36-8f9b9207c6dd" providerId="ADAL" clId="{A81AB3F7-F041-4955-99BA-A0482B4A30E7}" dt="2025-06-24T11:38:57.017" v="1935"/>
          <ac:spMkLst>
            <pc:docMk/>
            <pc:sldMk cId="4250954084" sldId="398"/>
            <ac:spMk id="4" creationId="{B2F84A9C-941C-920E-63E1-4751B85FDEFA}"/>
          </ac:spMkLst>
        </pc:spChg>
        <pc:spChg chg="add del mod modVis">
          <ac:chgData name="Christina Karavioti" userId="dcb975a3-edb8-46a7-bb36-8f9b9207c6dd" providerId="ADAL" clId="{A81AB3F7-F041-4955-99BA-A0482B4A30E7}" dt="2025-06-24T11:38:58.739" v="1961"/>
          <ac:spMkLst>
            <pc:docMk/>
            <pc:sldMk cId="4250954084" sldId="398"/>
            <ac:spMk id="7" creationId="{8F454838-554A-07E5-F3E4-A2DD793186C0}"/>
          </ac:spMkLst>
        </pc:spChg>
        <pc:spChg chg="mod">
          <ac:chgData name="Christina Karavioti" userId="dcb975a3-edb8-46a7-bb36-8f9b9207c6dd" providerId="ADAL" clId="{A81AB3F7-F041-4955-99BA-A0482B4A30E7}" dt="2025-06-24T11:38:58.707" v="1939" actId="948"/>
          <ac:spMkLst>
            <pc:docMk/>
            <pc:sldMk cId="4250954084" sldId="398"/>
            <ac:spMk id="43" creationId="{0C99F80C-21AC-CD1A-7E61-AA4F8697CFF3}"/>
          </ac:spMkLst>
        </pc:spChg>
        <pc:graphicFrameChg chg="mod">
          <ac:chgData name="Christina Karavioti" userId="dcb975a3-edb8-46a7-bb36-8f9b9207c6dd" providerId="ADAL" clId="{A81AB3F7-F041-4955-99BA-A0482B4A30E7}" dt="2025-06-24T11:38:58.744" v="1963"/>
          <ac:graphicFrameMkLst>
            <pc:docMk/>
            <pc:sldMk cId="4250954084" sldId="398"/>
            <ac:graphicFrameMk id="9" creationId="{C60C179D-FDF4-7023-46E5-54BDFC9F38C5}"/>
          </ac:graphicFrameMkLst>
        </pc:graphicFrameChg>
        <pc:graphicFrameChg chg="modGraphic">
          <ac:chgData name="Christina Karavioti" userId="dcb975a3-edb8-46a7-bb36-8f9b9207c6dd" providerId="ADAL" clId="{A81AB3F7-F041-4955-99BA-A0482B4A30E7}" dt="2025-06-24T11:18:26.139" v="1352" actId="20577"/>
          <ac:graphicFrameMkLst>
            <pc:docMk/>
            <pc:sldMk cId="4250954084" sldId="398"/>
            <ac:graphicFrameMk id="44" creationId="{F750FD5E-A429-6B89-DFE1-AF3A1F156F55}"/>
          </ac:graphicFrameMkLst>
        </pc:graphicFrame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A81AB3F7-F041-4955-99BA-A0482B4A30E7}" dt="2025-06-24T11:18:26.139" v="1352" actId="20577"/>
              <pc2:cmMkLst xmlns:pc2="http://schemas.microsoft.com/office/powerpoint/2019/9/main/command">
                <pc:docMk/>
                <pc:sldMk cId="4250954084" sldId="398"/>
                <pc2:cmMk id="{74608715-FDD6-45F8-9216-7112C2B5B1B2}"/>
              </pc2:cmMkLst>
            </pc226:cmChg>
          </p:ext>
        </pc:extLst>
      </pc:sldChg>
      <pc:sldChg chg="addSp delSp modSp mod">
        <pc:chgData name="Christina Karavioti" userId="dcb975a3-edb8-46a7-bb36-8f9b9207c6dd" providerId="ADAL" clId="{A81AB3F7-F041-4955-99BA-A0482B4A30E7}" dt="2025-06-24T11:42:46.023" v="3004"/>
        <pc:sldMkLst>
          <pc:docMk/>
          <pc:sldMk cId="560685323" sldId="408"/>
        </pc:sldMkLst>
        <pc:spChg chg="mod">
          <ac:chgData name="Christina Karavioti" userId="dcb975a3-edb8-46a7-bb36-8f9b9207c6dd" providerId="ADAL" clId="{A81AB3F7-F041-4955-99BA-A0482B4A30E7}" dt="2025-06-24T11:42:45.976" v="2980" actId="948"/>
          <ac:spMkLst>
            <pc:docMk/>
            <pc:sldMk cId="560685323" sldId="408"/>
            <ac:spMk id="3" creationId="{D2D9EB99-C562-5126-1E7D-C9525D93CF60}"/>
          </ac:spMkLst>
        </pc:spChg>
        <pc:spChg chg="add del mod modVis">
          <ac:chgData name="Christina Karavioti" userId="dcb975a3-edb8-46a7-bb36-8f9b9207c6dd" providerId="ADAL" clId="{A81AB3F7-F041-4955-99BA-A0482B4A30E7}" dt="2025-06-24T11:42:46.023" v="3002"/>
          <ac:spMkLst>
            <pc:docMk/>
            <pc:sldMk cId="560685323" sldId="408"/>
            <ac:spMk id="34" creationId="{3D704EEB-7510-30AE-0EE7-1E3AFDB687C0}"/>
          </ac:spMkLst>
        </pc:spChg>
        <pc:graphicFrameChg chg="mod">
          <ac:chgData name="Christina Karavioti" userId="dcb975a3-edb8-46a7-bb36-8f9b9207c6dd" providerId="ADAL" clId="{A81AB3F7-F041-4955-99BA-A0482B4A30E7}" dt="2025-06-24T11:42:46.023" v="3004"/>
          <ac:graphicFrameMkLst>
            <pc:docMk/>
            <pc:sldMk cId="560685323" sldId="408"/>
            <ac:graphicFrameMk id="6" creationId="{CCEC3FD9-DC15-2F27-9C3B-1D79922E38DD}"/>
          </ac:graphicFrameMkLst>
        </pc:graphicFrameChg>
      </pc:sldChg>
      <pc:sldChg chg="addSp delSp modSp mod">
        <pc:chgData name="Christina Karavioti" userId="dcb975a3-edb8-46a7-bb36-8f9b9207c6dd" providerId="ADAL" clId="{A81AB3F7-F041-4955-99BA-A0482B4A30E7}" dt="2025-06-24T11:39:15.199" v="2015"/>
        <pc:sldMkLst>
          <pc:docMk/>
          <pc:sldMk cId="266394745" sldId="414"/>
        </pc:sldMkLst>
        <pc:spChg chg="add del mod modVis">
          <ac:chgData name="Christina Karavioti" userId="dcb975a3-edb8-46a7-bb36-8f9b9207c6dd" providerId="ADAL" clId="{A81AB3F7-F041-4955-99BA-A0482B4A30E7}" dt="2025-06-24T11:39:15.199" v="2013"/>
          <ac:spMkLst>
            <pc:docMk/>
            <pc:sldMk cId="266394745" sldId="414"/>
            <ac:spMk id="2" creationId="{62A7460B-4031-639B-F078-18D483F9E065}"/>
          </ac:spMkLst>
        </pc:spChg>
        <pc:spChg chg="mod">
          <ac:chgData name="Christina Karavioti" userId="dcb975a3-edb8-46a7-bb36-8f9b9207c6dd" providerId="ADAL" clId="{A81AB3F7-F041-4955-99BA-A0482B4A30E7}" dt="2025-06-24T11:39:15.142" v="1991" actId="948"/>
          <ac:spMkLst>
            <pc:docMk/>
            <pc:sldMk cId="266394745" sldId="414"/>
            <ac:spMk id="3" creationId="{6939C0B3-8A42-484A-D80F-6CFDBD6BB83E}"/>
          </ac:spMkLst>
        </pc:spChg>
        <pc:graphicFrameChg chg="mod">
          <ac:chgData name="Christina Karavioti" userId="dcb975a3-edb8-46a7-bb36-8f9b9207c6dd" providerId="ADAL" clId="{A81AB3F7-F041-4955-99BA-A0482B4A30E7}" dt="2025-06-24T11:39:15.199" v="2015"/>
          <ac:graphicFrameMkLst>
            <pc:docMk/>
            <pc:sldMk cId="266394745" sldId="414"/>
            <ac:graphicFrameMk id="6" creationId="{A6E8D601-4A7C-D43F-29C7-5D5708854F66}"/>
          </ac:graphicFrameMkLst>
        </pc:graphicFrameChg>
        <pc:graphicFrameChg chg="modGraphic">
          <ac:chgData name="Christina Karavioti" userId="dcb975a3-edb8-46a7-bb36-8f9b9207c6dd" providerId="ADAL" clId="{A81AB3F7-F041-4955-99BA-A0482B4A30E7}" dt="2025-06-24T11:18:58.746" v="1358" actId="20577"/>
          <ac:graphicFrameMkLst>
            <pc:docMk/>
            <pc:sldMk cId="266394745" sldId="414"/>
            <ac:graphicFrameMk id="9" creationId="{E9068899-6002-E821-9915-6A4B2EEC391D}"/>
          </ac:graphicFrameMkLst>
        </pc:graphicFrameChg>
      </pc:sldChg>
      <pc:sldChg chg="addSp delSp modSp mod">
        <pc:chgData name="Christina Karavioti" userId="dcb975a3-edb8-46a7-bb36-8f9b9207c6dd" providerId="ADAL" clId="{A81AB3F7-F041-4955-99BA-A0482B4A30E7}" dt="2025-06-24T11:43:08.108" v="3108"/>
        <pc:sldMkLst>
          <pc:docMk/>
          <pc:sldMk cId="2816302053" sldId="439"/>
        </pc:sldMkLst>
        <pc:spChg chg="mod">
          <ac:chgData name="Christina Karavioti" userId="dcb975a3-edb8-46a7-bb36-8f9b9207c6dd" providerId="ADAL" clId="{A81AB3F7-F041-4955-99BA-A0482B4A30E7}" dt="2025-06-24T11:43:08.077" v="3084" actId="948"/>
          <ac:spMkLst>
            <pc:docMk/>
            <pc:sldMk cId="2816302053" sldId="439"/>
            <ac:spMk id="3" creationId="{F2CCEDCD-19A7-7BC2-DC6B-4757DDD1D945}"/>
          </ac:spMkLst>
        </pc:spChg>
        <pc:spChg chg="add del mod modVis">
          <ac:chgData name="Christina Karavioti" userId="dcb975a3-edb8-46a7-bb36-8f9b9207c6dd" providerId="ADAL" clId="{A81AB3F7-F041-4955-99BA-A0482B4A30E7}" dt="2025-06-24T11:43:08.108" v="3106"/>
          <ac:spMkLst>
            <pc:docMk/>
            <pc:sldMk cId="2816302053" sldId="439"/>
            <ac:spMk id="4" creationId="{7F564747-C399-65D6-2DA6-A82B2A89A272}"/>
          </ac:spMkLst>
        </pc:spChg>
        <pc:spChg chg="mod">
          <ac:chgData name="Christina Karavioti" userId="dcb975a3-edb8-46a7-bb36-8f9b9207c6dd" providerId="ADAL" clId="{A81AB3F7-F041-4955-99BA-A0482B4A30E7}" dt="2025-06-24T11:30:49.480" v="1734" actId="14100"/>
          <ac:spMkLst>
            <pc:docMk/>
            <pc:sldMk cId="2816302053" sldId="439"/>
            <ac:spMk id="35" creationId="{C343C5E7-66A9-14D2-4780-1D8E37FE70DF}"/>
          </ac:spMkLst>
        </pc:spChg>
        <pc:graphicFrameChg chg="mod modGraphic">
          <ac:chgData name="Christina Karavioti" userId="dcb975a3-edb8-46a7-bb36-8f9b9207c6dd" providerId="ADAL" clId="{A81AB3F7-F041-4955-99BA-A0482B4A30E7}" dt="2025-06-24T11:30:37.623" v="1706"/>
          <ac:graphicFrameMkLst>
            <pc:docMk/>
            <pc:sldMk cId="2816302053" sldId="439"/>
            <ac:graphicFrameMk id="2" creationId="{9CD30B11-A603-3CBD-B5FB-4F409842E108}"/>
          </ac:graphicFrameMkLst>
        </pc:graphicFrameChg>
        <pc:graphicFrameChg chg="mod">
          <ac:chgData name="Christina Karavioti" userId="dcb975a3-edb8-46a7-bb36-8f9b9207c6dd" providerId="ADAL" clId="{A81AB3F7-F041-4955-99BA-A0482B4A30E7}" dt="2025-06-24T11:43:08.108" v="3108"/>
          <ac:graphicFrameMkLst>
            <pc:docMk/>
            <pc:sldMk cId="2816302053" sldId="439"/>
            <ac:graphicFrameMk id="6" creationId="{5DA6C317-58D0-3F39-159E-DA42A2F4890B}"/>
          </ac:graphicFrameMkLst>
        </pc:graphicFrameChg>
      </pc:sldChg>
      <pc:sldChg chg="addSp delSp modSp mod">
        <pc:chgData name="Christina Karavioti" userId="dcb975a3-edb8-46a7-bb36-8f9b9207c6dd" providerId="ADAL" clId="{A81AB3F7-F041-4955-99BA-A0482B4A30E7}" dt="2025-06-24T11:41:46.604" v="2639"/>
        <pc:sldMkLst>
          <pc:docMk/>
          <pc:sldMk cId="3070238362" sldId="440"/>
        </pc:sldMkLst>
        <pc:spChg chg="mod">
          <ac:chgData name="Christina Karavioti" userId="dcb975a3-edb8-46a7-bb36-8f9b9207c6dd" providerId="ADAL" clId="{A81AB3F7-F041-4955-99BA-A0482B4A30E7}" dt="2025-06-24T11:41:46.584" v="2615" actId="948"/>
          <ac:spMkLst>
            <pc:docMk/>
            <pc:sldMk cId="3070238362" sldId="440"/>
            <ac:spMk id="3" creationId="{27E5739B-ED16-50FB-69CB-A577AB6B7161}"/>
          </ac:spMkLst>
        </pc:spChg>
        <pc:spChg chg="mod">
          <ac:chgData name="Christina Karavioti" userId="dcb975a3-edb8-46a7-bb36-8f9b9207c6dd" providerId="ADAL" clId="{A81AB3F7-F041-4955-99BA-A0482B4A30E7}" dt="2025-06-24T11:28:03.715" v="1589" actId="14100"/>
          <ac:spMkLst>
            <pc:docMk/>
            <pc:sldMk cId="3070238362" sldId="440"/>
            <ac:spMk id="7" creationId="{D334EBD0-112A-27E1-4686-320CE4707625}"/>
          </ac:spMkLst>
        </pc:spChg>
        <pc:spChg chg="add del mod modVis">
          <ac:chgData name="Christina Karavioti" userId="dcb975a3-edb8-46a7-bb36-8f9b9207c6dd" providerId="ADAL" clId="{A81AB3F7-F041-4955-99BA-A0482B4A30E7}" dt="2025-06-24T11:41:42.015" v="2611"/>
          <ac:spMkLst>
            <pc:docMk/>
            <pc:sldMk cId="3070238362" sldId="440"/>
            <ac:spMk id="22" creationId="{4CD6F7D7-9374-834E-A69D-9A6C001E869D}"/>
          </ac:spMkLst>
        </pc:spChg>
        <pc:spChg chg="mod">
          <ac:chgData name="Christina Karavioti" userId="dcb975a3-edb8-46a7-bb36-8f9b9207c6dd" providerId="ADAL" clId="{A81AB3F7-F041-4955-99BA-A0482B4A30E7}" dt="2025-06-24T11:27:52.343" v="1571" actId="14100"/>
          <ac:spMkLst>
            <pc:docMk/>
            <pc:sldMk cId="3070238362" sldId="440"/>
            <ac:spMk id="24" creationId="{72614312-F6E2-F081-5E5D-0986CF16861C}"/>
          </ac:spMkLst>
        </pc:spChg>
        <pc:spChg chg="add del mod modVis">
          <ac:chgData name="Christina Karavioti" userId="dcb975a3-edb8-46a7-bb36-8f9b9207c6dd" providerId="ADAL" clId="{A81AB3F7-F041-4955-99BA-A0482B4A30E7}" dt="2025-06-24T11:41:46.604" v="2637"/>
          <ac:spMkLst>
            <pc:docMk/>
            <pc:sldMk cId="3070238362" sldId="440"/>
            <ac:spMk id="26" creationId="{ABD757A5-8AD9-B14C-D66B-0684DC30B95D}"/>
          </ac:spMkLst>
        </pc:spChg>
        <pc:grpChg chg="mod">
          <ac:chgData name="Christina Karavioti" userId="dcb975a3-edb8-46a7-bb36-8f9b9207c6dd" providerId="ADAL" clId="{A81AB3F7-F041-4955-99BA-A0482B4A30E7}" dt="2025-06-24T11:27:55.240" v="1572" actId="1076"/>
          <ac:grpSpMkLst>
            <pc:docMk/>
            <pc:sldMk cId="3070238362" sldId="440"/>
            <ac:grpSpMk id="9" creationId="{99DE984B-C587-1F93-1448-92EACBE7BE5F}"/>
          </ac:grpSpMkLst>
        </pc:grpChg>
        <pc:graphicFrameChg chg="mod">
          <ac:chgData name="Christina Karavioti" userId="dcb975a3-edb8-46a7-bb36-8f9b9207c6dd" providerId="ADAL" clId="{A81AB3F7-F041-4955-99BA-A0482B4A30E7}" dt="2025-06-24T11:41:46.604" v="2639"/>
          <ac:graphicFrameMkLst>
            <pc:docMk/>
            <pc:sldMk cId="3070238362" sldId="440"/>
            <ac:graphicFrameMk id="6" creationId="{DCBB990A-1E29-B9DF-6490-7C25431E879D}"/>
          </ac:graphicFrameMkLst>
        </pc:graphicFrameChg>
        <pc:graphicFrameChg chg="mod modGraphic">
          <ac:chgData name="Christina Karavioti" userId="dcb975a3-edb8-46a7-bb36-8f9b9207c6dd" providerId="ADAL" clId="{A81AB3F7-F041-4955-99BA-A0482B4A30E7}" dt="2025-06-24T11:28:16.101" v="1593" actId="20577"/>
          <ac:graphicFrameMkLst>
            <pc:docMk/>
            <pc:sldMk cId="3070238362" sldId="440"/>
            <ac:graphicFrameMk id="17" creationId="{B0DD233F-4DFA-2C85-0B28-ACD70FC148A7}"/>
          </ac:graphicFrameMkLst>
        </pc:graphicFrameChg>
      </pc:sldChg>
      <pc:sldChg chg="addSp delSp modSp mod">
        <pc:chgData name="Christina Karavioti" userId="dcb975a3-edb8-46a7-bb36-8f9b9207c6dd" providerId="ADAL" clId="{A81AB3F7-F041-4955-99BA-A0482B4A30E7}" dt="2025-06-24T11:41:35.570" v="2587"/>
        <pc:sldMkLst>
          <pc:docMk/>
          <pc:sldMk cId="3515646175" sldId="442"/>
        </pc:sldMkLst>
        <pc:spChg chg="mod">
          <ac:chgData name="Christina Karavioti" userId="dcb975a3-edb8-46a7-bb36-8f9b9207c6dd" providerId="ADAL" clId="{A81AB3F7-F041-4955-99BA-A0482B4A30E7}" dt="2025-06-24T11:41:35.500" v="2563" actId="948"/>
          <ac:spMkLst>
            <pc:docMk/>
            <pc:sldMk cId="3515646175" sldId="442"/>
            <ac:spMk id="3" creationId="{F977AB17-136F-8B27-3635-BF1E93F95960}"/>
          </ac:spMkLst>
        </pc:spChg>
        <pc:spChg chg="add del mod modVis">
          <ac:chgData name="Christina Karavioti" userId="dcb975a3-edb8-46a7-bb36-8f9b9207c6dd" providerId="ADAL" clId="{A81AB3F7-F041-4955-99BA-A0482B4A30E7}" dt="2025-06-24T11:41:30.344" v="2533"/>
          <ac:spMkLst>
            <pc:docMk/>
            <pc:sldMk cId="3515646175" sldId="442"/>
            <ac:spMk id="18" creationId="{335636DA-8C92-035E-4E38-A0E807D9D699}"/>
          </ac:spMkLst>
        </pc:spChg>
        <pc:spChg chg="add del mod modVis">
          <ac:chgData name="Christina Karavioti" userId="dcb975a3-edb8-46a7-bb36-8f9b9207c6dd" providerId="ADAL" clId="{A81AB3F7-F041-4955-99BA-A0482B4A30E7}" dt="2025-06-24T11:41:32.765" v="2559"/>
          <ac:spMkLst>
            <pc:docMk/>
            <pc:sldMk cId="3515646175" sldId="442"/>
            <ac:spMk id="19" creationId="{401B98E3-E993-53E1-F6A5-FCFA21392A9C}"/>
          </ac:spMkLst>
        </pc:spChg>
        <pc:spChg chg="add del mod modVis">
          <ac:chgData name="Christina Karavioti" userId="dcb975a3-edb8-46a7-bb36-8f9b9207c6dd" providerId="ADAL" clId="{A81AB3F7-F041-4955-99BA-A0482B4A30E7}" dt="2025-06-24T11:41:35.570" v="2585"/>
          <ac:spMkLst>
            <pc:docMk/>
            <pc:sldMk cId="3515646175" sldId="442"/>
            <ac:spMk id="20" creationId="{6EDB8D96-36DA-29ED-B8DD-4F4650523632}"/>
          </ac:spMkLst>
        </pc:spChg>
        <pc:graphicFrameChg chg="mod">
          <ac:chgData name="Christina Karavioti" userId="dcb975a3-edb8-46a7-bb36-8f9b9207c6dd" providerId="ADAL" clId="{A81AB3F7-F041-4955-99BA-A0482B4A30E7}" dt="2025-06-24T11:41:35.570" v="2587"/>
          <ac:graphicFrameMkLst>
            <pc:docMk/>
            <pc:sldMk cId="3515646175" sldId="442"/>
            <ac:graphicFrameMk id="9" creationId="{BE121902-8A60-5111-E8E1-D346BFAB9555}"/>
          </ac:graphicFrameMkLst>
        </pc:graphicFrameChg>
      </pc:sldChg>
      <pc:sldChg chg="addSp delSp modSp mod">
        <pc:chgData name="Christina Karavioti" userId="dcb975a3-edb8-46a7-bb36-8f9b9207c6dd" providerId="ADAL" clId="{A81AB3F7-F041-4955-99BA-A0482B4A30E7}" dt="2025-06-24T11:42:15.764" v="2822"/>
        <pc:sldMkLst>
          <pc:docMk/>
          <pc:sldMk cId="4056428186" sldId="444"/>
        </pc:sldMkLst>
        <pc:spChg chg="mod">
          <ac:chgData name="Christina Karavioti" userId="dcb975a3-edb8-46a7-bb36-8f9b9207c6dd" providerId="ADAL" clId="{A81AB3F7-F041-4955-99BA-A0482B4A30E7}" dt="2025-06-24T11:42:15.724" v="2798" actId="948"/>
          <ac:spMkLst>
            <pc:docMk/>
            <pc:sldMk cId="4056428186" sldId="444"/>
            <ac:spMk id="3" creationId="{4D52B68F-5C4A-C8F3-8419-BC339CFB10B0}"/>
          </ac:spMkLst>
        </pc:spChg>
        <pc:spChg chg="add del mod modVis">
          <ac:chgData name="Christina Karavioti" userId="dcb975a3-edb8-46a7-bb36-8f9b9207c6dd" providerId="ADAL" clId="{A81AB3F7-F041-4955-99BA-A0482B4A30E7}" dt="2025-06-24T11:42:10.598" v="2767"/>
          <ac:spMkLst>
            <pc:docMk/>
            <pc:sldMk cId="4056428186" sldId="444"/>
            <ac:spMk id="13" creationId="{0C7E54AF-42CE-BC48-10ED-E6530EA54CD1}"/>
          </ac:spMkLst>
        </pc:spChg>
        <pc:spChg chg="add del mod modVis">
          <ac:chgData name="Christina Karavioti" userId="dcb975a3-edb8-46a7-bb36-8f9b9207c6dd" providerId="ADAL" clId="{A81AB3F7-F041-4955-99BA-A0482B4A30E7}" dt="2025-06-24T11:42:11.419" v="2794"/>
          <ac:spMkLst>
            <pc:docMk/>
            <pc:sldMk cId="4056428186" sldId="444"/>
            <ac:spMk id="14" creationId="{CB04A784-27F4-7ED6-5B56-3A471DF3D0C5}"/>
          </ac:spMkLst>
        </pc:spChg>
        <pc:spChg chg="add del mod modVis">
          <ac:chgData name="Christina Karavioti" userId="dcb975a3-edb8-46a7-bb36-8f9b9207c6dd" providerId="ADAL" clId="{A81AB3F7-F041-4955-99BA-A0482B4A30E7}" dt="2025-06-24T11:42:15.764" v="2820"/>
          <ac:spMkLst>
            <pc:docMk/>
            <pc:sldMk cId="4056428186" sldId="444"/>
            <ac:spMk id="16" creationId="{7ECE6181-0776-15B9-30D5-7893CABB990C}"/>
          </ac:spMkLst>
        </pc:spChg>
        <pc:graphicFrameChg chg="mod">
          <ac:chgData name="Christina Karavioti" userId="dcb975a3-edb8-46a7-bb36-8f9b9207c6dd" providerId="ADAL" clId="{A81AB3F7-F041-4955-99BA-A0482B4A30E7}" dt="2025-06-24T11:42:15.764" v="2822"/>
          <ac:graphicFrameMkLst>
            <pc:docMk/>
            <pc:sldMk cId="4056428186" sldId="444"/>
            <ac:graphicFrameMk id="9" creationId="{4235C766-D584-ACCA-D270-1E2857B5D942}"/>
          </ac:graphicFrameMkLst>
        </pc:graphicFrameChg>
      </pc:sldChg>
      <pc:sldChg chg="addSp delSp modSp mod">
        <pc:chgData name="Christina Karavioti" userId="dcb975a3-edb8-46a7-bb36-8f9b9207c6dd" providerId="ADAL" clId="{A81AB3F7-F041-4955-99BA-A0482B4A30E7}" dt="2025-06-24T11:40:01.807" v="2223"/>
        <pc:sldMkLst>
          <pc:docMk/>
          <pc:sldMk cId="363219195" sldId="2147483443"/>
        </pc:sldMkLst>
        <pc:spChg chg="mod">
          <ac:chgData name="Christina Karavioti" userId="dcb975a3-edb8-46a7-bb36-8f9b9207c6dd" providerId="ADAL" clId="{A81AB3F7-F041-4955-99BA-A0482B4A30E7}" dt="2025-06-24T11:40:01.760" v="2199" actId="948"/>
          <ac:spMkLst>
            <pc:docMk/>
            <pc:sldMk cId="363219195" sldId="2147483443"/>
            <ac:spMk id="3" creationId="{CEF20ED7-B617-DDDA-7E48-375F6A6F157C}"/>
          </ac:spMkLst>
        </pc:spChg>
        <pc:spChg chg="add del mod modVis">
          <ac:chgData name="Christina Karavioti" userId="dcb975a3-edb8-46a7-bb36-8f9b9207c6dd" providerId="ADAL" clId="{A81AB3F7-F041-4955-99BA-A0482B4A30E7}" dt="2025-06-24T11:40:01.807" v="2221"/>
          <ac:spMkLst>
            <pc:docMk/>
            <pc:sldMk cId="363219195" sldId="2147483443"/>
            <ac:spMk id="7" creationId="{11AE56C2-61AF-7659-747B-CB6EBA46A5D8}"/>
          </ac:spMkLst>
        </pc:spChg>
        <pc:graphicFrameChg chg="mod">
          <ac:chgData name="Christina Karavioti" userId="dcb975a3-edb8-46a7-bb36-8f9b9207c6dd" providerId="ADAL" clId="{A81AB3F7-F041-4955-99BA-A0482B4A30E7}" dt="2025-06-24T11:40:01.807" v="2223"/>
          <ac:graphicFrameMkLst>
            <pc:docMk/>
            <pc:sldMk cId="363219195" sldId="2147483443"/>
            <ac:graphicFrameMk id="6" creationId="{CFCA3166-4CD8-79BB-7A8A-6204EAC8C1F3}"/>
          </ac:graphicFrameMkLst>
        </pc:graphicFrameChg>
      </pc:sldChg>
      <pc:sldChg chg="addSp delSp modSp mod">
        <pc:chgData name="Christina Karavioti" userId="dcb975a3-edb8-46a7-bb36-8f9b9207c6dd" providerId="ADAL" clId="{A81AB3F7-F041-4955-99BA-A0482B4A30E7}" dt="2025-06-24T11:44:09.533" v="3422"/>
        <pc:sldMkLst>
          <pc:docMk/>
          <pc:sldMk cId="4089503907" sldId="2147483447"/>
        </pc:sldMkLst>
        <pc:spChg chg="mod">
          <ac:chgData name="Christina Karavioti" userId="dcb975a3-edb8-46a7-bb36-8f9b9207c6dd" providerId="ADAL" clId="{A81AB3F7-F041-4955-99BA-A0482B4A30E7}" dt="2025-06-24T11:44:09.507" v="3398" actId="948"/>
          <ac:spMkLst>
            <pc:docMk/>
            <pc:sldMk cId="4089503907" sldId="2147483447"/>
            <ac:spMk id="3" creationId="{30C3ACA0-DA20-4B70-456F-AE133B898978}"/>
          </ac:spMkLst>
        </pc:spChg>
        <pc:spChg chg="add del mod modVis">
          <ac:chgData name="Christina Karavioti" userId="dcb975a3-edb8-46a7-bb36-8f9b9207c6dd" providerId="ADAL" clId="{A81AB3F7-F041-4955-99BA-A0482B4A30E7}" dt="2025-06-24T11:44:05.763" v="3394"/>
          <ac:spMkLst>
            <pc:docMk/>
            <pc:sldMk cId="4089503907" sldId="2147483447"/>
            <ac:spMk id="4" creationId="{9EB31FE5-5526-C4BC-A01B-69B427545DEC}"/>
          </ac:spMkLst>
        </pc:spChg>
        <pc:spChg chg="add del mod modVis">
          <ac:chgData name="Christina Karavioti" userId="dcb975a3-edb8-46a7-bb36-8f9b9207c6dd" providerId="ADAL" clId="{A81AB3F7-F041-4955-99BA-A0482B4A30E7}" dt="2025-06-24T11:44:09.533" v="3420"/>
          <ac:spMkLst>
            <pc:docMk/>
            <pc:sldMk cId="4089503907" sldId="2147483447"/>
            <ac:spMk id="14" creationId="{DC267F5D-5423-3FA7-761F-EA2BB4C77054}"/>
          </ac:spMkLst>
        </pc:spChg>
        <pc:graphicFrameChg chg="mod">
          <ac:chgData name="Christina Karavioti" userId="dcb975a3-edb8-46a7-bb36-8f9b9207c6dd" providerId="ADAL" clId="{A81AB3F7-F041-4955-99BA-A0482B4A30E7}" dt="2025-06-24T11:44:09.533" v="3422"/>
          <ac:graphicFrameMkLst>
            <pc:docMk/>
            <pc:sldMk cId="4089503907" sldId="2147483447"/>
            <ac:graphicFrameMk id="6" creationId="{A74D0941-DDDC-E63D-EA6C-DF9F8F81F705}"/>
          </ac:graphicFrameMkLst>
        </pc:graphicFrameChg>
      </pc:sldChg>
      <pc:sldChg chg="addSp delSp modSp mod modCm">
        <pc:chgData name="Christina Karavioti" userId="dcb975a3-edb8-46a7-bb36-8f9b9207c6dd" providerId="ADAL" clId="{A81AB3F7-F041-4955-99BA-A0482B4A30E7}" dt="2025-06-24T11:38:47.471" v="1885"/>
        <pc:sldMkLst>
          <pc:docMk/>
          <pc:sldMk cId="3892375638" sldId="2147483450"/>
        </pc:sldMkLst>
        <pc:spChg chg="mod">
          <ac:chgData name="Christina Karavioti" userId="dcb975a3-edb8-46a7-bb36-8f9b9207c6dd" providerId="ADAL" clId="{A81AB3F7-F041-4955-99BA-A0482B4A30E7}" dt="2025-06-24T11:38:47.424" v="1861" actId="948"/>
          <ac:spMkLst>
            <pc:docMk/>
            <pc:sldMk cId="3892375638" sldId="2147483450"/>
            <ac:spMk id="3" creationId="{905AD47E-E615-AECB-3CEE-536ED9BBB8C1}"/>
          </ac:spMkLst>
        </pc:spChg>
        <pc:spChg chg="add del mod modVis">
          <ac:chgData name="Christina Karavioti" userId="dcb975a3-edb8-46a7-bb36-8f9b9207c6dd" providerId="ADAL" clId="{A81AB3F7-F041-4955-99BA-A0482B4A30E7}" dt="2025-06-24T11:38:47.471" v="1883"/>
          <ac:spMkLst>
            <pc:docMk/>
            <pc:sldMk cId="3892375638" sldId="2147483450"/>
            <ac:spMk id="12" creationId="{9AF893F0-5688-E302-B6F0-363BD1D9EF38}"/>
          </ac:spMkLst>
        </pc:spChg>
        <pc:spChg chg="mod">
          <ac:chgData name="Christina Karavioti" userId="dcb975a3-edb8-46a7-bb36-8f9b9207c6dd" providerId="ADAL" clId="{A81AB3F7-F041-4955-99BA-A0482B4A30E7}" dt="2025-06-24T10:22:05.727" v="1345" actId="20577"/>
          <ac:spMkLst>
            <pc:docMk/>
            <pc:sldMk cId="3892375638" sldId="2147483450"/>
            <ac:spMk id="34" creationId="{A913EDDB-D62D-3CC6-4FB0-47F53BD90DD8}"/>
          </ac:spMkLst>
        </pc:spChg>
        <pc:graphicFrameChg chg="mod">
          <ac:chgData name="Christina Karavioti" userId="dcb975a3-edb8-46a7-bb36-8f9b9207c6dd" providerId="ADAL" clId="{A81AB3F7-F041-4955-99BA-A0482B4A30E7}" dt="2025-06-24T11:38:47.471" v="1885"/>
          <ac:graphicFrameMkLst>
            <pc:docMk/>
            <pc:sldMk cId="3892375638" sldId="2147483450"/>
            <ac:graphicFrameMk id="5" creationId="{84EB623D-B084-EF70-F12D-41427915E67C}"/>
          </ac:graphicFrameMkLst>
        </pc:graphicFrame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A81AB3F7-F041-4955-99BA-A0482B4A30E7}" dt="2025-06-24T10:22:05.727" v="1345" actId="20577"/>
              <pc2:cmMkLst xmlns:pc2="http://schemas.microsoft.com/office/powerpoint/2019/9/main/command">
                <pc:docMk/>
                <pc:sldMk cId="3892375638" sldId="2147483450"/>
                <pc2:cmMk id="{67A0AE94-199E-4362-B8B2-A1E31CBD0190}"/>
              </pc2:cmMkLst>
            </pc226:cmChg>
          </p:ext>
        </pc:extLst>
      </pc:sldChg>
      <pc:sldChg chg="addSp delSp modSp mod">
        <pc:chgData name="Christina Karavioti" userId="dcb975a3-edb8-46a7-bb36-8f9b9207c6dd" providerId="ADAL" clId="{A81AB3F7-F041-4955-99BA-A0482B4A30E7}" dt="2025-06-24T11:38:43.368" v="1859"/>
        <pc:sldMkLst>
          <pc:docMk/>
          <pc:sldMk cId="3983938586" sldId="2147483451"/>
        </pc:sldMkLst>
        <pc:spChg chg="add del mod modVis">
          <ac:chgData name="Christina Karavioti" userId="dcb975a3-edb8-46a7-bb36-8f9b9207c6dd" providerId="ADAL" clId="{A81AB3F7-F041-4955-99BA-A0482B4A30E7}" dt="2025-06-24T11:38:43.368" v="1857"/>
          <ac:spMkLst>
            <pc:docMk/>
            <pc:sldMk cId="3983938586" sldId="2147483451"/>
            <ac:spMk id="4" creationId="{5707E1CF-41C3-5DC1-79C3-D6D52D452D0F}"/>
          </ac:spMkLst>
        </pc:spChg>
        <pc:spChg chg="mod">
          <ac:chgData name="Christina Karavioti" userId="dcb975a3-edb8-46a7-bb36-8f9b9207c6dd" providerId="ADAL" clId="{A81AB3F7-F041-4955-99BA-A0482B4A30E7}" dt="2025-06-24T11:38:43.337" v="1835" actId="948"/>
          <ac:spMkLst>
            <pc:docMk/>
            <pc:sldMk cId="3983938586" sldId="2147483451"/>
            <ac:spMk id="13" creationId="{FC58A777-7CBA-B7ED-7B13-0F91F0C6B1C6}"/>
          </ac:spMkLst>
        </pc:spChg>
        <pc:spChg chg="mod">
          <ac:chgData name="Christina Karavioti" userId="dcb975a3-edb8-46a7-bb36-8f9b9207c6dd" providerId="ADAL" clId="{A81AB3F7-F041-4955-99BA-A0482B4A30E7}" dt="2025-06-23T14:50:42.565" v="973" actId="3626"/>
          <ac:spMkLst>
            <pc:docMk/>
            <pc:sldMk cId="3983938586" sldId="2147483451"/>
            <ac:spMk id="22" creationId="{A5EE9D59-E6D0-6C46-4D2D-A8F71183FF6D}"/>
          </ac:spMkLst>
        </pc:spChg>
        <pc:spChg chg="mod">
          <ac:chgData name="Christina Karavioti" userId="dcb975a3-edb8-46a7-bb36-8f9b9207c6dd" providerId="ADAL" clId="{A81AB3F7-F041-4955-99BA-A0482B4A30E7}" dt="2025-06-23T14:50:28.857" v="972"/>
          <ac:spMkLst>
            <pc:docMk/>
            <pc:sldMk cId="3983938586" sldId="2147483451"/>
            <ac:spMk id="25" creationId="{7F36C977-32FD-DCBB-39EE-4FF1CE8959AB}"/>
          </ac:spMkLst>
        </pc:spChg>
        <pc:graphicFrameChg chg="mod">
          <ac:chgData name="Christina Karavioti" userId="dcb975a3-edb8-46a7-bb36-8f9b9207c6dd" providerId="ADAL" clId="{A81AB3F7-F041-4955-99BA-A0482B4A30E7}" dt="2025-06-24T11:38:43.368" v="1859"/>
          <ac:graphicFrameMkLst>
            <pc:docMk/>
            <pc:sldMk cId="3983938586" sldId="2147483451"/>
            <ac:graphicFrameMk id="6" creationId="{F49F75A9-1D86-B7AF-E45F-54C53AE360DF}"/>
          </ac:graphicFrameMkLst>
        </pc:graphicFrameChg>
        <pc:picChg chg="add del mod">
          <ac:chgData name="Christina Karavioti" userId="dcb975a3-edb8-46a7-bb36-8f9b9207c6dd" providerId="ADAL" clId="{A81AB3F7-F041-4955-99BA-A0482B4A30E7}" dt="2025-06-24T10:11:56.350" v="1198" actId="21"/>
          <ac:picMkLst>
            <pc:docMk/>
            <pc:sldMk cId="3983938586" sldId="2147483451"/>
            <ac:picMk id="2" creationId="{ED11E180-EF77-995E-F0C3-6B9B18DF27C8}"/>
          </ac:picMkLst>
        </pc:picChg>
      </pc:sldChg>
      <pc:sldChg chg="del">
        <pc:chgData name="Christina Karavioti" userId="dcb975a3-edb8-46a7-bb36-8f9b9207c6dd" providerId="ADAL" clId="{A81AB3F7-F041-4955-99BA-A0482B4A30E7}" dt="2025-06-23T12:41:49.931" v="0" actId="2696"/>
        <pc:sldMkLst>
          <pc:docMk/>
          <pc:sldMk cId="3769766017" sldId="2147483453"/>
        </pc:sldMkLst>
      </pc:sldChg>
      <pc:sldChg chg="del">
        <pc:chgData name="Christina Karavioti" userId="dcb975a3-edb8-46a7-bb36-8f9b9207c6dd" providerId="ADAL" clId="{A81AB3F7-F041-4955-99BA-A0482B4A30E7}" dt="2025-06-23T12:41:49.931" v="0" actId="2696"/>
        <pc:sldMkLst>
          <pc:docMk/>
          <pc:sldMk cId="742897673" sldId="2147483454"/>
        </pc:sldMkLst>
      </pc:sldChg>
      <pc:sldChg chg="addSp delSp modSp mod">
        <pc:chgData name="Christina Karavioti" userId="dcb975a3-edb8-46a7-bb36-8f9b9207c6dd" providerId="ADAL" clId="{A81AB3F7-F041-4955-99BA-A0482B4A30E7}" dt="2025-06-24T11:41:25.003" v="2509"/>
        <pc:sldMkLst>
          <pc:docMk/>
          <pc:sldMk cId="3687798834" sldId="2147483456"/>
        </pc:sldMkLst>
        <pc:spChg chg="mod">
          <ac:chgData name="Christina Karavioti" userId="dcb975a3-edb8-46a7-bb36-8f9b9207c6dd" providerId="ADAL" clId="{A81AB3F7-F041-4955-99BA-A0482B4A30E7}" dt="2025-06-24T11:41:24.965" v="2485" actId="948"/>
          <ac:spMkLst>
            <pc:docMk/>
            <pc:sldMk cId="3687798834" sldId="2147483456"/>
            <ac:spMk id="3" creationId="{F53043FD-EA22-123E-DB7F-70AE62FC29EC}"/>
          </ac:spMkLst>
        </pc:spChg>
        <pc:spChg chg="add del mod modVis">
          <ac:chgData name="Christina Karavioti" userId="dcb975a3-edb8-46a7-bb36-8f9b9207c6dd" providerId="ADAL" clId="{A81AB3F7-F041-4955-99BA-A0482B4A30E7}" dt="2025-06-24T11:41:25.003" v="2507"/>
          <ac:spMkLst>
            <pc:docMk/>
            <pc:sldMk cId="3687798834" sldId="2147483456"/>
            <ac:spMk id="5" creationId="{A608CA42-51CF-28F1-0371-335EC83FF2EF}"/>
          </ac:spMkLst>
        </pc:spChg>
        <pc:graphicFrameChg chg="mod">
          <ac:chgData name="Christina Karavioti" userId="dcb975a3-edb8-46a7-bb36-8f9b9207c6dd" providerId="ADAL" clId="{A81AB3F7-F041-4955-99BA-A0482B4A30E7}" dt="2025-06-24T11:41:25.003" v="2509"/>
          <ac:graphicFrameMkLst>
            <pc:docMk/>
            <pc:sldMk cId="3687798834" sldId="2147483456"/>
            <ac:graphicFrameMk id="6" creationId="{4BF3406A-3622-8E9E-9B6B-263E9F33D762}"/>
          </ac:graphicFrameMkLst>
        </pc:graphicFrameChg>
      </pc:sldChg>
      <pc:sldChg chg="del">
        <pc:chgData name="Christina Karavioti" userId="dcb975a3-edb8-46a7-bb36-8f9b9207c6dd" providerId="ADAL" clId="{A81AB3F7-F041-4955-99BA-A0482B4A30E7}" dt="2025-06-23T12:41:49.931" v="0" actId="2696"/>
        <pc:sldMkLst>
          <pc:docMk/>
          <pc:sldMk cId="1894268730" sldId="2147483458"/>
        </pc:sldMkLst>
      </pc:sldChg>
      <pc:sldChg chg="del">
        <pc:chgData name="Christina Karavioti" userId="dcb975a3-edb8-46a7-bb36-8f9b9207c6dd" providerId="ADAL" clId="{A81AB3F7-F041-4955-99BA-A0482B4A30E7}" dt="2025-06-23T12:41:49.931" v="0" actId="2696"/>
        <pc:sldMkLst>
          <pc:docMk/>
          <pc:sldMk cId="3492453795" sldId="2147483460"/>
        </pc:sldMkLst>
      </pc:sldChg>
      <pc:sldChg chg="del">
        <pc:chgData name="Christina Karavioti" userId="dcb975a3-edb8-46a7-bb36-8f9b9207c6dd" providerId="ADAL" clId="{A81AB3F7-F041-4955-99BA-A0482B4A30E7}" dt="2025-06-23T12:41:49.931" v="0" actId="2696"/>
        <pc:sldMkLst>
          <pc:docMk/>
          <pc:sldMk cId="1625830884" sldId="2147483461"/>
        </pc:sldMkLst>
      </pc:sldChg>
      <pc:sldChg chg="del">
        <pc:chgData name="Christina Karavioti" userId="dcb975a3-edb8-46a7-bb36-8f9b9207c6dd" providerId="ADAL" clId="{A81AB3F7-F041-4955-99BA-A0482B4A30E7}" dt="2025-06-23T12:41:49.931" v="0" actId="2696"/>
        <pc:sldMkLst>
          <pc:docMk/>
          <pc:sldMk cId="3802299619" sldId="2147483462"/>
        </pc:sldMkLst>
      </pc:sldChg>
      <pc:sldChg chg="del">
        <pc:chgData name="Christina Karavioti" userId="dcb975a3-edb8-46a7-bb36-8f9b9207c6dd" providerId="ADAL" clId="{A81AB3F7-F041-4955-99BA-A0482B4A30E7}" dt="2025-06-23T12:41:49.931" v="0" actId="2696"/>
        <pc:sldMkLst>
          <pc:docMk/>
          <pc:sldMk cId="1340993345" sldId="2147483463"/>
        </pc:sldMkLst>
      </pc:sldChg>
      <pc:sldChg chg="del">
        <pc:chgData name="Christina Karavioti" userId="dcb975a3-edb8-46a7-bb36-8f9b9207c6dd" providerId="ADAL" clId="{A81AB3F7-F041-4955-99BA-A0482B4A30E7}" dt="2025-06-23T12:41:49.931" v="0" actId="2696"/>
        <pc:sldMkLst>
          <pc:docMk/>
          <pc:sldMk cId="781270662" sldId="2147483464"/>
        </pc:sldMkLst>
      </pc:sldChg>
      <pc:sldChg chg="addSp delSp modSp mod">
        <pc:chgData name="Christina Karavioti" userId="dcb975a3-edb8-46a7-bb36-8f9b9207c6dd" providerId="ADAL" clId="{A81AB3F7-F041-4955-99BA-A0482B4A30E7}" dt="2025-06-24T11:41:52.035" v="2665"/>
        <pc:sldMkLst>
          <pc:docMk/>
          <pc:sldMk cId="1132644637" sldId="2147483468"/>
        </pc:sldMkLst>
        <pc:spChg chg="mod">
          <ac:chgData name="Christina Karavioti" userId="dcb975a3-edb8-46a7-bb36-8f9b9207c6dd" providerId="ADAL" clId="{A81AB3F7-F041-4955-99BA-A0482B4A30E7}" dt="2025-06-24T11:41:51.991" v="2641" actId="948"/>
          <ac:spMkLst>
            <pc:docMk/>
            <pc:sldMk cId="1132644637" sldId="2147483468"/>
            <ac:spMk id="3" creationId="{245E57FC-070A-D9CB-90E1-469986D61C51}"/>
          </ac:spMkLst>
        </pc:spChg>
        <pc:spChg chg="add del mod modVis">
          <ac:chgData name="Christina Karavioti" userId="dcb975a3-edb8-46a7-bb36-8f9b9207c6dd" providerId="ADAL" clId="{A81AB3F7-F041-4955-99BA-A0482B4A30E7}" dt="2025-06-24T11:41:52.035" v="2663"/>
          <ac:spMkLst>
            <pc:docMk/>
            <pc:sldMk cId="1132644637" sldId="2147483468"/>
            <ac:spMk id="8" creationId="{97F1ABEA-9A3E-DA7E-6F15-3C8EA657F2B8}"/>
          </ac:spMkLst>
        </pc:spChg>
        <pc:graphicFrameChg chg="mod">
          <ac:chgData name="Christina Karavioti" userId="dcb975a3-edb8-46a7-bb36-8f9b9207c6dd" providerId="ADAL" clId="{A81AB3F7-F041-4955-99BA-A0482B4A30E7}" dt="2025-06-24T11:41:52.035" v="2665"/>
          <ac:graphicFrameMkLst>
            <pc:docMk/>
            <pc:sldMk cId="1132644637" sldId="2147483468"/>
            <ac:graphicFrameMk id="6" creationId="{FAE141F4-3AE4-00EA-A52F-603C028CFBC8}"/>
          </ac:graphicFrameMkLst>
        </pc:graphicFrameChg>
      </pc:sldChg>
      <pc:sldChg chg="addSp delSp modSp mod">
        <pc:chgData name="Christina Karavioti" userId="dcb975a3-edb8-46a7-bb36-8f9b9207c6dd" providerId="ADAL" clId="{A81AB3F7-F041-4955-99BA-A0482B4A30E7}" dt="2025-06-24T11:42:59.482" v="3056"/>
        <pc:sldMkLst>
          <pc:docMk/>
          <pc:sldMk cId="4113911639" sldId="2147483472"/>
        </pc:sldMkLst>
        <pc:spChg chg="mod">
          <ac:chgData name="Christina Karavioti" userId="dcb975a3-edb8-46a7-bb36-8f9b9207c6dd" providerId="ADAL" clId="{A81AB3F7-F041-4955-99BA-A0482B4A30E7}" dt="2025-06-24T11:42:59.454" v="3032" actId="948"/>
          <ac:spMkLst>
            <pc:docMk/>
            <pc:sldMk cId="4113911639" sldId="2147483472"/>
            <ac:spMk id="3" creationId="{F768D551-11D7-4F41-318A-9805F841AC00}"/>
          </ac:spMkLst>
        </pc:spChg>
        <pc:spChg chg="add del mod modVis">
          <ac:chgData name="Christina Karavioti" userId="dcb975a3-edb8-46a7-bb36-8f9b9207c6dd" providerId="ADAL" clId="{A81AB3F7-F041-4955-99BA-A0482B4A30E7}" dt="2025-06-24T11:42:55.716" v="3028"/>
          <ac:spMkLst>
            <pc:docMk/>
            <pc:sldMk cId="4113911639" sldId="2147483472"/>
            <ac:spMk id="12" creationId="{F3103A1E-2C04-C243-B94E-28CB183145EB}"/>
          </ac:spMkLst>
        </pc:spChg>
        <pc:spChg chg="add del mod modVis">
          <ac:chgData name="Christina Karavioti" userId="dcb975a3-edb8-46a7-bb36-8f9b9207c6dd" providerId="ADAL" clId="{A81AB3F7-F041-4955-99BA-A0482B4A30E7}" dt="2025-06-24T11:42:59.482" v="3054"/>
          <ac:spMkLst>
            <pc:docMk/>
            <pc:sldMk cId="4113911639" sldId="2147483472"/>
            <ac:spMk id="13" creationId="{D6278BC7-B749-A97C-884D-23CC9243B60B}"/>
          </ac:spMkLst>
        </pc:spChg>
        <pc:graphicFrameChg chg="mod">
          <ac:chgData name="Christina Karavioti" userId="dcb975a3-edb8-46a7-bb36-8f9b9207c6dd" providerId="ADAL" clId="{A81AB3F7-F041-4955-99BA-A0482B4A30E7}" dt="2025-06-24T11:42:59.482" v="3056"/>
          <ac:graphicFrameMkLst>
            <pc:docMk/>
            <pc:sldMk cId="4113911639" sldId="2147483472"/>
            <ac:graphicFrameMk id="9" creationId="{662BB9CE-B277-3DD6-1D18-E3020D3347BA}"/>
          </ac:graphicFrameMkLst>
        </pc:graphicFrameChg>
      </pc:sldChg>
      <pc:sldChg chg="addSp delSp modSp mod">
        <pc:chgData name="Christina Karavioti" userId="dcb975a3-edb8-46a7-bb36-8f9b9207c6dd" providerId="ADAL" clId="{A81AB3F7-F041-4955-99BA-A0482B4A30E7}" dt="2025-06-24T11:43:42.687" v="3292"/>
        <pc:sldMkLst>
          <pc:docMk/>
          <pc:sldMk cId="1400799931" sldId="2147483474"/>
        </pc:sldMkLst>
        <pc:spChg chg="mod">
          <ac:chgData name="Christina Karavioti" userId="dcb975a3-edb8-46a7-bb36-8f9b9207c6dd" providerId="ADAL" clId="{A81AB3F7-F041-4955-99BA-A0482B4A30E7}" dt="2025-06-24T11:43:42.656" v="3268" actId="948"/>
          <ac:spMkLst>
            <pc:docMk/>
            <pc:sldMk cId="1400799931" sldId="2147483474"/>
            <ac:spMk id="3" creationId="{A7C58FDD-BE1F-F571-4BB4-C2BB569808BD}"/>
          </ac:spMkLst>
        </pc:spChg>
        <pc:spChg chg="add del mod modVis">
          <ac:chgData name="Christina Karavioti" userId="dcb975a3-edb8-46a7-bb36-8f9b9207c6dd" providerId="ADAL" clId="{A81AB3F7-F041-4955-99BA-A0482B4A30E7}" dt="2025-06-24T11:43:42.687" v="3290"/>
          <ac:spMkLst>
            <pc:docMk/>
            <pc:sldMk cId="1400799931" sldId="2147483474"/>
            <ac:spMk id="24" creationId="{83FE7405-D5BD-91F9-D094-C564D6DB0CCB}"/>
          </ac:spMkLst>
        </pc:spChg>
        <pc:graphicFrameChg chg="mod">
          <ac:chgData name="Christina Karavioti" userId="dcb975a3-edb8-46a7-bb36-8f9b9207c6dd" providerId="ADAL" clId="{A81AB3F7-F041-4955-99BA-A0482B4A30E7}" dt="2025-06-24T11:43:42.687" v="3292"/>
          <ac:graphicFrameMkLst>
            <pc:docMk/>
            <pc:sldMk cId="1400799931" sldId="2147483474"/>
            <ac:graphicFrameMk id="9" creationId="{591E8215-CB8A-D1A3-A226-0467BE1E37DA}"/>
          </ac:graphicFrameMkLst>
        </pc:graphicFrameChg>
      </pc:sldChg>
      <pc:sldChg chg="addSp delSp modSp mod">
        <pc:chgData name="Christina Karavioti" userId="dcb975a3-edb8-46a7-bb36-8f9b9207c6dd" providerId="ADAL" clId="{A81AB3F7-F041-4955-99BA-A0482B4A30E7}" dt="2025-06-24T11:43:16.274" v="3160"/>
        <pc:sldMkLst>
          <pc:docMk/>
          <pc:sldMk cId="446519396" sldId="2147483475"/>
        </pc:sldMkLst>
        <pc:spChg chg="mod">
          <ac:chgData name="Christina Karavioti" userId="dcb975a3-edb8-46a7-bb36-8f9b9207c6dd" providerId="ADAL" clId="{A81AB3F7-F041-4955-99BA-A0482B4A30E7}" dt="2025-06-24T11:43:16.215" v="3136" actId="948"/>
          <ac:spMkLst>
            <pc:docMk/>
            <pc:sldMk cId="446519396" sldId="2147483475"/>
            <ac:spMk id="3" creationId="{6FFBCEB7-BC0A-20EB-0210-A2BD6E8120FB}"/>
          </ac:spMkLst>
        </pc:spChg>
        <pc:spChg chg="add del mod modVis">
          <ac:chgData name="Christina Karavioti" userId="dcb975a3-edb8-46a7-bb36-8f9b9207c6dd" providerId="ADAL" clId="{A81AB3F7-F041-4955-99BA-A0482B4A30E7}" dt="2025-06-24T11:43:11.978" v="3132"/>
          <ac:spMkLst>
            <pc:docMk/>
            <pc:sldMk cId="446519396" sldId="2147483475"/>
            <ac:spMk id="7" creationId="{E7A86D8B-E490-0AC8-AB4A-98A72ED09E21}"/>
          </ac:spMkLst>
        </pc:spChg>
        <pc:spChg chg="add del mod modVis">
          <ac:chgData name="Christina Karavioti" userId="dcb975a3-edb8-46a7-bb36-8f9b9207c6dd" providerId="ADAL" clId="{A81AB3F7-F041-4955-99BA-A0482B4A30E7}" dt="2025-06-24T11:43:16.258" v="3158"/>
          <ac:spMkLst>
            <pc:docMk/>
            <pc:sldMk cId="446519396" sldId="2147483475"/>
            <ac:spMk id="8" creationId="{22102C1B-8E08-5281-A584-E450ABEEDADC}"/>
          </ac:spMkLst>
        </pc:spChg>
        <pc:spChg chg="mod">
          <ac:chgData name="Christina Karavioti" userId="dcb975a3-edb8-46a7-bb36-8f9b9207c6dd" providerId="ADAL" clId="{A81AB3F7-F041-4955-99BA-A0482B4A30E7}" dt="2025-06-24T11:31:05.222" v="1737" actId="14100"/>
          <ac:spMkLst>
            <pc:docMk/>
            <pc:sldMk cId="446519396" sldId="2147483475"/>
            <ac:spMk id="35" creationId="{66008763-57F1-BCEF-FE2E-24B15BEBC9FB}"/>
          </ac:spMkLst>
        </pc:spChg>
        <pc:graphicFrameChg chg="mod modGraphic">
          <ac:chgData name="Christina Karavioti" userId="dcb975a3-edb8-46a7-bb36-8f9b9207c6dd" providerId="ADAL" clId="{A81AB3F7-F041-4955-99BA-A0482B4A30E7}" dt="2025-06-24T11:31:16.722" v="1744"/>
          <ac:graphicFrameMkLst>
            <pc:docMk/>
            <pc:sldMk cId="446519396" sldId="2147483475"/>
            <ac:graphicFrameMk id="2" creationId="{3F12F5CE-8304-1603-3CD6-E96B492B1CD7}"/>
          </ac:graphicFrameMkLst>
        </pc:graphicFrameChg>
        <pc:graphicFrameChg chg="mod">
          <ac:chgData name="Christina Karavioti" userId="dcb975a3-edb8-46a7-bb36-8f9b9207c6dd" providerId="ADAL" clId="{A81AB3F7-F041-4955-99BA-A0482B4A30E7}" dt="2025-06-24T11:43:16.274" v="3160"/>
          <ac:graphicFrameMkLst>
            <pc:docMk/>
            <pc:sldMk cId="446519396" sldId="2147483475"/>
            <ac:graphicFrameMk id="6" creationId="{3CE6B8F3-6F15-E74D-375C-395A8829577D}"/>
          </ac:graphicFrameMkLst>
        </pc:graphicFrameChg>
      </pc:sldChg>
      <pc:sldChg chg="addSp delSp modSp mod">
        <pc:chgData name="Christina Karavioti" userId="dcb975a3-edb8-46a7-bb36-8f9b9207c6dd" providerId="ADAL" clId="{A81AB3F7-F041-4955-99BA-A0482B4A30E7}" dt="2025-06-24T11:42:06.470" v="2743"/>
        <pc:sldMkLst>
          <pc:docMk/>
          <pc:sldMk cId="1636858200" sldId="2147483479"/>
        </pc:sldMkLst>
        <pc:spChg chg="mod">
          <ac:chgData name="Christina Karavioti" userId="dcb975a3-edb8-46a7-bb36-8f9b9207c6dd" providerId="ADAL" clId="{A81AB3F7-F041-4955-99BA-A0482B4A30E7}" dt="2025-06-24T11:42:06.423" v="2719" actId="948"/>
          <ac:spMkLst>
            <pc:docMk/>
            <pc:sldMk cId="1636858200" sldId="2147483479"/>
            <ac:spMk id="3" creationId="{3A7984E0-4719-4C34-EF78-2882F625D795}"/>
          </ac:spMkLst>
        </pc:spChg>
        <pc:spChg chg="add del mod modVis">
          <ac:chgData name="Christina Karavioti" userId="dcb975a3-edb8-46a7-bb36-8f9b9207c6dd" providerId="ADAL" clId="{A81AB3F7-F041-4955-99BA-A0482B4A30E7}" dt="2025-06-24T11:42:06.470" v="2741"/>
          <ac:spMkLst>
            <pc:docMk/>
            <pc:sldMk cId="1636858200" sldId="2147483479"/>
            <ac:spMk id="25" creationId="{20FE5493-E829-055A-1863-37B7EF157236}"/>
          </ac:spMkLst>
        </pc:spChg>
        <pc:graphicFrameChg chg="mod">
          <ac:chgData name="Christina Karavioti" userId="dcb975a3-edb8-46a7-bb36-8f9b9207c6dd" providerId="ADAL" clId="{A81AB3F7-F041-4955-99BA-A0482B4A30E7}" dt="2025-06-24T11:42:06.470" v="2743"/>
          <ac:graphicFrameMkLst>
            <pc:docMk/>
            <pc:sldMk cId="1636858200" sldId="2147483479"/>
            <ac:graphicFrameMk id="6" creationId="{24A3D480-A1D4-130C-6C4D-869D8AE1DC52}"/>
          </ac:graphicFrameMkLst>
        </pc:graphicFrameChg>
      </pc:sldChg>
      <pc:sldChg chg="del">
        <pc:chgData name="Christina Karavioti" userId="dcb975a3-edb8-46a7-bb36-8f9b9207c6dd" providerId="ADAL" clId="{A81AB3F7-F041-4955-99BA-A0482B4A30E7}" dt="2025-06-23T12:41:49.931" v="0" actId="2696"/>
        <pc:sldMkLst>
          <pc:docMk/>
          <pc:sldMk cId="3352445997" sldId="2147483480"/>
        </pc:sldMkLst>
      </pc:sldChg>
      <pc:sldChg chg="del">
        <pc:chgData name="Christina Karavioti" userId="dcb975a3-edb8-46a7-bb36-8f9b9207c6dd" providerId="ADAL" clId="{A81AB3F7-F041-4955-99BA-A0482B4A30E7}" dt="2025-06-23T12:41:49.931" v="0" actId="2696"/>
        <pc:sldMkLst>
          <pc:docMk/>
          <pc:sldMk cId="1107573298" sldId="2147483483"/>
        </pc:sldMkLst>
      </pc:sldChg>
      <pc:sldChg chg="del">
        <pc:chgData name="Christina Karavioti" userId="dcb975a3-edb8-46a7-bb36-8f9b9207c6dd" providerId="ADAL" clId="{A81AB3F7-F041-4955-99BA-A0482B4A30E7}" dt="2025-06-23T12:41:49.931" v="0" actId="2696"/>
        <pc:sldMkLst>
          <pc:docMk/>
          <pc:sldMk cId="3095931141" sldId="2147483484"/>
        </pc:sldMkLst>
      </pc:sldChg>
      <pc:sldChg chg="del">
        <pc:chgData name="Christina Karavioti" userId="dcb975a3-edb8-46a7-bb36-8f9b9207c6dd" providerId="ADAL" clId="{A81AB3F7-F041-4955-99BA-A0482B4A30E7}" dt="2025-06-23T12:41:49.931" v="0" actId="2696"/>
        <pc:sldMkLst>
          <pc:docMk/>
          <pc:sldMk cId="556609737" sldId="2147483485"/>
        </pc:sldMkLst>
      </pc:sldChg>
      <pc:sldChg chg="addSp delSp modSp mod">
        <pc:chgData name="Christina Karavioti" userId="dcb975a3-edb8-46a7-bb36-8f9b9207c6dd" providerId="ADAL" clId="{A81AB3F7-F041-4955-99BA-A0482B4A30E7}" dt="2025-06-24T11:38:24.724" v="1833"/>
        <pc:sldMkLst>
          <pc:docMk/>
          <pc:sldMk cId="3571381157" sldId="2147483488"/>
        </pc:sldMkLst>
        <pc:spChg chg="mod">
          <ac:chgData name="Christina Karavioti" userId="dcb975a3-edb8-46a7-bb36-8f9b9207c6dd" providerId="ADAL" clId="{A81AB3F7-F041-4955-99BA-A0482B4A30E7}" dt="2025-06-24T11:38:24.692" v="1809" actId="948"/>
          <ac:spMkLst>
            <pc:docMk/>
            <pc:sldMk cId="3571381157" sldId="2147483488"/>
            <ac:spMk id="3" creationId="{21A0B46F-56FE-2708-9D59-6638AB26E76B}"/>
          </ac:spMkLst>
        </pc:spChg>
        <pc:spChg chg="add del mod modVis">
          <ac:chgData name="Christina Karavioti" userId="dcb975a3-edb8-46a7-bb36-8f9b9207c6dd" providerId="ADAL" clId="{A81AB3F7-F041-4955-99BA-A0482B4A30E7}" dt="2025-06-24T11:38:24.724" v="1831"/>
          <ac:spMkLst>
            <pc:docMk/>
            <pc:sldMk cId="3571381157" sldId="2147483488"/>
            <ac:spMk id="6" creationId="{1D947E86-7A7D-32D3-9F4E-A68392F7A461}"/>
          </ac:spMkLst>
        </pc:spChg>
        <pc:graphicFrameChg chg="mod">
          <ac:chgData name="Christina Karavioti" userId="dcb975a3-edb8-46a7-bb36-8f9b9207c6dd" providerId="ADAL" clId="{A81AB3F7-F041-4955-99BA-A0482B4A30E7}" dt="2025-06-24T11:38:24.724" v="1833"/>
          <ac:graphicFrameMkLst>
            <pc:docMk/>
            <pc:sldMk cId="3571381157" sldId="2147483488"/>
            <ac:graphicFrameMk id="5" creationId="{36296010-885E-A01D-4056-B1FEA5F90669}"/>
          </ac:graphicFrameMkLst>
        </pc:graphicFrameChg>
      </pc:sldChg>
      <pc:sldChg chg="addSp delSp modSp mod">
        <pc:chgData name="Christina Karavioti" userId="dcb975a3-edb8-46a7-bb36-8f9b9207c6dd" providerId="ADAL" clId="{A81AB3F7-F041-4955-99BA-A0482B4A30E7}" dt="2025-06-24T11:41:56.642" v="2691"/>
        <pc:sldMkLst>
          <pc:docMk/>
          <pc:sldMk cId="1420824914" sldId="2147483489"/>
        </pc:sldMkLst>
        <pc:spChg chg="mod">
          <ac:chgData name="Christina Karavioti" userId="dcb975a3-edb8-46a7-bb36-8f9b9207c6dd" providerId="ADAL" clId="{A81AB3F7-F041-4955-99BA-A0482B4A30E7}" dt="2025-06-24T11:41:56.598" v="2667" actId="948"/>
          <ac:spMkLst>
            <pc:docMk/>
            <pc:sldMk cId="1420824914" sldId="2147483489"/>
            <ac:spMk id="3" creationId="{7E083AEE-6FED-18B0-FDEB-171DF88A2F9F}"/>
          </ac:spMkLst>
        </pc:spChg>
        <pc:spChg chg="add del mod modVis">
          <ac:chgData name="Christina Karavioti" userId="dcb975a3-edb8-46a7-bb36-8f9b9207c6dd" providerId="ADAL" clId="{A81AB3F7-F041-4955-99BA-A0482B4A30E7}" dt="2025-06-24T11:41:56.642" v="2689"/>
          <ac:spMkLst>
            <pc:docMk/>
            <pc:sldMk cId="1420824914" sldId="2147483489"/>
            <ac:spMk id="4" creationId="{DEC7DC04-142D-625E-AA6E-96CF5E26B79F}"/>
          </ac:spMkLst>
        </pc:spChg>
        <pc:graphicFrameChg chg="mod">
          <ac:chgData name="Christina Karavioti" userId="dcb975a3-edb8-46a7-bb36-8f9b9207c6dd" providerId="ADAL" clId="{A81AB3F7-F041-4955-99BA-A0482B4A30E7}" dt="2025-06-24T11:41:56.642" v="2691"/>
          <ac:graphicFrameMkLst>
            <pc:docMk/>
            <pc:sldMk cId="1420824914" sldId="2147483489"/>
            <ac:graphicFrameMk id="6" creationId="{47A40FF3-1778-1995-5F27-9C0B2022BCB9}"/>
          </ac:graphicFrameMkLst>
        </pc:graphicFrameChg>
      </pc:sldChg>
      <pc:sldChg chg="addSp delSp modSp mod">
        <pc:chgData name="Christina Karavioti" userId="dcb975a3-edb8-46a7-bb36-8f9b9207c6dd" providerId="ADAL" clId="{A81AB3F7-F041-4955-99BA-A0482B4A30E7}" dt="2025-06-24T11:41:12.905" v="2431"/>
        <pc:sldMkLst>
          <pc:docMk/>
          <pc:sldMk cId="3593830304" sldId="2147483491"/>
        </pc:sldMkLst>
        <pc:spChg chg="add del mod modVis">
          <ac:chgData name="Christina Karavioti" userId="dcb975a3-edb8-46a7-bb36-8f9b9207c6dd" providerId="ADAL" clId="{A81AB3F7-F041-4955-99BA-A0482B4A30E7}" dt="2025-06-24T11:41:12.889" v="2429"/>
          <ac:spMkLst>
            <pc:docMk/>
            <pc:sldMk cId="3593830304" sldId="2147483491"/>
            <ac:spMk id="2" creationId="{05B1D680-B304-96F9-A739-BA89524A496F}"/>
          </ac:spMkLst>
        </pc:spChg>
        <pc:spChg chg="mod">
          <ac:chgData name="Christina Karavioti" userId="dcb975a3-edb8-46a7-bb36-8f9b9207c6dd" providerId="ADAL" clId="{A81AB3F7-F041-4955-99BA-A0482B4A30E7}" dt="2025-06-24T11:41:12.848" v="2407" actId="948"/>
          <ac:spMkLst>
            <pc:docMk/>
            <pc:sldMk cId="3593830304" sldId="2147483491"/>
            <ac:spMk id="3" creationId="{28DB2E94-88F2-38CA-54D7-C05AB041205A}"/>
          </ac:spMkLst>
        </pc:spChg>
        <pc:graphicFrameChg chg="mod">
          <ac:chgData name="Christina Karavioti" userId="dcb975a3-edb8-46a7-bb36-8f9b9207c6dd" providerId="ADAL" clId="{A81AB3F7-F041-4955-99BA-A0482B4A30E7}" dt="2025-06-24T11:41:12.905" v="2431"/>
          <ac:graphicFrameMkLst>
            <pc:docMk/>
            <pc:sldMk cId="3593830304" sldId="2147483491"/>
            <ac:graphicFrameMk id="6" creationId="{9368E7E3-3EF4-20B1-3CF9-8D0D65143ED6}"/>
          </ac:graphicFrameMkLst>
        </pc:graphicFrameChg>
      </pc:sldChg>
      <pc:sldChg chg="del">
        <pc:chgData name="Christina Karavioti" userId="dcb975a3-edb8-46a7-bb36-8f9b9207c6dd" providerId="ADAL" clId="{A81AB3F7-F041-4955-99BA-A0482B4A30E7}" dt="2025-06-23T12:41:49.931" v="0" actId="2696"/>
        <pc:sldMkLst>
          <pc:docMk/>
          <pc:sldMk cId="1717702639" sldId="2147483492"/>
        </pc:sldMkLst>
      </pc:sldChg>
      <pc:sldChg chg="del">
        <pc:chgData name="Christina Karavioti" userId="dcb975a3-edb8-46a7-bb36-8f9b9207c6dd" providerId="ADAL" clId="{A81AB3F7-F041-4955-99BA-A0482B4A30E7}" dt="2025-06-23T12:41:49.931" v="0" actId="2696"/>
        <pc:sldMkLst>
          <pc:docMk/>
          <pc:sldMk cId="3048686771" sldId="2147483493"/>
        </pc:sldMkLst>
      </pc:sldChg>
      <pc:sldChg chg="del">
        <pc:chgData name="Christina Karavioti" userId="dcb975a3-edb8-46a7-bb36-8f9b9207c6dd" providerId="ADAL" clId="{A81AB3F7-F041-4955-99BA-A0482B4A30E7}" dt="2025-06-23T12:41:49.931" v="0" actId="2696"/>
        <pc:sldMkLst>
          <pc:docMk/>
          <pc:sldMk cId="410069327" sldId="2147483494"/>
        </pc:sldMkLst>
      </pc:sldChg>
      <pc:sldChg chg="del">
        <pc:chgData name="Christina Karavioti" userId="dcb975a3-edb8-46a7-bb36-8f9b9207c6dd" providerId="ADAL" clId="{A81AB3F7-F041-4955-99BA-A0482B4A30E7}" dt="2025-06-23T12:41:49.931" v="0" actId="2696"/>
        <pc:sldMkLst>
          <pc:docMk/>
          <pc:sldMk cId="4266368366" sldId="2147483496"/>
        </pc:sldMkLst>
      </pc:sldChg>
      <pc:sldChg chg="del">
        <pc:chgData name="Christina Karavioti" userId="dcb975a3-edb8-46a7-bb36-8f9b9207c6dd" providerId="ADAL" clId="{A81AB3F7-F041-4955-99BA-A0482B4A30E7}" dt="2025-06-23T12:41:49.931" v="0" actId="2696"/>
        <pc:sldMkLst>
          <pc:docMk/>
          <pc:sldMk cId="1975732054" sldId="2147483497"/>
        </pc:sldMkLst>
      </pc:sldChg>
      <pc:sldChg chg="del">
        <pc:chgData name="Christina Karavioti" userId="dcb975a3-edb8-46a7-bb36-8f9b9207c6dd" providerId="ADAL" clId="{A81AB3F7-F041-4955-99BA-A0482B4A30E7}" dt="2025-06-23T12:41:49.931" v="0" actId="2696"/>
        <pc:sldMkLst>
          <pc:docMk/>
          <pc:sldMk cId="1962290523" sldId="2147483498"/>
        </pc:sldMkLst>
      </pc:sldChg>
      <pc:sldChg chg="addSp delSp modSp mod">
        <pc:chgData name="Christina Karavioti" userId="dcb975a3-edb8-46a7-bb36-8f9b9207c6dd" providerId="ADAL" clId="{A81AB3F7-F041-4955-99BA-A0482B4A30E7}" dt="2025-06-24T11:38:04.037" v="1781"/>
        <pc:sldMkLst>
          <pc:docMk/>
          <pc:sldMk cId="1927259399" sldId="2147483499"/>
        </pc:sldMkLst>
        <pc:spChg chg="mod">
          <ac:chgData name="Christina Karavioti" userId="dcb975a3-edb8-46a7-bb36-8f9b9207c6dd" providerId="ADAL" clId="{A81AB3F7-F041-4955-99BA-A0482B4A30E7}" dt="2025-06-24T11:38:04.016" v="1757" actId="948"/>
          <ac:spMkLst>
            <pc:docMk/>
            <pc:sldMk cId="1927259399" sldId="2147483499"/>
            <ac:spMk id="2" creationId="{71F59B8D-8920-0192-9C92-AFCCA1A90181}"/>
          </ac:spMkLst>
        </pc:spChg>
        <pc:spChg chg="add del mod modVis">
          <ac:chgData name="Christina Karavioti" userId="dcb975a3-edb8-46a7-bb36-8f9b9207c6dd" providerId="ADAL" clId="{A81AB3F7-F041-4955-99BA-A0482B4A30E7}" dt="2025-06-24T11:38:04.037" v="1779"/>
          <ac:spMkLst>
            <pc:docMk/>
            <pc:sldMk cId="1927259399" sldId="2147483499"/>
            <ac:spMk id="4" creationId="{B640E00B-9269-AADF-D13C-F90BBCB21D48}"/>
          </ac:spMkLst>
        </pc:spChg>
        <pc:graphicFrameChg chg="mod">
          <ac:chgData name="Christina Karavioti" userId="dcb975a3-edb8-46a7-bb36-8f9b9207c6dd" providerId="ADAL" clId="{A81AB3F7-F041-4955-99BA-A0482B4A30E7}" dt="2025-06-24T11:38:04.037" v="1781"/>
          <ac:graphicFrameMkLst>
            <pc:docMk/>
            <pc:sldMk cId="1927259399" sldId="2147483499"/>
            <ac:graphicFrameMk id="5" creationId="{4C4F168A-0B0E-8935-0812-AEF329AA5C20}"/>
          </ac:graphicFrameMkLst>
        </pc:graphicFrameChg>
      </pc:sldChg>
      <pc:sldChg chg="del mod modShow">
        <pc:chgData name="Christina Karavioti" userId="dcb975a3-edb8-46a7-bb36-8f9b9207c6dd" providerId="ADAL" clId="{A81AB3F7-F041-4955-99BA-A0482B4A30E7}" dt="2025-06-23T14:44:09.830" v="893" actId="2696"/>
        <pc:sldMkLst>
          <pc:docMk/>
          <pc:sldMk cId="1237101103" sldId="2147483504"/>
        </pc:sldMkLst>
      </pc:sldChg>
      <pc:sldChg chg="addSp delSp modSp add mod">
        <pc:chgData name="Christina Karavioti" userId="dcb975a3-edb8-46a7-bb36-8f9b9207c6dd" providerId="ADAL" clId="{A81AB3F7-F041-4955-99BA-A0482B4A30E7}" dt="2025-06-24T11:44:33.031" v="3486"/>
        <pc:sldMkLst>
          <pc:docMk/>
          <pc:sldMk cId="4072981197" sldId="2147483504"/>
        </pc:sldMkLst>
        <pc:spChg chg="add del mod modVis">
          <ac:chgData name="Christina Karavioti" userId="dcb975a3-edb8-46a7-bb36-8f9b9207c6dd" providerId="ADAL" clId="{A81AB3F7-F041-4955-99BA-A0482B4A30E7}" dt="2025-06-24T11:44:32.969" v="3472"/>
          <ac:spMkLst>
            <pc:docMk/>
            <pc:sldMk cId="4072981197" sldId="2147483504"/>
            <ac:spMk id="2" creationId="{D0A88DA5-D80D-3DC1-3DB9-430198F1B6BB}"/>
          </ac:spMkLst>
        </pc:spChg>
        <pc:spChg chg="mod">
          <ac:chgData name="Christina Karavioti" userId="dcb975a3-edb8-46a7-bb36-8f9b9207c6dd" providerId="ADAL" clId="{A81AB3F7-F041-4955-99BA-A0482B4A30E7}" dt="2025-06-24T11:44:32.931" v="3450" actId="948"/>
          <ac:spMkLst>
            <pc:docMk/>
            <pc:sldMk cId="4072981197" sldId="2147483504"/>
            <ac:spMk id="3" creationId="{7762FA40-AA95-08DA-24F3-7FAF7BE76D6D}"/>
          </ac:spMkLst>
        </pc:spChg>
        <pc:graphicFrameChg chg="add mod ord modVis">
          <ac:chgData name="Christina Karavioti" userId="dcb975a3-edb8-46a7-bb36-8f9b9207c6dd" providerId="ADAL" clId="{A81AB3F7-F041-4955-99BA-A0482B4A30E7}" dt="2025-06-24T11:44:33.031" v="3486"/>
          <ac:graphicFrameMkLst>
            <pc:docMk/>
            <pc:sldMk cId="4072981197" sldId="2147483504"/>
            <ac:graphicFrameMk id="5" creationId="{C14136E8-914C-68B3-45AD-C428DAF823A3}"/>
          </ac:graphicFrameMkLst>
        </pc:graphicFrameChg>
      </pc:sldChg>
      <pc:sldChg chg="addSp delSp modSp add mod">
        <pc:chgData name="Christina Karavioti" userId="dcb975a3-edb8-46a7-bb36-8f9b9207c6dd" providerId="ADAL" clId="{A81AB3F7-F041-4955-99BA-A0482B4A30E7}" dt="2025-06-24T11:44:42.198" v="3556"/>
        <pc:sldMkLst>
          <pc:docMk/>
          <pc:sldMk cId="1872434067" sldId="2147483505"/>
        </pc:sldMkLst>
        <pc:spChg chg="add del mod modVis">
          <ac:chgData name="Christina Karavioti" userId="dcb975a3-edb8-46a7-bb36-8f9b9207c6dd" providerId="ADAL" clId="{A81AB3F7-F041-4955-99BA-A0482B4A30E7}" dt="2025-06-24T11:44:38.309" v="3516"/>
          <ac:spMkLst>
            <pc:docMk/>
            <pc:sldMk cId="1872434067" sldId="2147483505"/>
            <ac:spMk id="2" creationId="{920AB463-4F9C-3971-31B1-D058510EB7AF}"/>
          </ac:spMkLst>
        </pc:spChg>
        <pc:spChg chg="mod">
          <ac:chgData name="Christina Karavioti" userId="dcb975a3-edb8-46a7-bb36-8f9b9207c6dd" providerId="ADAL" clId="{A81AB3F7-F041-4955-99BA-A0482B4A30E7}" dt="2025-06-24T11:44:42.141" v="3532" actId="948"/>
          <ac:spMkLst>
            <pc:docMk/>
            <pc:sldMk cId="1872434067" sldId="2147483505"/>
            <ac:spMk id="3" creationId="{E5AE34E9-1830-73FE-B572-0BAA2CB5F6A0}"/>
          </ac:spMkLst>
        </pc:spChg>
        <pc:spChg chg="add del mod modVis">
          <ac:chgData name="Christina Karavioti" userId="dcb975a3-edb8-46a7-bb36-8f9b9207c6dd" providerId="ADAL" clId="{A81AB3F7-F041-4955-99BA-A0482B4A30E7}" dt="2025-06-24T11:44:42.198" v="3554"/>
          <ac:spMkLst>
            <pc:docMk/>
            <pc:sldMk cId="1872434067" sldId="2147483505"/>
            <ac:spMk id="6" creationId="{52437389-792B-3977-C0C7-B1000FF46865}"/>
          </ac:spMkLst>
        </pc:spChg>
        <pc:graphicFrameChg chg="add mod ord modVis">
          <ac:chgData name="Christina Karavioti" userId="dcb975a3-edb8-46a7-bb36-8f9b9207c6dd" providerId="ADAL" clId="{A81AB3F7-F041-4955-99BA-A0482B4A30E7}" dt="2025-06-24T11:44:42.198" v="3556"/>
          <ac:graphicFrameMkLst>
            <pc:docMk/>
            <pc:sldMk cId="1872434067" sldId="2147483505"/>
            <ac:graphicFrameMk id="5" creationId="{FFACE3FE-FFA9-681C-8AA8-792D5BDB4D43}"/>
          </ac:graphicFrameMkLst>
        </pc:graphicFrameChg>
      </pc:sldChg>
      <pc:sldChg chg="del mod modShow">
        <pc:chgData name="Christina Karavioti" userId="dcb975a3-edb8-46a7-bb36-8f9b9207c6dd" providerId="ADAL" clId="{A81AB3F7-F041-4955-99BA-A0482B4A30E7}" dt="2025-06-23T14:44:09.830" v="893" actId="2696"/>
        <pc:sldMkLst>
          <pc:docMk/>
          <pc:sldMk cId="3918709370" sldId="2147483505"/>
        </pc:sldMkLst>
      </pc:sldChg>
      <pc:sldChg chg="del mod modShow">
        <pc:chgData name="Christina Karavioti" userId="dcb975a3-edb8-46a7-bb36-8f9b9207c6dd" providerId="ADAL" clId="{A81AB3F7-F041-4955-99BA-A0482B4A30E7}" dt="2025-06-23T14:44:09.830" v="893" actId="2696"/>
        <pc:sldMkLst>
          <pc:docMk/>
          <pc:sldMk cId="1690095731" sldId="2147483506"/>
        </pc:sldMkLst>
      </pc:sldChg>
      <pc:sldChg chg="addSp delSp modSp add mod">
        <pc:chgData name="Christina Karavioti" userId="dcb975a3-edb8-46a7-bb36-8f9b9207c6dd" providerId="ADAL" clId="{A81AB3F7-F041-4955-99BA-A0482B4A30E7}" dt="2025-06-24T11:44:47.175" v="3594"/>
        <pc:sldMkLst>
          <pc:docMk/>
          <pc:sldMk cId="3803376827" sldId="2147483506"/>
        </pc:sldMkLst>
        <pc:spChg chg="add del mod modVis">
          <ac:chgData name="Christina Karavioti" userId="dcb975a3-edb8-46a7-bb36-8f9b9207c6dd" providerId="ADAL" clId="{A81AB3F7-F041-4955-99BA-A0482B4A30E7}" dt="2025-06-24T11:44:47.144" v="3580"/>
          <ac:spMkLst>
            <pc:docMk/>
            <pc:sldMk cId="3803376827" sldId="2147483506"/>
            <ac:spMk id="2" creationId="{EF751581-442B-FAC7-BDD9-1D10ECDA0772}"/>
          </ac:spMkLst>
        </pc:spChg>
        <pc:spChg chg="mod">
          <ac:chgData name="Christina Karavioti" userId="dcb975a3-edb8-46a7-bb36-8f9b9207c6dd" providerId="ADAL" clId="{A81AB3F7-F041-4955-99BA-A0482B4A30E7}" dt="2025-06-24T11:44:47.115" v="3558" actId="948"/>
          <ac:spMkLst>
            <pc:docMk/>
            <pc:sldMk cId="3803376827" sldId="2147483506"/>
            <ac:spMk id="3" creationId="{A1F3A0A7-8F90-1FA6-318F-38DEB25F0516}"/>
          </ac:spMkLst>
        </pc:spChg>
        <pc:graphicFrameChg chg="add mod ord modVis">
          <ac:chgData name="Christina Karavioti" userId="dcb975a3-edb8-46a7-bb36-8f9b9207c6dd" providerId="ADAL" clId="{A81AB3F7-F041-4955-99BA-A0482B4A30E7}" dt="2025-06-24T11:44:47.175" v="3594"/>
          <ac:graphicFrameMkLst>
            <pc:docMk/>
            <pc:sldMk cId="3803376827" sldId="2147483506"/>
            <ac:graphicFrameMk id="5" creationId="{97F956E5-E639-C512-E222-5029A6F49D34}"/>
          </ac:graphicFrameMkLst>
        </pc:graphicFrameChg>
      </pc:sldChg>
      <pc:sldChg chg="del">
        <pc:chgData name="Christina Karavioti" userId="dcb975a3-edb8-46a7-bb36-8f9b9207c6dd" providerId="ADAL" clId="{A81AB3F7-F041-4955-99BA-A0482B4A30E7}" dt="2025-06-23T12:41:49.931" v="0" actId="2696"/>
        <pc:sldMkLst>
          <pc:docMk/>
          <pc:sldMk cId="25049761" sldId="2147483508"/>
        </pc:sldMkLst>
      </pc:sldChg>
      <pc:sldChg chg="addSp delSp modSp add mod">
        <pc:chgData name="Christina Karavioti" userId="dcb975a3-edb8-46a7-bb36-8f9b9207c6dd" providerId="ADAL" clId="{A81AB3F7-F041-4955-99BA-A0482B4A30E7}" dt="2025-06-23T12:52:33.709" v="278"/>
        <pc:sldMkLst>
          <pc:docMk/>
          <pc:sldMk cId="4231718790" sldId="2147483508"/>
        </pc:sldMkLst>
        <pc:spChg chg="mod">
          <ac:chgData name="Christina Karavioti" userId="dcb975a3-edb8-46a7-bb36-8f9b9207c6dd" providerId="ADAL" clId="{A81AB3F7-F041-4955-99BA-A0482B4A30E7}" dt="2025-06-23T12:52:33.665" v="276" actId="20577"/>
          <ac:spMkLst>
            <pc:docMk/>
            <pc:sldMk cId="4231718790" sldId="2147483508"/>
            <ac:spMk id="2" creationId="{E4ED93EC-6AB8-5431-464A-CA0DD6D3C60B}"/>
          </ac:spMkLst>
        </pc:spChg>
        <pc:spChg chg="add del mod modVis">
          <ac:chgData name="Christina Karavioti" userId="dcb975a3-edb8-46a7-bb36-8f9b9207c6dd" providerId="ADAL" clId="{A81AB3F7-F041-4955-99BA-A0482B4A30E7}" dt="2025-06-23T12:51:34.938" v="36"/>
          <ac:spMkLst>
            <pc:docMk/>
            <pc:sldMk cId="4231718790" sldId="2147483508"/>
            <ac:spMk id="4" creationId="{9246A5C6-51A3-28B3-4158-04363E5356C3}"/>
          </ac:spMkLst>
        </pc:spChg>
        <pc:spChg chg="add del mod modVis">
          <ac:chgData name="Christina Karavioti" userId="dcb975a3-edb8-46a7-bb36-8f9b9207c6dd" providerId="ADAL" clId="{A81AB3F7-F041-4955-99BA-A0482B4A30E7}" dt="2025-06-23T12:51:36.238" v="69"/>
          <ac:spMkLst>
            <pc:docMk/>
            <pc:sldMk cId="4231718790" sldId="2147483508"/>
            <ac:spMk id="5" creationId="{830406BE-1DC4-A83C-7F3B-B930DDCC22E9}"/>
          </ac:spMkLst>
        </pc:spChg>
        <pc:spChg chg="add del mod modVis">
          <ac:chgData name="Christina Karavioti" userId="dcb975a3-edb8-46a7-bb36-8f9b9207c6dd" providerId="ADAL" clId="{A81AB3F7-F041-4955-99BA-A0482B4A30E7}" dt="2025-06-23T12:52:33.098" v="268" actId="962"/>
          <ac:spMkLst>
            <pc:docMk/>
            <pc:sldMk cId="4231718790" sldId="2147483508"/>
            <ac:spMk id="6" creationId="{B0593E0D-69F6-BC0D-18E1-D4D4231D3F69}"/>
          </ac:spMkLst>
        </pc:spChg>
        <pc:spChg chg="add del mod modVis">
          <ac:chgData name="Christina Karavioti" userId="dcb975a3-edb8-46a7-bb36-8f9b9207c6dd" providerId="ADAL" clId="{A81AB3F7-F041-4955-99BA-A0482B4A30E7}" dt="2025-06-23T12:52:32.452" v="248" actId="962"/>
          <ac:spMkLst>
            <pc:docMk/>
            <pc:sldMk cId="4231718790" sldId="2147483508"/>
            <ac:spMk id="7" creationId="{88971962-183A-102A-F7EB-C0C08C251569}"/>
          </ac:spMkLst>
        </pc:spChg>
        <pc:spChg chg="add del mod modVis">
          <ac:chgData name="Christina Karavioti" userId="dcb975a3-edb8-46a7-bb36-8f9b9207c6dd" providerId="ADAL" clId="{A81AB3F7-F041-4955-99BA-A0482B4A30E7}" dt="2025-06-23T12:52:31.865" v="228" actId="962"/>
          <ac:spMkLst>
            <pc:docMk/>
            <pc:sldMk cId="4231718790" sldId="2147483508"/>
            <ac:spMk id="8" creationId="{487D0743-4A60-811A-E61A-52FC6ECBD387}"/>
          </ac:spMkLst>
        </pc:spChg>
        <pc:graphicFrameChg chg="mod">
          <ac:chgData name="Christina Karavioti" userId="dcb975a3-edb8-46a7-bb36-8f9b9207c6dd" providerId="ADAL" clId="{A81AB3F7-F041-4955-99BA-A0482B4A30E7}" dt="2025-06-23T12:52:33.709" v="278"/>
          <ac:graphicFrameMkLst>
            <pc:docMk/>
            <pc:sldMk cId="4231718790" sldId="2147483508"/>
            <ac:graphicFrameMk id="3" creationId="{E20AF989-E622-5B06-401E-3F417D52C749}"/>
          </ac:graphicFrameMkLst>
        </pc:graphicFrameChg>
      </pc:sldChg>
      <pc:sldChg chg="del">
        <pc:chgData name="Christina Karavioti" userId="dcb975a3-edb8-46a7-bb36-8f9b9207c6dd" providerId="ADAL" clId="{A81AB3F7-F041-4955-99BA-A0482B4A30E7}" dt="2025-06-23T12:41:49.931" v="0" actId="2696"/>
        <pc:sldMkLst>
          <pc:docMk/>
          <pc:sldMk cId="1106088865" sldId="2147483509"/>
        </pc:sldMkLst>
      </pc:sldChg>
      <pc:sldChg chg="addSp delSp modSp add mod">
        <pc:chgData name="Christina Karavioti" userId="dcb975a3-edb8-46a7-bb36-8f9b9207c6dd" providerId="ADAL" clId="{A81AB3F7-F041-4955-99BA-A0482B4A30E7}" dt="2025-06-24T10:13:40.600" v="1207"/>
        <pc:sldMkLst>
          <pc:docMk/>
          <pc:sldMk cId="2674433080" sldId="2147483509"/>
        </pc:sldMkLst>
        <pc:spChg chg="mod">
          <ac:chgData name="Christina Karavioti" userId="dcb975a3-edb8-46a7-bb36-8f9b9207c6dd" providerId="ADAL" clId="{A81AB3F7-F041-4955-99BA-A0482B4A30E7}" dt="2025-06-23T12:58:46.263" v="889" actId="948"/>
          <ac:spMkLst>
            <pc:docMk/>
            <pc:sldMk cId="2674433080" sldId="2147483509"/>
            <ac:spMk id="2" creationId="{3E71A3C7-6881-05E9-2BC0-CA61010CF96C}"/>
          </ac:spMkLst>
        </pc:spChg>
        <pc:spChg chg="add del mod modVis">
          <ac:chgData name="Christina Karavioti" userId="dcb975a3-edb8-46a7-bb36-8f9b9207c6dd" providerId="ADAL" clId="{A81AB3F7-F041-4955-99BA-A0482B4A30E7}" dt="2025-06-23T12:52:10.171" v="106"/>
          <ac:spMkLst>
            <pc:docMk/>
            <pc:sldMk cId="2674433080" sldId="2147483509"/>
            <ac:spMk id="4" creationId="{AC93A059-6096-F03E-19FE-BF433DB4AA36}"/>
          </ac:spMkLst>
        </pc:spChg>
        <pc:spChg chg="add del mod modVis">
          <ac:chgData name="Christina Karavioti" userId="dcb975a3-edb8-46a7-bb36-8f9b9207c6dd" providerId="ADAL" clId="{A81AB3F7-F041-4955-99BA-A0482B4A30E7}" dt="2025-06-23T12:52:41.045" v="314"/>
          <ac:spMkLst>
            <pc:docMk/>
            <pc:sldMk cId="2674433080" sldId="2147483509"/>
            <ac:spMk id="5" creationId="{18109DD4-A562-363A-B0AC-1F9FFB64BBB3}"/>
          </ac:spMkLst>
        </pc:spChg>
        <pc:graphicFrameChg chg="mod">
          <ac:chgData name="Christina Karavioti" userId="dcb975a3-edb8-46a7-bb36-8f9b9207c6dd" providerId="ADAL" clId="{A81AB3F7-F041-4955-99BA-A0482B4A30E7}" dt="2025-06-23T12:58:46.266" v="891"/>
          <ac:graphicFrameMkLst>
            <pc:docMk/>
            <pc:sldMk cId="2674433080" sldId="2147483509"/>
            <ac:graphicFrameMk id="3" creationId="{17408E6B-FA01-A925-9646-0D8DE9D9E3AE}"/>
          </ac:graphicFrameMkLst>
        </pc:graphicFrameChg>
        <pc:picChg chg="add mod">
          <ac:chgData name="Christina Karavioti" userId="dcb975a3-edb8-46a7-bb36-8f9b9207c6dd" providerId="ADAL" clId="{A81AB3F7-F041-4955-99BA-A0482B4A30E7}" dt="2025-06-24T10:13:40.600" v="1207"/>
          <ac:picMkLst>
            <pc:docMk/>
            <pc:sldMk cId="2674433080" sldId="2147483509"/>
            <ac:picMk id="6" creationId="{ED11E180-EF77-995E-F0C3-6B9B18DF27C8}"/>
          </ac:picMkLst>
        </pc:picChg>
      </pc:sldChg>
      <pc:sldChg chg="addSp delSp modSp add mod">
        <pc:chgData name="Christina Karavioti" userId="dcb975a3-edb8-46a7-bb36-8f9b9207c6dd" providerId="ADAL" clId="{A81AB3F7-F041-4955-99BA-A0482B4A30E7}" dt="2025-06-24T10:13:49.602" v="1208"/>
        <pc:sldMkLst>
          <pc:docMk/>
          <pc:sldMk cId="504212904" sldId="2147483510"/>
        </pc:sldMkLst>
        <pc:spChg chg="mod">
          <ac:chgData name="Christina Karavioti" userId="dcb975a3-edb8-46a7-bb36-8f9b9207c6dd" providerId="ADAL" clId="{A81AB3F7-F041-4955-99BA-A0482B4A30E7}" dt="2025-06-23T12:53:06.449" v="400" actId="948"/>
          <ac:spMkLst>
            <pc:docMk/>
            <pc:sldMk cId="504212904" sldId="2147483510"/>
            <ac:spMk id="2" creationId="{D50AE3CA-64D7-2F89-5848-F9FF8C65D74D}"/>
          </ac:spMkLst>
        </pc:spChg>
        <pc:spChg chg="add del mod modVis">
          <ac:chgData name="Christina Karavioti" userId="dcb975a3-edb8-46a7-bb36-8f9b9207c6dd" providerId="ADAL" clId="{A81AB3F7-F041-4955-99BA-A0482B4A30E7}" dt="2025-06-23T12:53:03.906" v="363"/>
          <ac:spMkLst>
            <pc:docMk/>
            <pc:sldMk cId="504212904" sldId="2147483510"/>
            <ac:spMk id="4" creationId="{B4FFAC4B-F1D4-9671-8846-04FFEF9AF957}"/>
          </ac:spMkLst>
        </pc:spChg>
        <pc:spChg chg="add del mod modVis">
          <ac:chgData name="Christina Karavioti" userId="dcb975a3-edb8-46a7-bb36-8f9b9207c6dd" providerId="ADAL" clId="{A81AB3F7-F041-4955-99BA-A0482B4A30E7}" dt="2025-06-23T12:53:04.935" v="392"/>
          <ac:spMkLst>
            <pc:docMk/>
            <pc:sldMk cId="504212904" sldId="2147483510"/>
            <ac:spMk id="5" creationId="{0E5D646E-7DD6-3165-11EC-F6DAED9058A9}"/>
          </ac:spMkLst>
        </pc:spChg>
        <pc:spChg chg="add del mod modVis">
          <ac:chgData name="Christina Karavioti" userId="dcb975a3-edb8-46a7-bb36-8f9b9207c6dd" providerId="ADAL" clId="{A81AB3F7-F041-4955-99BA-A0482B4A30E7}" dt="2025-06-23T12:53:06.499" v="423"/>
          <ac:spMkLst>
            <pc:docMk/>
            <pc:sldMk cId="504212904" sldId="2147483510"/>
            <ac:spMk id="6" creationId="{975DC136-0D7C-D696-FDE4-57AD0B88965A}"/>
          </ac:spMkLst>
        </pc:spChg>
        <pc:graphicFrameChg chg="mod">
          <ac:chgData name="Christina Karavioti" userId="dcb975a3-edb8-46a7-bb36-8f9b9207c6dd" providerId="ADAL" clId="{A81AB3F7-F041-4955-99BA-A0482B4A30E7}" dt="2025-06-23T12:53:06.501" v="425"/>
          <ac:graphicFrameMkLst>
            <pc:docMk/>
            <pc:sldMk cId="504212904" sldId="2147483510"/>
            <ac:graphicFrameMk id="3" creationId="{12CBC97B-7625-EC30-2955-C0CEC28CD4CD}"/>
          </ac:graphicFrameMkLst>
        </pc:graphicFrameChg>
        <pc:picChg chg="add mod">
          <ac:chgData name="Christina Karavioti" userId="dcb975a3-edb8-46a7-bb36-8f9b9207c6dd" providerId="ADAL" clId="{A81AB3F7-F041-4955-99BA-A0482B4A30E7}" dt="2025-06-24T10:13:49.602" v="1208"/>
          <ac:picMkLst>
            <pc:docMk/>
            <pc:sldMk cId="504212904" sldId="2147483510"/>
            <ac:picMk id="7" creationId="{8FF5E8A5-1446-77D5-AD45-DE313A9D76C6}"/>
          </ac:picMkLst>
        </pc:picChg>
      </pc:sldChg>
      <pc:sldChg chg="del">
        <pc:chgData name="Christina Karavioti" userId="dcb975a3-edb8-46a7-bb36-8f9b9207c6dd" providerId="ADAL" clId="{A81AB3F7-F041-4955-99BA-A0482B4A30E7}" dt="2025-06-23T12:41:49.931" v="0" actId="2696"/>
        <pc:sldMkLst>
          <pc:docMk/>
          <pc:sldMk cId="2520769961" sldId="2147483510"/>
        </pc:sldMkLst>
      </pc:sldChg>
      <pc:sldChg chg="addSp delSp modSp add mod">
        <pc:chgData name="Christina Karavioti" userId="dcb975a3-edb8-46a7-bb36-8f9b9207c6dd" providerId="ADAL" clId="{A81AB3F7-F041-4955-99BA-A0482B4A30E7}" dt="2025-06-24T10:13:53.196" v="1209"/>
        <pc:sldMkLst>
          <pc:docMk/>
          <pc:sldMk cId="275752080" sldId="2147483511"/>
        </pc:sldMkLst>
        <pc:spChg chg="mod">
          <ac:chgData name="Christina Karavioti" userId="dcb975a3-edb8-46a7-bb36-8f9b9207c6dd" providerId="ADAL" clId="{A81AB3F7-F041-4955-99BA-A0482B4A30E7}" dt="2025-06-23T12:55:05.290" v="518" actId="948"/>
          <ac:spMkLst>
            <pc:docMk/>
            <pc:sldMk cId="275752080" sldId="2147483511"/>
            <ac:spMk id="2" creationId="{6A52086E-EAFE-F161-C6CC-CBFE78DA0D19}"/>
          </ac:spMkLst>
        </pc:spChg>
        <pc:spChg chg="add del mod modVis">
          <ac:chgData name="Christina Karavioti" userId="dcb975a3-edb8-46a7-bb36-8f9b9207c6dd" providerId="ADAL" clId="{A81AB3F7-F041-4955-99BA-A0482B4A30E7}" dt="2025-06-23T12:54:56.741" v="485"/>
          <ac:spMkLst>
            <pc:docMk/>
            <pc:sldMk cId="275752080" sldId="2147483511"/>
            <ac:spMk id="4" creationId="{26A766B4-C544-08D9-8AB8-19E581DF467D}"/>
          </ac:spMkLst>
        </pc:spChg>
        <pc:spChg chg="add del mod modVis">
          <ac:chgData name="Christina Karavioti" userId="dcb975a3-edb8-46a7-bb36-8f9b9207c6dd" providerId="ADAL" clId="{A81AB3F7-F041-4955-99BA-A0482B4A30E7}" dt="2025-06-23T12:54:59.936" v="512"/>
          <ac:spMkLst>
            <pc:docMk/>
            <pc:sldMk cId="275752080" sldId="2147483511"/>
            <ac:spMk id="5" creationId="{1BD3C46C-9F9D-FB86-A64B-65B795D6E8ED}"/>
          </ac:spMkLst>
        </pc:spChg>
        <pc:spChg chg="add del mod modVis">
          <ac:chgData name="Christina Karavioti" userId="dcb975a3-edb8-46a7-bb36-8f9b9207c6dd" providerId="ADAL" clId="{A81AB3F7-F041-4955-99BA-A0482B4A30E7}" dt="2025-06-23T12:55:05.316" v="541"/>
          <ac:spMkLst>
            <pc:docMk/>
            <pc:sldMk cId="275752080" sldId="2147483511"/>
            <ac:spMk id="6" creationId="{33EF3DAC-BC48-AC48-57E4-31B44FBB00CE}"/>
          </ac:spMkLst>
        </pc:spChg>
        <pc:graphicFrameChg chg="mod">
          <ac:chgData name="Christina Karavioti" userId="dcb975a3-edb8-46a7-bb36-8f9b9207c6dd" providerId="ADAL" clId="{A81AB3F7-F041-4955-99BA-A0482B4A30E7}" dt="2025-06-23T12:55:05.317" v="543"/>
          <ac:graphicFrameMkLst>
            <pc:docMk/>
            <pc:sldMk cId="275752080" sldId="2147483511"/>
            <ac:graphicFrameMk id="3" creationId="{A92EB70C-C04F-5938-99B2-07B5B4C01EBF}"/>
          </ac:graphicFrameMkLst>
        </pc:graphicFrameChg>
        <pc:picChg chg="add mod">
          <ac:chgData name="Christina Karavioti" userId="dcb975a3-edb8-46a7-bb36-8f9b9207c6dd" providerId="ADAL" clId="{A81AB3F7-F041-4955-99BA-A0482B4A30E7}" dt="2025-06-24T10:13:53.196" v="1209"/>
          <ac:picMkLst>
            <pc:docMk/>
            <pc:sldMk cId="275752080" sldId="2147483511"/>
            <ac:picMk id="7" creationId="{CA304E03-06A8-FE6F-9181-6FDDE576B5CD}"/>
          </ac:picMkLst>
        </pc:picChg>
      </pc:sldChg>
      <pc:sldChg chg="addSp delSp modSp add mod">
        <pc:chgData name="Christina Karavioti" userId="dcb975a3-edb8-46a7-bb36-8f9b9207c6dd" providerId="ADAL" clId="{A81AB3F7-F041-4955-99BA-A0482B4A30E7}" dt="2025-06-24T10:13:55.655" v="1210"/>
        <pc:sldMkLst>
          <pc:docMk/>
          <pc:sldMk cId="4131016935" sldId="2147483512"/>
        </pc:sldMkLst>
        <pc:spChg chg="mod">
          <ac:chgData name="Christina Karavioti" userId="dcb975a3-edb8-46a7-bb36-8f9b9207c6dd" providerId="ADAL" clId="{A81AB3F7-F041-4955-99BA-A0482B4A30E7}" dt="2025-06-23T12:55:13.410" v="551" actId="948"/>
          <ac:spMkLst>
            <pc:docMk/>
            <pc:sldMk cId="4131016935" sldId="2147483512"/>
            <ac:spMk id="2" creationId="{0FB1551C-4E21-4365-61D8-63ED7FA0DB9C}"/>
          </ac:spMkLst>
        </pc:spChg>
        <pc:spChg chg="add del mod modVis">
          <ac:chgData name="Christina Karavioti" userId="dcb975a3-edb8-46a7-bb36-8f9b9207c6dd" providerId="ADAL" clId="{A81AB3F7-F041-4955-99BA-A0482B4A30E7}" dt="2025-06-23T12:55:13.439" v="574"/>
          <ac:spMkLst>
            <pc:docMk/>
            <pc:sldMk cId="4131016935" sldId="2147483512"/>
            <ac:spMk id="4" creationId="{F7F84722-8330-0DB8-551C-FB4397455814}"/>
          </ac:spMkLst>
        </pc:spChg>
        <pc:graphicFrameChg chg="mod">
          <ac:chgData name="Christina Karavioti" userId="dcb975a3-edb8-46a7-bb36-8f9b9207c6dd" providerId="ADAL" clId="{A81AB3F7-F041-4955-99BA-A0482B4A30E7}" dt="2025-06-23T12:55:13.440" v="576"/>
          <ac:graphicFrameMkLst>
            <pc:docMk/>
            <pc:sldMk cId="4131016935" sldId="2147483512"/>
            <ac:graphicFrameMk id="3" creationId="{3F5D405D-2282-6C4C-9157-FE1D5286C253}"/>
          </ac:graphicFrameMkLst>
        </pc:graphicFrameChg>
        <pc:picChg chg="add mod">
          <ac:chgData name="Christina Karavioti" userId="dcb975a3-edb8-46a7-bb36-8f9b9207c6dd" providerId="ADAL" clId="{A81AB3F7-F041-4955-99BA-A0482B4A30E7}" dt="2025-06-24T10:13:55.655" v="1210"/>
          <ac:picMkLst>
            <pc:docMk/>
            <pc:sldMk cId="4131016935" sldId="2147483512"/>
            <ac:picMk id="5" creationId="{FB7151F4-C76F-2915-6E22-CC6BFD8948A5}"/>
          </ac:picMkLst>
        </pc:picChg>
      </pc:sldChg>
      <pc:sldChg chg="addSp delSp modSp add mod">
        <pc:chgData name="Christina Karavioti" userId="dcb975a3-edb8-46a7-bb36-8f9b9207c6dd" providerId="ADAL" clId="{A81AB3F7-F041-4955-99BA-A0482B4A30E7}" dt="2025-06-24T10:13:58.370" v="1211"/>
        <pc:sldMkLst>
          <pc:docMk/>
          <pc:sldMk cId="4285488360" sldId="2147483513"/>
        </pc:sldMkLst>
        <pc:spChg chg="mod">
          <ac:chgData name="Christina Karavioti" userId="dcb975a3-edb8-46a7-bb36-8f9b9207c6dd" providerId="ADAL" clId="{A81AB3F7-F041-4955-99BA-A0482B4A30E7}" dt="2025-06-23T12:56:00.055" v="602" actId="948"/>
          <ac:spMkLst>
            <pc:docMk/>
            <pc:sldMk cId="4285488360" sldId="2147483513"/>
            <ac:spMk id="2" creationId="{CEBE4F80-FEF2-DD59-BC11-CF7A7849AEEB}"/>
          </ac:spMkLst>
        </pc:spChg>
        <pc:spChg chg="add del mod modVis">
          <ac:chgData name="Christina Karavioti" userId="dcb975a3-edb8-46a7-bb36-8f9b9207c6dd" providerId="ADAL" clId="{A81AB3F7-F041-4955-99BA-A0482B4A30E7}" dt="2025-06-23T12:56:00.090" v="625"/>
          <ac:spMkLst>
            <pc:docMk/>
            <pc:sldMk cId="4285488360" sldId="2147483513"/>
            <ac:spMk id="4" creationId="{6002D9E3-FAC5-BDE5-E55E-655C18872BF7}"/>
          </ac:spMkLst>
        </pc:spChg>
        <pc:graphicFrameChg chg="mod">
          <ac:chgData name="Christina Karavioti" userId="dcb975a3-edb8-46a7-bb36-8f9b9207c6dd" providerId="ADAL" clId="{A81AB3F7-F041-4955-99BA-A0482B4A30E7}" dt="2025-06-23T12:56:00.092" v="627"/>
          <ac:graphicFrameMkLst>
            <pc:docMk/>
            <pc:sldMk cId="4285488360" sldId="2147483513"/>
            <ac:graphicFrameMk id="3" creationId="{F19A5A8B-D35E-6F8E-964B-A04B89F8CB01}"/>
          </ac:graphicFrameMkLst>
        </pc:graphicFrameChg>
        <pc:picChg chg="add mod">
          <ac:chgData name="Christina Karavioti" userId="dcb975a3-edb8-46a7-bb36-8f9b9207c6dd" providerId="ADAL" clId="{A81AB3F7-F041-4955-99BA-A0482B4A30E7}" dt="2025-06-24T10:13:58.370" v="1211"/>
          <ac:picMkLst>
            <pc:docMk/>
            <pc:sldMk cId="4285488360" sldId="2147483513"/>
            <ac:picMk id="5" creationId="{B81FC36E-5C79-A710-483F-B4E2E38912D2}"/>
          </ac:picMkLst>
        </pc:picChg>
      </pc:sldChg>
      <pc:sldChg chg="addSp delSp modSp add mod">
        <pc:chgData name="Christina Karavioti" userId="dcb975a3-edb8-46a7-bb36-8f9b9207c6dd" providerId="ADAL" clId="{A81AB3F7-F041-4955-99BA-A0482B4A30E7}" dt="2025-06-24T10:14:01.159" v="1212"/>
        <pc:sldMkLst>
          <pc:docMk/>
          <pc:sldMk cId="3694866444" sldId="2147483514"/>
        </pc:sldMkLst>
        <pc:spChg chg="mod">
          <ac:chgData name="Christina Karavioti" userId="dcb975a3-edb8-46a7-bb36-8f9b9207c6dd" providerId="ADAL" clId="{A81AB3F7-F041-4955-99BA-A0482B4A30E7}" dt="2025-06-23T12:56:17.459" v="765" actId="948"/>
          <ac:spMkLst>
            <pc:docMk/>
            <pc:sldMk cId="3694866444" sldId="2147483514"/>
            <ac:spMk id="2" creationId="{A397784B-2EDF-B85D-C2CC-5042131E0326}"/>
          </ac:spMkLst>
        </pc:spChg>
        <pc:spChg chg="add del mod modVis">
          <ac:chgData name="Christina Karavioti" userId="dcb975a3-edb8-46a7-bb36-8f9b9207c6dd" providerId="ADAL" clId="{A81AB3F7-F041-4955-99BA-A0482B4A30E7}" dt="2025-06-23T12:56:13.884" v="679"/>
          <ac:spMkLst>
            <pc:docMk/>
            <pc:sldMk cId="3694866444" sldId="2147483514"/>
            <ac:spMk id="4" creationId="{2F6D2CD3-68C0-2B0C-371D-9CB34CC909E7}"/>
          </ac:spMkLst>
        </pc:spChg>
        <pc:spChg chg="add del mod modVis">
          <ac:chgData name="Christina Karavioti" userId="dcb975a3-edb8-46a7-bb36-8f9b9207c6dd" providerId="ADAL" clId="{A81AB3F7-F041-4955-99BA-A0482B4A30E7}" dt="2025-06-23T12:56:14.192" v="706"/>
          <ac:spMkLst>
            <pc:docMk/>
            <pc:sldMk cId="3694866444" sldId="2147483514"/>
            <ac:spMk id="5" creationId="{9C7404A5-1627-6729-DC23-EFF7861BA493}"/>
          </ac:spMkLst>
        </pc:spChg>
        <pc:spChg chg="add del mod modVis">
          <ac:chgData name="Christina Karavioti" userId="dcb975a3-edb8-46a7-bb36-8f9b9207c6dd" providerId="ADAL" clId="{A81AB3F7-F041-4955-99BA-A0482B4A30E7}" dt="2025-06-23T12:56:14.863" v="733"/>
          <ac:spMkLst>
            <pc:docMk/>
            <pc:sldMk cId="3694866444" sldId="2147483514"/>
            <ac:spMk id="6" creationId="{A780ABBE-9FA1-2370-9CF8-BA80268D4E9A}"/>
          </ac:spMkLst>
        </pc:spChg>
        <pc:spChg chg="add del mod modVis">
          <ac:chgData name="Christina Karavioti" userId="dcb975a3-edb8-46a7-bb36-8f9b9207c6dd" providerId="ADAL" clId="{A81AB3F7-F041-4955-99BA-A0482B4A30E7}" dt="2025-06-23T12:56:16.668" v="760"/>
          <ac:spMkLst>
            <pc:docMk/>
            <pc:sldMk cId="3694866444" sldId="2147483514"/>
            <ac:spMk id="7" creationId="{5D1025C0-E76E-0E1A-3134-41006244D660}"/>
          </ac:spMkLst>
        </pc:spChg>
        <pc:spChg chg="add del mod modVis">
          <ac:chgData name="Christina Karavioti" userId="dcb975a3-edb8-46a7-bb36-8f9b9207c6dd" providerId="ADAL" clId="{A81AB3F7-F041-4955-99BA-A0482B4A30E7}" dt="2025-06-23T12:56:17.486" v="788"/>
          <ac:spMkLst>
            <pc:docMk/>
            <pc:sldMk cId="3694866444" sldId="2147483514"/>
            <ac:spMk id="8" creationId="{79270282-3308-DFB2-1DD3-66843ACE8038}"/>
          </ac:spMkLst>
        </pc:spChg>
        <pc:graphicFrameChg chg="mod">
          <ac:chgData name="Christina Karavioti" userId="dcb975a3-edb8-46a7-bb36-8f9b9207c6dd" providerId="ADAL" clId="{A81AB3F7-F041-4955-99BA-A0482B4A30E7}" dt="2025-06-23T12:56:17.488" v="790"/>
          <ac:graphicFrameMkLst>
            <pc:docMk/>
            <pc:sldMk cId="3694866444" sldId="2147483514"/>
            <ac:graphicFrameMk id="3" creationId="{0E71BABF-B69C-8F32-C8E2-CEF3D44CEA55}"/>
          </ac:graphicFrameMkLst>
        </pc:graphicFrameChg>
        <pc:picChg chg="add mod">
          <ac:chgData name="Christina Karavioti" userId="dcb975a3-edb8-46a7-bb36-8f9b9207c6dd" providerId="ADAL" clId="{A81AB3F7-F041-4955-99BA-A0482B4A30E7}" dt="2025-06-24T10:14:01.159" v="1212"/>
          <ac:picMkLst>
            <pc:docMk/>
            <pc:sldMk cId="3694866444" sldId="2147483514"/>
            <ac:picMk id="9" creationId="{53638930-54BB-D232-701F-4B89CF56D645}"/>
          </ac:picMkLst>
        </pc:picChg>
      </pc:sldChg>
      <pc:sldChg chg="addSp delSp modSp add mod">
        <pc:chgData name="Christina Karavioti" userId="dcb975a3-edb8-46a7-bb36-8f9b9207c6dd" providerId="ADAL" clId="{A81AB3F7-F041-4955-99BA-A0482B4A30E7}" dt="2025-06-24T10:14:03.210" v="1213"/>
        <pc:sldMkLst>
          <pc:docMk/>
          <pc:sldMk cId="448774922" sldId="2147483515"/>
        </pc:sldMkLst>
        <pc:spChg chg="mod">
          <ac:chgData name="Christina Karavioti" userId="dcb975a3-edb8-46a7-bb36-8f9b9207c6dd" providerId="ADAL" clId="{A81AB3F7-F041-4955-99BA-A0482B4A30E7}" dt="2025-06-23T12:56:28.832" v="802" actId="948"/>
          <ac:spMkLst>
            <pc:docMk/>
            <pc:sldMk cId="448774922" sldId="2147483515"/>
            <ac:spMk id="2" creationId="{FA6ABCF8-34DB-8CBC-EB9E-8747366F6BE6}"/>
          </ac:spMkLst>
        </pc:spChg>
        <pc:spChg chg="add del mod modVis">
          <ac:chgData name="Christina Karavioti" userId="dcb975a3-edb8-46a7-bb36-8f9b9207c6dd" providerId="ADAL" clId="{A81AB3F7-F041-4955-99BA-A0482B4A30E7}" dt="2025-06-23T12:56:28.866" v="825"/>
          <ac:spMkLst>
            <pc:docMk/>
            <pc:sldMk cId="448774922" sldId="2147483515"/>
            <ac:spMk id="4" creationId="{93A0ABC2-3C56-EFD6-9F08-D7BD612A0393}"/>
          </ac:spMkLst>
        </pc:spChg>
        <pc:graphicFrameChg chg="mod">
          <ac:chgData name="Christina Karavioti" userId="dcb975a3-edb8-46a7-bb36-8f9b9207c6dd" providerId="ADAL" clId="{A81AB3F7-F041-4955-99BA-A0482B4A30E7}" dt="2025-06-23T12:56:28.868" v="827"/>
          <ac:graphicFrameMkLst>
            <pc:docMk/>
            <pc:sldMk cId="448774922" sldId="2147483515"/>
            <ac:graphicFrameMk id="3" creationId="{A0002A71-D620-42C8-46DA-08555999CAC0}"/>
          </ac:graphicFrameMkLst>
        </pc:graphicFrameChg>
        <pc:picChg chg="add mod">
          <ac:chgData name="Christina Karavioti" userId="dcb975a3-edb8-46a7-bb36-8f9b9207c6dd" providerId="ADAL" clId="{A81AB3F7-F041-4955-99BA-A0482B4A30E7}" dt="2025-06-24T10:14:03.210" v="1213"/>
          <ac:picMkLst>
            <pc:docMk/>
            <pc:sldMk cId="448774922" sldId="2147483515"/>
            <ac:picMk id="5" creationId="{6CB7B040-8758-3B21-0044-127BAD6256FA}"/>
          </ac:picMkLst>
        </pc:picChg>
      </pc:sldChg>
      <pc:sldChg chg="addSp delSp modSp add mod">
        <pc:chgData name="Christina Karavioti" userId="dcb975a3-edb8-46a7-bb36-8f9b9207c6dd" providerId="ADAL" clId="{A81AB3F7-F041-4955-99BA-A0482B4A30E7}" dt="2025-06-24T10:14:05.484" v="1214"/>
        <pc:sldMkLst>
          <pc:docMk/>
          <pc:sldMk cId="2443684311" sldId="2147483516"/>
        </pc:sldMkLst>
        <pc:spChg chg="mod">
          <ac:chgData name="Christina Karavioti" userId="dcb975a3-edb8-46a7-bb36-8f9b9207c6dd" providerId="ADAL" clId="{A81AB3F7-F041-4955-99BA-A0482B4A30E7}" dt="2025-06-23T14:52:32.692" v="1001" actId="948"/>
          <ac:spMkLst>
            <pc:docMk/>
            <pc:sldMk cId="2443684311" sldId="2147483516"/>
            <ac:spMk id="2" creationId="{387A81D9-0569-82E6-C0F1-7DB972617F52}"/>
          </ac:spMkLst>
        </pc:spChg>
        <pc:spChg chg="add del mod modVis">
          <ac:chgData name="Christina Karavioti" userId="dcb975a3-edb8-46a7-bb36-8f9b9207c6dd" providerId="ADAL" clId="{A81AB3F7-F041-4955-99BA-A0482B4A30E7}" dt="2025-06-23T14:52:32.716" v="1024"/>
          <ac:spMkLst>
            <pc:docMk/>
            <pc:sldMk cId="2443684311" sldId="2147483516"/>
            <ac:spMk id="4" creationId="{34268E6A-CB77-4901-6613-EE52ECC30C05}"/>
          </ac:spMkLst>
        </pc:spChg>
        <pc:graphicFrameChg chg="mod">
          <ac:chgData name="Christina Karavioti" userId="dcb975a3-edb8-46a7-bb36-8f9b9207c6dd" providerId="ADAL" clId="{A81AB3F7-F041-4955-99BA-A0482B4A30E7}" dt="2025-06-23T14:52:32.716" v="1026"/>
          <ac:graphicFrameMkLst>
            <pc:docMk/>
            <pc:sldMk cId="2443684311" sldId="2147483516"/>
            <ac:graphicFrameMk id="3" creationId="{E7D7444F-517B-FAB9-59F8-080637063306}"/>
          </ac:graphicFrameMkLst>
        </pc:graphicFrameChg>
        <pc:picChg chg="add mod">
          <ac:chgData name="Christina Karavioti" userId="dcb975a3-edb8-46a7-bb36-8f9b9207c6dd" providerId="ADAL" clId="{A81AB3F7-F041-4955-99BA-A0482B4A30E7}" dt="2025-06-24T10:14:05.484" v="1214"/>
          <ac:picMkLst>
            <pc:docMk/>
            <pc:sldMk cId="2443684311" sldId="2147483516"/>
            <ac:picMk id="5" creationId="{46BD7CCF-2211-7958-5F79-23235746B276}"/>
          </ac:picMkLst>
        </pc:picChg>
      </pc:sldChg>
      <pc:sldChg chg="addSp delSp modSp mod modCm">
        <pc:chgData name="Christina Karavioti" userId="dcb975a3-edb8-46a7-bb36-8f9b9207c6dd" providerId="ADAL" clId="{A81AB3F7-F041-4955-99BA-A0482B4A30E7}" dt="2025-06-24T11:38:18.889" v="1807"/>
        <pc:sldMkLst>
          <pc:docMk/>
          <pc:sldMk cId="683549290" sldId="2147483517"/>
        </pc:sldMkLst>
        <pc:spChg chg="mod">
          <ac:chgData name="Christina Karavioti" userId="dcb975a3-edb8-46a7-bb36-8f9b9207c6dd" providerId="ADAL" clId="{A81AB3F7-F041-4955-99BA-A0482B4A30E7}" dt="2025-06-24T11:38:18.841" v="1783" actId="948"/>
          <ac:spMkLst>
            <pc:docMk/>
            <pc:sldMk cId="683549290" sldId="2147483517"/>
            <ac:spMk id="3" creationId="{C21736AC-4C47-4C5B-D55E-698A6307A1AF}"/>
          </ac:spMkLst>
        </pc:spChg>
        <pc:spChg chg="mod">
          <ac:chgData name="Christina Karavioti" userId="dcb975a3-edb8-46a7-bb36-8f9b9207c6dd" providerId="ADAL" clId="{A81AB3F7-F041-4955-99BA-A0482B4A30E7}" dt="2025-06-24T08:41:52.541" v="1134" actId="20577"/>
          <ac:spMkLst>
            <pc:docMk/>
            <pc:sldMk cId="683549290" sldId="2147483517"/>
            <ac:spMk id="4" creationId="{8D757AA0-FAFB-F4E4-40D4-A5D2B90109D2}"/>
          </ac:spMkLst>
        </pc:spChg>
        <pc:spChg chg="add del mod modVis">
          <ac:chgData name="Christina Karavioti" userId="dcb975a3-edb8-46a7-bb36-8f9b9207c6dd" providerId="ADAL" clId="{A81AB3F7-F041-4955-99BA-A0482B4A30E7}" dt="2025-06-24T11:38:18.889" v="1805"/>
          <ac:spMkLst>
            <pc:docMk/>
            <pc:sldMk cId="683549290" sldId="2147483517"/>
            <ac:spMk id="14" creationId="{B65C5DB2-DA52-35B4-9D98-070AC98040DB}"/>
          </ac:spMkLst>
        </pc:spChg>
        <pc:spChg chg="mod">
          <ac:chgData name="Christina Karavioti" userId="dcb975a3-edb8-46a7-bb36-8f9b9207c6dd" providerId="ADAL" clId="{A81AB3F7-F041-4955-99BA-A0482B4A30E7}" dt="2025-06-24T08:54:07.259" v="1196" actId="313"/>
          <ac:spMkLst>
            <pc:docMk/>
            <pc:sldMk cId="683549290" sldId="2147483517"/>
            <ac:spMk id="53" creationId="{92B40FB3-65C8-5E6E-6376-1063EE2E7886}"/>
          </ac:spMkLst>
        </pc:spChg>
        <pc:spChg chg="mod">
          <ac:chgData name="Christina Karavioti" userId="dcb975a3-edb8-46a7-bb36-8f9b9207c6dd" providerId="ADAL" clId="{A81AB3F7-F041-4955-99BA-A0482B4A30E7}" dt="2025-06-24T08:40:54.800" v="1114" actId="1036"/>
          <ac:spMkLst>
            <pc:docMk/>
            <pc:sldMk cId="683549290" sldId="2147483517"/>
            <ac:spMk id="101" creationId="{83A7C3DA-3DEF-65E2-C336-F10E589EE30E}"/>
          </ac:spMkLst>
        </pc:spChg>
        <pc:graphicFrameChg chg="mod">
          <ac:chgData name="Christina Karavioti" userId="dcb975a3-edb8-46a7-bb36-8f9b9207c6dd" providerId="ADAL" clId="{A81AB3F7-F041-4955-99BA-A0482B4A30E7}" dt="2025-06-24T11:38:18.889" v="1807"/>
          <ac:graphicFrameMkLst>
            <pc:docMk/>
            <pc:sldMk cId="683549290" sldId="2147483517"/>
            <ac:graphicFrameMk id="11" creationId="{E5224C9A-8645-7CA9-5C58-77F4EFCC8A42}"/>
          </ac:graphicFrameMkLst>
        </pc:graphicFrame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A81AB3F7-F041-4955-99BA-A0482B4A30E7}" dt="2025-06-24T08:54:07.259" v="1196" actId="313"/>
              <pc2:cmMkLst xmlns:pc2="http://schemas.microsoft.com/office/powerpoint/2019/9/main/command">
                <pc:docMk/>
                <pc:sldMk cId="683549290" sldId="2147483517"/>
                <pc2:cmMk id="{D87CE433-6C81-43AF-A5B0-741996AE8D49}"/>
              </pc2:cmMkLst>
            </pc226:cmChg>
            <pc226:cmChg xmlns:pc226="http://schemas.microsoft.com/office/powerpoint/2022/06/main/command" chg="mod">
              <pc226:chgData name="Christina Karavioti" userId="dcb975a3-edb8-46a7-bb36-8f9b9207c6dd" providerId="ADAL" clId="{A81AB3F7-F041-4955-99BA-A0482B4A30E7}" dt="2025-06-24T08:41:52.541" v="1134" actId="20577"/>
              <pc2:cmMkLst xmlns:pc2="http://schemas.microsoft.com/office/powerpoint/2019/9/main/command">
                <pc:docMk/>
                <pc:sldMk cId="683549290" sldId="2147483517"/>
                <pc2:cmMk id="{AB04ABEC-62A8-41A9-8F40-E8B5BAF65998}"/>
              </pc2:cmMkLst>
            </pc226:cmChg>
          </p:ext>
        </pc:extLst>
      </pc:sldChg>
    </pc:docChg>
  </pc:docChgLst>
  <pc:docChgLst>
    <pc:chgData name="Christina Karavioti" userId="S::ckaravioti@prescienthg.com::dcb975a3-edb8-46a7-bb36-8f9b9207c6dd" providerId="AD" clId="Web-{3DB060E4-B1A9-46EC-EF48-AAC6BE45A17A}"/>
    <pc:docChg chg="modSld">
      <pc:chgData name="Christina Karavioti" userId="S::ckaravioti@prescienthg.com::dcb975a3-edb8-46a7-bb36-8f9b9207c6dd" providerId="AD" clId="Web-{3DB060E4-B1A9-46EC-EF48-AAC6BE45A17A}" dt="2025-06-20T14:47:21.666" v="0"/>
      <pc:docMkLst>
        <pc:docMk/>
      </pc:docMkLst>
      <pc:sldChg chg="modSp">
        <pc:chgData name="Christina Karavioti" userId="S::ckaravioti@prescienthg.com::dcb975a3-edb8-46a7-bb36-8f9b9207c6dd" providerId="AD" clId="Web-{3DB060E4-B1A9-46EC-EF48-AAC6BE45A17A}" dt="2025-06-20T14:47:21.666" v="0"/>
        <pc:sldMkLst>
          <pc:docMk/>
          <pc:sldMk cId="2767949135" sldId="2147483507"/>
        </pc:sldMkLst>
      </pc:sldChg>
    </pc:docChg>
  </pc:docChgLst>
  <pc:docChgLst>
    <pc:chgData name="David Lang" userId="d2d6079e-fc28-46dd-be0a-9e9617a5ce0e" providerId="ADAL" clId="{34294C69-34FB-4AF4-968D-4D1D7BA3CFDF}"/>
    <pc:docChg chg="custSel modSld">
      <pc:chgData name="David Lang" userId="d2d6079e-fc28-46dd-be0a-9e9617a5ce0e" providerId="ADAL" clId="{34294C69-34FB-4AF4-968D-4D1D7BA3CFDF}" dt="2025-06-24T16:27:33.878" v="292" actId="20577"/>
      <pc:docMkLst>
        <pc:docMk/>
      </pc:docMkLst>
      <pc:sldChg chg="modSp mod">
        <pc:chgData name="David Lang" userId="d2d6079e-fc28-46dd-be0a-9e9617a5ce0e" providerId="ADAL" clId="{34294C69-34FB-4AF4-968D-4D1D7BA3CFDF}" dt="2025-06-23T14:53:24.340" v="1"/>
        <pc:sldMkLst>
          <pc:docMk/>
          <pc:sldMk cId="4056428186" sldId="444"/>
        </pc:sldMkLst>
        <pc:graphicFrameChg chg="mod">
          <ac:chgData name="David Lang" userId="d2d6079e-fc28-46dd-be0a-9e9617a5ce0e" providerId="ADAL" clId="{34294C69-34FB-4AF4-968D-4D1D7BA3CFDF}" dt="2025-06-23T14:53:24.340" v="1"/>
          <ac:graphicFrameMkLst>
            <pc:docMk/>
            <pc:sldMk cId="4056428186" sldId="444"/>
            <ac:graphicFrameMk id="9" creationId="{4235C766-D584-ACCA-D270-1E2857B5D942}"/>
          </ac:graphicFrameMkLst>
        </pc:graphicFrameChg>
      </pc:sldChg>
      <pc:sldChg chg="addSp delSp modSp mod modCm">
        <pc:chgData name="David Lang" userId="d2d6079e-fc28-46dd-be0a-9e9617a5ce0e" providerId="ADAL" clId="{34294C69-34FB-4AF4-968D-4D1D7BA3CFDF}" dt="2025-06-24T16:27:33.878" v="292" actId="20577"/>
        <pc:sldMkLst>
          <pc:docMk/>
          <pc:sldMk cId="683549290" sldId="2147483517"/>
        </pc:sldMkLst>
        <pc:spChg chg="mod">
          <ac:chgData name="David Lang" userId="d2d6079e-fc28-46dd-be0a-9e9617a5ce0e" providerId="ADAL" clId="{34294C69-34FB-4AF4-968D-4D1D7BA3CFDF}" dt="2025-06-24T16:27:33.878" v="292" actId="20577"/>
          <ac:spMkLst>
            <pc:docMk/>
            <pc:sldMk cId="683549290" sldId="2147483517"/>
            <ac:spMk id="4" creationId="{8D757AA0-FAFB-F4E4-40D4-A5D2B90109D2}"/>
          </ac:spMkLst>
        </pc:spChg>
        <pc:spChg chg="mod">
          <ac:chgData name="David Lang" userId="d2d6079e-fc28-46dd-be0a-9e9617a5ce0e" providerId="ADAL" clId="{34294C69-34FB-4AF4-968D-4D1D7BA3CFDF}" dt="2025-06-24T16:27:15.754" v="279" actId="20577"/>
          <ac:spMkLst>
            <pc:docMk/>
            <pc:sldMk cId="683549290" sldId="2147483517"/>
            <ac:spMk id="51" creationId="{A8261BC2-1D43-7359-623D-5FBE518E6D3C}"/>
          </ac:spMkLst>
        </pc:spChg>
        <pc:spChg chg="mod">
          <ac:chgData name="David Lang" userId="d2d6079e-fc28-46dd-be0a-9e9617a5ce0e" providerId="ADAL" clId="{34294C69-34FB-4AF4-968D-4D1D7BA3CFDF}" dt="2025-06-24T16:27:19.066" v="286" actId="20577"/>
          <ac:spMkLst>
            <pc:docMk/>
            <pc:sldMk cId="683549290" sldId="2147483517"/>
            <ac:spMk id="65" creationId="{06564B84-E218-9BC2-76FA-DDCD498F568D}"/>
          </ac:spMkLst>
        </pc:spChg>
        <pc:picChg chg="add del mod">
          <ac:chgData name="David Lang" userId="d2d6079e-fc28-46dd-be0a-9e9617a5ce0e" providerId="ADAL" clId="{34294C69-34FB-4AF4-968D-4D1D7BA3CFDF}" dt="2025-06-24T16:24:28.339" v="178" actId="478"/>
          <ac:picMkLst>
            <pc:docMk/>
            <pc:sldMk cId="683549290" sldId="2147483517"/>
            <ac:picMk id="14" creationId="{5C91D5DB-8DA3-3B54-FEB0-08624C64C169}"/>
          </ac:picMkLst>
        </pc:picChg>
        <pc:picChg chg="add del mod">
          <ac:chgData name="David Lang" userId="d2d6079e-fc28-46dd-be0a-9e9617a5ce0e" providerId="ADAL" clId="{34294C69-34FB-4AF4-968D-4D1D7BA3CFDF}" dt="2025-06-24T16:24:28.339" v="178" actId="478"/>
          <ac:picMkLst>
            <pc:docMk/>
            <pc:sldMk cId="683549290" sldId="2147483517"/>
            <ac:picMk id="19" creationId="{8F0162CA-30C3-9142-C781-567857CCB775}"/>
          </ac:picMkLst>
        </pc:picChg>
        <pc:extLst>
          <p:ext xmlns:p="http://schemas.openxmlformats.org/presentationml/2006/main" uri="{D6D511B9-2390-475A-947B-AFAB55BFBCF1}">
            <pc226:cmChg xmlns:pc226="http://schemas.microsoft.com/office/powerpoint/2022/06/main/command" chg="mod">
              <pc226:chgData name="David Lang" userId="d2d6079e-fc28-46dd-be0a-9e9617a5ce0e" providerId="ADAL" clId="{34294C69-34FB-4AF4-968D-4D1D7BA3CFDF}" dt="2025-06-24T16:27:15.754" v="279" actId="20577"/>
              <pc2:cmMkLst xmlns:pc2="http://schemas.microsoft.com/office/powerpoint/2019/9/main/command">
                <pc:docMk/>
                <pc:sldMk cId="683549290" sldId="2147483517"/>
                <pc2:cmMk id="{7509533D-08F6-4D9F-8F83-9C5E5F75D22A}"/>
              </pc2:cmMkLst>
            </pc226:cmChg>
            <pc226:cmChg xmlns:pc226="http://schemas.microsoft.com/office/powerpoint/2022/06/main/command" chg="mod">
              <pc226:chgData name="David Lang" userId="d2d6079e-fc28-46dd-be0a-9e9617a5ce0e" providerId="ADAL" clId="{34294C69-34FB-4AF4-968D-4D1D7BA3CFDF}" dt="2025-06-24T16:27:15.754" v="279" actId="20577"/>
              <pc2:cmMkLst xmlns:pc2="http://schemas.microsoft.com/office/powerpoint/2019/9/main/command">
                <pc:docMk/>
                <pc:sldMk cId="683549290" sldId="2147483517"/>
                <pc2:cmMk id="{2EDAA553-70E0-4948-A1D9-BAADFEF6F3FB}"/>
              </pc2:cmMkLst>
            </pc226:cmChg>
            <pc226:cmChg xmlns:pc226="http://schemas.microsoft.com/office/powerpoint/2022/06/main/command" chg="mod">
              <pc226:chgData name="David Lang" userId="d2d6079e-fc28-46dd-be0a-9e9617a5ce0e" providerId="ADAL" clId="{34294C69-34FB-4AF4-968D-4D1D7BA3CFDF}" dt="2025-06-24T16:27:33.878" v="292" actId="20577"/>
              <pc2:cmMkLst xmlns:pc2="http://schemas.microsoft.com/office/powerpoint/2019/9/main/command">
                <pc:docMk/>
                <pc:sldMk cId="683549290" sldId="2147483517"/>
                <pc2:cmMk id="{AB04ABEC-62A8-41A9-8F40-E8B5BAF65998}"/>
              </pc2:cmMkLst>
            </pc226:cmChg>
          </p:ext>
        </pc:extLst>
      </pc:sldChg>
    </pc:docChg>
  </pc:docChgLst>
  <pc:docChgLst>
    <pc:chgData name="David Lang" userId="d2d6079e-fc28-46dd-be0a-9e9617a5ce0e" providerId="ADAL" clId="{0A56DFB8-D62D-43D2-9B15-B70F5CFEA34F}"/>
    <pc:docChg chg="undo custSel modSld">
      <pc:chgData name="David Lang" userId="d2d6079e-fc28-46dd-be0a-9e9617a5ce0e" providerId="ADAL" clId="{0A56DFB8-D62D-43D2-9B15-B70F5CFEA34F}" dt="2025-06-20T15:54:50.842" v="2238" actId="20577"/>
      <pc:docMkLst>
        <pc:docMk/>
      </pc:docMkLst>
      <pc:sldChg chg="modSp mod">
        <pc:chgData name="David Lang" userId="d2d6079e-fc28-46dd-be0a-9e9617a5ce0e" providerId="ADAL" clId="{0A56DFB8-D62D-43D2-9B15-B70F5CFEA34F}" dt="2025-06-16T13:27:45.752" v="546" actId="20577"/>
        <pc:sldMkLst>
          <pc:docMk/>
          <pc:sldMk cId="524330918" sldId="265"/>
        </pc:sldMkLst>
        <pc:spChg chg="mod">
          <ac:chgData name="David Lang" userId="d2d6079e-fc28-46dd-be0a-9e9617a5ce0e" providerId="ADAL" clId="{0A56DFB8-D62D-43D2-9B15-B70F5CFEA34F}" dt="2025-06-16T13:27:45.752" v="546" actId="20577"/>
          <ac:spMkLst>
            <pc:docMk/>
            <pc:sldMk cId="524330918" sldId="265"/>
            <ac:spMk id="25" creationId="{19B74662-FC8A-18AC-A8B5-B23D9F66EC2B}"/>
          </ac:spMkLst>
        </pc:spChg>
      </pc:sldChg>
      <pc:sldChg chg="addSp delSp modSp mod">
        <pc:chgData name="David Lang" userId="d2d6079e-fc28-46dd-be0a-9e9617a5ce0e" providerId="ADAL" clId="{0A56DFB8-D62D-43D2-9B15-B70F5CFEA34F}" dt="2025-06-17T17:57:00.860" v="1150" actId="1076"/>
        <pc:sldMkLst>
          <pc:docMk/>
          <pc:sldMk cId="86803634" sldId="270"/>
        </pc:sldMkLst>
        <pc:spChg chg="mod">
          <ac:chgData name="David Lang" userId="d2d6079e-fc28-46dd-be0a-9e9617a5ce0e" providerId="ADAL" clId="{0A56DFB8-D62D-43D2-9B15-B70F5CFEA34F}" dt="2025-06-17T14:30:46.060" v="1147" actId="20577"/>
          <ac:spMkLst>
            <pc:docMk/>
            <pc:sldMk cId="86803634" sldId="270"/>
            <ac:spMk id="3" creationId="{C828D01B-7214-E183-E28E-7E22C3B2AEF0}"/>
          </ac:spMkLst>
        </pc:spChg>
        <pc:grpChg chg="mod">
          <ac:chgData name="David Lang" userId="d2d6079e-fc28-46dd-be0a-9e9617a5ce0e" providerId="ADAL" clId="{0A56DFB8-D62D-43D2-9B15-B70F5CFEA34F}" dt="2025-06-17T17:57:00.860" v="1150" actId="1076"/>
          <ac:grpSpMkLst>
            <pc:docMk/>
            <pc:sldMk cId="86803634" sldId="270"/>
            <ac:grpSpMk id="855" creationId="{BBE4834C-8863-9ED9-61D0-D98F6B5D5BF0}"/>
          </ac:grpSpMkLst>
        </pc:grpChg>
        <pc:graphicFrameChg chg="mod">
          <ac:chgData name="David Lang" userId="d2d6079e-fc28-46dd-be0a-9e9617a5ce0e" providerId="ADAL" clId="{0A56DFB8-D62D-43D2-9B15-B70F5CFEA34F}" dt="2025-06-17T14:30:46.091" v="1149"/>
          <ac:graphicFrameMkLst>
            <pc:docMk/>
            <pc:sldMk cId="86803634" sldId="270"/>
            <ac:graphicFrameMk id="6" creationId="{2D2F6F87-5738-5B93-2A4D-43F509C6B975}"/>
          </ac:graphicFrameMkLst>
        </pc:graphicFrameChg>
      </pc:sldChg>
      <pc:sldChg chg="modSp mod">
        <pc:chgData name="David Lang" userId="d2d6079e-fc28-46dd-be0a-9e9617a5ce0e" providerId="ADAL" clId="{0A56DFB8-D62D-43D2-9B15-B70F5CFEA34F}" dt="2025-06-12T14:54:54.630" v="0" actId="13926"/>
        <pc:sldMkLst>
          <pc:docMk/>
          <pc:sldMk cId="1528327716" sldId="334"/>
        </pc:sldMkLst>
        <pc:graphicFrameChg chg="modGraphic">
          <ac:chgData name="David Lang" userId="d2d6079e-fc28-46dd-be0a-9e9617a5ce0e" providerId="ADAL" clId="{0A56DFB8-D62D-43D2-9B15-B70F5CFEA34F}" dt="2025-06-12T14:54:54.630" v="0" actId="13926"/>
          <ac:graphicFrameMkLst>
            <pc:docMk/>
            <pc:sldMk cId="1528327716" sldId="334"/>
            <ac:graphicFrameMk id="2" creationId="{0B8A242D-ADBA-FCEA-8781-87240AE181F1}"/>
          </ac:graphicFrameMkLst>
        </pc:graphicFrameChg>
      </pc:sldChg>
      <pc:sldChg chg="modSp mod">
        <pc:chgData name="David Lang" userId="d2d6079e-fc28-46dd-be0a-9e9617a5ce0e" providerId="ADAL" clId="{0A56DFB8-D62D-43D2-9B15-B70F5CFEA34F}" dt="2025-06-13T16:08:34.951" v="541" actId="20577"/>
        <pc:sldMkLst>
          <pc:docMk/>
          <pc:sldMk cId="9544856" sldId="339"/>
        </pc:sldMkLst>
        <pc:graphicFrameChg chg="mod modGraphic">
          <ac:chgData name="David Lang" userId="d2d6079e-fc28-46dd-be0a-9e9617a5ce0e" providerId="ADAL" clId="{0A56DFB8-D62D-43D2-9B15-B70F5CFEA34F}" dt="2025-06-13T16:08:34.951" v="541" actId="20577"/>
          <ac:graphicFrameMkLst>
            <pc:docMk/>
            <pc:sldMk cId="9544856" sldId="339"/>
            <ac:graphicFrameMk id="17" creationId="{2573BC76-651E-4C32-5A4A-DAD71EB5F921}"/>
          </ac:graphicFrameMkLst>
        </pc:graphicFrameChg>
      </pc:sldChg>
      <pc:sldChg chg="addSp delSp mod">
        <pc:chgData name="David Lang" userId="d2d6079e-fc28-46dd-be0a-9e9617a5ce0e" providerId="ADAL" clId="{0A56DFB8-D62D-43D2-9B15-B70F5CFEA34F}" dt="2025-06-20T14:29:55.791" v="2230" actId="22"/>
        <pc:sldMkLst>
          <pc:docMk/>
          <pc:sldMk cId="4156454527" sldId="381"/>
        </pc:sldMkLst>
      </pc:sldChg>
      <pc:sldChg chg="modSp mod">
        <pc:chgData name="David Lang" userId="d2d6079e-fc28-46dd-be0a-9e9617a5ce0e" providerId="ADAL" clId="{0A56DFB8-D62D-43D2-9B15-B70F5CFEA34F}" dt="2025-06-17T14:19:28.804" v="1080" actId="5793"/>
        <pc:sldMkLst>
          <pc:docMk/>
          <pc:sldMk cId="3070238362" sldId="440"/>
        </pc:sldMkLst>
        <pc:graphicFrameChg chg="mod modGraphic">
          <ac:chgData name="David Lang" userId="d2d6079e-fc28-46dd-be0a-9e9617a5ce0e" providerId="ADAL" clId="{0A56DFB8-D62D-43D2-9B15-B70F5CFEA34F}" dt="2025-06-17T14:19:28.804" v="1080" actId="5793"/>
          <ac:graphicFrameMkLst>
            <pc:docMk/>
            <pc:sldMk cId="3070238362" sldId="440"/>
            <ac:graphicFrameMk id="17" creationId="{B0DD233F-4DFA-2C85-0B28-ACD70FC148A7}"/>
          </ac:graphicFrameMkLst>
        </pc:graphicFrameChg>
      </pc:sldChg>
      <pc:sldChg chg="modSp mod">
        <pc:chgData name="David Lang" userId="d2d6079e-fc28-46dd-be0a-9e9617a5ce0e" providerId="ADAL" clId="{0A56DFB8-D62D-43D2-9B15-B70F5CFEA34F}" dt="2025-06-17T14:21:05.857" v="1085" actId="1076"/>
        <pc:sldMkLst>
          <pc:docMk/>
          <pc:sldMk cId="3515646175" sldId="442"/>
        </pc:sldMkLst>
        <pc:grpChg chg="mod">
          <ac:chgData name="David Lang" userId="d2d6079e-fc28-46dd-be0a-9e9617a5ce0e" providerId="ADAL" clId="{0A56DFB8-D62D-43D2-9B15-B70F5CFEA34F}" dt="2025-06-17T14:21:05.857" v="1085" actId="1076"/>
          <ac:grpSpMkLst>
            <pc:docMk/>
            <pc:sldMk cId="3515646175" sldId="442"/>
            <ac:grpSpMk id="2" creationId="{39FE5E98-318D-9D3E-65CA-784CF2B4E037}"/>
          </ac:grpSpMkLst>
        </pc:grpChg>
        <pc:grpChg chg="mod">
          <ac:chgData name="David Lang" userId="d2d6079e-fc28-46dd-be0a-9e9617a5ce0e" providerId="ADAL" clId="{0A56DFB8-D62D-43D2-9B15-B70F5CFEA34F}" dt="2025-06-17T14:21:05.857" v="1085" actId="1076"/>
          <ac:grpSpMkLst>
            <pc:docMk/>
            <pc:sldMk cId="3515646175" sldId="442"/>
            <ac:grpSpMk id="23" creationId="{D52570E3-29CC-33D8-481F-1CF2454FA4C0}"/>
          </ac:grpSpMkLst>
        </pc:grpChg>
        <pc:graphicFrameChg chg="mod">
          <ac:chgData name="David Lang" userId="d2d6079e-fc28-46dd-be0a-9e9617a5ce0e" providerId="ADAL" clId="{0A56DFB8-D62D-43D2-9B15-B70F5CFEA34F}" dt="2025-06-17T14:21:05.857" v="1085" actId="1076"/>
          <ac:graphicFrameMkLst>
            <pc:docMk/>
            <pc:sldMk cId="3515646175" sldId="442"/>
            <ac:graphicFrameMk id="21511" creationId="{553FCD16-0FC4-3541-2AC9-1247D02053F5}"/>
          </ac:graphicFrameMkLst>
        </pc:graphicFrameChg>
        <pc:picChg chg="mod">
          <ac:chgData name="David Lang" userId="d2d6079e-fc28-46dd-be0a-9e9617a5ce0e" providerId="ADAL" clId="{0A56DFB8-D62D-43D2-9B15-B70F5CFEA34F}" dt="2025-06-17T14:21:05.857" v="1085" actId="1076"/>
          <ac:picMkLst>
            <pc:docMk/>
            <pc:sldMk cId="3515646175" sldId="442"/>
            <ac:picMk id="10" creationId="{9F9A6997-E76A-BA87-7556-DFA67B1D52E9}"/>
          </ac:picMkLst>
        </pc:picChg>
        <pc:picChg chg="mod">
          <ac:chgData name="David Lang" userId="d2d6079e-fc28-46dd-be0a-9e9617a5ce0e" providerId="ADAL" clId="{0A56DFB8-D62D-43D2-9B15-B70F5CFEA34F}" dt="2025-06-17T14:21:05.857" v="1085" actId="1076"/>
          <ac:picMkLst>
            <pc:docMk/>
            <pc:sldMk cId="3515646175" sldId="442"/>
            <ac:picMk id="12" creationId="{757CC8A4-4D85-E464-1089-7655DDB0FF2A}"/>
          </ac:picMkLst>
        </pc:picChg>
      </pc:sldChg>
      <pc:sldChg chg="modSp mod">
        <pc:chgData name="David Lang" userId="d2d6079e-fc28-46dd-be0a-9e9617a5ce0e" providerId="ADAL" clId="{0A56DFB8-D62D-43D2-9B15-B70F5CFEA34F}" dt="2025-06-17T19:33:59.345" v="1151" actId="1076"/>
        <pc:sldMkLst>
          <pc:docMk/>
          <pc:sldMk cId="3983938586" sldId="2147483451"/>
        </pc:sldMkLst>
        <pc:spChg chg="mod">
          <ac:chgData name="David Lang" userId="d2d6079e-fc28-46dd-be0a-9e9617a5ce0e" providerId="ADAL" clId="{0A56DFB8-D62D-43D2-9B15-B70F5CFEA34F}" dt="2025-06-17T19:33:59.345" v="1151" actId="1076"/>
          <ac:spMkLst>
            <pc:docMk/>
            <pc:sldMk cId="3983938586" sldId="2147483451"/>
            <ac:spMk id="14" creationId="{9D7C4F96-CB5B-A9A7-BB85-2EAB1B7E6430}"/>
          </ac:spMkLst>
        </pc:spChg>
      </pc:sldChg>
      <pc:sldChg chg="addSp delSp modSp mod">
        <pc:chgData name="David Lang" userId="d2d6079e-fc28-46dd-be0a-9e9617a5ce0e" providerId="ADAL" clId="{0A56DFB8-D62D-43D2-9B15-B70F5CFEA34F}" dt="2025-06-18T19:51:35.565" v="2228" actId="13926"/>
        <pc:sldMkLst>
          <pc:docMk/>
          <pc:sldMk cId="4010431905" sldId="2147483454"/>
        </pc:sldMkLst>
      </pc:sldChg>
      <pc:sldChg chg="modSp mod">
        <pc:chgData name="David Lang" userId="d2d6079e-fc28-46dd-be0a-9e9617a5ce0e" providerId="ADAL" clId="{0A56DFB8-D62D-43D2-9B15-B70F5CFEA34F}" dt="2025-06-13T17:03:10.562" v="545" actId="20577"/>
        <pc:sldMkLst>
          <pc:docMk/>
          <pc:sldMk cId="1132644637" sldId="2147483468"/>
        </pc:sldMkLst>
        <pc:graphicFrameChg chg="modGraphic">
          <ac:chgData name="David Lang" userId="d2d6079e-fc28-46dd-be0a-9e9617a5ce0e" providerId="ADAL" clId="{0A56DFB8-D62D-43D2-9B15-B70F5CFEA34F}" dt="2025-06-13T17:03:10.562" v="545" actId="20577"/>
          <ac:graphicFrameMkLst>
            <pc:docMk/>
            <pc:sldMk cId="1132644637" sldId="2147483468"/>
            <ac:graphicFrameMk id="9" creationId="{67940278-F97C-4C13-3C88-6A5E7F3EDF8B}"/>
          </ac:graphicFrameMkLst>
        </pc:graphicFrameChg>
      </pc:sldChg>
      <pc:sldChg chg="addSp delSp modSp mod">
        <pc:chgData name="David Lang" userId="d2d6079e-fc28-46dd-be0a-9e9617a5ce0e" providerId="ADAL" clId="{0A56DFB8-D62D-43D2-9B15-B70F5CFEA34F}" dt="2025-06-17T14:23:01.229" v="1100" actId="1037"/>
        <pc:sldMkLst>
          <pc:docMk/>
          <pc:sldMk cId="1636858200" sldId="2147483479"/>
        </pc:sldMkLst>
        <pc:spChg chg="mod">
          <ac:chgData name="David Lang" userId="d2d6079e-fc28-46dd-be0a-9e9617a5ce0e" providerId="ADAL" clId="{0A56DFB8-D62D-43D2-9B15-B70F5CFEA34F}" dt="2025-06-17T13:33:06.461" v="585" actId="1036"/>
          <ac:spMkLst>
            <pc:docMk/>
            <pc:sldMk cId="1636858200" sldId="2147483479"/>
            <ac:spMk id="4" creationId="{85B8DC26-9A9D-15DD-3BB5-A1438432CCFC}"/>
          </ac:spMkLst>
        </pc:spChg>
        <pc:spChg chg="add mod">
          <ac:chgData name="David Lang" userId="d2d6079e-fc28-46dd-be0a-9e9617a5ce0e" providerId="ADAL" clId="{0A56DFB8-D62D-43D2-9B15-B70F5CFEA34F}" dt="2025-06-17T13:33:11.944" v="586" actId="207"/>
          <ac:spMkLst>
            <pc:docMk/>
            <pc:sldMk cId="1636858200" sldId="2147483479"/>
            <ac:spMk id="21" creationId="{D498875F-1543-B0ED-20EC-C5FF7F4DBC0E}"/>
          </ac:spMkLst>
        </pc:spChg>
        <pc:spChg chg="add mod">
          <ac:chgData name="David Lang" userId="d2d6079e-fc28-46dd-be0a-9e9617a5ce0e" providerId="ADAL" clId="{0A56DFB8-D62D-43D2-9B15-B70F5CFEA34F}" dt="2025-06-17T14:22:36.904" v="1086" actId="14100"/>
          <ac:spMkLst>
            <pc:docMk/>
            <pc:sldMk cId="1636858200" sldId="2147483479"/>
            <ac:spMk id="40" creationId="{071FC453-1764-E646-044C-AFDFB6AA1F6E}"/>
          </ac:spMkLst>
        </pc:spChg>
        <pc:spChg chg="add mod">
          <ac:chgData name="David Lang" userId="d2d6079e-fc28-46dd-be0a-9e9617a5ce0e" providerId="ADAL" clId="{0A56DFB8-D62D-43D2-9B15-B70F5CFEA34F}" dt="2025-06-17T14:23:01.229" v="1100" actId="1037"/>
          <ac:spMkLst>
            <pc:docMk/>
            <pc:sldMk cId="1636858200" sldId="2147483479"/>
            <ac:spMk id="42" creationId="{9EC8976E-7F04-D0A5-9F36-EFD75509A024}"/>
          </ac:spMkLst>
        </pc:spChg>
        <pc:spChg chg="add mod">
          <ac:chgData name="David Lang" userId="d2d6079e-fc28-46dd-be0a-9e9617a5ce0e" providerId="ADAL" clId="{0A56DFB8-D62D-43D2-9B15-B70F5CFEA34F}" dt="2025-06-17T14:23:01.229" v="1100" actId="1037"/>
          <ac:spMkLst>
            <pc:docMk/>
            <pc:sldMk cId="1636858200" sldId="2147483479"/>
            <ac:spMk id="43" creationId="{15850200-5F79-7E86-5B5F-2BAB509412FF}"/>
          </ac:spMkLst>
        </pc:spChg>
        <pc:spChg chg="add mod">
          <ac:chgData name="David Lang" userId="d2d6079e-fc28-46dd-be0a-9e9617a5ce0e" providerId="ADAL" clId="{0A56DFB8-D62D-43D2-9B15-B70F5CFEA34F}" dt="2025-06-17T14:22:50.987" v="1090" actId="12788"/>
          <ac:spMkLst>
            <pc:docMk/>
            <pc:sldMk cId="1636858200" sldId="2147483479"/>
            <ac:spMk id="44" creationId="{FD69FB0B-7B84-6AE8-8DA2-C6813FFB18CB}"/>
          </ac:spMkLst>
        </pc:spChg>
        <pc:spChg chg="add mod">
          <ac:chgData name="David Lang" userId="d2d6079e-fc28-46dd-be0a-9e9617a5ce0e" providerId="ADAL" clId="{0A56DFB8-D62D-43D2-9B15-B70F5CFEA34F}" dt="2025-06-17T14:22:50.987" v="1090" actId="12788"/>
          <ac:spMkLst>
            <pc:docMk/>
            <pc:sldMk cId="1636858200" sldId="2147483479"/>
            <ac:spMk id="45" creationId="{DE1AF46C-A65B-A20B-F3F5-187905DB4003}"/>
          </ac:spMkLst>
        </pc:spChg>
        <pc:grpChg chg="add mod">
          <ac:chgData name="David Lang" userId="d2d6079e-fc28-46dd-be0a-9e9617a5ce0e" providerId="ADAL" clId="{0A56DFB8-D62D-43D2-9B15-B70F5CFEA34F}" dt="2025-06-17T13:35:51.080" v="760" actId="571"/>
          <ac:grpSpMkLst>
            <pc:docMk/>
            <pc:sldMk cId="1636858200" sldId="2147483479"/>
            <ac:grpSpMk id="34" creationId="{67A9507D-4700-1A84-C6BA-DE7EE13AE60E}"/>
          </ac:grpSpMkLst>
        </pc:grpChg>
        <pc:graphicFrameChg chg="mod modGraphic">
          <ac:chgData name="David Lang" userId="d2d6079e-fc28-46dd-be0a-9e9617a5ce0e" providerId="ADAL" clId="{0A56DFB8-D62D-43D2-9B15-B70F5CFEA34F}" dt="2025-06-17T13:37:46.139" v="975" actId="113"/>
          <ac:graphicFrameMkLst>
            <pc:docMk/>
            <pc:sldMk cId="1636858200" sldId="2147483479"/>
            <ac:graphicFrameMk id="7" creationId="{7E4F4B60-6CD3-DAB6-8CA9-DC08B437CCC2}"/>
          </ac:graphicFrameMkLst>
        </pc:graphicFrameChg>
        <pc:picChg chg="add mod">
          <ac:chgData name="David Lang" userId="d2d6079e-fc28-46dd-be0a-9e9617a5ce0e" providerId="ADAL" clId="{0A56DFB8-D62D-43D2-9B15-B70F5CFEA34F}" dt="2025-06-17T13:35:46.962" v="759" actId="571"/>
          <ac:picMkLst>
            <pc:docMk/>
            <pc:sldMk cId="1636858200" sldId="2147483479"/>
            <ac:picMk id="33" creationId="{BA535AA1-675E-8732-BEC5-E5CBE2520CD7}"/>
          </ac:picMkLst>
        </pc:picChg>
        <pc:picChg chg="mod">
          <ac:chgData name="David Lang" userId="d2d6079e-fc28-46dd-be0a-9e9617a5ce0e" providerId="ADAL" clId="{0A56DFB8-D62D-43D2-9B15-B70F5CFEA34F}" dt="2025-06-17T13:35:51.080" v="760" actId="571"/>
          <ac:picMkLst>
            <pc:docMk/>
            <pc:sldMk cId="1636858200" sldId="2147483479"/>
            <ac:picMk id="35" creationId="{8FB99699-E87B-7290-0C5F-AE4083707AA6}"/>
          </ac:picMkLst>
        </pc:picChg>
        <pc:picChg chg="mod">
          <ac:chgData name="David Lang" userId="d2d6079e-fc28-46dd-be0a-9e9617a5ce0e" providerId="ADAL" clId="{0A56DFB8-D62D-43D2-9B15-B70F5CFEA34F}" dt="2025-06-17T13:35:51.080" v="760" actId="571"/>
          <ac:picMkLst>
            <pc:docMk/>
            <pc:sldMk cId="1636858200" sldId="2147483479"/>
            <ac:picMk id="39" creationId="{72A9AF0E-CE33-C7AA-7D91-141EFCDD700E}"/>
          </ac:picMkLst>
        </pc:picChg>
      </pc:sldChg>
      <pc:sldChg chg="modSp mod modCm">
        <pc:chgData name="David Lang" userId="d2d6079e-fc28-46dd-be0a-9e9617a5ce0e" providerId="ADAL" clId="{0A56DFB8-D62D-43D2-9B15-B70F5CFEA34F}" dt="2025-06-17T14:20:24.245" v="1083" actId="113"/>
        <pc:sldMkLst>
          <pc:docMk/>
          <pc:sldMk cId="2111892451" sldId="2147483481"/>
        </pc:sldMkLst>
        <pc:spChg chg="mod">
          <ac:chgData name="David Lang" userId="d2d6079e-fc28-46dd-be0a-9e9617a5ce0e" providerId="ADAL" clId="{0A56DFB8-D62D-43D2-9B15-B70F5CFEA34F}" dt="2025-06-17T14:20:24.245" v="1083" actId="113"/>
          <ac:spMkLst>
            <pc:docMk/>
            <pc:sldMk cId="2111892451" sldId="2147483481"/>
            <ac:spMk id="7" creationId="{D1F1EE2D-2EF7-8841-ECAB-FF5588F80306}"/>
          </ac:spMkLst>
        </pc:spChg>
        <pc:extLst>
          <p:ext xmlns:p="http://schemas.openxmlformats.org/presentationml/2006/main" uri="{D6D511B9-2390-475A-947B-AFAB55BFBCF1}">
            <pc226:cmChg xmlns:pc226="http://schemas.microsoft.com/office/powerpoint/2022/06/main/command" chg="mod">
              <pc226:chgData name="David Lang" userId="d2d6079e-fc28-46dd-be0a-9e9617a5ce0e" providerId="ADAL" clId="{0A56DFB8-D62D-43D2-9B15-B70F5CFEA34F}" dt="2025-06-17T14:20:15.458" v="1082"/>
              <pc2:cmMkLst xmlns:pc2="http://schemas.microsoft.com/office/powerpoint/2019/9/main/command">
                <pc:docMk/>
                <pc:sldMk cId="2111892451" sldId="2147483481"/>
                <pc2:cmMk id="{3967D2AA-2D9E-4AEE-8C18-9EB0DA5A2709}"/>
              </pc2:cmMkLst>
            </pc226:cmChg>
            <pc226:cmChg xmlns:pc226="http://schemas.microsoft.com/office/powerpoint/2022/06/main/command" chg="mod">
              <pc226:chgData name="David Lang" userId="d2d6079e-fc28-46dd-be0a-9e9617a5ce0e" providerId="ADAL" clId="{0A56DFB8-D62D-43D2-9B15-B70F5CFEA34F}" dt="2025-06-17T14:20:15.458" v="1082"/>
              <pc2:cmMkLst xmlns:pc2="http://schemas.microsoft.com/office/powerpoint/2019/9/main/command">
                <pc:docMk/>
                <pc:sldMk cId="2111892451" sldId="2147483481"/>
                <pc2:cmMk id="{B7F544B7-5432-4FF0-95AF-461BB576A545}"/>
              </pc2:cmMkLst>
            </pc226:cmChg>
          </p:ext>
        </pc:extLst>
      </pc:sldChg>
      <pc:sldChg chg="modSp mod">
        <pc:chgData name="David Lang" userId="d2d6079e-fc28-46dd-be0a-9e9617a5ce0e" providerId="ADAL" clId="{0A56DFB8-D62D-43D2-9B15-B70F5CFEA34F}" dt="2025-06-17T13:28:26.385" v="547" actId="1076"/>
        <pc:sldMkLst>
          <pc:docMk/>
          <pc:sldMk cId="4090785815" sldId="2147483486"/>
        </pc:sldMkLst>
      </pc:sldChg>
      <pc:sldChg chg="modSp">
        <pc:chgData name="David Lang" userId="d2d6079e-fc28-46dd-be0a-9e9617a5ce0e" providerId="ADAL" clId="{0A56DFB8-D62D-43D2-9B15-B70F5CFEA34F}" dt="2025-06-17T14:20:39.132" v="1084"/>
        <pc:sldMkLst>
          <pc:docMk/>
          <pc:sldMk cId="1420824914" sldId="2147483489"/>
        </pc:sldMkLst>
        <pc:graphicFrameChg chg="mod">
          <ac:chgData name="David Lang" userId="d2d6079e-fc28-46dd-be0a-9e9617a5ce0e" providerId="ADAL" clId="{0A56DFB8-D62D-43D2-9B15-B70F5CFEA34F}" dt="2025-06-17T14:20:39.132" v="1084"/>
          <ac:graphicFrameMkLst>
            <pc:docMk/>
            <pc:sldMk cId="1420824914" sldId="2147483489"/>
            <ac:graphicFrameMk id="9" creationId="{7C1A4B64-4D67-4A02-65B2-DFFD9B49E547}"/>
          </ac:graphicFrameMkLst>
        </pc:graphicFrameChg>
      </pc:sldChg>
      <pc:sldChg chg="modSp mod modCm">
        <pc:chgData name="David Lang" userId="d2d6079e-fc28-46dd-be0a-9e9617a5ce0e" providerId="ADAL" clId="{0A56DFB8-D62D-43D2-9B15-B70F5CFEA34F}" dt="2025-06-20T15:54:50.842" v="2238" actId="20577"/>
        <pc:sldMkLst>
          <pc:docMk/>
          <pc:sldMk cId="2767949135" sldId="2147483507"/>
        </pc:sldMkLst>
        <pc:extLst>
          <p:ext xmlns:p="http://schemas.openxmlformats.org/presentationml/2006/main" uri="{D6D511B9-2390-475A-947B-AFAB55BFBCF1}">
            <pc226:cmChg xmlns:pc226="http://schemas.microsoft.com/office/powerpoint/2022/06/main/command" chg="mod">
              <pc226:chgData name="David Lang" userId="d2d6079e-fc28-46dd-be0a-9e9617a5ce0e" providerId="ADAL" clId="{0A56DFB8-D62D-43D2-9B15-B70F5CFEA34F}" dt="2025-06-20T15:54:50.842" v="2238" actId="20577"/>
              <pc2:cmMkLst xmlns:pc2="http://schemas.microsoft.com/office/powerpoint/2019/9/main/command">
                <pc:docMk/>
                <pc:sldMk cId="2767949135" sldId="2147483507"/>
                <pc2:cmMk id="{A0B50928-3AD2-48F1-845C-914B68CDDCBB}"/>
              </pc2:cmMkLst>
            </pc226:cmChg>
          </p:ext>
        </pc:extLst>
      </pc:sldChg>
    </pc:docChg>
  </pc:docChgLst>
  <pc:docChgLst>
    <pc:chgData name="Ilias Paniaras" userId="99859cd5-e149-4a6c-bbd6-845d15431887" providerId="ADAL" clId="{E4892EAA-D667-407D-AC6E-DFF84B3AE835}"/>
    <pc:docChg chg="undo custSel modSld">
      <pc:chgData name="Ilias Paniaras" userId="99859cd5-e149-4a6c-bbd6-845d15431887" providerId="ADAL" clId="{E4892EAA-D667-407D-AC6E-DFF84B3AE835}" dt="2025-06-24T08:59:33.747" v="44" actId="20577"/>
      <pc:docMkLst>
        <pc:docMk/>
      </pc:docMkLst>
      <pc:sldChg chg="modSp mod">
        <pc:chgData name="Ilias Paniaras" userId="99859cd5-e149-4a6c-bbd6-845d15431887" providerId="ADAL" clId="{E4892EAA-D667-407D-AC6E-DFF84B3AE835}" dt="2025-06-24T08:59:33.747" v="44" actId="20577"/>
        <pc:sldMkLst>
          <pc:docMk/>
          <pc:sldMk cId="577649731" sldId="277"/>
        </pc:sldMkLst>
        <pc:graphicFrameChg chg="modGraphic">
          <ac:chgData name="Ilias Paniaras" userId="99859cd5-e149-4a6c-bbd6-845d15431887" providerId="ADAL" clId="{E4892EAA-D667-407D-AC6E-DFF84B3AE835}" dt="2025-06-24T08:59:33.747" v="44" actId="20577"/>
          <ac:graphicFrameMkLst>
            <pc:docMk/>
            <pc:sldMk cId="577649731" sldId="277"/>
            <ac:graphicFrameMk id="17" creationId="{ABF4447B-585A-22B0-EB63-E4D9DC5B54DF}"/>
          </ac:graphicFrameMkLst>
        </pc:graphicFrameChg>
      </pc:sldChg>
      <pc:sldChg chg="modSp mod">
        <pc:chgData name="Ilias Paniaras" userId="99859cd5-e149-4a6c-bbd6-845d15431887" providerId="ADAL" clId="{E4892EAA-D667-407D-AC6E-DFF84B3AE835}" dt="2025-06-24T08:39:04.321" v="21" actId="20577"/>
        <pc:sldMkLst>
          <pc:docMk/>
          <pc:sldMk cId="1843067117" sldId="336"/>
        </pc:sldMkLst>
        <pc:spChg chg="mod">
          <ac:chgData name="Ilias Paniaras" userId="99859cd5-e149-4a6c-bbd6-845d15431887" providerId="ADAL" clId="{E4892EAA-D667-407D-AC6E-DFF84B3AE835}" dt="2025-06-24T08:39:04.321" v="21" actId="20577"/>
          <ac:spMkLst>
            <pc:docMk/>
            <pc:sldMk cId="1843067117" sldId="336"/>
            <ac:spMk id="51" creationId="{CF569DD6-72B4-0A5B-D5B3-3423255D2276}"/>
          </ac:spMkLst>
        </pc:spChg>
      </pc:sldChg>
      <pc:sldChg chg="modSp mod">
        <pc:chgData name="Ilias Paniaras" userId="99859cd5-e149-4a6c-bbd6-845d15431887" providerId="ADAL" clId="{E4892EAA-D667-407D-AC6E-DFF84B3AE835}" dt="2025-06-24T08:39:35.454" v="24" actId="20577"/>
        <pc:sldMkLst>
          <pc:docMk/>
          <pc:sldMk cId="1287489124" sldId="343"/>
        </pc:sldMkLst>
        <pc:spChg chg="mod">
          <ac:chgData name="Ilias Paniaras" userId="99859cd5-e149-4a6c-bbd6-845d15431887" providerId="ADAL" clId="{E4892EAA-D667-407D-AC6E-DFF84B3AE835}" dt="2025-06-24T08:39:35.454" v="24" actId="20577"/>
          <ac:spMkLst>
            <pc:docMk/>
            <pc:sldMk cId="1287489124" sldId="343"/>
            <ac:spMk id="3" creationId="{4B831C83-86AA-904F-C5AD-B01F91E65274}"/>
          </ac:spMkLst>
        </pc:spChg>
      </pc:sldChg>
      <pc:sldChg chg="modSp mod">
        <pc:chgData name="Ilias Paniaras" userId="99859cd5-e149-4a6c-bbd6-845d15431887" providerId="ADAL" clId="{E4892EAA-D667-407D-AC6E-DFF84B3AE835}" dt="2025-06-24T08:38:22.324" v="18" actId="20577"/>
        <pc:sldMkLst>
          <pc:docMk/>
          <pc:sldMk cId="4156454527" sldId="381"/>
        </pc:sldMkLst>
        <pc:spChg chg="mod">
          <ac:chgData name="Ilias Paniaras" userId="99859cd5-e149-4a6c-bbd6-845d15431887" providerId="ADAL" clId="{E4892EAA-D667-407D-AC6E-DFF84B3AE835}" dt="2025-06-24T08:38:19.731" v="15" actId="20577"/>
          <ac:spMkLst>
            <pc:docMk/>
            <pc:sldMk cId="4156454527" sldId="381"/>
            <ac:spMk id="3" creationId="{2AE5D70A-600F-2E50-6C12-2A81E5ACECE6}"/>
          </ac:spMkLst>
        </pc:spChg>
        <pc:spChg chg="mod">
          <ac:chgData name="Ilias Paniaras" userId="99859cd5-e149-4a6c-bbd6-845d15431887" providerId="ADAL" clId="{E4892EAA-D667-407D-AC6E-DFF84B3AE835}" dt="2025-06-24T08:38:11.362" v="12" actId="20577"/>
          <ac:spMkLst>
            <pc:docMk/>
            <pc:sldMk cId="4156454527" sldId="381"/>
            <ac:spMk id="12" creationId="{4582B38F-C769-D878-0441-85A3C5F86859}"/>
          </ac:spMkLst>
        </pc:spChg>
        <pc:spChg chg="mod">
          <ac:chgData name="Ilias Paniaras" userId="99859cd5-e149-4a6c-bbd6-845d15431887" providerId="ADAL" clId="{E4892EAA-D667-407D-AC6E-DFF84B3AE835}" dt="2025-06-24T08:38:22.324" v="18" actId="20577"/>
          <ac:spMkLst>
            <pc:docMk/>
            <pc:sldMk cId="4156454527" sldId="381"/>
            <ac:spMk id="59" creationId="{6D3C0FDE-0490-FB59-E985-49A123570D6E}"/>
          </ac:spMkLst>
        </pc:spChg>
      </pc:sldChg>
      <pc:sldChg chg="modSp mod">
        <pc:chgData name="Ilias Paniaras" userId="99859cd5-e149-4a6c-bbd6-845d15431887" providerId="ADAL" clId="{E4892EAA-D667-407D-AC6E-DFF84B3AE835}" dt="2025-06-24T08:56:19.068" v="43" actId="20577"/>
        <pc:sldMkLst>
          <pc:docMk/>
          <pc:sldMk cId="4250954084" sldId="398"/>
        </pc:sldMkLst>
        <pc:spChg chg="mod">
          <ac:chgData name="Ilias Paniaras" userId="99859cd5-e149-4a6c-bbd6-845d15431887" providerId="ADAL" clId="{E4892EAA-D667-407D-AC6E-DFF84B3AE835}" dt="2025-06-24T08:56:19.068" v="43" actId="20577"/>
          <ac:spMkLst>
            <pc:docMk/>
            <pc:sldMk cId="4250954084" sldId="398"/>
            <ac:spMk id="43" creationId="{0C99F80C-21AC-CD1A-7E61-AA4F8697CFF3}"/>
          </ac:spMkLst>
        </pc:spChg>
      </pc:sldChg>
      <pc:sldChg chg="modSp mod">
        <pc:chgData name="Ilias Paniaras" userId="99859cd5-e149-4a6c-bbd6-845d15431887" providerId="ADAL" clId="{E4892EAA-D667-407D-AC6E-DFF84B3AE835}" dt="2025-06-24T08:54:06.760" v="41" actId="20577"/>
        <pc:sldMkLst>
          <pc:docMk/>
          <pc:sldMk cId="266394745" sldId="414"/>
        </pc:sldMkLst>
        <pc:graphicFrameChg chg="modGraphic">
          <ac:chgData name="Ilias Paniaras" userId="99859cd5-e149-4a6c-bbd6-845d15431887" providerId="ADAL" clId="{E4892EAA-D667-407D-AC6E-DFF84B3AE835}" dt="2025-06-24T08:54:06.760" v="41" actId="20577"/>
          <ac:graphicFrameMkLst>
            <pc:docMk/>
            <pc:sldMk cId="266394745" sldId="414"/>
            <ac:graphicFrameMk id="9" creationId="{E9068899-6002-E821-9915-6A4B2EEC391D}"/>
          </ac:graphicFrameMkLst>
        </pc:graphicFrameChg>
      </pc:sldChg>
      <pc:sldChg chg="modSp mod">
        <pc:chgData name="Ilias Paniaras" userId="99859cd5-e149-4a6c-bbd6-845d15431887" providerId="ADAL" clId="{E4892EAA-D667-407D-AC6E-DFF84B3AE835}" dt="2025-06-24T08:42:36.608" v="36" actId="20577"/>
        <pc:sldMkLst>
          <pc:docMk/>
          <pc:sldMk cId="3892375638" sldId="2147483450"/>
        </pc:sldMkLst>
        <pc:spChg chg="mod">
          <ac:chgData name="Ilias Paniaras" userId="99859cd5-e149-4a6c-bbd6-845d15431887" providerId="ADAL" clId="{E4892EAA-D667-407D-AC6E-DFF84B3AE835}" dt="2025-06-24T08:42:36.608" v="36" actId="20577"/>
          <ac:spMkLst>
            <pc:docMk/>
            <pc:sldMk cId="3892375638" sldId="2147483450"/>
            <ac:spMk id="34" creationId="{A913EDDB-D62D-3CC6-4FB0-47F53BD90DD8}"/>
          </ac:spMkLst>
        </pc:spChg>
        <pc:spChg chg="mod">
          <ac:chgData name="Ilias Paniaras" userId="99859cd5-e149-4a6c-bbd6-845d15431887" providerId="ADAL" clId="{E4892EAA-D667-407D-AC6E-DFF84B3AE835}" dt="2025-06-24T08:41:42.072" v="34" actId="20577"/>
          <ac:spMkLst>
            <pc:docMk/>
            <pc:sldMk cId="3892375638" sldId="2147483450"/>
            <ac:spMk id="43" creationId="{7D6BD321-4FA8-F343-AE2A-ADDD9AD1AAC2}"/>
          </ac:spMkLst>
        </pc:spChg>
      </pc:sldChg>
      <pc:sldChg chg="modSp mod">
        <pc:chgData name="Ilias Paniaras" userId="99859cd5-e149-4a6c-bbd6-845d15431887" providerId="ADAL" clId="{E4892EAA-D667-407D-AC6E-DFF84B3AE835}" dt="2025-06-24T08:37:54.855" v="9" actId="313"/>
        <pc:sldMkLst>
          <pc:docMk/>
          <pc:sldMk cId="3571381157" sldId="2147483488"/>
        </pc:sldMkLst>
        <pc:spChg chg="mod">
          <ac:chgData name="Ilias Paniaras" userId="99859cd5-e149-4a6c-bbd6-845d15431887" providerId="ADAL" clId="{E4892EAA-D667-407D-AC6E-DFF84B3AE835}" dt="2025-06-24T08:37:54.855" v="9" actId="313"/>
          <ac:spMkLst>
            <pc:docMk/>
            <pc:sldMk cId="3571381157" sldId="2147483488"/>
            <ac:spMk id="31" creationId="{0F399CA5-FE5A-EC65-97B8-1F090C319FB7}"/>
          </ac:spMkLst>
        </pc:spChg>
      </pc:sldChg>
      <pc:sldChg chg="modSp mod">
        <pc:chgData name="Ilias Paniaras" userId="99859cd5-e149-4a6c-bbd6-845d15431887" providerId="ADAL" clId="{E4892EAA-D667-407D-AC6E-DFF84B3AE835}" dt="2025-06-24T08:29:29.081" v="0" actId="20577"/>
        <pc:sldMkLst>
          <pc:docMk/>
          <pc:sldMk cId="3669042504" sldId="2147483501"/>
        </pc:sldMkLst>
        <pc:spChg chg="mod">
          <ac:chgData name="Ilias Paniaras" userId="99859cd5-e149-4a6c-bbd6-845d15431887" providerId="ADAL" clId="{E4892EAA-D667-407D-AC6E-DFF84B3AE835}" dt="2025-06-24T08:29:29.081" v="0" actId="20577"/>
          <ac:spMkLst>
            <pc:docMk/>
            <pc:sldMk cId="3669042504" sldId="2147483501"/>
            <ac:spMk id="9" creationId="{8A0A9CF7-0F69-F822-124E-FFCD936BFD71}"/>
          </ac:spMkLst>
        </pc:spChg>
      </pc:sldChg>
      <pc:sldChg chg="modSp mod">
        <pc:chgData name="Ilias Paniaras" userId="99859cd5-e149-4a6c-bbd6-845d15431887" providerId="ADAL" clId="{E4892EAA-D667-407D-AC6E-DFF84B3AE835}" dt="2025-06-24T08:30:59.663" v="1" actId="20577"/>
        <pc:sldMkLst>
          <pc:docMk/>
          <pc:sldMk cId="1374487818" sldId="2147483503"/>
        </pc:sldMkLst>
        <pc:spChg chg="mod">
          <ac:chgData name="Ilias Paniaras" userId="99859cd5-e149-4a6c-bbd6-845d15431887" providerId="ADAL" clId="{E4892EAA-D667-407D-AC6E-DFF84B3AE835}" dt="2025-06-24T08:30:59.663" v="1" actId="20577"/>
          <ac:spMkLst>
            <pc:docMk/>
            <pc:sldMk cId="1374487818" sldId="2147483503"/>
            <ac:spMk id="34" creationId="{C55DC685-9A42-07EA-1139-CDE437467E65}"/>
          </ac:spMkLst>
        </pc:spChg>
      </pc:sldChg>
      <pc:sldChg chg="modSp mod">
        <pc:chgData name="Ilias Paniaras" userId="99859cd5-e149-4a6c-bbd6-845d15431887" providerId="ADAL" clId="{E4892EAA-D667-407D-AC6E-DFF84B3AE835}" dt="2025-06-24T08:33:22.668" v="8" actId="20577"/>
        <pc:sldMkLst>
          <pc:docMk/>
          <pc:sldMk cId="683549290" sldId="2147483517"/>
        </pc:sldMkLst>
        <pc:spChg chg="mod">
          <ac:chgData name="Ilias Paniaras" userId="99859cd5-e149-4a6c-bbd6-845d15431887" providerId="ADAL" clId="{E4892EAA-D667-407D-AC6E-DFF84B3AE835}" dt="2025-06-24T08:33:22.668" v="8" actId="20577"/>
          <ac:spMkLst>
            <pc:docMk/>
            <pc:sldMk cId="683549290" sldId="2147483517"/>
            <ac:spMk id="78" creationId="{AE459ED8-3601-1257-4A33-CA7C70120A0D}"/>
          </ac:spMkLst>
        </pc:spChg>
      </pc:sldChg>
    </pc:docChg>
  </pc:docChgLst>
  <pc:docChgLst>
    <pc:chgData name="Sanam Sikander-Rehman" userId="S::ssikander-rehman@prescienthg.com::825938aa-8bb1-4105-9aa4-6450fce57c50" providerId="AD" clId="Web-{4325575D-3EE2-4B4C-8A80-00FFF7622EE1}"/>
    <pc:docChg chg="addSld delSld modSld modSection">
      <pc:chgData name="Sanam Sikander-Rehman" userId="S::ssikander-rehman@prescienthg.com::825938aa-8bb1-4105-9aa4-6450fce57c50" providerId="AD" clId="Web-{4325575D-3EE2-4B4C-8A80-00FFF7622EE1}" dt="2025-06-18T18:56:13.503" v="86"/>
      <pc:docMkLst>
        <pc:docMk/>
      </pc:docMkLst>
      <pc:sldChg chg="addSp modSp">
        <pc:chgData name="Sanam Sikander-Rehman" userId="S::ssikander-rehman@prescienthg.com::825938aa-8bb1-4105-9aa4-6450fce57c50" providerId="AD" clId="Web-{4325575D-3EE2-4B4C-8A80-00FFF7622EE1}" dt="2025-06-18T18:56:13.503" v="86"/>
        <pc:sldMkLst>
          <pc:docMk/>
          <pc:sldMk cId="3616262808" sldId="2147483463"/>
        </pc:sldMkLst>
      </pc:sldChg>
      <pc:sldChg chg="new del">
        <pc:chgData name="Sanam Sikander-Rehman" userId="S::ssikander-rehman@prescienthg.com::825938aa-8bb1-4105-9aa4-6450fce57c50" providerId="AD" clId="Web-{4325575D-3EE2-4B4C-8A80-00FFF7622EE1}" dt="2025-06-18T18:55:29.736" v="1"/>
        <pc:sldMkLst>
          <pc:docMk/>
          <pc:sldMk cId="3221208628" sldId="2147483499"/>
        </pc:sldMkLst>
      </pc:sldChg>
    </pc:docChg>
  </pc:docChgLst>
  <pc:docChgLst>
    <pc:chgData name="Christina Karavioti" userId="dcb975a3-edb8-46a7-bb36-8f9b9207c6dd" providerId="ADAL" clId="{21A3547D-9357-436C-8422-B3EEF60FFA14}"/>
    <pc:docChg chg="undo custSel addSld delSld modSld sldOrd addSection modSection">
      <pc:chgData name="Christina Karavioti" userId="dcb975a3-edb8-46a7-bb36-8f9b9207c6dd" providerId="ADAL" clId="{21A3547D-9357-436C-8422-B3EEF60FFA14}" dt="2025-06-23T10:23:52.352" v="20408"/>
      <pc:docMkLst>
        <pc:docMk/>
      </pc:docMkLst>
      <pc:sldChg chg="delSp modSp mod modCm">
        <pc:chgData name="Christina Karavioti" userId="dcb975a3-edb8-46a7-bb36-8f9b9207c6dd" providerId="ADAL" clId="{21A3547D-9357-436C-8422-B3EEF60FFA14}" dt="2025-06-16T15:20:58.148" v="8566" actId="20577"/>
        <pc:sldMkLst>
          <pc:docMk/>
          <pc:sldMk cId="762411268" sldId="261"/>
        </pc:sldMkLst>
        <pc:spChg chg="mod">
          <ac:chgData name="Christina Karavioti" userId="dcb975a3-edb8-46a7-bb36-8f9b9207c6dd" providerId="ADAL" clId="{21A3547D-9357-436C-8422-B3EEF60FFA14}" dt="2025-06-16T15:20:58.148" v="8566" actId="20577"/>
          <ac:spMkLst>
            <pc:docMk/>
            <pc:sldMk cId="762411268" sldId="261"/>
            <ac:spMk id="46" creationId="{99C83DA5-35C3-6AB3-5FB6-1345C10DE31F}"/>
          </ac:spMkLst>
        </pc:spChg>
        <pc:spChg chg="mod">
          <ac:chgData name="Christina Karavioti" userId="dcb975a3-edb8-46a7-bb36-8f9b9207c6dd" providerId="ADAL" clId="{21A3547D-9357-436C-8422-B3EEF60FFA14}" dt="2025-06-16T15:20:52.995" v="8563" actId="12789"/>
          <ac:spMkLst>
            <pc:docMk/>
            <pc:sldMk cId="762411268" sldId="261"/>
            <ac:spMk id="64" creationId="{9821787B-AAFD-8E25-2C1F-1505E447B4EF}"/>
          </ac:spMkLst>
        </pc:spChg>
        <pc:grpChg chg="mod">
          <ac:chgData name="Christina Karavioti" userId="dcb975a3-edb8-46a7-bb36-8f9b9207c6dd" providerId="ADAL" clId="{21A3547D-9357-436C-8422-B3EEF60FFA14}" dt="2025-06-16T15:20:40.095" v="8554" actId="1076"/>
          <ac:grpSpMkLst>
            <pc:docMk/>
            <pc:sldMk cId="762411268" sldId="261"/>
            <ac:grpSpMk id="32" creationId="{F8D42401-1B8F-4C2F-0222-74AB8CE47104}"/>
          </ac:grpSpMkLst>
        </pc:grpChg>
        <pc:graphicFrameChg chg="mod modGraphic">
          <ac:chgData name="Christina Karavioti" userId="dcb975a3-edb8-46a7-bb36-8f9b9207c6dd" providerId="ADAL" clId="{21A3547D-9357-436C-8422-B3EEF60FFA14}" dt="2025-06-16T15:20:26.841" v="8550"/>
          <ac:graphicFrameMkLst>
            <pc:docMk/>
            <pc:sldMk cId="762411268" sldId="261"/>
            <ac:graphicFrameMk id="9" creationId="{6016289B-0171-D878-F8CF-2A224C51BD0A}"/>
          </ac:graphicFrameMkLst>
        </pc:graphicFrameChg>
        <pc:picChg chg="mod">
          <ac:chgData name="Christina Karavioti" userId="dcb975a3-edb8-46a7-bb36-8f9b9207c6dd" providerId="ADAL" clId="{21A3547D-9357-436C-8422-B3EEF60FFA14}" dt="2025-06-16T15:20:37.615" v="8553" actId="1076"/>
          <ac:picMkLst>
            <pc:docMk/>
            <pc:sldMk cId="762411268" sldId="261"/>
            <ac:picMk id="10" creationId="{4021F39D-6BB1-5CCF-D7E2-C55FFAB84B95}"/>
          </ac:picMkLst>
        </pc:picChg>
        <pc:picChg chg="mod">
          <ac:chgData name="Christina Karavioti" userId="dcb975a3-edb8-46a7-bb36-8f9b9207c6dd" providerId="ADAL" clId="{21A3547D-9357-436C-8422-B3EEF60FFA14}" dt="2025-06-16T15:20:35.500" v="8552" actId="1076"/>
          <ac:picMkLst>
            <pc:docMk/>
            <pc:sldMk cId="762411268" sldId="261"/>
            <ac:picMk id="15" creationId="{3EB58AA6-2B24-DDC0-F66E-7357FBE7E1F7}"/>
          </ac:picMkLst>
        </pc:picChg>
        <pc:picChg chg="mod">
          <ac:chgData name="Christina Karavioti" userId="dcb975a3-edb8-46a7-bb36-8f9b9207c6dd" providerId="ADAL" clId="{21A3547D-9357-436C-8422-B3EEF60FFA14}" dt="2025-06-16T15:20:28.759" v="8551" actId="1076"/>
          <ac:picMkLst>
            <pc:docMk/>
            <pc:sldMk cId="762411268" sldId="261"/>
            <ac:picMk id="41" creationId="{38D36774-4C4E-E432-E667-8B3BAD6A287F}"/>
          </ac:picMkLst>
        </pc:picChg>
        <pc:picChg chg="mod">
          <ac:chgData name="Christina Karavioti" userId="dcb975a3-edb8-46a7-bb36-8f9b9207c6dd" providerId="ADAL" clId="{21A3547D-9357-436C-8422-B3EEF60FFA14}" dt="2025-06-16T15:20:52.995" v="8563" actId="12789"/>
          <ac:picMkLst>
            <pc:docMk/>
            <pc:sldMk cId="762411268" sldId="261"/>
            <ac:picMk id="62" creationId="{C5C7A990-DEB6-8688-9C9C-5B71E293001B}"/>
          </ac:picMkLst>
        </pc:pic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6T15:18:37.314" v="8516" actId="2164"/>
              <pc2:cmMkLst xmlns:pc2="http://schemas.microsoft.com/office/powerpoint/2019/9/main/command">
                <pc:docMk/>
                <pc:sldMk cId="762411268" sldId="261"/>
                <pc2:cmMk id="{59917A89-83E3-41C5-8C6E-CBA3A461230A}"/>
              </pc2:cmMkLst>
            </pc226:cmChg>
            <pc226:cmChg xmlns:pc226="http://schemas.microsoft.com/office/powerpoint/2022/06/main/command" chg="mod">
              <pc226:chgData name="Christina Karavioti" userId="dcb975a3-edb8-46a7-bb36-8f9b9207c6dd" providerId="ADAL" clId="{21A3547D-9357-436C-8422-B3EEF60FFA14}" dt="2025-06-16T15:19:34.179" v="8528" actId="2164"/>
              <pc2:cmMkLst xmlns:pc2="http://schemas.microsoft.com/office/powerpoint/2019/9/main/command">
                <pc:docMk/>
                <pc:sldMk cId="762411268" sldId="261"/>
                <pc2:cmMk id="{E6ECFCC2-3CB6-4D38-A53C-82F402874E4A}"/>
              </pc2:cmMkLst>
            </pc226:cmChg>
          </p:ext>
        </pc:extLst>
      </pc:sldChg>
      <pc:sldChg chg="modSp mod">
        <pc:chgData name="Christina Karavioti" userId="dcb975a3-edb8-46a7-bb36-8f9b9207c6dd" providerId="ADAL" clId="{21A3547D-9357-436C-8422-B3EEF60FFA14}" dt="2025-06-16T15:42:48.495" v="8870" actId="1076"/>
        <pc:sldMkLst>
          <pc:docMk/>
          <pc:sldMk cId="3365953519" sldId="271"/>
        </pc:sldMkLst>
        <pc:spChg chg="mod">
          <ac:chgData name="Christina Karavioti" userId="dcb975a3-edb8-46a7-bb36-8f9b9207c6dd" providerId="ADAL" clId="{21A3547D-9357-436C-8422-B3EEF60FFA14}" dt="2025-06-16T15:42:38.700" v="8857" actId="1076"/>
          <ac:spMkLst>
            <pc:docMk/>
            <pc:sldMk cId="3365953519" sldId="271"/>
            <ac:spMk id="7" creationId="{E7913E59-D4F5-C828-B56E-C24574F892F3}"/>
          </ac:spMkLst>
        </pc:spChg>
        <pc:graphicFrameChg chg="mod modGraphic">
          <ac:chgData name="Christina Karavioti" userId="dcb975a3-edb8-46a7-bb36-8f9b9207c6dd" providerId="ADAL" clId="{21A3547D-9357-436C-8422-B3EEF60FFA14}" dt="2025-06-16T15:41:59.599" v="8849" actId="2165"/>
          <ac:graphicFrameMkLst>
            <pc:docMk/>
            <pc:sldMk cId="3365953519" sldId="271"/>
            <ac:graphicFrameMk id="2" creationId="{820B06F1-E570-AC6B-996A-30CFF4359917}"/>
          </ac:graphicFrameMkLst>
        </pc:graphicFrameChg>
        <pc:picChg chg="mod">
          <ac:chgData name="Christina Karavioti" userId="dcb975a3-edb8-46a7-bb36-8f9b9207c6dd" providerId="ADAL" clId="{21A3547D-9357-436C-8422-B3EEF60FFA14}" dt="2025-06-16T15:42:33.242" v="8856" actId="12788"/>
          <ac:picMkLst>
            <pc:docMk/>
            <pc:sldMk cId="3365953519" sldId="271"/>
            <ac:picMk id="8" creationId="{AE27AA3A-C530-94DE-614E-B265873A7136}"/>
          </ac:picMkLst>
        </pc:picChg>
        <pc:picChg chg="mod">
          <ac:chgData name="Christina Karavioti" userId="dcb975a3-edb8-46a7-bb36-8f9b9207c6dd" providerId="ADAL" clId="{21A3547D-9357-436C-8422-B3EEF60FFA14}" dt="2025-06-16T15:42:33.242" v="8856" actId="12788"/>
          <ac:picMkLst>
            <pc:docMk/>
            <pc:sldMk cId="3365953519" sldId="271"/>
            <ac:picMk id="15" creationId="{47DFAA10-EDC0-E144-33E9-AFAD3DC1B04A}"/>
          </ac:picMkLst>
        </pc:picChg>
        <pc:picChg chg="mod">
          <ac:chgData name="Christina Karavioti" userId="dcb975a3-edb8-46a7-bb36-8f9b9207c6dd" providerId="ADAL" clId="{21A3547D-9357-436C-8422-B3EEF60FFA14}" dt="2025-06-16T15:42:33.242" v="8856" actId="12788"/>
          <ac:picMkLst>
            <pc:docMk/>
            <pc:sldMk cId="3365953519" sldId="271"/>
            <ac:picMk id="31" creationId="{41E4DC4C-5145-6E65-E60E-59DC527F1322}"/>
          </ac:picMkLst>
        </pc:picChg>
        <pc:picChg chg="mod">
          <ac:chgData name="Christina Karavioti" userId="dcb975a3-edb8-46a7-bb36-8f9b9207c6dd" providerId="ADAL" clId="{21A3547D-9357-436C-8422-B3EEF60FFA14}" dt="2025-06-16T15:42:33.242" v="8856" actId="12788"/>
          <ac:picMkLst>
            <pc:docMk/>
            <pc:sldMk cId="3365953519" sldId="271"/>
            <ac:picMk id="32" creationId="{10E7AE12-A649-4E90-3609-019BCAF12CA3}"/>
          </ac:picMkLst>
        </pc:picChg>
        <pc:picChg chg="mod">
          <ac:chgData name="Christina Karavioti" userId="dcb975a3-edb8-46a7-bb36-8f9b9207c6dd" providerId="ADAL" clId="{21A3547D-9357-436C-8422-B3EEF60FFA14}" dt="2025-06-16T15:42:43.711" v="8869" actId="1035"/>
          <ac:picMkLst>
            <pc:docMk/>
            <pc:sldMk cId="3365953519" sldId="271"/>
            <ac:picMk id="36" creationId="{D49BD10C-90D8-C252-45C0-5FBA0AFD2FFF}"/>
          </ac:picMkLst>
        </pc:picChg>
        <pc:picChg chg="mod">
          <ac:chgData name="Christina Karavioti" userId="dcb975a3-edb8-46a7-bb36-8f9b9207c6dd" providerId="ADAL" clId="{21A3547D-9357-436C-8422-B3EEF60FFA14}" dt="2025-06-16T15:42:48.495" v="8870" actId="1076"/>
          <ac:picMkLst>
            <pc:docMk/>
            <pc:sldMk cId="3365953519" sldId="271"/>
            <ac:picMk id="37" creationId="{7B6512A5-F710-A687-9F5B-D88B409C4668}"/>
          </ac:picMkLst>
        </pc:picChg>
      </pc:sldChg>
      <pc:sldChg chg="addSp modSp mod">
        <pc:chgData name="Christina Karavioti" userId="dcb975a3-edb8-46a7-bb36-8f9b9207c6dd" providerId="ADAL" clId="{21A3547D-9357-436C-8422-B3EEF60FFA14}" dt="2025-06-16T14:21:24.025" v="7398" actId="20577"/>
        <pc:sldMkLst>
          <pc:docMk/>
          <pc:sldMk cId="1228413056" sldId="272"/>
        </pc:sldMkLst>
        <pc:spChg chg="add mod">
          <ac:chgData name="Christina Karavioti" userId="dcb975a3-edb8-46a7-bb36-8f9b9207c6dd" providerId="ADAL" clId="{21A3547D-9357-436C-8422-B3EEF60FFA14}" dt="2025-06-16T14:21:24.025" v="7398" actId="20577"/>
          <ac:spMkLst>
            <pc:docMk/>
            <pc:sldMk cId="1228413056" sldId="272"/>
            <ac:spMk id="5" creationId="{F3A7BE23-7D49-7281-9C4E-2304277D9D01}"/>
          </ac:spMkLst>
        </pc:spChg>
        <pc:picChg chg="add mod">
          <ac:chgData name="Christina Karavioti" userId="dcb975a3-edb8-46a7-bb36-8f9b9207c6dd" providerId="ADAL" clId="{21A3547D-9357-436C-8422-B3EEF60FFA14}" dt="2025-06-13T15:25:37.902" v="5978" actId="1076"/>
          <ac:picMkLst>
            <pc:docMk/>
            <pc:sldMk cId="1228413056" sldId="272"/>
            <ac:picMk id="10" creationId="{C9EB3675-9585-9F0D-F7B7-B1B092382625}"/>
          </ac:picMkLst>
        </pc:picChg>
      </pc:sldChg>
      <pc:sldChg chg="addSp delSp modSp mod">
        <pc:chgData name="Christina Karavioti" userId="dcb975a3-edb8-46a7-bb36-8f9b9207c6dd" providerId="ADAL" clId="{21A3547D-9357-436C-8422-B3EEF60FFA14}" dt="2025-06-13T14:28:28.319" v="4636" actId="21"/>
        <pc:sldMkLst>
          <pc:docMk/>
          <pc:sldMk cId="3167439427" sldId="274"/>
        </pc:sldMkLst>
      </pc:sldChg>
      <pc:sldChg chg="addSp delSp modSp mod">
        <pc:chgData name="Christina Karavioti" userId="dcb975a3-edb8-46a7-bb36-8f9b9207c6dd" providerId="ADAL" clId="{21A3547D-9357-436C-8422-B3EEF60FFA14}" dt="2025-06-18T12:15:14.990" v="15897"/>
        <pc:sldMkLst>
          <pc:docMk/>
          <pc:sldMk cId="577649731" sldId="277"/>
        </pc:sldMkLst>
        <pc:spChg chg="mod">
          <ac:chgData name="Christina Karavioti" userId="dcb975a3-edb8-46a7-bb36-8f9b9207c6dd" providerId="ADAL" clId="{21A3547D-9357-436C-8422-B3EEF60FFA14}" dt="2025-06-18T12:15:14.943" v="15873" actId="948"/>
          <ac:spMkLst>
            <pc:docMk/>
            <pc:sldMk cId="577649731" sldId="277"/>
            <ac:spMk id="3" creationId="{2F1ECE15-10CD-18F1-B54C-87DAC501E49C}"/>
          </ac:spMkLst>
        </pc:spChg>
        <pc:spChg chg="add mod">
          <ac:chgData name="Christina Karavioti" userId="dcb975a3-edb8-46a7-bb36-8f9b9207c6dd" providerId="ADAL" clId="{21A3547D-9357-436C-8422-B3EEF60FFA14}" dt="2025-06-17T09:28:17.255" v="10696" actId="1076"/>
          <ac:spMkLst>
            <pc:docMk/>
            <pc:sldMk cId="577649731" sldId="277"/>
            <ac:spMk id="4" creationId="{4330CA90-99FC-11AB-B125-25E6904AD239}"/>
          </ac:spMkLst>
        </pc:spChg>
        <pc:spChg chg="add mod">
          <ac:chgData name="Christina Karavioti" userId="dcb975a3-edb8-46a7-bb36-8f9b9207c6dd" providerId="ADAL" clId="{21A3547D-9357-436C-8422-B3EEF60FFA14}" dt="2025-06-17T09:28:28.608" v="10699" actId="1076"/>
          <ac:spMkLst>
            <pc:docMk/>
            <pc:sldMk cId="577649731" sldId="277"/>
            <ac:spMk id="5" creationId="{91FC399B-09EF-9202-6EEB-419244540D98}"/>
          </ac:spMkLst>
        </pc:spChg>
        <pc:spChg chg="add mod">
          <ac:chgData name="Christina Karavioti" userId="dcb975a3-edb8-46a7-bb36-8f9b9207c6dd" providerId="ADAL" clId="{21A3547D-9357-436C-8422-B3EEF60FFA14}" dt="2025-06-17T09:28:28.608" v="10699" actId="1076"/>
          <ac:spMkLst>
            <pc:docMk/>
            <pc:sldMk cId="577649731" sldId="277"/>
            <ac:spMk id="11" creationId="{53CCA52C-452D-E42D-DA19-5173CDD6EFFA}"/>
          </ac:spMkLst>
        </pc:spChg>
        <pc:spChg chg="mod">
          <ac:chgData name="Christina Karavioti" userId="dcb975a3-edb8-46a7-bb36-8f9b9207c6dd" providerId="ADAL" clId="{21A3547D-9357-436C-8422-B3EEF60FFA14}" dt="2025-06-17T09:28:41.078" v="10708" actId="14100"/>
          <ac:spMkLst>
            <pc:docMk/>
            <pc:sldMk cId="577649731" sldId="277"/>
            <ac:spMk id="12" creationId="{2885627A-2326-EF0E-32EB-7A15B2AF09C4}"/>
          </ac:spMkLst>
        </pc:spChg>
        <pc:spChg chg="mod">
          <ac:chgData name="Christina Karavioti" userId="dcb975a3-edb8-46a7-bb36-8f9b9207c6dd" providerId="ADAL" clId="{21A3547D-9357-436C-8422-B3EEF60FFA14}" dt="2025-06-17T09:29:15.144" v="10723" actId="1036"/>
          <ac:spMkLst>
            <pc:docMk/>
            <pc:sldMk cId="577649731" sldId="277"/>
            <ac:spMk id="13" creationId="{BF082744-11A9-A8EA-0352-F3473C82F223}"/>
          </ac:spMkLst>
        </pc:spChg>
        <pc:spChg chg="mod">
          <ac:chgData name="Christina Karavioti" userId="dcb975a3-edb8-46a7-bb36-8f9b9207c6dd" providerId="ADAL" clId="{21A3547D-9357-436C-8422-B3EEF60FFA14}" dt="2025-06-17T09:26:24.053" v="10640" actId="1076"/>
          <ac:spMkLst>
            <pc:docMk/>
            <pc:sldMk cId="577649731" sldId="277"/>
            <ac:spMk id="29" creationId="{351AF0AB-8F5E-FC33-2E00-09CD34237A57}"/>
          </ac:spMkLst>
        </pc:spChg>
        <pc:spChg chg="mod">
          <ac:chgData name="Christina Karavioti" userId="dcb975a3-edb8-46a7-bb36-8f9b9207c6dd" providerId="ADAL" clId="{21A3547D-9357-436C-8422-B3EEF60FFA14}" dt="2025-06-17T09:26:40.351" v="10654" actId="1036"/>
          <ac:spMkLst>
            <pc:docMk/>
            <pc:sldMk cId="577649731" sldId="277"/>
            <ac:spMk id="30" creationId="{7B0DE928-526D-AE63-A62C-8549B5CE870B}"/>
          </ac:spMkLst>
        </pc:spChg>
        <pc:spChg chg="mod">
          <ac:chgData name="Christina Karavioti" userId="dcb975a3-edb8-46a7-bb36-8f9b9207c6dd" providerId="ADAL" clId="{21A3547D-9357-436C-8422-B3EEF60FFA14}" dt="2025-06-17T09:26:40.351" v="10654" actId="1036"/>
          <ac:spMkLst>
            <pc:docMk/>
            <pc:sldMk cId="577649731" sldId="277"/>
            <ac:spMk id="38" creationId="{95EEDBE5-2527-455E-2B4B-B8C272B190BB}"/>
          </ac:spMkLst>
        </pc:spChg>
        <pc:spChg chg="mod">
          <ac:chgData name="Christina Karavioti" userId="dcb975a3-edb8-46a7-bb36-8f9b9207c6dd" providerId="ADAL" clId="{21A3547D-9357-436C-8422-B3EEF60FFA14}" dt="2025-06-17T09:27:59.810" v="10691" actId="1076"/>
          <ac:spMkLst>
            <pc:docMk/>
            <pc:sldMk cId="577649731" sldId="277"/>
            <ac:spMk id="49" creationId="{75A90A9D-9F36-EE7E-702C-8D821B116BD8}"/>
          </ac:spMkLst>
        </pc:spChg>
        <pc:spChg chg="add mod">
          <ac:chgData name="Christina Karavioti" userId="dcb975a3-edb8-46a7-bb36-8f9b9207c6dd" providerId="ADAL" clId="{21A3547D-9357-436C-8422-B3EEF60FFA14}" dt="2025-06-17T09:28:28.608" v="10699" actId="1076"/>
          <ac:spMkLst>
            <pc:docMk/>
            <pc:sldMk cId="577649731" sldId="277"/>
            <ac:spMk id="51" creationId="{4AB684E2-1587-BCFA-B5C1-5D8ED9F40A73}"/>
          </ac:spMkLst>
        </pc:spChg>
        <pc:spChg chg="add mod">
          <ac:chgData name="Christina Karavioti" userId="dcb975a3-edb8-46a7-bb36-8f9b9207c6dd" providerId="ADAL" clId="{21A3547D-9357-436C-8422-B3EEF60FFA14}" dt="2025-06-17T09:28:28.608" v="10699" actId="1076"/>
          <ac:spMkLst>
            <pc:docMk/>
            <pc:sldMk cId="577649731" sldId="277"/>
            <ac:spMk id="58" creationId="{69470311-35AE-5A0F-1028-9169208E7182}"/>
          </ac:spMkLst>
        </pc:spChg>
        <pc:spChg chg="add mod">
          <ac:chgData name="Christina Karavioti" userId="dcb975a3-edb8-46a7-bb36-8f9b9207c6dd" providerId="ADAL" clId="{21A3547D-9357-436C-8422-B3EEF60FFA14}" dt="2025-06-17T09:28:28.608" v="10699" actId="1076"/>
          <ac:spMkLst>
            <pc:docMk/>
            <pc:sldMk cId="577649731" sldId="277"/>
            <ac:spMk id="59" creationId="{88A43C41-ED03-74F9-6CDD-F837D6C14B5E}"/>
          </ac:spMkLst>
        </pc:spChg>
        <pc:spChg chg="add mod">
          <ac:chgData name="Christina Karavioti" userId="dcb975a3-edb8-46a7-bb36-8f9b9207c6dd" providerId="ADAL" clId="{21A3547D-9357-436C-8422-B3EEF60FFA14}" dt="2025-06-17T09:28:28.608" v="10699" actId="1076"/>
          <ac:spMkLst>
            <pc:docMk/>
            <pc:sldMk cId="577649731" sldId="277"/>
            <ac:spMk id="79" creationId="{8B073F12-0503-9285-112B-9F79DACB8CD0}"/>
          </ac:spMkLst>
        </pc:spChg>
        <pc:spChg chg="add mod">
          <ac:chgData name="Christina Karavioti" userId="dcb975a3-edb8-46a7-bb36-8f9b9207c6dd" providerId="ADAL" clId="{21A3547D-9357-436C-8422-B3EEF60FFA14}" dt="2025-06-17T09:28:28.608" v="10699" actId="1076"/>
          <ac:spMkLst>
            <pc:docMk/>
            <pc:sldMk cId="577649731" sldId="277"/>
            <ac:spMk id="80" creationId="{A1033818-8059-F014-BBBA-42E0EB50F6DD}"/>
          </ac:spMkLst>
        </pc:spChg>
        <pc:spChg chg="add mod">
          <ac:chgData name="Christina Karavioti" userId="dcb975a3-edb8-46a7-bb36-8f9b9207c6dd" providerId="ADAL" clId="{21A3547D-9357-436C-8422-B3EEF60FFA14}" dt="2025-06-17T09:28:28.608" v="10699" actId="1076"/>
          <ac:spMkLst>
            <pc:docMk/>
            <pc:sldMk cId="577649731" sldId="277"/>
            <ac:spMk id="93" creationId="{D6C0049B-93B2-48A4-5080-9D97B9FD1FE7}"/>
          </ac:spMkLst>
        </pc:spChg>
        <pc:spChg chg="add mod">
          <ac:chgData name="Christina Karavioti" userId="dcb975a3-edb8-46a7-bb36-8f9b9207c6dd" providerId="ADAL" clId="{21A3547D-9357-436C-8422-B3EEF60FFA14}" dt="2025-06-17T09:28:28.608" v="10699" actId="1076"/>
          <ac:spMkLst>
            <pc:docMk/>
            <pc:sldMk cId="577649731" sldId="277"/>
            <ac:spMk id="94" creationId="{8F09A965-4D46-E214-1595-6FBD791BD287}"/>
          </ac:spMkLst>
        </pc:spChg>
        <pc:spChg chg="add mod">
          <ac:chgData name="Christina Karavioti" userId="dcb975a3-edb8-46a7-bb36-8f9b9207c6dd" providerId="ADAL" clId="{21A3547D-9357-436C-8422-B3EEF60FFA14}" dt="2025-06-17T09:28:28.608" v="10699" actId="1076"/>
          <ac:spMkLst>
            <pc:docMk/>
            <pc:sldMk cId="577649731" sldId="277"/>
            <ac:spMk id="96" creationId="{267B803F-BC96-6AA8-AD62-2F6E9940AFB2}"/>
          </ac:spMkLst>
        </pc:spChg>
        <pc:spChg chg="mod">
          <ac:chgData name="Christina Karavioti" userId="dcb975a3-edb8-46a7-bb36-8f9b9207c6dd" providerId="ADAL" clId="{21A3547D-9357-436C-8422-B3EEF60FFA14}" dt="2025-06-17T09:27:59.810" v="10691" actId="1076"/>
          <ac:spMkLst>
            <pc:docMk/>
            <pc:sldMk cId="577649731" sldId="277"/>
            <ac:spMk id="124" creationId="{27942104-F67E-099E-38CA-98FA51100078}"/>
          </ac:spMkLst>
        </pc:spChg>
        <pc:spChg chg="mod">
          <ac:chgData name="Christina Karavioti" userId="dcb975a3-edb8-46a7-bb36-8f9b9207c6dd" providerId="ADAL" clId="{21A3547D-9357-436C-8422-B3EEF60FFA14}" dt="2025-06-17T09:27:59.810" v="10691" actId="1076"/>
          <ac:spMkLst>
            <pc:docMk/>
            <pc:sldMk cId="577649731" sldId="277"/>
            <ac:spMk id="125" creationId="{D82E19A7-36AD-1786-A434-E210C6644045}"/>
          </ac:spMkLst>
        </pc:spChg>
        <pc:spChg chg="mod">
          <ac:chgData name="Christina Karavioti" userId="dcb975a3-edb8-46a7-bb36-8f9b9207c6dd" providerId="ADAL" clId="{21A3547D-9357-436C-8422-B3EEF60FFA14}" dt="2025-06-17T09:27:59.810" v="10691" actId="1076"/>
          <ac:spMkLst>
            <pc:docMk/>
            <pc:sldMk cId="577649731" sldId="277"/>
            <ac:spMk id="126" creationId="{88270DE0-1EF5-CBD3-42E2-C72308FFD690}"/>
          </ac:spMkLst>
        </pc:spChg>
        <pc:spChg chg="mod">
          <ac:chgData name="Christina Karavioti" userId="dcb975a3-edb8-46a7-bb36-8f9b9207c6dd" providerId="ADAL" clId="{21A3547D-9357-436C-8422-B3EEF60FFA14}" dt="2025-06-17T09:27:59.810" v="10691" actId="1076"/>
          <ac:spMkLst>
            <pc:docMk/>
            <pc:sldMk cId="577649731" sldId="277"/>
            <ac:spMk id="127" creationId="{AE7D9584-1CB4-68D4-181A-A08C8D51700E}"/>
          </ac:spMkLst>
        </pc:spChg>
        <pc:spChg chg="mod">
          <ac:chgData name="Christina Karavioti" userId="dcb975a3-edb8-46a7-bb36-8f9b9207c6dd" providerId="ADAL" clId="{21A3547D-9357-436C-8422-B3EEF60FFA14}" dt="2025-06-17T09:26:43.379" v="10656" actId="1076"/>
          <ac:spMkLst>
            <pc:docMk/>
            <pc:sldMk cId="577649731" sldId="277"/>
            <ac:spMk id="129" creationId="{49C6B8B6-139C-A02A-E6A2-CD04A0FA2012}"/>
          </ac:spMkLst>
        </pc:spChg>
        <pc:spChg chg="mod">
          <ac:chgData name="Christina Karavioti" userId="dcb975a3-edb8-46a7-bb36-8f9b9207c6dd" providerId="ADAL" clId="{21A3547D-9357-436C-8422-B3EEF60FFA14}" dt="2025-06-17T09:26:40.351" v="10654" actId="1036"/>
          <ac:spMkLst>
            <pc:docMk/>
            <pc:sldMk cId="577649731" sldId="277"/>
            <ac:spMk id="130" creationId="{FE8A84AD-CE04-A94B-077A-29DB03DB2A79}"/>
          </ac:spMkLst>
        </pc:spChg>
        <pc:spChg chg="mod">
          <ac:chgData name="Christina Karavioti" userId="dcb975a3-edb8-46a7-bb36-8f9b9207c6dd" providerId="ADAL" clId="{21A3547D-9357-436C-8422-B3EEF60FFA14}" dt="2025-06-17T09:26:40.351" v="10654" actId="1036"/>
          <ac:spMkLst>
            <pc:docMk/>
            <pc:sldMk cId="577649731" sldId="277"/>
            <ac:spMk id="131" creationId="{E770DD30-0052-9F69-4356-9B74A4118023}"/>
          </ac:spMkLst>
        </pc:spChg>
        <pc:spChg chg="mod">
          <ac:chgData name="Christina Karavioti" userId="dcb975a3-edb8-46a7-bb36-8f9b9207c6dd" providerId="ADAL" clId="{21A3547D-9357-436C-8422-B3EEF60FFA14}" dt="2025-06-17T09:26:40.351" v="10654" actId="1036"/>
          <ac:spMkLst>
            <pc:docMk/>
            <pc:sldMk cId="577649731" sldId="277"/>
            <ac:spMk id="137" creationId="{00796A81-1C31-4374-EBE1-15D336284730}"/>
          </ac:spMkLst>
        </pc:spChg>
        <pc:spChg chg="mod">
          <ac:chgData name="Christina Karavioti" userId="dcb975a3-edb8-46a7-bb36-8f9b9207c6dd" providerId="ADAL" clId="{21A3547D-9357-436C-8422-B3EEF60FFA14}" dt="2025-06-17T09:26:40.351" v="10654" actId="1036"/>
          <ac:spMkLst>
            <pc:docMk/>
            <pc:sldMk cId="577649731" sldId="277"/>
            <ac:spMk id="138" creationId="{2792C637-D918-A537-C4EC-6CFCF7A43C9C}"/>
          </ac:spMkLst>
        </pc:spChg>
        <pc:spChg chg="mod">
          <ac:chgData name="Christina Karavioti" userId="dcb975a3-edb8-46a7-bb36-8f9b9207c6dd" providerId="ADAL" clId="{21A3547D-9357-436C-8422-B3EEF60FFA14}" dt="2025-06-17T09:26:40.351" v="10654" actId="1036"/>
          <ac:spMkLst>
            <pc:docMk/>
            <pc:sldMk cId="577649731" sldId="277"/>
            <ac:spMk id="139" creationId="{941D9979-E1DB-45FE-AF34-6E22E9EE051E}"/>
          </ac:spMkLst>
        </pc:spChg>
        <pc:spChg chg="mod">
          <ac:chgData name="Christina Karavioti" userId="dcb975a3-edb8-46a7-bb36-8f9b9207c6dd" providerId="ADAL" clId="{21A3547D-9357-436C-8422-B3EEF60FFA14}" dt="2025-06-17T09:26:40.351" v="10654" actId="1036"/>
          <ac:spMkLst>
            <pc:docMk/>
            <pc:sldMk cId="577649731" sldId="277"/>
            <ac:spMk id="140" creationId="{6B9FC298-A251-2D93-3700-F70385D7890E}"/>
          </ac:spMkLst>
        </pc:spChg>
        <pc:spChg chg="mod">
          <ac:chgData name="Christina Karavioti" userId="dcb975a3-edb8-46a7-bb36-8f9b9207c6dd" providerId="ADAL" clId="{21A3547D-9357-436C-8422-B3EEF60FFA14}" dt="2025-06-17T09:26:40.351" v="10654" actId="1036"/>
          <ac:spMkLst>
            <pc:docMk/>
            <pc:sldMk cId="577649731" sldId="277"/>
            <ac:spMk id="142" creationId="{B1B53E10-87ED-EA7B-F0BC-F64279E40CDB}"/>
          </ac:spMkLst>
        </pc:spChg>
        <pc:spChg chg="mod">
          <ac:chgData name="Christina Karavioti" userId="dcb975a3-edb8-46a7-bb36-8f9b9207c6dd" providerId="ADAL" clId="{21A3547D-9357-436C-8422-B3EEF60FFA14}" dt="2025-06-17T09:26:40.351" v="10654" actId="1036"/>
          <ac:spMkLst>
            <pc:docMk/>
            <pc:sldMk cId="577649731" sldId="277"/>
            <ac:spMk id="143" creationId="{E39C8E6A-1FCA-1BC2-0125-5F4B4503299A}"/>
          </ac:spMkLst>
        </pc:spChg>
        <pc:graphicFrameChg chg="mod">
          <ac:chgData name="Christina Karavioti" userId="dcb975a3-edb8-46a7-bb36-8f9b9207c6dd" providerId="ADAL" clId="{21A3547D-9357-436C-8422-B3EEF60FFA14}" dt="2025-06-18T12:15:14.990" v="15897"/>
          <ac:graphicFrameMkLst>
            <pc:docMk/>
            <pc:sldMk cId="577649731" sldId="277"/>
            <ac:graphicFrameMk id="6" creationId="{79755C8E-FDA3-4A55-CBFA-B0A7DBB1EE61}"/>
          </ac:graphicFrameMkLst>
        </pc:graphicFrameChg>
        <pc:graphicFrameChg chg="mod modGraphic">
          <ac:chgData name="Christina Karavioti" userId="dcb975a3-edb8-46a7-bb36-8f9b9207c6dd" providerId="ADAL" clId="{21A3547D-9357-436C-8422-B3EEF60FFA14}" dt="2025-06-17T09:28:49.194" v="10710"/>
          <ac:graphicFrameMkLst>
            <pc:docMk/>
            <pc:sldMk cId="577649731" sldId="277"/>
            <ac:graphicFrameMk id="17" creationId="{ABF4447B-585A-22B0-EB63-E4D9DC5B54DF}"/>
          </ac:graphicFrameMkLst>
        </pc:graphicFrameChg>
        <pc:picChg chg="mod">
          <ac:chgData name="Christina Karavioti" userId="dcb975a3-edb8-46a7-bb36-8f9b9207c6dd" providerId="ADAL" clId="{21A3547D-9357-436C-8422-B3EEF60FFA14}" dt="2025-06-17T09:27:59.810" v="10691" actId="1076"/>
          <ac:picMkLst>
            <pc:docMk/>
            <pc:sldMk cId="577649731" sldId="277"/>
            <ac:picMk id="16" creationId="{E5AFF0FE-4305-FB19-7E0F-E51562E8A38E}"/>
          </ac:picMkLst>
        </pc:picChg>
        <pc:picChg chg="mod">
          <ac:chgData name="Christina Karavioti" userId="dcb975a3-edb8-46a7-bb36-8f9b9207c6dd" providerId="ADAL" clId="{21A3547D-9357-436C-8422-B3EEF60FFA14}" dt="2025-06-17T09:26:46.048" v="10657" actId="1076"/>
          <ac:picMkLst>
            <pc:docMk/>
            <pc:sldMk cId="577649731" sldId="277"/>
            <ac:picMk id="19" creationId="{B198ECAA-8A1C-4326-B511-03091FCB8DBA}"/>
          </ac:picMkLst>
        </pc:picChg>
        <pc:picChg chg="mod">
          <ac:chgData name="Christina Karavioti" userId="dcb975a3-edb8-46a7-bb36-8f9b9207c6dd" providerId="ADAL" clId="{21A3547D-9357-436C-8422-B3EEF60FFA14}" dt="2025-06-17T09:27:59.810" v="10691" actId="1076"/>
          <ac:picMkLst>
            <pc:docMk/>
            <pc:sldMk cId="577649731" sldId="277"/>
            <ac:picMk id="22" creationId="{327AC584-4F6D-3493-1845-765EBDE4A077}"/>
          </ac:picMkLst>
        </pc:picChg>
        <pc:picChg chg="mod">
          <ac:chgData name="Christina Karavioti" userId="dcb975a3-edb8-46a7-bb36-8f9b9207c6dd" providerId="ADAL" clId="{21A3547D-9357-436C-8422-B3EEF60FFA14}" dt="2025-06-17T09:26:46.048" v="10657" actId="1076"/>
          <ac:picMkLst>
            <pc:docMk/>
            <pc:sldMk cId="577649731" sldId="277"/>
            <ac:picMk id="52" creationId="{78547719-ECB1-ECFF-8662-B9A89F4AC6B6}"/>
          </ac:picMkLst>
        </pc:picChg>
        <pc:picChg chg="mod">
          <ac:chgData name="Christina Karavioti" userId="dcb975a3-edb8-46a7-bb36-8f9b9207c6dd" providerId="ADAL" clId="{21A3547D-9357-436C-8422-B3EEF60FFA14}" dt="2025-06-17T09:26:46.048" v="10657" actId="1076"/>
          <ac:picMkLst>
            <pc:docMk/>
            <pc:sldMk cId="577649731" sldId="277"/>
            <ac:picMk id="54" creationId="{64BAAE09-4A44-3DE1-572B-B5A46238287C}"/>
          </ac:picMkLst>
        </pc:picChg>
        <pc:picChg chg="add mod">
          <ac:chgData name="Christina Karavioti" userId="dcb975a3-edb8-46a7-bb36-8f9b9207c6dd" providerId="ADAL" clId="{21A3547D-9357-436C-8422-B3EEF60FFA14}" dt="2025-06-17T09:28:17.255" v="10696" actId="1076"/>
          <ac:picMkLst>
            <pc:docMk/>
            <pc:sldMk cId="577649731" sldId="277"/>
            <ac:picMk id="89" creationId="{E36A817B-BE05-1705-0B8E-9399CC447210}"/>
          </ac:picMkLst>
        </pc:picChg>
      </pc:sldChg>
      <pc:sldChg chg="addSp delSp modSp mod modCm">
        <pc:chgData name="Christina Karavioti" userId="dcb975a3-edb8-46a7-bb36-8f9b9207c6dd" providerId="ADAL" clId="{21A3547D-9357-436C-8422-B3EEF60FFA14}" dt="2025-06-18T08:57:24.521" v="14347" actId="13926"/>
        <pc:sldMkLst>
          <pc:docMk/>
          <pc:sldMk cId="3227808281" sldId="282"/>
        </pc:sldMkLst>
        <pc:spChg chg="mod ord">
          <ac:chgData name="Christina Karavioti" userId="dcb975a3-edb8-46a7-bb36-8f9b9207c6dd" providerId="ADAL" clId="{21A3547D-9357-436C-8422-B3EEF60FFA14}" dt="2025-06-16T15:26:09.369" v="8684"/>
          <ac:spMkLst>
            <pc:docMk/>
            <pc:sldMk cId="3227808281" sldId="282"/>
            <ac:spMk id="3" creationId="{ABC2320E-9699-EF55-BD3B-3A1D8EFBF942}"/>
          </ac:spMkLst>
        </pc:spChg>
        <pc:spChg chg="mod ord">
          <ac:chgData name="Christina Karavioti" userId="dcb975a3-edb8-46a7-bb36-8f9b9207c6dd" providerId="ADAL" clId="{21A3547D-9357-436C-8422-B3EEF60FFA14}" dt="2025-06-16T15:26:09.369" v="8686"/>
          <ac:spMkLst>
            <pc:docMk/>
            <pc:sldMk cId="3227808281" sldId="282"/>
            <ac:spMk id="4" creationId="{11A667E6-E40B-70FA-BB02-64564032E180}"/>
          </ac:spMkLst>
        </pc:spChg>
        <pc:spChg chg="mod ord">
          <ac:chgData name="Christina Karavioti" userId="dcb975a3-edb8-46a7-bb36-8f9b9207c6dd" providerId="ADAL" clId="{21A3547D-9357-436C-8422-B3EEF60FFA14}" dt="2025-06-16T15:26:09.392" v="8696"/>
          <ac:spMkLst>
            <pc:docMk/>
            <pc:sldMk cId="3227808281" sldId="282"/>
            <ac:spMk id="7" creationId="{49C69E0F-54C8-9BC5-BA50-82F072688EF9}"/>
          </ac:spMkLst>
        </pc:spChg>
        <pc:spChg chg="add mod ord">
          <ac:chgData name="Christina Karavioti" userId="dcb975a3-edb8-46a7-bb36-8f9b9207c6dd" providerId="ADAL" clId="{21A3547D-9357-436C-8422-B3EEF60FFA14}" dt="2025-06-16T15:52:50.234" v="8893" actId="1076"/>
          <ac:spMkLst>
            <pc:docMk/>
            <pc:sldMk cId="3227808281" sldId="282"/>
            <ac:spMk id="13" creationId="{9B4E73D3-EF55-1C01-ABB9-3A7757E47930}"/>
          </ac:spMkLst>
        </pc:spChg>
        <pc:spChg chg="add mod ord">
          <ac:chgData name="Christina Karavioti" userId="dcb975a3-edb8-46a7-bb36-8f9b9207c6dd" providerId="ADAL" clId="{21A3547D-9357-436C-8422-B3EEF60FFA14}" dt="2025-06-16T15:26:14.067" v="8714" actId="164"/>
          <ac:spMkLst>
            <pc:docMk/>
            <pc:sldMk cId="3227808281" sldId="282"/>
            <ac:spMk id="19" creationId="{8955E0AB-F8E5-51B1-BC19-7F3552DC334D}"/>
          </ac:spMkLst>
        </pc:spChg>
        <pc:spChg chg="mod ord">
          <ac:chgData name="Christina Karavioti" userId="dcb975a3-edb8-46a7-bb36-8f9b9207c6dd" providerId="ADAL" clId="{21A3547D-9357-436C-8422-B3EEF60FFA14}" dt="2025-06-16T15:26:09.385" v="8692"/>
          <ac:spMkLst>
            <pc:docMk/>
            <pc:sldMk cId="3227808281" sldId="282"/>
            <ac:spMk id="53" creationId="{E773EAF1-752C-A739-4D59-F6ED5460A263}"/>
          </ac:spMkLst>
        </pc:spChg>
        <pc:spChg chg="add mod ord">
          <ac:chgData name="Christina Karavioti" userId="dcb975a3-edb8-46a7-bb36-8f9b9207c6dd" providerId="ADAL" clId="{21A3547D-9357-436C-8422-B3EEF60FFA14}" dt="2025-06-16T15:26:09.392" v="8700"/>
          <ac:spMkLst>
            <pc:docMk/>
            <pc:sldMk cId="3227808281" sldId="282"/>
            <ac:spMk id="54" creationId="{49CB57BC-2996-0A25-1252-DDB565AE3654}"/>
          </ac:spMkLst>
        </pc:spChg>
        <pc:spChg chg="mod">
          <ac:chgData name="Christina Karavioti" userId="dcb975a3-edb8-46a7-bb36-8f9b9207c6dd" providerId="ADAL" clId="{21A3547D-9357-436C-8422-B3EEF60FFA14}" dt="2025-06-16T15:27:54.537" v="8792" actId="20577"/>
          <ac:spMkLst>
            <pc:docMk/>
            <pc:sldMk cId="3227808281" sldId="282"/>
            <ac:spMk id="21513" creationId="{791F270F-8715-577B-980C-8E90C7A4A6CD}"/>
          </ac:spMkLst>
        </pc:spChg>
        <pc:grpChg chg="mod ord">
          <ac:chgData name="Christina Karavioti" userId="dcb975a3-edb8-46a7-bb36-8f9b9207c6dd" providerId="ADAL" clId="{21A3547D-9357-436C-8422-B3EEF60FFA14}" dt="2025-06-16T15:26:09.392" v="8698"/>
          <ac:grpSpMkLst>
            <pc:docMk/>
            <pc:sldMk cId="3227808281" sldId="282"/>
            <ac:grpSpMk id="2" creationId="{48A39123-0378-F495-4A3C-21CE0B39A81A}"/>
          </ac:grpSpMkLst>
        </pc:grpChg>
        <pc:grpChg chg="add mod ord">
          <ac:chgData name="Christina Karavioti" userId="dcb975a3-edb8-46a7-bb36-8f9b9207c6dd" providerId="ADAL" clId="{21A3547D-9357-436C-8422-B3EEF60FFA14}" dt="2025-06-16T15:26:09.392" v="8702"/>
          <ac:grpSpMkLst>
            <pc:docMk/>
            <pc:sldMk cId="3227808281" sldId="282"/>
            <ac:grpSpMk id="14" creationId="{71B80090-0A2E-3467-DF00-0B09C58BED87}"/>
          </ac:grpSpMkLst>
        </pc:grpChg>
        <pc:grpChg chg="mod">
          <ac:chgData name="Christina Karavioti" userId="dcb975a3-edb8-46a7-bb36-8f9b9207c6dd" providerId="ADAL" clId="{21A3547D-9357-436C-8422-B3EEF60FFA14}" dt="2025-06-13T12:30:01.802" v="2615"/>
          <ac:grpSpMkLst>
            <pc:docMk/>
            <pc:sldMk cId="3227808281" sldId="282"/>
            <ac:grpSpMk id="15" creationId="{BEA08AED-2A17-B9D0-4300-0140F1DCF1FF}"/>
          </ac:grpSpMkLst>
        </pc:grpChg>
        <pc:grpChg chg="add mod ord">
          <ac:chgData name="Christina Karavioti" userId="dcb975a3-edb8-46a7-bb36-8f9b9207c6dd" providerId="ADAL" clId="{21A3547D-9357-436C-8422-B3EEF60FFA14}" dt="2025-06-16T15:26:14.067" v="8714" actId="164"/>
          <ac:grpSpMkLst>
            <pc:docMk/>
            <pc:sldMk cId="3227808281" sldId="282"/>
            <ac:grpSpMk id="20" creationId="{B58DBD10-9E68-9502-5AA5-F2DDA76ADD99}"/>
          </ac:grpSpMkLst>
        </pc:grpChg>
        <pc:grpChg chg="add mod">
          <ac:chgData name="Christina Karavioti" userId="dcb975a3-edb8-46a7-bb36-8f9b9207c6dd" providerId="ADAL" clId="{21A3547D-9357-436C-8422-B3EEF60FFA14}" dt="2025-06-16T15:26:20.064" v="8715" actId="1076"/>
          <ac:grpSpMkLst>
            <pc:docMk/>
            <pc:sldMk cId="3227808281" sldId="282"/>
            <ac:grpSpMk id="32" creationId="{02188021-F4F6-A1A5-65FA-6723F6637E72}"/>
          </ac:grpSpMkLst>
        </pc:grpChg>
        <pc:grpChg chg="mod ord">
          <ac:chgData name="Christina Karavioti" userId="dcb975a3-edb8-46a7-bb36-8f9b9207c6dd" providerId="ADAL" clId="{21A3547D-9357-436C-8422-B3EEF60FFA14}" dt="2025-06-16T15:52:05.243" v="8891" actId="1076"/>
          <ac:grpSpMkLst>
            <pc:docMk/>
            <pc:sldMk cId="3227808281" sldId="282"/>
            <ac:grpSpMk id="46" creationId="{ED7FF6FE-F754-E6D3-9428-45A9CB3FBF64}"/>
          </ac:grpSpMkLst>
        </pc:grpChg>
        <pc:grpChg chg="mod ord">
          <ac:chgData name="Christina Karavioti" userId="dcb975a3-edb8-46a7-bb36-8f9b9207c6dd" providerId="ADAL" clId="{21A3547D-9357-436C-8422-B3EEF60FFA14}" dt="2025-06-16T15:26:09.392" v="8694"/>
          <ac:grpSpMkLst>
            <pc:docMk/>
            <pc:sldMk cId="3227808281" sldId="282"/>
            <ac:grpSpMk id="21512" creationId="{525C1A28-0E2E-37A2-139A-AD17456135C9}"/>
          </ac:grpSpMkLst>
        </pc:grpChg>
        <pc:graphicFrameChg chg="mod">
          <ac:chgData name="Christina Karavioti" userId="dcb975a3-edb8-46a7-bb36-8f9b9207c6dd" providerId="ADAL" clId="{21A3547D-9357-436C-8422-B3EEF60FFA14}" dt="2025-06-16T15:26:09.401" v="8712"/>
          <ac:graphicFrameMkLst>
            <pc:docMk/>
            <pc:sldMk cId="3227808281" sldId="282"/>
            <ac:graphicFrameMk id="9" creationId="{3A1E8488-85B8-74B9-4C6B-2D34FF9CA933}"/>
          </ac:graphicFrameMkLst>
        </pc:graphicFrameChg>
        <pc:graphicFrameChg chg="mod ord modGraphic">
          <ac:chgData name="Christina Karavioti" userId="dcb975a3-edb8-46a7-bb36-8f9b9207c6dd" providerId="ADAL" clId="{21A3547D-9357-436C-8422-B3EEF60FFA14}" dt="2025-06-18T08:57:24.521" v="14347" actId="13926"/>
          <ac:graphicFrameMkLst>
            <pc:docMk/>
            <pc:sldMk cId="3227808281" sldId="282"/>
            <ac:graphicFrameMk id="21511" creationId="{09E1DFF5-D704-4F86-1FC8-19C90236C690}"/>
          </ac:graphicFrameMkLst>
        </pc:graphicFrameChg>
        <pc:picChg chg="mod">
          <ac:chgData name="Christina Karavioti" userId="dcb975a3-edb8-46a7-bb36-8f9b9207c6dd" providerId="ADAL" clId="{21A3547D-9357-436C-8422-B3EEF60FFA14}" dt="2025-06-13T12:30:01.802" v="2615"/>
          <ac:picMkLst>
            <pc:docMk/>
            <pc:sldMk cId="3227808281" sldId="282"/>
            <ac:picMk id="16" creationId="{1A069419-D439-3489-BC3D-00C3904FB8CF}"/>
          </ac:picMkLst>
        </pc:picChg>
        <pc:picChg chg="mod">
          <ac:chgData name="Christina Karavioti" userId="dcb975a3-edb8-46a7-bb36-8f9b9207c6dd" providerId="ADAL" clId="{21A3547D-9357-436C-8422-B3EEF60FFA14}" dt="2025-06-13T12:30:01.802" v="2615"/>
          <ac:picMkLst>
            <pc:docMk/>
            <pc:sldMk cId="3227808281" sldId="282"/>
            <ac:picMk id="17" creationId="{4F3A6516-DC71-B14A-9FA7-BF36E0B3C9C4}"/>
          </ac:picMkLst>
        </pc:picChg>
        <pc:picChg chg="mod">
          <ac:chgData name="Christina Karavioti" userId="dcb975a3-edb8-46a7-bb36-8f9b9207c6dd" providerId="ADAL" clId="{21A3547D-9357-436C-8422-B3EEF60FFA14}" dt="2025-06-13T12:30:01.802" v="2615"/>
          <ac:picMkLst>
            <pc:docMk/>
            <pc:sldMk cId="3227808281" sldId="282"/>
            <ac:picMk id="18" creationId="{FD752CF5-B0F2-6C1A-30ED-3E9334F55650}"/>
          </ac:picMkLst>
        </pc:picChg>
        <pc:picChg chg="mod">
          <ac:chgData name="Christina Karavioti" userId="dcb975a3-edb8-46a7-bb36-8f9b9207c6dd" providerId="ADAL" clId="{21A3547D-9357-436C-8422-B3EEF60FFA14}" dt="2025-06-16T15:26:01.612" v="8659"/>
          <ac:picMkLst>
            <pc:docMk/>
            <pc:sldMk cId="3227808281" sldId="282"/>
            <ac:picMk id="24" creationId="{25467307-794B-01A1-DF39-93374A2CD3A1}"/>
          </ac:picMkLst>
        </pc:picChg>
        <pc:picChg chg="mod">
          <ac:chgData name="Christina Karavioti" userId="dcb975a3-edb8-46a7-bb36-8f9b9207c6dd" providerId="ADAL" clId="{21A3547D-9357-436C-8422-B3EEF60FFA14}" dt="2025-06-16T15:26:01.612" v="8659"/>
          <ac:picMkLst>
            <pc:docMk/>
            <pc:sldMk cId="3227808281" sldId="282"/>
            <ac:picMk id="26" creationId="{9F42ABB9-09D6-A413-C2EC-71287CBE9A21}"/>
          </ac:picMkLst>
        </pc:pic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6T15:28:47.809" v="8793" actId="20577"/>
              <pc2:cmMkLst xmlns:pc2="http://schemas.microsoft.com/office/powerpoint/2019/9/main/command">
                <pc:docMk/>
                <pc:sldMk cId="3227808281" sldId="282"/>
                <pc2:cmMk id="{D2AB5D08-0F8B-4D6F-AEE0-A1471F5A2050}"/>
              </pc2:cmMkLst>
            </pc226:cmChg>
          </p:ext>
        </pc:extLst>
      </pc:sldChg>
      <pc:sldChg chg="delSp modSp mod">
        <pc:chgData name="Christina Karavioti" userId="dcb975a3-edb8-46a7-bb36-8f9b9207c6dd" providerId="ADAL" clId="{21A3547D-9357-436C-8422-B3EEF60FFA14}" dt="2025-06-16T15:13:44.992" v="8379" actId="208"/>
        <pc:sldMkLst>
          <pc:docMk/>
          <pc:sldMk cId="1917131969" sldId="283"/>
        </pc:sldMkLst>
        <pc:spChg chg="mod">
          <ac:chgData name="Christina Karavioti" userId="dcb975a3-edb8-46a7-bb36-8f9b9207c6dd" providerId="ADAL" clId="{21A3547D-9357-436C-8422-B3EEF60FFA14}" dt="2025-06-16T15:13:44.992" v="8379" actId="208"/>
          <ac:spMkLst>
            <pc:docMk/>
            <pc:sldMk cId="1917131969" sldId="283"/>
            <ac:spMk id="15" creationId="{341D06BA-9EC1-1685-1AE2-17A2A6FDF37F}"/>
          </ac:spMkLst>
        </pc:spChg>
        <pc:spChg chg="mod">
          <ac:chgData name="Christina Karavioti" userId="dcb975a3-edb8-46a7-bb36-8f9b9207c6dd" providerId="ADAL" clId="{21A3547D-9357-436C-8422-B3EEF60FFA14}" dt="2025-06-16T15:13:44.992" v="8379" actId="208"/>
          <ac:spMkLst>
            <pc:docMk/>
            <pc:sldMk cId="1917131969" sldId="283"/>
            <ac:spMk id="53" creationId="{02ABA739-129F-20B5-83B5-D001F25715C7}"/>
          </ac:spMkLst>
        </pc:spChg>
        <pc:spChg chg="mod">
          <ac:chgData name="Christina Karavioti" userId="dcb975a3-edb8-46a7-bb36-8f9b9207c6dd" providerId="ADAL" clId="{21A3547D-9357-436C-8422-B3EEF60FFA14}" dt="2025-06-16T15:13:44.992" v="8379" actId="208"/>
          <ac:spMkLst>
            <pc:docMk/>
            <pc:sldMk cId="1917131969" sldId="283"/>
            <ac:spMk id="55" creationId="{E743505A-857A-A202-F094-C08AD7CF01FB}"/>
          </ac:spMkLst>
        </pc:spChg>
        <pc:grpChg chg="mod">
          <ac:chgData name="Christina Karavioti" userId="dcb975a3-edb8-46a7-bb36-8f9b9207c6dd" providerId="ADAL" clId="{21A3547D-9357-436C-8422-B3EEF60FFA14}" dt="2025-06-16T15:13:31.540" v="8378" actId="1076"/>
          <ac:grpSpMkLst>
            <pc:docMk/>
            <pc:sldMk cId="1917131969" sldId="283"/>
            <ac:grpSpMk id="11" creationId="{E0FD3390-57E5-6198-F829-80842CB4189C}"/>
          </ac:grpSpMkLst>
        </pc:grpChg>
        <pc:graphicFrameChg chg="mod modGraphic">
          <ac:chgData name="Christina Karavioti" userId="dcb975a3-edb8-46a7-bb36-8f9b9207c6dd" providerId="ADAL" clId="{21A3547D-9357-436C-8422-B3EEF60FFA14}" dt="2025-06-16T15:13:23.155" v="8375" actId="1076"/>
          <ac:graphicFrameMkLst>
            <pc:docMk/>
            <pc:sldMk cId="1917131969" sldId="283"/>
            <ac:graphicFrameMk id="21511" creationId="{1B336555-D507-196A-CCEA-57E5F5A13DBB}"/>
          </ac:graphicFrameMkLst>
        </pc:graphicFrameChg>
        <pc:picChg chg="mod">
          <ac:chgData name="Christina Karavioti" userId="dcb975a3-edb8-46a7-bb36-8f9b9207c6dd" providerId="ADAL" clId="{21A3547D-9357-436C-8422-B3EEF60FFA14}" dt="2025-06-16T15:13:27.592" v="8377" actId="1076"/>
          <ac:picMkLst>
            <pc:docMk/>
            <pc:sldMk cId="1917131969" sldId="283"/>
            <ac:picMk id="8" creationId="{B045C484-258E-5C0C-9FD0-4B9FAE82932F}"/>
          </ac:picMkLst>
        </pc:picChg>
        <pc:picChg chg="mod">
          <ac:chgData name="Christina Karavioti" userId="dcb975a3-edb8-46a7-bb36-8f9b9207c6dd" providerId="ADAL" clId="{21A3547D-9357-436C-8422-B3EEF60FFA14}" dt="2025-06-16T15:13:25.257" v="8376" actId="1076"/>
          <ac:picMkLst>
            <pc:docMk/>
            <pc:sldMk cId="1917131969" sldId="283"/>
            <ac:picMk id="10" creationId="{690622DE-1AD9-AB84-DCAB-98218AE8888F}"/>
          </ac:picMkLst>
        </pc:picChg>
      </pc:sldChg>
      <pc:sldChg chg="modSp mod">
        <pc:chgData name="Christina Karavioti" userId="dcb975a3-edb8-46a7-bb36-8f9b9207c6dd" providerId="ADAL" clId="{21A3547D-9357-436C-8422-B3EEF60FFA14}" dt="2025-06-16T15:40:25.215" v="8832" actId="20577"/>
        <pc:sldMkLst>
          <pc:docMk/>
          <pc:sldMk cId="3205968097" sldId="284"/>
        </pc:sldMkLst>
        <pc:spChg chg="mod">
          <ac:chgData name="Christina Karavioti" userId="dcb975a3-edb8-46a7-bb36-8f9b9207c6dd" providerId="ADAL" clId="{21A3547D-9357-436C-8422-B3EEF60FFA14}" dt="2025-06-12T15:16:11.991" v="15" actId="20577"/>
          <ac:spMkLst>
            <pc:docMk/>
            <pc:sldMk cId="3205968097" sldId="284"/>
            <ac:spMk id="4" creationId="{2AAC0902-D4AC-66E1-0269-A9BCBF45D0A5}"/>
          </ac:spMkLst>
        </pc:spChg>
        <pc:spChg chg="mod">
          <ac:chgData name="Christina Karavioti" userId="dcb975a3-edb8-46a7-bb36-8f9b9207c6dd" providerId="ADAL" clId="{21A3547D-9357-436C-8422-B3EEF60FFA14}" dt="2025-06-16T15:34:59.696" v="8822" actId="1076"/>
          <ac:spMkLst>
            <pc:docMk/>
            <pc:sldMk cId="3205968097" sldId="284"/>
            <ac:spMk id="30" creationId="{EE99681C-0F40-FC1D-727C-AA23F7BB9DB3}"/>
          </ac:spMkLst>
        </pc:spChg>
        <pc:spChg chg="mod">
          <ac:chgData name="Christina Karavioti" userId="dcb975a3-edb8-46a7-bb36-8f9b9207c6dd" providerId="ADAL" clId="{21A3547D-9357-436C-8422-B3EEF60FFA14}" dt="2025-06-16T15:33:52.750" v="8805" actId="1076"/>
          <ac:spMkLst>
            <pc:docMk/>
            <pc:sldMk cId="3205968097" sldId="284"/>
            <ac:spMk id="49" creationId="{78C3C093-844E-384A-CFB3-25B211512261}"/>
          </ac:spMkLst>
        </pc:spChg>
        <pc:spChg chg="mod">
          <ac:chgData name="Christina Karavioti" userId="dcb975a3-edb8-46a7-bb36-8f9b9207c6dd" providerId="ADAL" clId="{21A3547D-9357-436C-8422-B3EEF60FFA14}" dt="2025-06-16T15:40:25.215" v="8832" actId="20577"/>
          <ac:spMkLst>
            <pc:docMk/>
            <pc:sldMk cId="3205968097" sldId="284"/>
            <ac:spMk id="54" creationId="{42DD8D76-E829-D46F-74B4-1F8357102487}"/>
          </ac:spMkLst>
        </pc:spChg>
        <pc:spChg chg="mod">
          <ac:chgData name="Christina Karavioti" userId="dcb975a3-edb8-46a7-bb36-8f9b9207c6dd" providerId="ADAL" clId="{21A3547D-9357-436C-8422-B3EEF60FFA14}" dt="2025-06-16T15:39:55.872" v="8828" actId="20577"/>
          <ac:spMkLst>
            <pc:docMk/>
            <pc:sldMk cId="3205968097" sldId="284"/>
            <ac:spMk id="55" creationId="{9FA75B9B-3C10-C0D7-5C8F-4FEF77B19FEC}"/>
          </ac:spMkLst>
        </pc:spChg>
        <pc:spChg chg="mod">
          <ac:chgData name="Christina Karavioti" userId="dcb975a3-edb8-46a7-bb36-8f9b9207c6dd" providerId="ADAL" clId="{21A3547D-9357-436C-8422-B3EEF60FFA14}" dt="2025-06-16T15:40:16.397" v="8829" actId="20577"/>
          <ac:spMkLst>
            <pc:docMk/>
            <pc:sldMk cId="3205968097" sldId="284"/>
            <ac:spMk id="21517" creationId="{ADCCC5A5-C771-799A-372D-2EE9228C576A}"/>
          </ac:spMkLst>
        </pc:spChg>
        <pc:graphicFrameChg chg="mod modGraphic">
          <ac:chgData name="Christina Karavioti" userId="dcb975a3-edb8-46a7-bb36-8f9b9207c6dd" providerId="ADAL" clId="{21A3547D-9357-436C-8422-B3EEF60FFA14}" dt="2025-06-16T15:35:05.165" v="8825" actId="14734"/>
          <ac:graphicFrameMkLst>
            <pc:docMk/>
            <pc:sldMk cId="3205968097" sldId="284"/>
            <ac:graphicFrameMk id="21511" creationId="{F863F410-F8A2-090A-166A-7E95BD8B891D}"/>
          </ac:graphicFrameMkLst>
        </pc:graphicFrameChg>
        <pc:picChg chg="mod">
          <ac:chgData name="Christina Karavioti" userId="dcb975a3-edb8-46a7-bb36-8f9b9207c6dd" providerId="ADAL" clId="{21A3547D-9357-436C-8422-B3EEF60FFA14}" dt="2025-06-16T15:34:54.694" v="8821" actId="1076"/>
          <ac:picMkLst>
            <pc:docMk/>
            <pc:sldMk cId="3205968097" sldId="284"/>
            <ac:picMk id="33" creationId="{193F0BED-CC8A-A519-1179-5AC11D5112D9}"/>
          </ac:picMkLst>
        </pc:picChg>
        <pc:picChg chg="mod">
          <ac:chgData name="Christina Karavioti" userId="dcb975a3-edb8-46a7-bb36-8f9b9207c6dd" providerId="ADAL" clId="{21A3547D-9357-436C-8422-B3EEF60FFA14}" dt="2025-06-16T15:35:42.496" v="8826" actId="1076"/>
          <ac:picMkLst>
            <pc:docMk/>
            <pc:sldMk cId="3205968097" sldId="284"/>
            <ac:picMk id="34" creationId="{6E420019-A859-1BE9-3652-75D12300B1E2}"/>
          </ac:picMkLst>
        </pc:picChg>
        <pc:picChg chg="mod">
          <ac:chgData name="Christina Karavioti" userId="dcb975a3-edb8-46a7-bb36-8f9b9207c6dd" providerId="ADAL" clId="{21A3547D-9357-436C-8422-B3EEF60FFA14}" dt="2025-06-16T15:34:49.908" v="8820" actId="1076"/>
          <ac:picMkLst>
            <pc:docMk/>
            <pc:sldMk cId="3205968097" sldId="284"/>
            <ac:picMk id="48" creationId="{7433D148-971B-8DBD-9202-A5CA267F6D84}"/>
          </ac:picMkLst>
        </pc:picChg>
      </pc:sldChg>
      <pc:sldChg chg="del mod ord modShow">
        <pc:chgData name="Christina Karavioti" userId="dcb975a3-edb8-46a7-bb36-8f9b9207c6dd" providerId="ADAL" clId="{21A3547D-9357-436C-8422-B3EEF60FFA14}" dt="2025-06-12T14:38:00.946" v="10" actId="47"/>
        <pc:sldMkLst>
          <pc:docMk/>
          <pc:sldMk cId="486847264" sldId="285"/>
        </pc:sldMkLst>
      </pc:sldChg>
      <pc:sldChg chg="addSp delSp modSp mod modCm">
        <pc:chgData name="Christina Karavioti" userId="dcb975a3-edb8-46a7-bb36-8f9b9207c6dd" providerId="ADAL" clId="{21A3547D-9357-436C-8422-B3EEF60FFA14}" dt="2025-06-20T14:24:13.898" v="20251" actId="20577"/>
        <pc:sldMkLst>
          <pc:docMk/>
          <pc:sldMk cId="384407750" sldId="310"/>
        </pc:sldMkLst>
        <pc:spChg chg="mod">
          <ac:chgData name="Christina Karavioti" userId="dcb975a3-edb8-46a7-bb36-8f9b9207c6dd" providerId="ADAL" clId="{21A3547D-9357-436C-8422-B3EEF60FFA14}" dt="2025-06-17T09:40:40.792" v="10951" actId="948"/>
          <ac:spMkLst>
            <pc:docMk/>
            <pc:sldMk cId="384407750" sldId="310"/>
            <ac:spMk id="3" creationId="{1260C598-6F18-80A9-128F-86267477C516}"/>
          </ac:spMkLst>
        </pc:spChg>
        <pc:spChg chg="mod">
          <ac:chgData name="Christina Karavioti" userId="dcb975a3-edb8-46a7-bb36-8f9b9207c6dd" providerId="ADAL" clId="{21A3547D-9357-436C-8422-B3EEF60FFA14}" dt="2025-06-17T11:17:12.828" v="13025" actId="14100"/>
          <ac:spMkLst>
            <pc:docMk/>
            <pc:sldMk cId="384407750" sldId="310"/>
            <ac:spMk id="11" creationId="{C9069C7F-1E50-C6A1-FEC8-FA2E994E63D1}"/>
          </ac:spMkLst>
        </pc:spChg>
        <pc:spChg chg="mod">
          <ac:chgData name="Christina Karavioti" userId="dcb975a3-edb8-46a7-bb36-8f9b9207c6dd" providerId="ADAL" clId="{21A3547D-9357-436C-8422-B3EEF60FFA14}" dt="2025-06-17T10:16:51.381" v="11758" actId="20577"/>
          <ac:spMkLst>
            <pc:docMk/>
            <pc:sldMk cId="384407750" sldId="310"/>
            <ac:spMk id="21" creationId="{F7DC6CA6-2BA5-63D6-380E-89781D78F8DD}"/>
          </ac:spMkLst>
        </pc:spChg>
        <pc:graphicFrameChg chg="mod">
          <ac:chgData name="Christina Karavioti" userId="dcb975a3-edb8-46a7-bb36-8f9b9207c6dd" providerId="ADAL" clId="{21A3547D-9357-436C-8422-B3EEF60FFA14}" dt="2025-06-17T09:40:40.824" v="10975"/>
          <ac:graphicFrameMkLst>
            <pc:docMk/>
            <pc:sldMk cId="384407750" sldId="310"/>
            <ac:graphicFrameMk id="6" creationId="{9CB50906-D7C0-3EA2-6C82-93F2E67FA703}"/>
          </ac:graphicFrameMkLst>
        </pc:graphicFrameChg>
        <pc:graphicFrameChg chg="mod modGraphic">
          <ac:chgData name="Christina Karavioti" userId="dcb975a3-edb8-46a7-bb36-8f9b9207c6dd" providerId="ADAL" clId="{21A3547D-9357-436C-8422-B3EEF60FFA14}" dt="2025-06-20T14:24:13.898" v="20251" actId="20577"/>
          <ac:graphicFrameMkLst>
            <pc:docMk/>
            <pc:sldMk cId="384407750" sldId="310"/>
            <ac:graphicFrameMk id="30" creationId="{D285AEA4-AC69-F199-BBD2-738003AF3968}"/>
          </ac:graphicFrameMkLst>
        </pc:graphicFrameChg>
        <pc:picChg chg="add mod">
          <ac:chgData name="Christina Karavioti" userId="dcb975a3-edb8-46a7-bb36-8f9b9207c6dd" providerId="ADAL" clId="{21A3547D-9357-436C-8422-B3EEF60FFA14}" dt="2025-06-19T15:55:15.306" v="18603" actId="1076"/>
          <ac:picMkLst>
            <pc:docMk/>
            <pc:sldMk cId="384407750" sldId="310"/>
            <ac:picMk id="2" creationId="{4F113CB4-8326-0E92-88F7-4DDD9256CD09}"/>
          </ac:picMkLst>
        </pc:picChg>
        <pc:picChg chg="mod">
          <ac:chgData name="Christina Karavioti" userId="dcb975a3-edb8-46a7-bb36-8f9b9207c6dd" providerId="ADAL" clId="{21A3547D-9357-436C-8422-B3EEF60FFA14}" dt="2025-06-17T09:42:41.116" v="11065" actId="1037"/>
          <ac:picMkLst>
            <pc:docMk/>
            <pc:sldMk cId="384407750" sldId="310"/>
            <ac:picMk id="23" creationId="{87DDFEEC-5250-3EAC-9855-E68B040C8F7E}"/>
          </ac:picMkLst>
        </pc:picChg>
        <pc:picChg chg="mod">
          <ac:chgData name="Christina Karavioti" userId="dcb975a3-edb8-46a7-bb36-8f9b9207c6dd" providerId="ADAL" clId="{21A3547D-9357-436C-8422-B3EEF60FFA14}" dt="2025-06-18T12:07:43.503" v="15462" actId="1076"/>
          <ac:picMkLst>
            <pc:docMk/>
            <pc:sldMk cId="384407750" sldId="310"/>
            <ac:picMk id="24" creationId="{02244276-2E41-0A35-7D56-2E9A5C6AFC04}"/>
          </ac:picMkLst>
        </pc:picChg>
        <pc:picChg chg="mod">
          <ac:chgData name="Christina Karavioti" userId="dcb975a3-edb8-46a7-bb36-8f9b9207c6dd" providerId="ADAL" clId="{21A3547D-9357-436C-8422-B3EEF60FFA14}" dt="2025-06-17T11:17:24.517" v="13029" actId="1076"/>
          <ac:picMkLst>
            <pc:docMk/>
            <pc:sldMk cId="384407750" sldId="310"/>
            <ac:picMk id="25" creationId="{044EB743-315D-4994-D1FE-671DAE3CC2A3}"/>
          </ac:picMkLst>
        </pc:picChg>
        <pc:picChg chg="mod">
          <ac:chgData name="Christina Karavioti" userId="dcb975a3-edb8-46a7-bb36-8f9b9207c6dd" providerId="ADAL" clId="{21A3547D-9357-436C-8422-B3EEF60FFA14}" dt="2025-06-17T11:17:15.737" v="13026" actId="1076"/>
          <ac:picMkLst>
            <pc:docMk/>
            <pc:sldMk cId="384407750" sldId="310"/>
            <ac:picMk id="37" creationId="{72F041A4-0DA4-FE23-9507-AB1771302A62}"/>
          </ac:picMkLst>
        </pc:picChg>
        <pc:picChg chg="mod">
          <ac:chgData name="Christina Karavioti" userId="dcb975a3-edb8-46a7-bb36-8f9b9207c6dd" providerId="ADAL" clId="{21A3547D-9357-436C-8422-B3EEF60FFA14}" dt="2025-06-18T12:07:43.503" v="15462" actId="1076"/>
          <ac:picMkLst>
            <pc:docMk/>
            <pc:sldMk cId="384407750" sldId="310"/>
            <ac:picMk id="38" creationId="{881B64B8-C60A-B7B6-238B-A8F339ADB2DC}"/>
          </ac:picMkLst>
        </pc:pic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20T14:24:13.898" v="20251" actId="20577"/>
              <pc2:cmMkLst xmlns:pc2="http://schemas.microsoft.com/office/powerpoint/2019/9/main/command">
                <pc:docMk/>
                <pc:sldMk cId="384407750" sldId="310"/>
                <pc2:cmMk id="{18BD4A1E-CF40-428C-8839-68F1AE0162E4}"/>
              </pc2:cmMkLst>
            </pc226:cmChg>
            <pc226:cmChg xmlns:pc226="http://schemas.microsoft.com/office/powerpoint/2022/06/main/command" chg="mod">
              <pc226:chgData name="Christina Karavioti" userId="dcb975a3-edb8-46a7-bb36-8f9b9207c6dd" providerId="ADAL" clId="{21A3547D-9357-436C-8422-B3EEF60FFA14}" dt="2025-06-19T15:54:55.421" v="18591" actId="20577"/>
              <pc2:cmMkLst xmlns:pc2="http://schemas.microsoft.com/office/powerpoint/2019/9/main/command">
                <pc:docMk/>
                <pc:sldMk cId="384407750" sldId="310"/>
                <pc2:cmMk id="{9157D01E-FC03-42C6-A61A-0734EDA012EC}"/>
              </pc2:cmMkLst>
            </pc226:cmChg>
            <pc226:cmChg xmlns:pc226="http://schemas.microsoft.com/office/powerpoint/2022/06/main/command" chg="mod">
              <pc226:chgData name="Christina Karavioti" userId="dcb975a3-edb8-46a7-bb36-8f9b9207c6dd" providerId="ADAL" clId="{21A3547D-9357-436C-8422-B3EEF60FFA14}" dt="2025-06-18T17:10:29.968" v="17717" actId="20577"/>
              <pc2:cmMkLst xmlns:pc2="http://schemas.microsoft.com/office/powerpoint/2019/9/main/command">
                <pc:docMk/>
                <pc:sldMk cId="384407750" sldId="310"/>
                <pc2:cmMk id="{D167921F-7CB1-4A1D-9FF5-E5885DD0F3AE}"/>
              </pc2:cmMkLst>
            </pc226:cmChg>
            <pc226:cmChg xmlns:pc226="http://schemas.microsoft.com/office/powerpoint/2022/06/main/command" chg="mod">
              <pc226:chgData name="Christina Karavioti" userId="dcb975a3-edb8-46a7-bb36-8f9b9207c6dd" providerId="ADAL" clId="{21A3547D-9357-436C-8422-B3EEF60FFA14}" dt="2025-06-19T15:55:06.161" v="18599" actId="20577"/>
              <pc2:cmMkLst xmlns:pc2="http://schemas.microsoft.com/office/powerpoint/2019/9/main/command">
                <pc:docMk/>
                <pc:sldMk cId="384407750" sldId="310"/>
                <pc2:cmMk id="{582A8E71-7D56-4622-945B-F527217F4967}"/>
              </pc2:cmMkLst>
            </pc226:cmChg>
            <pc226:cmChg xmlns:pc226="http://schemas.microsoft.com/office/powerpoint/2022/06/main/command" chg="mod">
              <pc226:chgData name="Christina Karavioti" userId="dcb975a3-edb8-46a7-bb36-8f9b9207c6dd" providerId="ADAL" clId="{21A3547D-9357-436C-8422-B3EEF60FFA14}" dt="2025-06-18T17:10:29.968" v="17717" actId="20577"/>
              <pc2:cmMkLst xmlns:pc2="http://schemas.microsoft.com/office/powerpoint/2019/9/main/command">
                <pc:docMk/>
                <pc:sldMk cId="384407750" sldId="310"/>
                <pc2:cmMk id="{884CB780-99D9-43DA-A6DF-4F0F42C0E20C}"/>
              </pc2:cmMkLst>
            </pc226:cmChg>
            <pc226:cmChg xmlns:pc226="http://schemas.microsoft.com/office/powerpoint/2022/06/main/command" chg="mod">
              <pc226:chgData name="Christina Karavioti" userId="dcb975a3-edb8-46a7-bb36-8f9b9207c6dd" providerId="ADAL" clId="{21A3547D-9357-436C-8422-B3EEF60FFA14}" dt="2025-06-18T17:10:29.968" v="17717" actId="20577"/>
              <pc2:cmMkLst xmlns:pc2="http://schemas.microsoft.com/office/powerpoint/2019/9/main/command">
                <pc:docMk/>
                <pc:sldMk cId="384407750" sldId="310"/>
                <pc2:cmMk id="{A5D4F9BB-C15A-421B-8E10-38DC0F706325}"/>
              </pc2:cmMkLst>
            </pc226:cmChg>
            <pc226:cmChg xmlns:pc226="http://schemas.microsoft.com/office/powerpoint/2022/06/main/command" chg="mod">
              <pc226:chgData name="Christina Karavioti" userId="dcb975a3-edb8-46a7-bb36-8f9b9207c6dd" providerId="ADAL" clId="{21A3547D-9357-436C-8422-B3EEF60FFA14}" dt="2025-06-20T14:24:13.898" v="20251" actId="20577"/>
              <pc2:cmMkLst xmlns:pc2="http://schemas.microsoft.com/office/powerpoint/2019/9/main/command">
                <pc:docMk/>
                <pc:sldMk cId="384407750" sldId="310"/>
                <pc2:cmMk id="{05CB51BC-73DE-4D36-BB18-DAEFFE9B56A6}"/>
              </pc2:cmMkLst>
            </pc226:cmChg>
            <pc226:cmChg xmlns:pc226="http://schemas.microsoft.com/office/powerpoint/2022/06/main/command" chg="mod">
              <pc226:chgData name="Christina Karavioti" userId="dcb975a3-edb8-46a7-bb36-8f9b9207c6dd" providerId="ADAL" clId="{21A3547D-9357-436C-8422-B3EEF60FFA14}" dt="2025-06-17T09:37:45.478" v="10882" actId="20577"/>
              <pc2:cmMkLst xmlns:pc2="http://schemas.microsoft.com/office/powerpoint/2019/9/main/command">
                <pc:docMk/>
                <pc:sldMk cId="384407750" sldId="310"/>
                <pc2:cmMk id="{8FA445BD-1990-4298-8D6C-152348571254}"/>
              </pc2:cmMkLst>
            </pc226:cmChg>
            <pc226:cmChg xmlns:pc226="http://schemas.microsoft.com/office/powerpoint/2022/06/main/command" chg="mod">
              <pc226:chgData name="Christina Karavioti" userId="dcb975a3-edb8-46a7-bb36-8f9b9207c6dd" providerId="ADAL" clId="{21A3547D-9357-436C-8422-B3EEF60FFA14}" dt="2025-06-20T14:24:13.898" v="20251" actId="20577"/>
              <pc2:cmMkLst xmlns:pc2="http://schemas.microsoft.com/office/powerpoint/2019/9/main/command">
                <pc:docMk/>
                <pc:sldMk cId="384407750" sldId="310"/>
                <pc2:cmMk id="{4444F7E3-DC8A-4001-BE28-4914E1AB9D97}"/>
              </pc2:cmMkLst>
            </pc226:cmChg>
            <pc226:cmChg xmlns:pc226="http://schemas.microsoft.com/office/powerpoint/2022/06/main/command" chg="mod">
              <pc226:chgData name="Christina Karavioti" userId="dcb975a3-edb8-46a7-bb36-8f9b9207c6dd" providerId="ADAL" clId="{21A3547D-9357-436C-8422-B3EEF60FFA14}" dt="2025-06-16T10:12:52.992" v="6453" actId="20577"/>
              <pc2:cmMkLst xmlns:pc2="http://schemas.microsoft.com/office/powerpoint/2019/9/main/command">
                <pc:docMk/>
                <pc:sldMk cId="384407750" sldId="310"/>
                <pc2:cmMk id="{A116CCF9-7678-4C00-B565-89AD050DEC05}"/>
              </pc2:cmMkLst>
            </pc226:cmChg>
          </p:ext>
        </pc:extLst>
      </pc:sldChg>
      <pc:sldChg chg="addSp delSp modSp mod modCm">
        <pc:chgData name="Christina Karavioti" userId="dcb975a3-edb8-46a7-bb36-8f9b9207c6dd" providerId="ADAL" clId="{21A3547D-9357-436C-8422-B3EEF60FFA14}" dt="2025-06-20T16:05:58.315" v="20321" actId="114"/>
        <pc:sldMkLst>
          <pc:docMk/>
          <pc:sldMk cId="1982964798" sldId="317"/>
        </pc:sldMkLst>
        <pc:spChg chg="mod">
          <ac:chgData name="Christina Karavioti" userId="dcb975a3-edb8-46a7-bb36-8f9b9207c6dd" providerId="ADAL" clId="{21A3547D-9357-436C-8422-B3EEF60FFA14}" dt="2025-06-18T14:36:30.311" v="16926" actId="20577"/>
          <ac:spMkLst>
            <pc:docMk/>
            <pc:sldMk cId="1982964798" sldId="317"/>
            <ac:spMk id="2" creationId="{8DFB3E20-64F9-4748-6FD0-3ACE61AC2868}"/>
          </ac:spMkLst>
        </pc:spChg>
        <pc:spChg chg="mod">
          <ac:chgData name="Christina Karavioti" userId="dcb975a3-edb8-46a7-bb36-8f9b9207c6dd" providerId="ADAL" clId="{21A3547D-9357-436C-8422-B3EEF60FFA14}" dt="2025-06-17T10:35:54.355" v="11929" actId="14100"/>
          <ac:spMkLst>
            <pc:docMk/>
            <pc:sldMk cId="1982964798" sldId="317"/>
            <ac:spMk id="14" creationId="{0231BFA1-5A72-6FCB-A827-358D9218FFFC}"/>
          </ac:spMkLst>
        </pc:spChg>
        <pc:spChg chg="add mod">
          <ac:chgData name="Christina Karavioti" userId="dcb975a3-edb8-46a7-bb36-8f9b9207c6dd" providerId="ADAL" clId="{21A3547D-9357-436C-8422-B3EEF60FFA14}" dt="2025-06-17T10:36:00.336" v="11930" actId="1036"/>
          <ac:spMkLst>
            <pc:docMk/>
            <pc:sldMk cId="1982964798" sldId="317"/>
            <ac:spMk id="22" creationId="{675E4559-9D59-2E79-CA7F-BFE7A89C3F5B}"/>
          </ac:spMkLst>
        </pc:spChg>
        <pc:spChg chg="mod">
          <ac:chgData name="Christina Karavioti" userId="dcb975a3-edb8-46a7-bb36-8f9b9207c6dd" providerId="ADAL" clId="{21A3547D-9357-436C-8422-B3EEF60FFA14}" dt="2025-06-17T10:42:49.897" v="12070"/>
          <ac:spMkLst>
            <pc:docMk/>
            <pc:sldMk cId="1982964798" sldId="317"/>
            <ac:spMk id="33" creationId="{8464E197-C7FC-6E60-C2A0-C2A2865A0ACF}"/>
          </ac:spMkLst>
        </pc:spChg>
        <pc:spChg chg="mod">
          <ac:chgData name="Christina Karavioti" userId="dcb975a3-edb8-46a7-bb36-8f9b9207c6dd" providerId="ADAL" clId="{21A3547D-9357-436C-8422-B3EEF60FFA14}" dt="2025-06-17T10:35:29.263" v="11895" actId="1076"/>
          <ac:spMkLst>
            <pc:docMk/>
            <pc:sldMk cId="1982964798" sldId="317"/>
            <ac:spMk id="37" creationId="{EACC1DC1-424E-1712-99A2-F81E29084ADD}"/>
          </ac:spMkLst>
        </pc:spChg>
        <pc:grpChg chg="add mod">
          <ac:chgData name="Christina Karavioti" userId="dcb975a3-edb8-46a7-bb36-8f9b9207c6dd" providerId="ADAL" clId="{21A3547D-9357-436C-8422-B3EEF60FFA14}" dt="2025-06-17T10:36:11.059" v="11935" actId="1035"/>
          <ac:grpSpMkLst>
            <pc:docMk/>
            <pc:sldMk cId="1982964798" sldId="317"/>
            <ac:grpSpMk id="9" creationId="{AF024FB5-A229-BF44-6CF8-8DCC8F240BF5}"/>
          </ac:grpSpMkLst>
        </pc:grpChg>
        <pc:grpChg chg="mod">
          <ac:chgData name="Christina Karavioti" userId="dcb975a3-edb8-46a7-bb36-8f9b9207c6dd" providerId="ADAL" clId="{21A3547D-9357-436C-8422-B3EEF60FFA14}" dt="2025-06-13T12:55:13.500" v="2913"/>
          <ac:grpSpMkLst>
            <pc:docMk/>
            <pc:sldMk cId="1982964798" sldId="317"/>
            <ac:grpSpMk id="10" creationId="{9DC3DFDC-E41D-E325-E5CB-0E83C44A381A}"/>
          </ac:grpSpMkLst>
        </pc:grpChg>
        <pc:grpChg chg="add mod">
          <ac:chgData name="Christina Karavioti" userId="dcb975a3-edb8-46a7-bb36-8f9b9207c6dd" providerId="ADAL" clId="{21A3547D-9357-436C-8422-B3EEF60FFA14}" dt="2025-06-17T10:42:53.570" v="12071" actId="1076"/>
          <ac:grpSpMkLst>
            <pc:docMk/>
            <pc:sldMk cId="1982964798" sldId="317"/>
            <ac:grpSpMk id="31" creationId="{263FE544-3203-5818-5013-997130A62145}"/>
          </ac:grpSpMkLst>
        </pc:grpChg>
        <pc:grpChg chg="mod">
          <ac:chgData name="Christina Karavioti" userId="dcb975a3-edb8-46a7-bb36-8f9b9207c6dd" providerId="ADAL" clId="{21A3547D-9357-436C-8422-B3EEF60FFA14}" dt="2025-06-17T10:42:49.897" v="12070"/>
          <ac:grpSpMkLst>
            <pc:docMk/>
            <pc:sldMk cId="1982964798" sldId="317"/>
            <ac:grpSpMk id="32" creationId="{49547AD6-A48B-4F4D-82C8-F82C460BC20F}"/>
          </ac:grpSpMkLst>
        </pc:grpChg>
        <pc:graphicFrameChg chg="mod modGraphic">
          <ac:chgData name="Christina Karavioti" userId="dcb975a3-edb8-46a7-bb36-8f9b9207c6dd" providerId="ADAL" clId="{21A3547D-9357-436C-8422-B3EEF60FFA14}" dt="2025-06-20T16:05:58.315" v="20321" actId="114"/>
          <ac:graphicFrameMkLst>
            <pc:docMk/>
            <pc:sldMk cId="1982964798" sldId="317"/>
            <ac:graphicFrameMk id="30" creationId="{6F7D3B81-D4F9-FEE9-3A94-AA52EB5898D1}"/>
          </ac:graphicFrameMkLst>
        </pc:graphicFrameChg>
        <pc:picChg chg="mod">
          <ac:chgData name="Christina Karavioti" userId="dcb975a3-edb8-46a7-bb36-8f9b9207c6dd" providerId="ADAL" clId="{21A3547D-9357-436C-8422-B3EEF60FFA14}" dt="2025-06-13T12:55:13.500" v="2913"/>
          <ac:picMkLst>
            <pc:docMk/>
            <pc:sldMk cId="1982964798" sldId="317"/>
            <ac:picMk id="11" creationId="{7DF8D7F4-0085-3F2D-1D33-802E0E419D19}"/>
          </ac:picMkLst>
        </pc:picChg>
        <pc:picChg chg="mod">
          <ac:chgData name="Christina Karavioti" userId="dcb975a3-edb8-46a7-bb36-8f9b9207c6dd" providerId="ADAL" clId="{21A3547D-9357-436C-8422-B3EEF60FFA14}" dt="2025-06-13T12:55:13.500" v="2913"/>
          <ac:picMkLst>
            <pc:docMk/>
            <pc:sldMk cId="1982964798" sldId="317"/>
            <ac:picMk id="12" creationId="{B0045E08-AD0E-4572-990B-B433B9BB104B}"/>
          </ac:picMkLst>
        </pc:picChg>
        <pc:picChg chg="mod">
          <ac:chgData name="Christina Karavioti" userId="dcb975a3-edb8-46a7-bb36-8f9b9207c6dd" providerId="ADAL" clId="{21A3547D-9357-436C-8422-B3EEF60FFA14}" dt="2025-06-13T12:55:13.500" v="2913"/>
          <ac:picMkLst>
            <pc:docMk/>
            <pc:sldMk cId="1982964798" sldId="317"/>
            <ac:picMk id="13" creationId="{B0BD9D08-4B07-208A-88C5-43E099803866}"/>
          </ac:picMkLst>
        </pc:picChg>
        <pc:picChg chg="add mod">
          <ac:chgData name="Christina Karavioti" userId="dcb975a3-edb8-46a7-bb36-8f9b9207c6dd" providerId="ADAL" clId="{21A3547D-9357-436C-8422-B3EEF60FFA14}" dt="2025-06-17T10:38:19.626" v="11949" actId="1076"/>
          <ac:picMkLst>
            <pc:docMk/>
            <pc:sldMk cId="1982964798" sldId="317"/>
            <ac:picMk id="29" creationId="{1781FDEE-E68B-3B46-BCC8-5AC040B6B6DB}"/>
          </ac:picMkLst>
        </pc:picChg>
        <pc:picChg chg="mod">
          <ac:chgData name="Christina Karavioti" userId="dcb975a3-edb8-46a7-bb36-8f9b9207c6dd" providerId="ADAL" clId="{21A3547D-9357-436C-8422-B3EEF60FFA14}" dt="2025-06-17T10:42:49.897" v="12070"/>
          <ac:picMkLst>
            <pc:docMk/>
            <pc:sldMk cId="1982964798" sldId="317"/>
            <ac:picMk id="34" creationId="{850034D0-23FB-FA60-3271-868ABEFB3B88}"/>
          </ac:picMkLst>
        </pc:picChg>
        <pc:picChg chg="mod">
          <ac:chgData name="Christina Karavioti" userId="dcb975a3-edb8-46a7-bb36-8f9b9207c6dd" providerId="ADAL" clId="{21A3547D-9357-436C-8422-B3EEF60FFA14}" dt="2025-06-17T10:42:49.897" v="12070"/>
          <ac:picMkLst>
            <pc:docMk/>
            <pc:sldMk cId="1982964798" sldId="317"/>
            <ac:picMk id="35" creationId="{1DCADDA7-A769-0058-11B3-7D4A7B97A117}"/>
          </ac:picMkLst>
        </pc:picChg>
        <pc:picChg chg="add mod">
          <ac:chgData name="Christina Karavioti" userId="dcb975a3-edb8-46a7-bb36-8f9b9207c6dd" providerId="ADAL" clId="{21A3547D-9357-436C-8422-B3EEF60FFA14}" dt="2025-06-18T11:44:48.366" v="15014" actId="1076"/>
          <ac:picMkLst>
            <pc:docMk/>
            <pc:sldMk cId="1982964798" sldId="317"/>
            <ac:picMk id="36" creationId="{78C30590-31A7-C7E5-AB63-E0F4C39A7841}"/>
          </ac:picMkLst>
        </pc:picChg>
        <pc:picChg chg="mod">
          <ac:chgData name="Christina Karavioti" userId="dcb975a3-edb8-46a7-bb36-8f9b9207c6dd" providerId="ADAL" clId="{21A3547D-9357-436C-8422-B3EEF60FFA14}" dt="2025-06-17T10:35:26.132" v="11894" actId="1076"/>
          <ac:picMkLst>
            <pc:docMk/>
            <pc:sldMk cId="1982964798" sldId="317"/>
            <ac:picMk id="47" creationId="{3717F83A-7924-2462-3021-7C818A63B8B6}"/>
          </ac:picMkLst>
        </pc:picChg>
        <pc:picChg chg="mod">
          <ac:chgData name="Christina Karavioti" userId="dcb975a3-edb8-46a7-bb36-8f9b9207c6dd" providerId="ADAL" clId="{21A3547D-9357-436C-8422-B3EEF60FFA14}" dt="2025-06-17T10:35:26.132" v="11894" actId="1076"/>
          <ac:picMkLst>
            <pc:docMk/>
            <pc:sldMk cId="1982964798" sldId="317"/>
            <ac:picMk id="48" creationId="{4154FC44-41AF-33F9-5288-2591C715CB97}"/>
          </ac:picMkLst>
        </pc:pic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20T16:05:56.314" v="20320" actId="20577"/>
              <pc2:cmMkLst xmlns:pc2="http://schemas.microsoft.com/office/powerpoint/2019/9/main/command">
                <pc:docMk/>
                <pc:sldMk cId="1982964798" sldId="317"/>
                <pc2:cmMk id="{4C2C6509-4B75-4E18-9648-A9549E00E2BE}"/>
              </pc2:cmMkLst>
            </pc226:cmChg>
            <pc226:cmChg xmlns:pc226="http://schemas.microsoft.com/office/powerpoint/2022/06/main/command" chg="mod">
              <pc226:chgData name="Christina Karavioti" userId="dcb975a3-edb8-46a7-bb36-8f9b9207c6dd" providerId="ADAL" clId="{21A3547D-9357-436C-8422-B3EEF60FFA14}" dt="2025-06-18T14:35:43.366" v="16925" actId="20577"/>
              <pc2:cmMkLst xmlns:pc2="http://schemas.microsoft.com/office/powerpoint/2019/9/main/command">
                <pc:docMk/>
                <pc:sldMk cId="1982964798" sldId="317"/>
                <pc2:cmMk id="{A7006D4A-749F-44CB-9CBF-E24FE3AF16F0}"/>
              </pc2:cmMkLst>
            </pc226:cmChg>
            <pc226:cmChg xmlns:pc226="http://schemas.microsoft.com/office/powerpoint/2022/06/main/command" chg="mod">
              <pc226:chgData name="Christina Karavioti" userId="dcb975a3-edb8-46a7-bb36-8f9b9207c6dd" providerId="ADAL" clId="{21A3547D-9357-436C-8422-B3EEF60FFA14}" dt="2025-06-20T16:05:56.314" v="20320" actId="20577"/>
              <pc2:cmMkLst xmlns:pc2="http://schemas.microsoft.com/office/powerpoint/2019/9/main/command">
                <pc:docMk/>
                <pc:sldMk cId="1982964798" sldId="317"/>
                <pc2:cmMk id="{BB4A6C73-833C-4EC5-8715-1B2B738E9779}"/>
              </pc2:cmMkLst>
            </pc226:cmChg>
            <pc226:cmChg xmlns:pc226="http://schemas.microsoft.com/office/powerpoint/2022/06/main/command" chg="mod">
              <pc226:chgData name="Christina Karavioti" userId="dcb975a3-edb8-46a7-bb36-8f9b9207c6dd" providerId="ADAL" clId="{21A3547D-9357-436C-8422-B3EEF60FFA14}" dt="2025-06-18T10:22:47.518" v="14520" actId="20577"/>
              <pc2:cmMkLst xmlns:pc2="http://schemas.microsoft.com/office/powerpoint/2019/9/main/command">
                <pc:docMk/>
                <pc:sldMk cId="1982964798" sldId="317"/>
                <pc2:cmMk id="{B266E2AE-63F6-412D-9A44-6A91F1DD6B37}"/>
              </pc2:cmMkLst>
            </pc226:cmChg>
            <pc226:cmChg xmlns:pc226="http://schemas.microsoft.com/office/powerpoint/2022/06/main/command" chg="mod">
              <pc226:chgData name="Christina Karavioti" userId="dcb975a3-edb8-46a7-bb36-8f9b9207c6dd" providerId="ADAL" clId="{21A3547D-9357-436C-8422-B3EEF60FFA14}" dt="2025-06-17T11:13:39.865" v="13010" actId="20577"/>
              <pc2:cmMkLst xmlns:pc2="http://schemas.microsoft.com/office/powerpoint/2019/9/main/command">
                <pc:docMk/>
                <pc:sldMk cId="1982964798" sldId="317"/>
                <pc2:cmMk id="{990E24F0-E32A-456B-A8FA-61A1380B3225}"/>
              </pc2:cmMkLst>
            </pc226:cmChg>
          </p:ext>
        </pc:extLst>
      </pc:sldChg>
      <pc:sldChg chg="addSp delSp modSp mod modCm">
        <pc:chgData name="Christina Karavioti" userId="dcb975a3-edb8-46a7-bb36-8f9b9207c6dd" providerId="ADAL" clId="{21A3547D-9357-436C-8422-B3EEF60FFA14}" dt="2025-06-20T14:53:38.849" v="20280" actId="1076"/>
        <pc:sldMkLst>
          <pc:docMk/>
          <pc:sldMk cId="1090822718" sldId="319"/>
        </pc:sldMkLst>
        <pc:spChg chg="add mod">
          <ac:chgData name="Christina Karavioti" userId="dcb975a3-edb8-46a7-bb36-8f9b9207c6dd" providerId="ADAL" clId="{21A3547D-9357-436C-8422-B3EEF60FFA14}" dt="2025-06-18T14:44:26.392" v="17097" actId="14100"/>
          <ac:spMkLst>
            <pc:docMk/>
            <pc:sldMk cId="1090822718" sldId="319"/>
            <ac:spMk id="5" creationId="{D7332FF7-0169-6487-A295-133CD9BD1043}"/>
          </ac:spMkLst>
        </pc:spChg>
        <pc:spChg chg="mod">
          <ac:chgData name="Christina Karavioti" userId="dcb975a3-edb8-46a7-bb36-8f9b9207c6dd" providerId="ADAL" clId="{21A3547D-9357-436C-8422-B3EEF60FFA14}" dt="2025-06-17T10:21:17.602" v="11827" actId="14100"/>
          <ac:spMkLst>
            <pc:docMk/>
            <pc:sldMk cId="1090822718" sldId="319"/>
            <ac:spMk id="12" creationId="{BB887038-C66B-418B-A0CD-E56707EE4B16}"/>
          </ac:spMkLst>
        </pc:spChg>
        <pc:spChg chg="add mod">
          <ac:chgData name="Christina Karavioti" userId="dcb975a3-edb8-46a7-bb36-8f9b9207c6dd" providerId="ADAL" clId="{21A3547D-9357-436C-8422-B3EEF60FFA14}" dt="2025-06-17T09:06:41.240" v="9929" actId="1076"/>
          <ac:spMkLst>
            <pc:docMk/>
            <pc:sldMk cId="1090822718" sldId="319"/>
            <ac:spMk id="23" creationId="{C85EC436-C520-471D-D007-B8574B3383BF}"/>
          </ac:spMkLst>
        </pc:spChg>
        <pc:spChg chg="add mod">
          <ac:chgData name="Christina Karavioti" userId="dcb975a3-edb8-46a7-bb36-8f9b9207c6dd" providerId="ADAL" clId="{21A3547D-9357-436C-8422-B3EEF60FFA14}" dt="2025-06-17T08:57:18.634" v="9677" actId="1036"/>
          <ac:spMkLst>
            <pc:docMk/>
            <pc:sldMk cId="1090822718" sldId="319"/>
            <ac:spMk id="24" creationId="{B15BA481-C386-A283-F5EB-5AABB23498F4}"/>
          </ac:spMkLst>
        </pc:spChg>
        <pc:spChg chg="add del mod">
          <ac:chgData name="Christina Karavioti" userId="dcb975a3-edb8-46a7-bb36-8f9b9207c6dd" providerId="ADAL" clId="{21A3547D-9357-436C-8422-B3EEF60FFA14}" dt="2025-06-17T10:21:22.674" v="11828" actId="1076"/>
          <ac:spMkLst>
            <pc:docMk/>
            <pc:sldMk cId="1090822718" sldId="319"/>
            <ac:spMk id="25" creationId="{601AD3C1-F48F-476B-107D-F8D5E0CE2B24}"/>
          </ac:spMkLst>
        </pc:spChg>
        <pc:spChg chg="add mod">
          <ac:chgData name="Christina Karavioti" userId="dcb975a3-edb8-46a7-bb36-8f9b9207c6dd" providerId="ADAL" clId="{21A3547D-9357-436C-8422-B3EEF60FFA14}" dt="2025-06-17T08:57:24.534" v="9679" actId="1038"/>
          <ac:spMkLst>
            <pc:docMk/>
            <pc:sldMk cId="1090822718" sldId="319"/>
            <ac:spMk id="26" creationId="{C9EEB863-C23C-3808-A94C-4DDCDADF8C57}"/>
          </ac:spMkLst>
        </pc:spChg>
        <pc:spChg chg="add mod">
          <ac:chgData name="Christina Karavioti" userId="dcb975a3-edb8-46a7-bb36-8f9b9207c6dd" providerId="ADAL" clId="{21A3547D-9357-436C-8422-B3EEF60FFA14}" dt="2025-06-17T10:21:22.674" v="11828" actId="1076"/>
          <ac:spMkLst>
            <pc:docMk/>
            <pc:sldMk cId="1090822718" sldId="319"/>
            <ac:spMk id="27" creationId="{3C85A68B-D001-3444-2047-3F6DEFCEAD1B}"/>
          </ac:spMkLst>
        </pc:spChg>
        <pc:spChg chg="add mod">
          <ac:chgData name="Christina Karavioti" userId="dcb975a3-edb8-46a7-bb36-8f9b9207c6dd" providerId="ADAL" clId="{21A3547D-9357-436C-8422-B3EEF60FFA14}" dt="2025-06-17T10:21:22.674" v="11828" actId="1076"/>
          <ac:spMkLst>
            <pc:docMk/>
            <pc:sldMk cId="1090822718" sldId="319"/>
            <ac:spMk id="28" creationId="{F8D1CE76-93AA-A934-F26D-96B50E1EFCD1}"/>
          </ac:spMkLst>
        </pc:spChg>
        <pc:spChg chg="add mod">
          <ac:chgData name="Christina Karavioti" userId="dcb975a3-edb8-46a7-bb36-8f9b9207c6dd" providerId="ADAL" clId="{21A3547D-9357-436C-8422-B3EEF60FFA14}" dt="2025-06-17T10:21:22.674" v="11828" actId="1076"/>
          <ac:spMkLst>
            <pc:docMk/>
            <pc:sldMk cId="1090822718" sldId="319"/>
            <ac:spMk id="29" creationId="{95168EB5-EC80-8CF3-5A59-F14922C8FD10}"/>
          </ac:spMkLst>
        </pc:spChg>
        <pc:spChg chg="add mod">
          <ac:chgData name="Christina Karavioti" userId="dcb975a3-edb8-46a7-bb36-8f9b9207c6dd" providerId="ADAL" clId="{21A3547D-9357-436C-8422-B3EEF60FFA14}" dt="2025-06-17T09:01:42.458" v="9775" actId="1076"/>
          <ac:spMkLst>
            <pc:docMk/>
            <pc:sldMk cId="1090822718" sldId="319"/>
            <ac:spMk id="30" creationId="{47B4943C-4474-349C-569B-7D5BCAF34D5B}"/>
          </ac:spMkLst>
        </pc:spChg>
        <pc:spChg chg="add mod">
          <ac:chgData name="Christina Karavioti" userId="dcb975a3-edb8-46a7-bb36-8f9b9207c6dd" providerId="ADAL" clId="{21A3547D-9357-436C-8422-B3EEF60FFA14}" dt="2025-06-17T10:21:22.674" v="11828" actId="1076"/>
          <ac:spMkLst>
            <pc:docMk/>
            <pc:sldMk cId="1090822718" sldId="319"/>
            <ac:spMk id="31" creationId="{6B037FCF-2AE3-63E5-BF63-12B26D25B922}"/>
          </ac:spMkLst>
        </pc:spChg>
        <pc:spChg chg="add mod">
          <ac:chgData name="Christina Karavioti" userId="dcb975a3-edb8-46a7-bb36-8f9b9207c6dd" providerId="ADAL" clId="{21A3547D-9357-436C-8422-B3EEF60FFA14}" dt="2025-06-17T10:21:22.674" v="11828" actId="1076"/>
          <ac:spMkLst>
            <pc:docMk/>
            <pc:sldMk cId="1090822718" sldId="319"/>
            <ac:spMk id="32" creationId="{F62B5B4A-8BEB-4CB3-E101-BCD73976209F}"/>
          </ac:spMkLst>
        </pc:spChg>
        <pc:spChg chg="add mod">
          <ac:chgData name="Christina Karavioti" userId="dcb975a3-edb8-46a7-bb36-8f9b9207c6dd" providerId="ADAL" clId="{21A3547D-9357-436C-8422-B3EEF60FFA14}" dt="2025-06-17T09:09:59.576" v="10106" actId="1037"/>
          <ac:spMkLst>
            <pc:docMk/>
            <pc:sldMk cId="1090822718" sldId="319"/>
            <ac:spMk id="33" creationId="{A47E6CB2-6A1F-CCE3-4D63-74F44EF8D34F}"/>
          </ac:spMkLst>
        </pc:spChg>
        <pc:spChg chg="add mod">
          <ac:chgData name="Christina Karavioti" userId="dcb975a3-edb8-46a7-bb36-8f9b9207c6dd" providerId="ADAL" clId="{21A3547D-9357-436C-8422-B3EEF60FFA14}" dt="2025-06-17T10:21:22.674" v="11828" actId="1076"/>
          <ac:spMkLst>
            <pc:docMk/>
            <pc:sldMk cId="1090822718" sldId="319"/>
            <ac:spMk id="34" creationId="{120721B0-83E9-2747-88AC-40B6051FD20B}"/>
          </ac:spMkLst>
        </pc:spChg>
        <pc:spChg chg="add mod">
          <ac:chgData name="Christina Karavioti" userId="dcb975a3-edb8-46a7-bb36-8f9b9207c6dd" providerId="ADAL" clId="{21A3547D-9357-436C-8422-B3EEF60FFA14}" dt="2025-06-17T10:21:22.674" v="11828" actId="1076"/>
          <ac:spMkLst>
            <pc:docMk/>
            <pc:sldMk cId="1090822718" sldId="319"/>
            <ac:spMk id="36" creationId="{9A98EF41-4B69-4C44-5B01-1597701643EC}"/>
          </ac:spMkLst>
        </pc:spChg>
        <pc:spChg chg="add mod">
          <ac:chgData name="Christina Karavioti" userId="dcb975a3-edb8-46a7-bb36-8f9b9207c6dd" providerId="ADAL" clId="{21A3547D-9357-436C-8422-B3EEF60FFA14}" dt="2025-06-17T10:21:22.674" v="11828" actId="1076"/>
          <ac:spMkLst>
            <pc:docMk/>
            <pc:sldMk cId="1090822718" sldId="319"/>
            <ac:spMk id="38" creationId="{6A880DDC-2513-5C69-881A-02CB5C0C70C3}"/>
          </ac:spMkLst>
        </pc:spChg>
        <pc:spChg chg="add mod">
          <ac:chgData name="Christina Karavioti" userId="dcb975a3-edb8-46a7-bb36-8f9b9207c6dd" providerId="ADAL" clId="{21A3547D-9357-436C-8422-B3EEF60FFA14}" dt="2025-06-17T10:21:22.674" v="11828" actId="1076"/>
          <ac:spMkLst>
            <pc:docMk/>
            <pc:sldMk cId="1090822718" sldId="319"/>
            <ac:spMk id="39" creationId="{39223476-90A4-56BC-8A3D-04CE36A73CBD}"/>
          </ac:spMkLst>
        </pc:spChg>
        <pc:spChg chg="add mod">
          <ac:chgData name="Christina Karavioti" userId="dcb975a3-edb8-46a7-bb36-8f9b9207c6dd" providerId="ADAL" clId="{21A3547D-9357-436C-8422-B3EEF60FFA14}" dt="2025-06-18T13:23:28.352" v="16659" actId="14100"/>
          <ac:spMkLst>
            <pc:docMk/>
            <pc:sldMk cId="1090822718" sldId="319"/>
            <ac:spMk id="41" creationId="{8D2BB0A7-423D-6A36-A85F-C0B245C60AAF}"/>
          </ac:spMkLst>
        </pc:spChg>
        <pc:spChg chg="add mod">
          <ac:chgData name="Christina Karavioti" userId="dcb975a3-edb8-46a7-bb36-8f9b9207c6dd" providerId="ADAL" clId="{21A3547D-9357-436C-8422-B3EEF60FFA14}" dt="2025-06-18T13:23:31.641" v="16660" actId="1076"/>
          <ac:spMkLst>
            <pc:docMk/>
            <pc:sldMk cId="1090822718" sldId="319"/>
            <ac:spMk id="42" creationId="{55CA3D0E-81BB-1F49-2586-341BAA048E66}"/>
          </ac:spMkLst>
        </pc:spChg>
        <pc:spChg chg="add mod">
          <ac:chgData name="Christina Karavioti" userId="dcb975a3-edb8-46a7-bb36-8f9b9207c6dd" providerId="ADAL" clId="{21A3547D-9357-436C-8422-B3EEF60FFA14}" dt="2025-06-18T14:44:23.089" v="17095" actId="12789"/>
          <ac:spMkLst>
            <pc:docMk/>
            <pc:sldMk cId="1090822718" sldId="319"/>
            <ac:spMk id="46" creationId="{051A1E5D-42A1-5BE7-AADE-EC2FBB433B6B}"/>
          </ac:spMkLst>
        </pc:spChg>
        <pc:spChg chg="add mod">
          <ac:chgData name="Christina Karavioti" userId="dcb975a3-edb8-46a7-bb36-8f9b9207c6dd" providerId="ADAL" clId="{21A3547D-9357-436C-8422-B3EEF60FFA14}" dt="2025-06-18T14:42:28.941" v="16950" actId="1076"/>
          <ac:spMkLst>
            <pc:docMk/>
            <pc:sldMk cId="1090822718" sldId="319"/>
            <ac:spMk id="47" creationId="{EEF515B6-23A2-CD01-72D6-1C553C9D5D52}"/>
          </ac:spMkLst>
        </pc:spChg>
        <pc:spChg chg="add mod">
          <ac:chgData name="Christina Karavioti" userId="dcb975a3-edb8-46a7-bb36-8f9b9207c6dd" providerId="ADAL" clId="{21A3547D-9357-436C-8422-B3EEF60FFA14}" dt="2025-06-18T14:43:53.863" v="17089" actId="1076"/>
          <ac:spMkLst>
            <pc:docMk/>
            <pc:sldMk cId="1090822718" sldId="319"/>
            <ac:spMk id="48" creationId="{C3EC076C-992D-811D-88CC-49AD9AA396CA}"/>
          </ac:spMkLst>
        </pc:spChg>
        <pc:spChg chg="add mod">
          <ac:chgData name="Christina Karavioti" userId="dcb975a3-edb8-46a7-bb36-8f9b9207c6dd" providerId="ADAL" clId="{21A3547D-9357-436C-8422-B3EEF60FFA14}" dt="2025-06-18T14:44:43.245" v="17104" actId="14100"/>
          <ac:spMkLst>
            <pc:docMk/>
            <pc:sldMk cId="1090822718" sldId="319"/>
            <ac:spMk id="50" creationId="{D7582B2B-4293-A928-F132-D9EBABE34280}"/>
          </ac:spMkLst>
        </pc:spChg>
        <pc:spChg chg="add mod">
          <ac:chgData name="Christina Karavioti" userId="dcb975a3-edb8-46a7-bb36-8f9b9207c6dd" providerId="ADAL" clId="{21A3547D-9357-436C-8422-B3EEF60FFA14}" dt="2025-06-20T14:53:38.849" v="20280" actId="1076"/>
          <ac:spMkLst>
            <pc:docMk/>
            <pc:sldMk cId="1090822718" sldId="319"/>
            <ac:spMk id="53" creationId="{D95ECBA7-169C-0843-FB3E-89552DA25D11}"/>
          </ac:spMkLst>
        </pc:spChg>
        <pc:spChg chg="add mod">
          <ac:chgData name="Christina Karavioti" userId="dcb975a3-edb8-46a7-bb36-8f9b9207c6dd" providerId="ADAL" clId="{21A3547D-9357-436C-8422-B3EEF60FFA14}" dt="2025-06-20T14:53:38.849" v="20280" actId="1076"/>
          <ac:spMkLst>
            <pc:docMk/>
            <pc:sldMk cId="1090822718" sldId="319"/>
            <ac:spMk id="54" creationId="{E0F2A703-1705-5545-F8D5-63B221760995}"/>
          </ac:spMkLst>
        </pc:spChg>
        <pc:spChg chg="mod">
          <ac:chgData name="Christina Karavioti" userId="dcb975a3-edb8-46a7-bb36-8f9b9207c6dd" providerId="ADAL" clId="{21A3547D-9357-436C-8422-B3EEF60FFA14}" dt="2025-06-18T14:45:19.024" v="17189" actId="20577"/>
          <ac:spMkLst>
            <pc:docMk/>
            <pc:sldMk cId="1090822718" sldId="319"/>
            <ac:spMk id="78" creationId="{AE131903-B0B4-47E2-41DE-E27D0C9F1181}"/>
          </ac:spMkLst>
        </pc:spChg>
        <pc:graphicFrameChg chg="mod modGraphic">
          <ac:chgData name="Christina Karavioti" userId="dcb975a3-edb8-46a7-bb36-8f9b9207c6dd" providerId="ADAL" clId="{21A3547D-9357-436C-8422-B3EEF60FFA14}" dt="2025-06-20T14:24:30.813" v="20275" actId="20577"/>
          <ac:graphicFrameMkLst>
            <pc:docMk/>
            <pc:sldMk cId="1090822718" sldId="319"/>
            <ac:graphicFrameMk id="17" creationId="{87BDBE24-9C81-ACC6-37CD-8D49BDE04553}"/>
          </ac:graphicFrameMkLst>
        </pc:graphicFrameChg>
        <pc:picChg chg="mod">
          <ac:chgData name="Christina Karavioti" userId="dcb975a3-edb8-46a7-bb36-8f9b9207c6dd" providerId="ADAL" clId="{21A3547D-9357-436C-8422-B3EEF60FFA14}" dt="2025-06-17T10:21:33.674" v="11831" actId="1076"/>
          <ac:picMkLst>
            <pc:docMk/>
            <pc:sldMk cId="1090822718" sldId="319"/>
            <ac:picMk id="14" creationId="{AEF70E7C-CFC0-0CD2-B5DA-53AB2EB12A35}"/>
          </ac:picMkLst>
        </pc:picChg>
        <pc:picChg chg="mod">
          <ac:chgData name="Christina Karavioti" userId="dcb975a3-edb8-46a7-bb36-8f9b9207c6dd" providerId="ADAL" clId="{21A3547D-9357-436C-8422-B3EEF60FFA14}" dt="2025-06-17T10:21:31.331" v="11830" actId="1076"/>
          <ac:picMkLst>
            <pc:docMk/>
            <pc:sldMk cId="1090822718" sldId="319"/>
            <ac:picMk id="18" creationId="{C83F3772-CF47-78E3-E0FC-09FB7755C7AC}"/>
          </ac:picMkLst>
        </pc:picChg>
        <pc:picChg chg="add mod">
          <ac:chgData name="Christina Karavioti" userId="dcb975a3-edb8-46a7-bb36-8f9b9207c6dd" providerId="ADAL" clId="{21A3547D-9357-436C-8422-B3EEF60FFA14}" dt="2025-06-18T17:07:42.658" v="17711" actId="1076"/>
          <ac:picMkLst>
            <pc:docMk/>
            <pc:sldMk cId="1090822718" sldId="319"/>
            <ac:picMk id="57" creationId="{EC1E6A83-785B-E314-0EF2-97D24BAE0735}"/>
          </ac:picMkLst>
        </pc:pic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7T10:20:40.091" v="11816" actId="20577"/>
              <pc2:cmMkLst xmlns:pc2="http://schemas.microsoft.com/office/powerpoint/2019/9/main/command">
                <pc:docMk/>
                <pc:sldMk cId="1090822718" sldId="319"/>
                <pc2:cmMk id="{BB318385-C2E1-48B5-98E1-D9311F70BC32}"/>
              </pc2:cmMkLst>
            </pc226:cmChg>
            <pc226:cmChg xmlns:pc226="http://schemas.microsoft.com/office/powerpoint/2022/06/main/command" chg="mod">
              <pc226:chgData name="Christina Karavioti" userId="dcb975a3-edb8-46a7-bb36-8f9b9207c6dd" providerId="ADAL" clId="{21A3547D-9357-436C-8422-B3EEF60FFA14}" dt="2025-06-16T15:16:24.276" v="8437" actId="2164"/>
              <pc2:cmMkLst xmlns:pc2="http://schemas.microsoft.com/office/powerpoint/2019/9/main/command">
                <pc:docMk/>
                <pc:sldMk cId="1090822718" sldId="319"/>
                <pc2:cmMk id="{74BCC5DA-24D8-4BCF-9BF3-57E65195E3AB}"/>
              </pc2:cmMkLst>
            </pc226:cmChg>
          </p:ext>
        </pc:extLst>
      </pc:sldChg>
      <pc:sldChg chg="delSp modSp mod">
        <pc:chgData name="Christina Karavioti" userId="dcb975a3-edb8-46a7-bb36-8f9b9207c6dd" providerId="ADAL" clId="{21A3547D-9357-436C-8422-B3EEF60FFA14}" dt="2025-06-16T15:57:52.264" v="9034" actId="1076"/>
        <pc:sldMkLst>
          <pc:docMk/>
          <pc:sldMk cId="1528327716" sldId="334"/>
        </pc:sldMkLst>
        <pc:graphicFrameChg chg="modGraphic">
          <ac:chgData name="Christina Karavioti" userId="dcb975a3-edb8-46a7-bb36-8f9b9207c6dd" providerId="ADAL" clId="{21A3547D-9357-436C-8422-B3EEF60FFA14}" dt="2025-06-16T15:57:47.292" v="9033" actId="2165"/>
          <ac:graphicFrameMkLst>
            <pc:docMk/>
            <pc:sldMk cId="1528327716" sldId="334"/>
            <ac:graphicFrameMk id="2" creationId="{0B8A242D-ADBA-FCEA-8781-87240AE181F1}"/>
          </ac:graphicFrameMkLst>
        </pc:graphicFrameChg>
        <pc:picChg chg="mod">
          <ac:chgData name="Christina Karavioti" userId="dcb975a3-edb8-46a7-bb36-8f9b9207c6dd" providerId="ADAL" clId="{21A3547D-9357-436C-8422-B3EEF60FFA14}" dt="2025-06-16T15:57:52.264" v="9034" actId="1076"/>
          <ac:picMkLst>
            <pc:docMk/>
            <pc:sldMk cId="1528327716" sldId="334"/>
            <ac:picMk id="49" creationId="{A373C62F-D06F-BE45-292C-C6D5E439993B}"/>
          </ac:picMkLst>
        </pc:picChg>
      </pc:sldChg>
      <pc:sldChg chg="addSp delSp modSp mod modCm">
        <pc:chgData name="Christina Karavioti" userId="dcb975a3-edb8-46a7-bb36-8f9b9207c6dd" providerId="ADAL" clId="{21A3547D-9357-436C-8422-B3EEF60FFA14}" dt="2025-06-18T09:06:16.147" v="14458" actId="478"/>
        <pc:sldMkLst>
          <pc:docMk/>
          <pc:sldMk cId="9544856" sldId="339"/>
        </pc:sldMkLst>
        <pc:spChg chg="mod">
          <ac:chgData name="Christina Karavioti" userId="dcb975a3-edb8-46a7-bb36-8f9b9207c6dd" providerId="ADAL" clId="{21A3547D-9357-436C-8422-B3EEF60FFA14}" dt="2025-06-18T09:02:08.845" v="14420" actId="1036"/>
          <ac:spMkLst>
            <pc:docMk/>
            <pc:sldMk cId="9544856" sldId="339"/>
            <ac:spMk id="11" creationId="{6F77AE5F-A3FE-B7BF-B85A-60B25308A599}"/>
          </ac:spMkLst>
        </pc:spChg>
        <pc:spChg chg="mod">
          <ac:chgData name="Christina Karavioti" userId="dcb975a3-edb8-46a7-bb36-8f9b9207c6dd" providerId="ADAL" clId="{21A3547D-9357-436C-8422-B3EEF60FFA14}" dt="2025-06-18T09:02:36.609" v="14433" actId="1076"/>
          <ac:spMkLst>
            <pc:docMk/>
            <pc:sldMk cId="9544856" sldId="339"/>
            <ac:spMk id="21" creationId="{FE161A0C-197D-440F-072C-09D482218141}"/>
          </ac:spMkLst>
        </pc:spChg>
        <pc:spChg chg="mod">
          <ac:chgData name="Christina Karavioti" userId="dcb975a3-edb8-46a7-bb36-8f9b9207c6dd" providerId="ADAL" clId="{21A3547D-9357-436C-8422-B3EEF60FFA14}" dt="2025-06-18T09:02:56.773" v="14440" actId="12789"/>
          <ac:spMkLst>
            <pc:docMk/>
            <pc:sldMk cId="9544856" sldId="339"/>
            <ac:spMk id="24" creationId="{76F6AA03-9EA4-EF4F-D58F-8588E947848E}"/>
          </ac:spMkLst>
        </pc:spChg>
        <pc:spChg chg="add mod">
          <ac:chgData name="Christina Karavioti" userId="dcb975a3-edb8-46a7-bb36-8f9b9207c6dd" providerId="ADAL" clId="{21A3547D-9357-436C-8422-B3EEF60FFA14}" dt="2025-06-18T09:03:36.878" v="14450" actId="12789"/>
          <ac:spMkLst>
            <pc:docMk/>
            <pc:sldMk cId="9544856" sldId="339"/>
            <ac:spMk id="28" creationId="{6D0445FA-21A6-8BA9-92CD-1F44865A2758}"/>
          </ac:spMkLst>
        </pc:spChg>
        <pc:spChg chg="mod">
          <ac:chgData name="Christina Karavioti" userId="dcb975a3-edb8-46a7-bb36-8f9b9207c6dd" providerId="ADAL" clId="{21A3547D-9357-436C-8422-B3EEF60FFA14}" dt="2025-06-16T15:54:57.731" v="9007"/>
          <ac:spMkLst>
            <pc:docMk/>
            <pc:sldMk cId="9544856" sldId="339"/>
            <ac:spMk id="43" creationId="{08989F8C-AFBC-331E-AEF4-D8E6A0AEE946}"/>
          </ac:spMkLst>
        </pc:spChg>
        <pc:grpChg chg="add mod">
          <ac:chgData name="Christina Karavioti" userId="dcb975a3-edb8-46a7-bb36-8f9b9207c6dd" providerId="ADAL" clId="{21A3547D-9357-436C-8422-B3EEF60FFA14}" dt="2025-06-13T12:28:51.640" v="2558" actId="164"/>
          <ac:grpSpMkLst>
            <pc:docMk/>
            <pc:sldMk cId="9544856" sldId="339"/>
            <ac:grpSpMk id="2" creationId="{71D88480-A698-F240-2E2C-8CD2309D6260}"/>
          </ac:grpSpMkLst>
        </pc:grpChg>
        <pc:grpChg chg="add mod">
          <ac:chgData name="Christina Karavioti" userId="dcb975a3-edb8-46a7-bb36-8f9b9207c6dd" providerId="ADAL" clId="{21A3547D-9357-436C-8422-B3EEF60FFA14}" dt="2025-06-18T09:03:03.222" v="14442" actId="1076"/>
          <ac:grpSpMkLst>
            <pc:docMk/>
            <pc:sldMk cId="9544856" sldId="339"/>
            <ac:grpSpMk id="10" creationId="{706F9A89-31F8-3879-1BA2-F15B55339119}"/>
          </ac:grpSpMkLst>
        </pc:grpChg>
        <pc:grpChg chg="add mod">
          <ac:chgData name="Christina Karavioti" userId="dcb975a3-edb8-46a7-bb36-8f9b9207c6dd" providerId="ADAL" clId="{21A3547D-9357-436C-8422-B3EEF60FFA14}" dt="2025-06-18T09:05:30.698" v="14452" actId="1076"/>
          <ac:grpSpMkLst>
            <pc:docMk/>
            <pc:sldMk cId="9544856" sldId="339"/>
            <ac:grpSpMk id="36" creationId="{77978DAF-39B5-E47B-0359-3FEAE8B9FE47}"/>
          </ac:grpSpMkLst>
        </pc:grpChg>
        <pc:grpChg chg="add mod">
          <ac:chgData name="Christina Karavioti" userId="dcb975a3-edb8-46a7-bb36-8f9b9207c6dd" providerId="ADAL" clId="{21A3547D-9357-436C-8422-B3EEF60FFA14}" dt="2025-06-18T09:03:00.978" v="14441" actId="1076"/>
          <ac:grpSpMkLst>
            <pc:docMk/>
            <pc:sldMk cId="9544856" sldId="339"/>
            <ac:grpSpMk id="41" creationId="{D3B32674-4986-C458-1D56-47C98C3AE000}"/>
          </ac:grpSpMkLst>
        </pc:grpChg>
        <pc:grpChg chg="mod">
          <ac:chgData name="Christina Karavioti" userId="dcb975a3-edb8-46a7-bb36-8f9b9207c6dd" providerId="ADAL" clId="{21A3547D-9357-436C-8422-B3EEF60FFA14}" dt="2025-06-16T15:54:57.731" v="9007"/>
          <ac:grpSpMkLst>
            <pc:docMk/>
            <pc:sldMk cId="9544856" sldId="339"/>
            <ac:grpSpMk id="42" creationId="{65023F52-0A9D-AD0D-2D7E-078A2C662AC0}"/>
          </ac:grpSpMkLst>
        </pc:grpChg>
        <pc:graphicFrameChg chg="mod modGraphic">
          <ac:chgData name="Christina Karavioti" userId="dcb975a3-edb8-46a7-bb36-8f9b9207c6dd" providerId="ADAL" clId="{21A3547D-9357-436C-8422-B3EEF60FFA14}" dt="2025-06-18T09:06:07.082" v="14457" actId="20577"/>
          <ac:graphicFrameMkLst>
            <pc:docMk/>
            <pc:sldMk cId="9544856" sldId="339"/>
            <ac:graphicFrameMk id="17" creationId="{2573BC76-651E-4C32-5A4A-DAD71EB5F921}"/>
          </ac:graphicFrameMkLst>
        </pc:graphicFrameChg>
        <pc:picChg chg="mod">
          <ac:chgData name="Christina Karavioti" userId="dcb975a3-edb8-46a7-bb36-8f9b9207c6dd" providerId="ADAL" clId="{21A3547D-9357-436C-8422-B3EEF60FFA14}" dt="2025-06-13T12:28:31.594" v="2553"/>
          <ac:picMkLst>
            <pc:docMk/>
            <pc:sldMk cId="9544856" sldId="339"/>
            <ac:picMk id="7" creationId="{ABFD64E5-27F5-A1BF-4B85-69E977386CCF}"/>
          </ac:picMkLst>
        </pc:picChg>
        <pc:picChg chg="mod">
          <ac:chgData name="Christina Karavioti" userId="dcb975a3-edb8-46a7-bb36-8f9b9207c6dd" providerId="ADAL" clId="{21A3547D-9357-436C-8422-B3EEF60FFA14}" dt="2025-06-13T12:28:31.594" v="2553"/>
          <ac:picMkLst>
            <pc:docMk/>
            <pc:sldMk cId="9544856" sldId="339"/>
            <ac:picMk id="8" creationId="{72A13AE5-EA4E-329B-C110-FA5EAAC0CF33}"/>
          </ac:picMkLst>
        </pc:picChg>
        <pc:picChg chg="add mod">
          <ac:chgData name="Christina Karavioti" userId="dcb975a3-edb8-46a7-bb36-8f9b9207c6dd" providerId="ADAL" clId="{21A3547D-9357-436C-8422-B3EEF60FFA14}" dt="2025-06-13T12:28:51.640" v="2558" actId="164"/>
          <ac:picMkLst>
            <pc:docMk/>
            <pc:sldMk cId="9544856" sldId="339"/>
            <ac:picMk id="9" creationId="{DFCE93DE-2CE6-48E2-410B-24EBDAA0BD20}"/>
          </ac:picMkLst>
        </pc:picChg>
        <pc:picChg chg="mod">
          <ac:chgData name="Christina Karavioti" userId="dcb975a3-edb8-46a7-bb36-8f9b9207c6dd" providerId="ADAL" clId="{21A3547D-9357-436C-8422-B3EEF60FFA14}" dt="2025-06-18T09:03:14.178" v="14444" actId="1076"/>
          <ac:picMkLst>
            <pc:docMk/>
            <pc:sldMk cId="9544856" sldId="339"/>
            <ac:picMk id="20" creationId="{6CA9E916-D684-AA5E-F7A6-9CA9B407C0D2}"/>
          </ac:picMkLst>
        </pc:picChg>
        <pc:picChg chg="mod">
          <ac:chgData name="Christina Karavioti" userId="dcb975a3-edb8-46a7-bb36-8f9b9207c6dd" providerId="ADAL" clId="{21A3547D-9357-436C-8422-B3EEF60FFA14}" dt="2025-06-18T09:02:56.773" v="14440" actId="12789"/>
          <ac:picMkLst>
            <pc:docMk/>
            <pc:sldMk cId="9544856" sldId="339"/>
            <ac:picMk id="23" creationId="{5767C823-3A43-553A-F9FC-AE706C492C54}"/>
          </ac:picMkLst>
        </pc:picChg>
        <pc:picChg chg="add mod">
          <ac:chgData name="Christina Karavioti" userId="dcb975a3-edb8-46a7-bb36-8f9b9207c6dd" providerId="ADAL" clId="{21A3547D-9357-436C-8422-B3EEF60FFA14}" dt="2025-06-18T09:03:36.878" v="14450" actId="12789"/>
          <ac:picMkLst>
            <pc:docMk/>
            <pc:sldMk cId="9544856" sldId="339"/>
            <ac:picMk id="27" creationId="{B8F921A3-B961-EE66-A8C0-C1207550519F}"/>
          </ac:picMkLst>
        </pc:picChg>
        <pc:picChg chg="add mod">
          <ac:chgData name="Christina Karavioti" userId="dcb975a3-edb8-46a7-bb36-8f9b9207c6dd" providerId="ADAL" clId="{21A3547D-9357-436C-8422-B3EEF60FFA14}" dt="2025-06-18T09:05:22.879" v="14451"/>
          <ac:picMkLst>
            <pc:docMk/>
            <pc:sldMk cId="9544856" sldId="339"/>
            <ac:picMk id="37" creationId="{3683DF68-6E78-8C9C-E822-9C764DD55229}"/>
          </ac:picMkLst>
        </pc:picChg>
        <pc:picChg chg="add mod">
          <ac:chgData name="Christina Karavioti" userId="dcb975a3-edb8-46a7-bb36-8f9b9207c6dd" providerId="ADAL" clId="{21A3547D-9357-436C-8422-B3EEF60FFA14}" dt="2025-06-18T09:05:22.879" v="14451"/>
          <ac:picMkLst>
            <pc:docMk/>
            <pc:sldMk cId="9544856" sldId="339"/>
            <ac:picMk id="38" creationId="{524FC45F-29D7-8A30-D4F9-F1823C581BF6}"/>
          </ac:picMkLst>
        </pc:picChg>
        <pc:picChg chg="mod">
          <ac:chgData name="Christina Karavioti" userId="dcb975a3-edb8-46a7-bb36-8f9b9207c6dd" providerId="ADAL" clId="{21A3547D-9357-436C-8422-B3EEF60FFA14}" dt="2025-06-16T15:54:57.731" v="9007"/>
          <ac:picMkLst>
            <pc:docMk/>
            <pc:sldMk cId="9544856" sldId="339"/>
            <ac:picMk id="44" creationId="{152CF3E8-3D97-9A8D-7C6A-6B3671898333}"/>
          </ac:picMkLst>
        </pc:picChg>
        <pc:picChg chg="mod">
          <ac:chgData name="Christina Karavioti" userId="dcb975a3-edb8-46a7-bb36-8f9b9207c6dd" providerId="ADAL" clId="{21A3547D-9357-436C-8422-B3EEF60FFA14}" dt="2025-06-16T15:54:57.731" v="9007"/>
          <ac:picMkLst>
            <pc:docMk/>
            <pc:sldMk cId="9544856" sldId="339"/>
            <ac:picMk id="45" creationId="{C81EBDC0-7851-1193-AF70-29E02B632FFE}"/>
          </ac:picMkLst>
        </pc:pic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8T09:01:39.129" v="14398" actId="20577"/>
              <pc2:cmMkLst xmlns:pc2="http://schemas.microsoft.com/office/powerpoint/2019/9/main/command">
                <pc:docMk/>
                <pc:sldMk cId="9544856" sldId="339"/>
                <pc2:cmMk id="{17B1FFD1-2C2F-417D-BC28-9D47806DD7D2}"/>
              </pc2:cmMkLst>
            </pc226:cmChg>
            <pc226:cmChg xmlns:pc226="http://schemas.microsoft.com/office/powerpoint/2022/06/main/command" chg="mod">
              <pc226:chgData name="Christina Karavioti" userId="dcb975a3-edb8-46a7-bb36-8f9b9207c6dd" providerId="ADAL" clId="{21A3547D-9357-436C-8422-B3EEF60FFA14}" dt="2025-06-18T09:01:44.418" v="14400" actId="20577"/>
              <pc2:cmMkLst xmlns:pc2="http://schemas.microsoft.com/office/powerpoint/2019/9/main/command">
                <pc:docMk/>
                <pc:sldMk cId="9544856" sldId="339"/>
                <pc2:cmMk id="{9F1A0BE3-BC8C-49B8-8F92-D4B3ADC80D89}"/>
              </pc2:cmMkLst>
            </pc226:cmChg>
          </p:ext>
        </pc:extLst>
      </pc:sldChg>
      <pc:sldChg chg="delSp modSp mod">
        <pc:chgData name="Christina Karavioti" userId="dcb975a3-edb8-46a7-bb36-8f9b9207c6dd" providerId="ADAL" clId="{21A3547D-9357-436C-8422-B3EEF60FFA14}" dt="2025-06-16T15:15:48.213" v="8436" actId="20577"/>
        <pc:sldMkLst>
          <pc:docMk/>
          <pc:sldMk cId="2021693095" sldId="340"/>
        </pc:sldMkLst>
        <pc:spChg chg="mod">
          <ac:chgData name="Christina Karavioti" userId="dcb975a3-edb8-46a7-bb36-8f9b9207c6dd" providerId="ADAL" clId="{21A3547D-9357-436C-8422-B3EEF60FFA14}" dt="2025-06-16T15:15:33.793" v="8432" actId="1076"/>
          <ac:spMkLst>
            <pc:docMk/>
            <pc:sldMk cId="2021693095" sldId="340"/>
            <ac:spMk id="43" creationId="{5E093AB4-8F39-5D88-AD0A-F3161E780AAE}"/>
          </ac:spMkLst>
        </pc:spChg>
        <pc:spChg chg="mod">
          <ac:chgData name="Christina Karavioti" userId="dcb975a3-edb8-46a7-bb36-8f9b9207c6dd" providerId="ADAL" clId="{21A3547D-9357-436C-8422-B3EEF60FFA14}" dt="2025-06-16T15:15:33.793" v="8432" actId="1076"/>
          <ac:spMkLst>
            <pc:docMk/>
            <pc:sldMk cId="2021693095" sldId="340"/>
            <ac:spMk id="44" creationId="{2AE42DE1-A83A-7343-4A8F-6C809336348C}"/>
          </ac:spMkLst>
        </pc:spChg>
        <pc:spChg chg="mod">
          <ac:chgData name="Christina Karavioti" userId="dcb975a3-edb8-46a7-bb36-8f9b9207c6dd" providerId="ADAL" clId="{21A3547D-9357-436C-8422-B3EEF60FFA14}" dt="2025-06-16T15:15:33.793" v="8432" actId="1076"/>
          <ac:spMkLst>
            <pc:docMk/>
            <pc:sldMk cId="2021693095" sldId="340"/>
            <ac:spMk id="45" creationId="{68CC2849-42CD-703D-DAED-C85B894FC6F2}"/>
          </ac:spMkLst>
        </pc:spChg>
        <pc:spChg chg="mod">
          <ac:chgData name="Christina Karavioti" userId="dcb975a3-edb8-46a7-bb36-8f9b9207c6dd" providerId="ADAL" clId="{21A3547D-9357-436C-8422-B3EEF60FFA14}" dt="2025-06-16T15:15:33.793" v="8432" actId="1076"/>
          <ac:spMkLst>
            <pc:docMk/>
            <pc:sldMk cId="2021693095" sldId="340"/>
            <ac:spMk id="48" creationId="{3B95EB14-1023-39D2-1EE3-BE48A130FF93}"/>
          </ac:spMkLst>
        </pc:spChg>
        <pc:spChg chg="mod">
          <ac:chgData name="Christina Karavioti" userId="dcb975a3-edb8-46a7-bb36-8f9b9207c6dd" providerId="ADAL" clId="{21A3547D-9357-436C-8422-B3EEF60FFA14}" dt="2025-06-16T15:15:33.793" v="8432" actId="1076"/>
          <ac:spMkLst>
            <pc:docMk/>
            <pc:sldMk cId="2021693095" sldId="340"/>
            <ac:spMk id="84" creationId="{94A8F27C-A425-40D9-5BF4-7DD88D457133}"/>
          </ac:spMkLst>
        </pc:spChg>
        <pc:spChg chg="mod">
          <ac:chgData name="Christina Karavioti" userId="dcb975a3-edb8-46a7-bb36-8f9b9207c6dd" providerId="ADAL" clId="{21A3547D-9357-436C-8422-B3EEF60FFA14}" dt="2025-06-16T15:15:33.793" v="8432" actId="1076"/>
          <ac:spMkLst>
            <pc:docMk/>
            <pc:sldMk cId="2021693095" sldId="340"/>
            <ac:spMk id="85" creationId="{90C946BB-2507-F343-ADC9-4B687194EC5E}"/>
          </ac:spMkLst>
        </pc:spChg>
        <pc:spChg chg="mod">
          <ac:chgData name="Christina Karavioti" userId="dcb975a3-edb8-46a7-bb36-8f9b9207c6dd" providerId="ADAL" clId="{21A3547D-9357-436C-8422-B3EEF60FFA14}" dt="2025-06-16T15:15:48.213" v="8436" actId="20577"/>
          <ac:spMkLst>
            <pc:docMk/>
            <pc:sldMk cId="2021693095" sldId="340"/>
            <ac:spMk id="86" creationId="{B897E82D-7928-0E97-46D2-68A4A29D8002}"/>
          </ac:spMkLst>
        </pc:spChg>
        <pc:grpChg chg="mod">
          <ac:chgData name="Christina Karavioti" userId="dcb975a3-edb8-46a7-bb36-8f9b9207c6dd" providerId="ADAL" clId="{21A3547D-9357-436C-8422-B3EEF60FFA14}" dt="2025-06-16T15:15:43.577" v="8433" actId="1076"/>
          <ac:grpSpMkLst>
            <pc:docMk/>
            <pc:sldMk cId="2021693095" sldId="340"/>
            <ac:grpSpMk id="2" creationId="{1ABF0D6D-EFFB-9B7A-6A6A-ED942CCE8763}"/>
          </ac:grpSpMkLst>
        </pc:grpChg>
        <pc:graphicFrameChg chg="mod modGraphic">
          <ac:chgData name="Christina Karavioti" userId="dcb975a3-edb8-46a7-bb36-8f9b9207c6dd" providerId="ADAL" clId="{21A3547D-9357-436C-8422-B3EEF60FFA14}" dt="2025-06-16T15:15:27.996" v="8431"/>
          <ac:graphicFrameMkLst>
            <pc:docMk/>
            <pc:sldMk cId="2021693095" sldId="340"/>
            <ac:graphicFrameMk id="17" creationId="{634973A1-F6FB-4F8B-1A21-D94DA4B41804}"/>
          </ac:graphicFrameMkLst>
        </pc:graphicFrameChg>
        <pc:picChg chg="mod">
          <ac:chgData name="Christina Karavioti" userId="dcb975a3-edb8-46a7-bb36-8f9b9207c6dd" providerId="ADAL" clId="{21A3547D-9357-436C-8422-B3EEF60FFA14}" dt="2025-06-16T15:15:43.577" v="8433" actId="1076"/>
          <ac:picMkLst>
            <pc:docMk/>
            <pc:sldMk cId="2021693095" sldId="340"/>
            <ac:picMk id="56" creationId="{EA18A809-2B3D-6430-5A2B-4EA48535F443}"/>
          </ac:picMkLst>
        </pc:picChg>
      </pc:sldChg>
      <pc:sldChg chg="addSp delSp modSp mod modCm">
        <pc:chgData name="Christina Karavioti" userId="dcb975a3-edb8-46a7-bb36-8f9b9207c6dd" providerId="ADAL" clId="{21A3547D-9357-436C-8422-B3EEF60FFA14}" dt="2025-06-18T17:05:47.845" v="17703" actId="13926"/>
        <pc:sldMkLst>
          <pc:docMk/>
          <pc:sldMk cId="1546896781" sldId="379"/>
        </pc:sldMkLst>
        <pc:spChg chg="mod">
          <ac:chgData name="Christina Karavioti" userId="dcb975a3-edb8-46a7-bb36-8f9b9207c6dd" providerId="ADAL" clId="{21A3547D-9357-436C-8422-B3EEF60FFA14}" dt="2025-06-17T10:45:17.797" v="12194" actId="14100"/>
          <ac:spMkLst>
            <pc:docMk/>
            <pc:sldMk cId="1546896781" sldId="379"/>
            <ac:spMk id="4" creationId="{EFDE9B34-D7EF-FCB3-7BD1-9BE20247C040}"/>
          </ac:spMkLst>
        </pc:spChg>
        <pc:spChg chg="mod">
          <ac:chgData name="Christina Karavioti" userId="dcb975a3-edb8-46a7-bb36-8f9b9207c6dd" providerId="ADAL" clId="{21A3547D-9357-436C-8422-B3EEF60FFA14}" dt="2025-06-18T10:30:06.599" v="14530" actId="1076"/>
          <ac:spMkLst>
            <pc:docMk/>
            <pc:sldMk cId="1546896781" sldId="379"/>
            <ac:spMk id="8" creationId="{BF4DC42A-524D-2BB4-478A-51A591E62584}"/>
          </ac:spMkLst>
        </pc:spChg>
        <pc:spChg chg="mod">
          <ac:chgData name="Christina Karavioti" userId="dcb975a3-edb8-46a7-bb36-8f9b9207c6dd" providerId="ADAL" clId="{21A3547D-9357-436C-8422-B3EEF60FFA14}" dt="2025-06-17T10:45:34.549" v="12197" actId="1076"/>
          <ac:spMkLst>
            <pc:docMk/>
            <pc:sldMk cId="1546896781" sldId="379"/>
            <ac:spMk id="22" creationId="{DA19FBDD-01CE-6F69-F98C-EC0DC28693C4}"/>
          </ac:spMkLst>
        </pc:spChg>
        <pc:spChg chg="add del mod">
          <ac:chgData name="Christina Karavioti" userId="dcb975a3-edb8-46a7-bb36-8f9b9207c6dd" providerId="ADAL" clId="{21A3547D-9357-436C-8422-B3EEF60FFA14}" dt="2025-06-18T11:43:33.504" v="14998" actId="478"/>
          <ac:spMkLst>
            <pc:docMk/>
            <pc:sldMk cId="1546896781" sldId="379"/>
            <ac:spMk id="23" creationId="{BEE9C53B-FFB9-88AE-256D-F8B82DF8D66D}"/>
          </ac:spMkLst>
        </pc:spChg>
        <pc:spChg chg="add del mod">
          <ac:chgData name="Christina Karavioti" userId="dcb975a3-edb8-46a7-bb36-8f9b9207c6dd" providerId="ADAL" clId="{21A3547D-9357-436C-8422-B3EEF60FFA14}" dt="2025-06-18T11:43:33.504" v="14998" actId="478"/>
          <ac:spMkLst>
            <pc:docMk/>
            <pc:sldMk cId="1546896781" sldId="379"/>
            <ac:spMk id="25" creationId="{5EC97813-4287-CA8F-3FBA-71BCEF2150D7}"/>
          </ac:spMkLst>
        </pc:spChg>
        <pc:spChg chg="add mod">
          <ac:chgData name="Christina Karavioti" userId="dcb975a3-edb8-46a7-bb36-8f9b9207c6dd" providerId="ADAL" clId="{21A3547D-9357-436C-8422-B3EEF60FFA14}" dt="2025-06-17T10:45:05.759" v="12181" actId="14100"/>
          <ac:spMkLst>
            <pc:docMk/>
            <pc:sldMk cId="1546896781" sldId="379"/>
            <ac:spMk id="29" creationId="{43222534-33D8-55C4-8E11-C312F49618E7}"/>
          </ac:spMkLst>
        </pc:spChg>
        <pc:spChg chg="add del mod">
          <ac:chgData name="Christina Karavioti" userId="dcb975a3-edb8-46a7-bb36-8f9b9207c6dd" providerId="ADAL" clId="{21A3547D-9357-436C-8422-B3EEF60FFA14}" dt="2025-06-18T11:43:33.504" v="14998" actId="478"/>
          <ac:spMkLst>
            <pc:docMk/>
            <pc:sldMk cId="1546896781" sldId="379"/>
            <ac:spMk id="31" creationId="{F9FFF8F2-0346-2568-7EEE-7CD2BCF38AC4}"/>
          </ac:spMkLst>
        </pc:spChg>
        <pc:spChg chg="add del mod">
          <ac:chgData name="Christina Karavioti" userId="dcb975a3-edb8-46a7-bb36-8f9b9207c6dd" providerId="ADAL" clId="{21A3547D-9357-436C-8422-B3EEF60FFA14}" dt="2025-06-18T11:43:33.504" v="14998" actId="478"/>
          <ac:spMkLst>
            <pc:docMk/>
            <pc:sldMk cId="1546896781" sldId="379"/>
            <ac:spMk id="32" creationId="{60429A49-1B79-654D-CBCD-23B2B99D4EA0}"/>
          </ac:spMkLst>
        </pc:spChg>
        <pc:spChg chg="mod">
          <ac:chgData name="Christina Karavioti" userId="dcb975a3-edb8-46a7-bb36-8f9b9207c6dd" providerId="ADAL" clId="{21A3547D-9357-436C-8422-B3EEF60FFA14}" dt="2025-06-17T10:47:31.609" v="12207"/>
          <ac:spMkLst>
            <pc:docMk/>
            <pc:sldMk cId="1546896781" sldId="379"/>
            <ac:spMk id="50" creationId="{D378D554-5FA8-BBD4-4A40-E95FA50B8F9B}"/>
          </ac:spMkLst>
        </pc:spChg>
        <pc:spChg chg="add mod">
          <ac:chgData name="Christina Karavioti" userId="dcb975a3-edb8-46a7-bb36-8f9b9207c6dd" providerId="ADAL" clId="{21A3547D-9357-436C-8422-B3EEF60FFA14}" dt="2025-06-18T10:32:08.033" v="14591" actId="14100"/>
          <ac:spMkLst>
            <pc:docMk/>
            <pc:sldMk cId="1546896781" sldId="379"/>
            <ac:spMk id="54" creationId="{6C58BD99-458A-BC37-AD93-5C922CA167DC}"/>
          </ac:spMkLst>
        </pc:spChg>
        <pc:spChg chg="add mod">
          <ac:chgData name="Christina Karavioti" userId="dcb975a3-edb8-46a7-bb36-8f9b9207c6dd" providerId="ADAL" clId="{21A3547D-9357-436C-8422-B3EEF60FFA14}" dt="2025-06-18T10:31:57.154" v="14581" actId="1076"/>
          <ac:spMkLst>
            <pc:docMk/>
            <pc:sldMk cId="1546896781" sldId="379"/>
            <ac:spMk id="55" creationId="{3631509C-4975-D21D-A57A-BAE9270C56E8}"/>
          </ac:spMkLst>
        </pc:spChg>
        <pc:spChg chg="add mod">
          <ac:chgData name="Christina Karavioti" userId="dcb975a3-edb8-46a7-bb36-8f9b9207c6dd" providerId="ADAL" clId="{21A3547D-9357-436C-8422-B3EEF60FFA14}" dt="2025-06-18T10:32:03.387" v="14589" actId="20577"/>
          <ac:spMkLst>
            <pc:docMk/>
            <pc:sldMk cId="1546896781" sldId="379"/>
            <ac:spMk id="56" creationId="{012F34CE-2543-73E6-CD7A-B1DB82EFE0DF}"/>
          </ac:spMkLst>
        </pc:spChg>
        <pc:spChg chg="add mod">
          <ac:chgData name="Christina Karavioti" userId="dcb975a3-edb8-46a7-bb36-8f9b9207c6dd" providerId="ADAL" clId="{21A3547D-9357-436C-8422-B3EEF60FFA14}" dt="2025-06-18T10:31:49.157" v="14580" actId="1076"/>
          <ac:spMkLst>
            <pc:docMk/>
            <pc:sldMk cId="1546896781" sldId="379"/>
            <ac:spMk id="57" creationId="{D866CB86-3708-6DB2-BA39-204BC159D3F2}"/>
          </ac:spMkLst>
        </pc:spChg>
        <pc:spChg chg="add mod">
          <ac:chgData name="Christina Karavioti" userId="dcb975a3-edb8-46a7-bb36-8f9b9207c6dd" providerId="ADAL" clId="{21A3547D-9357-436C-8422-B3EEF60FFA14}" dt="2025-06-18T10:31:49.157" v="14580" actId="1076"/>
          <ac:spMkLst>
            <pc:docMk/>
            <pc:sldMk cId="1546896781" sldId="379"/>
            <ac:spMk id="58" creationId="{20C634D6-2D0C-9519-073B-63D67E8E742D}"/>
          </ac:spMkLst>
        </pc:spChg>
        <pc:spChg chg="add mod">
          <ac:chgData name="Christina Karavioti" userId="dcb975a3-edb8-46a7-bb36-8f9b9207c6dd" providerId="ADAL" clId="{21A3547D-9357-436C-8422-B3EEF60FFA14}" dt="2025-06-18T10:31:49.157" v="14580" actId="1076"/>
          <ac:spMkLst>
            <pc:docMk/>
            <pc:sldMk cId="1546896781" sldId="379"/>
            <ac:spMk id="59" creationId="{DD547840-3EFA-E91B-2FA3-3514E84028CA}"/>
          </ac:spMkLst>
        </pc:spChg>
        <pc:spChg chg="add mod">
          <ac:chgData name="Christina Karavioti" userId="dcb975a3-edb8-46a7-bb36-8f9b9207c6dd" providerId="ADAL" clId="{21A3547D-9357-436C-8422-B3EEF60FFA14}" dt="2025-06-18T11:46:23.614" v="15085" actId="1076"/>
          <ac:spMkLst>
            <pc:docMk/>
            <pc:sldMk cId="1546896781" sldId="379"/>
            <ac:spMk id="63" creationId="{803D736C-9692-0CDA-3871-BC3DFDA13D83}"/>
          </ac:spMkLst>
        </pc:spChg>
        <pc:spChg chg="add mod">
          <ac:chgData name="Christina Karavioti" userId="dcb975a3-edb8-46a7-bb36-8f9b9207c6dd" providerId="ADAL" clId="{21A3547D-9357-436C-8422-B3EEF60FFA14}" dt="2025-06-18T11:46:15.266" v="15084" actId="1037"/>
          <ac:spMkLst>
            <pc:docMk/>
            <pc:sldMk cId="1546896781" sldId="379"/>
            <ac:spMk id="64" creationId="{8C739125-36F7-24F8-B53B-310941121EB5}"/>
          </ac:spMkLst>
        </pc:spChg>
        <pc:spChg chg="add mod">
          <ac:chgData name="Christina Karavioti" userId="dcb975a3-edb8-46a7-bb36-8f9b9207c6dd" providerId="ADAL" clId="{21A3547D-9357-436C-8422-B3EEF60FFA14}" dt="2025-06-18T11:46:15.266" v="15084" actId="1037"/>
          <ac:spMkLst>
            <pc:docMk/>
            <pc:sldMk cId="1546896781" sldId="379"/>
            <ac:spMk id="65" creationId="{1D083C6A-4A62-642B-D19C-C0E88975FE07}"/>
          </ac:spMkLst>
        </pc:spChg>
        <pc:spChg chg="add mod">
          <ac:chgData name="Christina Karavioti" userId="dcb975a3-edb8-46a7-bb36-8f9b9207c6dd" providerId="ADAL" clId="{21A3547D-9357-436C-8422-B3EEF60FFA14}" dt="2025-06-18T11:46:23.614" v="15085" actId="1076"/>
          <ac:spMkLst>
            <pc:docMk/>
            <pc:sldMk cId="1546896781" sldId="379"/>
            <ac:spMk id="66" creationId="{4AA87914-B263-2E53-22B8-B31C3AE5B7A4}"/>
          </ac:spMkLst>
        </pc:spChg>
        <pc:spChg chg="add mod">
          <ac:chgData name="Christina Karavioti" userId="dcb975a3-edb8-46a7-bb36-8f9b9207c6dd" providerId="ADAL" clId="{21A3547D-9357-436C-8422-B3EEF60FFA14}" dt="2025-06-18T11:46:23.614" v="15085" actId="1076"/>
          <ac:spMkLst>
            <pc:docMk/>
            <pc:sldMk cId="1546896781" sldId="379"/>
            <ac:spMk id="67" creationId="{CEFD9B33-0470-CBE9-2F94-21E9F44E89F4}"/>
          </ac:spMkLst>
        </pc:spChg>
        <pc:spChg chg="add mod">
          <ac:chgData name="Christina Karavioti" userId="dcb975a3-edb8-46a7-bb36-8f9b9207c6dd" providerId="ADAL" clId="{21A3547D-9357-436C-8422-B3EEF60FFA14}" dt="2025-06-18T11:46:23.614" v="15085" actId="1076"/>
          <ac:spMkLst>
            <pc:docMk/>
            <pc:sldMk cId="1546896781" sldId="379"/>
            <ac:spMk id="68" creationId="{435A0DF3-A8D0-6E75-3C27-1F14808E78EE}"/>
          </ac:spMkLst>
        </pc:spChg>
        <pc:spChg chg="add del mod">
          <ac:chgData name="Christina Karavioti" userId="dcb975a3-edb8-46a7-bb36-8f9b9207c6dd" providerId="ADAL" clId="{21A3547D-9357-436C-8422-B3EEF60FFA14}" dt="2025-06-18T11:43:33.504" v="14998" actId="478"/>
          <ac:spMkLst>
            <pc:docMk/>
            <pc:sldMk cId="1546896781" sldId="379"/>
            <ac:spMk id="90" creationId="{726CEDB3-532D-E016-3600-55658D1F54D2}"/>
          </ac:spMkLst>
        </pc:spChg>
        <pc:spChg chg="add del mod">
          <ac:chgData name="Christina Karavioti" userId="dcb975a3-edb8-46a7-bb36-8f9b9207c6dd" providerId="ADAL" clId="{21A3547D-9357-436C-8422-B3EEF60FFA14}" dt="2025-06-18T11:43:33.504" v="14998" actId="478"/>
          <ac:spMkLst>
            <pc:docMk/>
            <pc:sldMk cId="1546896781" sldId="379"/>
            <ac:spMk id="91" creationId="{73705AB7-4FA2-1B37-C664-B5E3531E6D90}"/>
          </ac:spMkLst>
        </pc:spChg>
        <pc:spChg chg="add del mod">
          <ac:chgData name="Christina Karavioti" userId="dcb975a3-edb8-46a7-bb36-8f9b9207c6dd" providerId="ADAL" clId="{21A3547D-9357-436C-8422-B3EEF60FFA14}" dt="2025-06-18T11:43:33.504" v="14998" actId="478"/>
          <ac:spMkLst>
            <pc:docMk/>
            <pc:sldMk cId="1546896781" sldId="379"/>
            <ac:spMk id="92" creationId="{5BABFB45-A5CD-6E2D-152E-495274B8FDCA}"/>
          </ac:spMkLst>
        </pc:spChg>
        <pc:spChg chg="mod">
          <ac:chgData name="Christina Karavioti" userId="dcb975a3-edb8-46a7-bb36-8f9b9207c6dd" providerId="ADAL" clId="{21A3547D-9357-436C-8422-B3EEF60FFA14}" dt="2025-06-18T10:30:06.599" v="14530" actId="1076"/>
          <ac:spMkLst>
            <pc:docMk/>
            <pc:sldMk cId="1546896781" sldId="379"/>
            <ac:spMk id="95" creationId="{B7E49E04-CE80-1F41-0A76-848321B7BBE5}"/>
          </ac:spMkLst>
        </pc:spChg>
        <pc:spChg chg="add del mod">
          <ac:chgData name="Christina Karavioti" userId="dcb975a3-edb8-46a7-bb36-8f9b9207c6dd" providerId="ADAL" clId="{21A3547D-9357-436C-8422-B3EEF60FFA14}" dt="2025-06-18T11:43:33.504" v="14998" actId="478"/>
          <ac:spMkLst>
            <pc:docMk/>
            <pc:sldMk cId="1546896781" sldId="379"/>
            <ac:spMk id="96" creationId="{230EE659-A34B-6185-D482-462A6093E18F}"/>
          </ac:spMkLst>
        </pc:spChg>
        <pc:spChg chg="add del mod">
          <ac:chgData name="Christina Karavioti" userId="dcb975a3-edb8-46a7-bb36-8f9b9207c6dd" providerId="ADAL" clId="{21A3547D-9357-436C-8422-B3EEF60FFA14}" dt="2025-06-18T11:43:33.504" v="14998" actId="478"/>
          <ac:spMkLst>
            <pc:docMk/>
            <pc:sldMk cId="1546896781" sldId="379"/>
            <ac:spMk id="97" creationId="{C0C924CD-3C68-1197-7185-4AFF715992E1}"/>
          </ac:spMkLst>
        </pc:spChg>
        <pc:spChg chg="add del mod">
          <ac:chgData name="Christina Karavioti" userId="dcb975a3-edb8-46a7-bb36-8f9b9207c6dd" providerId="ADAL" clId="{21A3547D-9357-436C-8422-B3EEF60FFA14}" dt="2025-06-18T11:43:33.504" v="14998" actId="478"/>
          <ac:spMkLst>
            <pc:docMk/>
            <pc:sldMk cId="1546896781" sldId="379"/>
            <ac:spMk id="98" creationId="{D5AAACEF-8435-0E41-7779-064522AE2F88}"/>
          </ac:spMkLst>
        </pc:spChg>
        <pc:grpChg chg="add mod">
          <ac:chgData name="Christina Karavioti" userId="dcb975a3-edb8-46a7-bb36-8f9b9207c6dd" providerId="ADAL" clId="{21A3547D-9357-436C-8422-B3EEF60FFA14}" dt="2025-06-17T10:45:37.837" v="12198" actId="1076"/>
          <ac:grpSpMkLst>
            <pc:docMk/>
            <pc:sldMk cId="1546896781" sldId="379"/>
            <ac:grpSpMk id="20" creationId="{332D5048-A970-AAAB-D9E0-3BD4EB0D88F5}"/>
          </ac:grpSpMkLst>
        </pc:grpChg>
        <pc:grpChg chg="mod">
          <ac:chgData name="Christina Karavioti" userId="dcb975a3-edb8-46a7-bb36-8f9b9207c6dd" providerId="ADAL" clId="{21A3547D-9357-436C-8422-B3EEF60FFA14}" dt="2025-06-13T12:53:20.832" v="2888"/>
          <ac:grpSpMkLst>
            <pc:docMk/>
            <pc:sldMk cId="1546896781" sldId="379"/>
            <ac:grpSpMk id="24" creationId="{1392B8A8-9A5D-6347-D3C7-1A4DCC8A9593}"/>
          </ac:grpSpMkLst>
        </pc:grpChg>
        <pc:grpChg chg="add mod">
          <ac:chgData name="Christina Karavioti" userId="dcb975a3-edb8-46a7-bb36-8f9b9207c6dd" providerId="ADAL" clId="{21A3547D-9357-436C-8422-B3EEF60FFA14}" dt="2025-06-17T10:47:38.198" v="12209" actId="1076"/>
          <ac:grpSpMkLst>
            <pc:docMk/>
            <pc:sldMk cId="1546896781" sldId="379"/>
            <ac:grpSpMk id="48" creationId="{DB45EA39-D434-4EC4-5FFA-8AE2838DA8A3}"/>
          </ac:grpSpMkLst>
        </pc:grpChg>
        <pc:grpChg chg="mod">
          <ac:chgData name="Christina Karavioti" userId="dcb975a3-edb8-46a7-bb36-8f9b9207c6dd" providerId="ADAL" clId="{21A3547D-9357-436C-8422-B3EEF60FFA14}" dt="2025-06-17T10:47:31.609" v="12207"/>
          <ac:grpSpMkLst>
            <pc:docMk/>
            <pc:sldMk cId="1546896781" sldId="379"/>
            <ac:grpSpMk id="49" creationId="{C2B60C37-1AB9-4941-5493-E3F98EE2018D}"/>
          </ac:grpSpMkLst>
        </pc:grpChg>
        <pc:graphicFrameChg chg="mod modGraphic">
          <ac:chgData name="Christina Karavioti" userId="dcb975a3-edb8-46a7-bb36-8f9b9207c6dd" providerId="ADAL" clId="{21A3547D-9357-436C-8422-B3EEF60FFA14}" dt="2025-06-18T17:05:47.845" v="17703" actId="13926"/>
          <ac:graphicFrameMkLst>
            <pc:docMk/>
            <pc:sldMk cId="1546896781" sldId="379"/>
            <ac:graphicFrameMk id="7" creationId="{53BE3190-2CA3-E6AC-436D-4A8FE51DBF5F}"/>
          </ac:graphicFrameMkLst>
        </pc:graphicFrameChg>
        <pc:picChg chg="mod">
          <ac:chgData name="Christina Karavioti" userId="dcb975a3-edb8-46a7-bb36-8f9b9207c6dd" providerId="ADAL" clId="{21A3547D-9357-436C-8422-B3EEF60FFA14}" dt="2025-06-17T10:47:25.851" v="12206" actId="1037"/>
          <ac:picMkLst>
            <pc:docMk/>
            <pc:sldMk cId="1546896781" sldId="379"/>
            <ac:picMk id="5" creationId="{7F798B6E-E0B2-F09B-F3B9-3C6057613CED}"/>
          </ac:picMkLst>
        </pc:picChg>
        <pc:picChg chg="mod">
          <ac:chgData name="Christina Karavioti" userId="dcb975a3-edb8-46a7-bb36-8f9b9207c6dd" providerId="ADAL" clId="{21A3547D-9357-436C-8422-B3EEF60FFA14}" dt="2025-06-17T10:47:25.851" v="12206" actId="1037"/>
          <ac:picMkLst>
            <pc:docMk/>
            <pc:sldMk cId="1546896781" sldId="379"/>
            <ac:picMk id="9" creationId="{D8057EBD-1F3E-9490-8755-52E1AA92498F}"/>
          </ac:picMkLst>
        </pc:picChg>
        <pc:picChg chg="mod">
          <ac:chgData name="Christina Karavioti" userId="dcb975a3-edb8-46a7-bb36-8f9b9207c6dd" providerId="ADAL" clId="{21A3547D-9357-436C-8422-B3EEF60FFA14}" dt="2025-06-13T12:53:20.832" v="2888"/>
          <ac:picMkLst>
            <pc:docMk/>
            <pc:sldMk cId="1546896781" sldId="379"/>
            <ac:picMk id="26" creationId="{2A7A4403-4F53-AF10-AF28-BF113C875AEA}"/>
          </ac:picMkLst>
        </pc:picChg>
        <pc:picChg chg="mod">
          <ac:chgData name="Christina Karavioti" userId="dcb975a3-edb8-46a7-bb36-8f9b9207c6dd" providerId="ADAL" clId="{21A3547D-9357-436C-8422-B3EEF60FFA14}" dt="2025-06-13T12:53:20.832" v="2888"/>
          <ac:picMkLst>
            <pc:docMk/>
            <pc:sldMk cId="1546896781" sldId="379"/>
            <ac:picMk id="27" creationId="{67F4CAA7-DF94-AA25-AA9A-7F27298EF046}"/>
          </ac:picMkLst>
        </pc:picChg>
        <pc:picChg chg="mod">
          <ac:chgData name="Christina Karavioti" userId="dcb975a3-edb8-46a7-bb36-8f9b9207c6dd" providerId="ADAL" clId="{21A3547D-9357-436C-8422-B3EEF60FFA14}" dt="2025-06-13T12:53:20.832" v="2888"/>
          <ac:picMkLst>
            <pc:docMk/>
            <pc:sldMk cId="1546896781" sldId="379"/>
            <ac:picMk id="28" creationId="{FA5A71A2-035E-27C3-7E58-CB5E93838953}"/>
          </ac:picMkLst>
        </pc:picChg>
        <pc:picChg chg="add mod">
          <ac:chgData name="Christina Karavioti" userId="dcb975a3-edb8-46a7-bb36-8f9b9207c6dd" providerId="ADAL" clId="{21A3547D-9357-436C-8422-B3EEF60FFA14}" dt="2025-06-17T10:47:25.851" v="12206" actId="1037"/>
          <ac:picMkLst>
            <pc:docMk/>
            <pc:sldMk cId="1546896781" sldId="379"/>
            <ac:picMk id="47" creationId="{14204490-8667-5D7E-DAF9-2656DD15CAEB}"/>
          </ac:picMkLst>
        </pc:picChg>
        <pc:picChg chg="mod">
          <ac:chgData name="Christina Karavioti" userId="dcb975a3-edb8-46a7-bb36-8f9b9207c6dd" providerId="ADAL" clId="{21A3547D-9357-436C-8422-B3EEF60FFA14}" dt="2025-06-17T10:47:31.609" v="12207"/>
          <ac:picMkLst>
            <pc:docMk/>
            <pc:sldMk cId="1546896781" sldId="379"/>
            <ac:picMk id="51" creationId="{0DC024FF-A443-A0CE-2250-8C47D4F8ABDA}"/>
          </ac:picMkLst>
        </pc:picChg>
        <pc:picChg chg="mod">
          <ac:chgData name="Christina Karavioti" userId="dcb975a3-edb8-46a7-bb36-8f9b9207c6dd" providerId="ADAL" clId="{21A3547D-9357-436C-8422-B3EEF60FFA14}" dt="2025-06-17T10:47:31.609" v="12207"/>
          <ac:picMkLst>
            <pc:docMk/>
            <pc:sldMk cId="1546896781" sldId="379"/>
            <ac:picMk id="52" creationId="{52EDD122-BC35-4BBF-DC58-B878205DA610}"/>
          </ac:picMkLst>
        </pc:picChg>
        <pc:picChg chg="add mod">
          <ac:chgData name="Christina Karavioti" userId="dcb975a3-edb8-46a7-bb36-8f9b9207c6dd" providerId="ADAL" clId="{21A3547D-9357-436C-8422-B3EEF60FFA14}" dt="2025-06-18T11:44:35.337" v="15009" actId="1076"/>
          <ac:picMkLst>
            <pc:docMk/>
            <pc:sldMk cId="1546896781" sldId="379"/>
            <ac:picMk id="69" creationId="{5FFB88B6-E4FF-B4E9-2826-45939FC75F80}"/>
          </ac:picMkLst>
        </pc:pic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8T11:52:32.803" v="15228" actId="20577"/>
              <pc2:cmMkLst xmlns:pc2="http://schemas.microsoft.com/office/powerpoint/2019/9/main/command">
                <pc:docMk/>
                <pc:sldMk cId="1546896781" sldId="379"/>
                <pc2:cmMk id="{604BDB23-F1DC-4831-A389-17938ECDBEE4}"/>
              </pc2:cmMkLst>
            </pc226:cmChg>
            <pc226:cmChg xmlns:pc226="http://schemas.microsoft.com/office/powerpoint/2022/06/main/command" chg="mod">
              <pc226:chgData name="Christina Karavioti" userId="dcb975a3-edb8-46a7-bb36-8f9b9207c6dd" providerId="ADAL" clId="{21A3547D-9357-436C-8422-B3EEF60FFA14}" dt="2025-06-18T17:05:08.651" v="17701" actId="20577"/>
              <pc2:cmMkLst xmlns:pc2="http://schemas.microsoft.com/office/powerpoint/2019/9/main/command">
                <pc:docMk/>
                <pc:sldMk cId="1546896781" sldId="379"/>
                <pc2:cmMk id="{8D5E1E45-F973-4118-ADC8-44FE2E8A513B}"/>
              </pc2:cmMkLst>
            </pc226:cmChg>
            <pc226:cmChg xmlns:pc226="http://schemas.microsoft.com/office/powerpoint/2022/06/main/command" chg="mod">
              <pc226:chgData name="Christina Karavioti" userId="dcb975a3-edb8-46a7-bb36-8f9b9207c6dd" providerId="ADAL" clId="{21A3547D-9357-436C-8422-B3EEF60FFA14}" dt="2025-06-18T11:52:32.803" v="15228" actId="20577"/>
              <pc2:cmMkLst xmlns:pc2="http://schemas.microsoft.com/office/powerpoint/2019/9/main/command">
                <pc:docMk/>
                <pc:sldMk cId="1546896781" sldId="379"/>
                <pc2:cmMk id="{C8F2B09C-50A5-4A5B-86E0-87FC30ADFEEE}"/>
              </pc2:cmMkLst>
            </pc226:cmChg>
            <pc226:cmChg xmlns:pc226="http://schemas.microsoft.com/office/powerpoint/2022/06/main/command" chg="mod">
              <pc226:chgData name="Christina Karavioti" userId="dcb975a3-edb8-46a7-bb36-8f9b9207c6dd" providerId="ADAL" clId="{21A3547D-9357-436C-8422-B3EEF60FFA14}" dt="2025-06-18T17:05:08.651" v="17701" actId="20577"/>
              <pc2:cmMkLst xmlns:pc2="http://schemas.microsoft.com/office/powerpoint/2019/9/main/command">
                <pc:docMk/>
                <pc:sldMk cId="1546896781" sldId="379"/>
                <pc2:cmMk id="{3DFA5CE1-A6BD-4DFF-B260-659594A0DCD7}"/>
              </pc2:cmMkLst>
            </pc226:cmChg>
            <pc226:cmChg xmlns:pc226="http://schemas.microsoft.com/office/powerpoint/2022/06/main/command" chg="mod">
              <pc226:chgData name="Christina Karavioti" userId="dcb975a3-edb8-46a7-bb36-8f9b9207c6dd" providerId="ADAL" clId="{21A3547D-9357-436C-8422-B3EEF60FFA14}" dt="2025-06-13T12:58:43.231" v="3045" actId="20577"/>
              <pc2:cmMkLst xmlns:pc2="http://schemas.microsoft.com/office/powerpoint/2019/9/main/command">
                <pc:docMk/>
                <pc:sldMk cId="1546896781" sldId="379"/>
                <pc2:cmMk id="{504F91EA-BCEC-431B-855A-33E9762324E1}"/>
              </pc2:cmMkLst>
            </pc226:cmChg>
            <pc226:cmChg xmlns:pc226="http://schemas.microsoft.com/office/powerpoint/2022/06/main/command" chg="mod">
              <pc226:chgData name="Christina Karavioti" userId="dcb975a3-edb8-46a7-bb36-8f9b9207c6dd" providerId="ADAL" clId="{21A3547D-9357-436C-8422-B3EEF60FFA14}" dt="2025-06-18T11:43:33.504" v="14998" actId="478"/>
              <pc2:cmMkLst xmlns:pc2="http://schemas.microsoft.com/office/powerpoint/2019/9/main/command">
                <pc:docMk/>
                <pc:sldMk cId="1546896781" sldId="379"/>
                <pc2:cmMk id="{0F8192EE-045D-4256-B98F-C7A71A8862A8}"/>
              </pc2:cmMkLst>
            </pc226:cmChg>
          </p:ext>
        </pc:extLst>
      </pc:sldChg>
      <pc:sldChg chg="addSp delSp modSp mod modCm">
        <pc:chgData name="Christina Karavioti" userId="dcb975a3-edb8-46a7-bb36-8f9b9207c6dd" providerId="ADAL" clId="{21A3547D-9357-436C-8422-B3EEF60FFA14}" dt="2025-06-20T14:24:20.730" v="20263" actId="20577"/>
        <pc:sldMkLst>
          <pc:docMk/>
          <pc:sldMk cId="1567567649" sldId="385"/>
        </pc:sldMkLst>
        <pc:spChg chg="mod ord">
          <ac:chgData name="Christina Karavioti" userId="dcb975a3-edb8-46a7-bb36-8f9b9207c6dd" providerId="ADAL" clId="{21A3547D-9357-436C-8422-B3EEF60FFA14}" dt="2025-06-18T10:59:16.308" v="14722"/>
          <ac:spMkLst>
            <pc:docMk/>
            <pc:sldMk cId="1567567649" sldId="385"/>
            <ac:spMk id="3" creationId="{968A76E7-C7C7-E91B-5BFF-C5E782C26F3B}"/>
          </ac:spMkLst>
        </pc:spChg>
        <pc:spChg chg="add mod ord">
          <ac:chgData name="Christina Karavioti" userId="dcb975a3-edb8-46a7-bb36-8f9b9207c6dd" providerId="ADAL" clId="{21A3547D-9357-436C-8422-B3EEF60FFA14}" dt="2025-06-18T12:10:56.451" v="15701" actId="1076"/>
          <ac:spMkLst>
            <pc:docMk/>
            <pc:sldMk cId="1567567649" sldId="385"/>
            <ac:spMk id="5" creationId="{8442707D-C7D5-9B99-A4D2-382E3BFB2AB7}"/>
          </ac:spMkLst>
        </pc:spChg>
        <pc:spChg chg="mod ord">
          <ac:chgData name="Christina Karavioti" userId="dcb975a3-edb8-46a7-bb36-8f9b9207c6dd" providerId="ADAL" clId="{21A3547D-9357-436C-8422-B3EEF60FFA14}" dt="2025-06-18T10:59:16.323" v="14754"/>
          <ac:spMkLst>
            <pc:docMk/>
            <pc:sldMk cId="1567567649" sldId="385"/>
            <ac:spMk id="7" creationId="{618B2C35-6381-FB85-DF95-E34B41B61864}"/>
          </ac:spMkLst>
        </pc:spChg>
        <pc:spChg chg="add mod ord">
          <ac:chgData name="Christina Karavioti" userId="dcb975a3-edb8-46a7-bb36-8f9b9207c6dd" providerId="ADAL" clId="{21A3547D-9357-436C-8422-B3EEF60FFA14}" dt="2025-06-18T10:59:16.355" v="14786"/>
          <ac:spMkLst>
            <pc:docMk/>
            <pc:sldMk cId="1567567649" sldId="385"/>
            <ac:spMk id="11" creationId="{20F9A78E-CBD0-3E18-2070-50C301EDA0A5}"/>
          </ac:spMkLst>
        </pc:spChg>
        <pc:spChg chg="mod ord">
          <ac:chgData name="Christina Karavioti" userId="dcb975a3-edb8-46a7-bb36-8f9b9207c6dd" providerId="ADAL" clId="{21A3547D-9357-436C-8422-B3EEF60FFA14}" dt="2025-06-18T12:17:27.413" v="15977" actId="14100"/>
          <ac:spMkLst>
            <pc:docMk/>
            <pc:sldMk cId="1567567649" sldId="385"/>
            <ac:spMk id="12" creationId="{2722BF98-DE84-CA52-100E-6177D710573D}"/>
          </ac:spMkLst>
        </pc:spChg>
        <pc:spChg chg="mod ord">
          <ac:chgData name="Christina Karavioti" userId="dcb975a3-edb8-46a7-bb36-8f9b9207c6dd" providerId="ADAL" clId="{21A3547D-9357-436C-8422-B3EEF60FFA14}" dt="2025-06-18T12:12:32.843" v="15761" actId="1035"/>
          <ac:spMkLst>
            <pc:docMk/>
            <pc:sldMk cId="1567567649" sldId="385"/>
            <ac:spMk id="13" creationId="{FB0569EE-F1A2-AAC7-F6FD-1953AD9B1D0B}"/>
          </ac:spMkLst>
        </pc:spChg>
        <pc:spChg chg="add mod ord">
          <ac:chgData name="Christina Karavioti" userId="dcb975a3-edb8-46a7-bb36-8f9b9207c6dd" providerId="ADAL" clId="{21A3547D-9357-436C-8422-B3EEF60FFA14}" dt="2025-06-18T12:10:56.451" v="15701" actId="1076"/>
          <ac:spMkLst>
            <pc:docMk/>
            <pc:sldMk cId="1567567649" sldId="385"/>
            <ac:spMk id="16" creationId="{59D41C00-673D-6806-E3E7-CBF57B64820B}"/>
          </ac:spMkLst>
        </pc:spChg>
        <pc:spChg chg="add mod ord">
          <ac:chgData name="Christina Karavioti" userId="dcb975a3-edb8-46a7-bb36-8f9b9207c6dd" providerId="ADAL" clId="{21A3547D-9357-436C-8422-B3EEF60FFA14}" dt="2025-06-18T12:10:56.451" v="15701" actId="1076"/>
          <ac:spMkLst>
            <pc:docMk/>
            <pc:sldMk cId="1567567649" sldId="385"/>
            <ac:spMk id="25" creationId="{8385366B-0D85-8F73-DFBA-F1C23E086386}"/>
          </ac:spMkLst>
        </pc:spChg>
        <pc:spChg chg="mod ord">
          <ac:chgData name="Christina Karavioti" userId="dcb975a3-edb8-46a7-bb36-8f9b9207c6dd" providerId="ADAL" clId="{21A3547D-9357-436C-8422-B3EEF60FFA14}" dt="2025-06-18T12:10:56.451" v="15701" actId="1076"/>
          <ac:spMkLst>
            <pc:docMk/>
            <pc:sldMk cId="1567567649" sldId="385"/>
            <ac:spMk id="26" creationId="{A3222669-1056-9E7D-53D4-A6BE7408B50A}"/>
          </ac:spMkLst>
        </pc:spChg>
        <pc:spChg chg="mod ord">
          <ac:chgData name="Christina Karavioti" userId="dcb975a3-edb8-46a7-bb36-8f9b9207c6dd" providerId="ADAL" clId="{21A3547D-9357-436C-8422-B3EEF60FFA14}" dt="2025-06-18T12:12:32.843" v="15761" actId="1035"/>
          <ac:spMkLst>
            <pc:docMk/>
            <pc:sldMk cId="1567567649" sldId="385"/>
            <ac:spMk id="27" creationId="{E4BE82AE-A25E-94FB-B66A-979E28ED2F89}"/>
          </ac:spMkLst>
        </pc:spChg>
        <pc:spChg chg="add mod ord">
          <ac:chgData name="Christina Karavioti" userId="dcb975a3-edb8-46a7-bb36-8f9b9207c6dd" providerId="ADAL" clId="{21A3547D-9357-436C-8422-B3EEF60FFA14}" dt="2025-06-18T12:10:56.451" v="15701" actId="1076"/>
          <ac:spMkLst>
            <pc:docMk/>
            <pc:sldMk cId="1567567649" sldId="385"/>
            <ac:spMk id="32" creationId="{B28CC732-C4A5-18A5-52E3-741AEDAD0931}"/>
          </ac:spMkLst>
        </pc:spChg>
        <pc:spChg chg="add mod ord">
          <ac:chgData name="Christina Karavioti" userId="dcb975a3-edb8-46a7-bb36-8f9b9207c6dd" providerId="ADAL" clId="{21A3547D-9357-436C-8422-B3EEF60FFA14}" dt="2025-06-18T12:12:32.843" v="15761" actId="1035"/>
          <ac:spMkLst>
            <pc:docMk/>
            <pc:sldMk cId="1567567649" sldId="385"/>
            <ac:spMk id="39" creationId="{41B54DBC-1B24-5A34-B378-B7CD4E90311F}"/>
          </ac:spMkLst>
        </pc:spChg>
        <pc:spChg chg="add mod ord">
          <ac:chgData name="Christina Karavioti" userId="dcb975a3-edb8-46a7-bb36-8f9b9207c6dd" providerId="ADAL" clId="{21A3547D-9357-436C-8422-B3EEF60FFA14}" dt="2025-06-18T12:10:56.451" v="15701" actId="1076"/>
          <ac:spMkLst>
            <pc:docMk/>
            <pc:sldMk cId="1567567649" sldId="385"/>
            <ac:spMk id="40" creationId="{64E2005F-0854-E7F6-F3AC-B42ED51C2BEF}"/>
          </ac:spMkLst>
        </pc:spChg>
        <pc:spChg chg="add mod ord">
          <ac:chgData name="Christina Karavioti" userId="dcb975a3-edb8-46a7-bb36-8f9b9207c6dd" providerId="ADAL" clId="{21A3547D-9357-436C-8422-B3EEF60FFA14}" dt="2025-06-18T10:59:16.355" v="14804"/>
          <ac:spMkLst>
            <pc:docMk/>
            <pc:sldMk cId="1567567649" sldId="385"/>
            <ac:spMk id="41" creationId="{0CD6847D-8656-4774-8D27-8774B231A525}"/>
          </ac:spMkLst>
        </pc:spChg>
        <pc:spChg chg="mod ord">
          <ac:chgData name="Christina Karavioti" userId="dcb975a3-edb8-46a7-bb36-8f9b9207c6dd" providerId="ADAL" clId="{21A3547D-9357-436C-8422-B3EEF60FFA14}" dt="2025-06-18T12:12:32.843" v="15761" actId="1035"/>
          <ac:spMkLst>
            <pc:docMk/>
            <pc:sldMk cId="1567567649" sldId="385"/>
            <ac:spMk id="42" creationId="{65BB8B0C-5039-7D6C-ABE8-CD1DB67D1A99}"/>
          </ac:spMkLst>
        </pc:spChg>
        <pc:spChg chg="mod ord">
          <ac:chgData name="Christina Karavioti" userId="dcb975a3-edb8-46a7-bb36-8f9b9207c6dd" providerId="ADAL" clId="{21A3547D-9357-436C-8422-B3EEF60FFA14}" dt="2025-06-18T10:59:16.355" v="14808"/>
          <ac:spMkLst>
            <pc:docMk/>
            <pc:sldMk cId="1567567649" sldId="385"/>
            <ac:spMk id="43" creationId="{BE7260AD-1571-6D85-B02D-B111F7C4F94D}"/>
          </ac:spMkLst>
        </pc:spChg>
        <pc:spChg chg="add mod ord">
          <ac:chgData name="Christina Karavioti" userId="dcb975a3-edb8-46a7-bb36-8f9b9207c6dd" providerId="ADAL" clId="{21A3547D-9357-436C-8422-B3EEF60FFA14}" dt="2025-06-18T12:12:32.843" v="15761" actId="1035"/>
          <ac:spMkLst>
            <pc:docMk/>
            <pc:sldMk cId="1567567649" sldId="385"/>
            <ac:spMk id="44" creationId="{4AFF02C6-CFC1-E8A2-4ED6-8306267D6B12}"/>
          </ac:spMkLst>
        </pc:spChg>
        <pc:spChg chg="add mod ord">
          <ac:chgData name="Christina Karavioti" userId="dcb975a3-edb8-46a7-bb36-8f9b9207c6dd" providerId="ADAL" clId="{21A3547D-9357-436C-8422-B3EEF60FFA14}" dt="2025-06-18T12:12:32.843" v="15761" actId="1035"/>
          <ac:spMkLst>
            <pc:docMk/>
            <pc:sldMk cId="1567567649" sldId="385"/>
            <ac:spMk id="45" creationId="{B125B313-0D9B-DCB9-C42C-DB980C47A220}"/>
          </ac:spMkLst>
        </pc:spChg>
        <pc:spChg chg="add mod ord">
          <ac:chgData name="Christina Karavioti" userId="dcb975a3-edb8-46a7-bb36-8f9b9207c6dd" providerId="ADAL" clId="{21A3547D-9357-436C-8422-B3EEF60FFA14}" dt="2025-06-18T12:13:15.137" v="15775" actId="1076"/>
          <ac:spMkLst>
            <pc:docMk/>
            <pc:sldMk cId="1567567649" sldId="385"/>
            <ac:spMk id="46" creationId="{97D26366-A806-6579-93A7-5DADD13A0A2E}"/>
          </ac:spMkLst>
        </pc:spChg>
        <pc:spChg chg="add mod">
          <ac:chgData name="Christina Karavioti" userId="dcb975a3-edb8-46a7-bb36-8f9b9207c6dd" providerId="ADAL" clId="{21A3547D-9357-436C-8422-B3EEF60FFA14}" dt="2025-06-18T12:14:11.717" v="15808" actId="1076"/>
          <ac:spMkLst>
            <pc:docMk/>
            <pc:sldMk cId="1567567649" sldId="385"/>
            <ac:spMk id="50" creationId="{075BCCC4-ED18-5573-C0D5-494346638B72}"/>
          </ac:spMkLst>
        </pc:spChg>
        <pc:spChg chg="add mod">
          <ac:chgData name="Christina Karavioti" userId="dcb975a3-edb8-46a7-bb36-8f9b9207c6dd" providerId="ADAL" clId="{21A3547D-9357-436C-8422-B3EEF60FFA14}" dt="2025-06-18T12:14:37.958" v="15815" actId="1076"/>
          <ac:spMkLst>
            <pc:docMk/>
            <pc:sldMk cId="1567567649" sldId="385"/>
            <ac:spMk id="51" creationId="{158C5EFE-98CD-AD4A-E3A3-7E9D3029728A}"/>
          </ac:spMkLst>
        </pc:spChg>
        <pc:spChg chg="add mod ord">
          <ac:chgData name="Christina Karavioti" userId="dcb975a3-edb8-46a7-bb36-8f9b9207c6dd" providerId="ADAL" clId="{21A3547D-9357-436C-8422-B3EEF60FFA14}" dt="2025-06-18T12:12:21.641" v="15755" actId="1035"/>
          <ac:spMkLst>
            <pc:docMk/>
            <pc:sldMk cId="1567567649" sldId="385"/>
            <ac:spMk id="52" creationId="{36A2F8DB-C015-7B09-292A-6877369A68D2}"/>
          </ac:spMkLst>
        </pc:spChg>
        <pc:spChg chg="mod ord">
          <ac:chgData name="Christina Karavioti" userId="dcb975a3-edb8-46a7-bb36-8f9b9207c6dd" providerId="ADAL" clId="{21A3547D-9357-436C-8422-B3EEF60FFA14}" dt="2025-06-18T12:12:21.641" v="15755" actId="1035"/>
          <ac:spMkLst>
            <pc:docMk/>
            <pc:sldMk cId="1567567649" sldId="385"/>
            <ac:spMk id="53" creationId="{F6D560D8-3C40-0F89-A6F4-650E209821AD}"/>
          </ac:spMkLst>
        </pc:spChg>
        <pc:spChg chg="mod ord">
          <ac:chgData name="Christina Karavioti" userId="dcb975a3-edb8-46a7-bb36-8f9b9207c6dd" providerId="ADAL" clId="{21A3547D-9357-436C-8422-B3EEF60FFA14}" dt="2025-06-18T10:59:16.323" v="14744"/>
          <ac:spMkLst>
            <pc:docMk/>
            <pc:sldMk cId="1567567649" sldId="385"/>
            <ac:spMk id="54" creationId="{C6382673-18B8-7011-3C63-D1B968678823}"/>
          </ac:spMkLst>
        </pc:spChg>
        <pc:spChg chg="add mod ord">
          <ac:chgData name="Christina Karavioti" userId="dcb975a3-edb8-46a7-bb36-8f9b9207c6dd" providerId="ADAL" clId="{21A3547D-9357-436C-8422-B3EEF60FFA14}" dt="2025-06-18T12:12:21.641" v="15755" actId="1035"/>
          <ac:spMkLst>
            <pc:docMk/>
            <pc:sldMk cId="1567567649" sldId="385"/>
            <ac:spMk id="55" creationId="{2A72F71A-2506-07E3-0C5F-1BEDC3F4CE2D}"/>
          </ac:spMkLst>
        </pc:spChg>
        <pc:spChg chg="mod ord">
          <ac:chgData name="Christina Karavioti" userId="dcb975a3-edb8-46a7-bb36-8f9b9207c6dd" providerId="ADAL" clId="{21A3547D-9357-436C-8422-B3EEF60FFA14}" dt="2025-06-18T12:12:21.641" v="15755" actId="1035"/>
          <ac:spMkLst>
            <pc:docMk/>
            <pc:sldMk cId="1567567649" sldId="385"/>
            <ac:spMk id="56" creationId="{8EC59A25-E8F4-74CE-AD54-C501F1501D80}"/>
          </ac:spMkLst>
        </pc:spChg>
        <pc:spChg chg="add mod ord">
          <ac:chgData name="Christina Karavioti" userId="dcb975a3-edb8-46a7-bb36-8f9b9207c6dd" providerId="ADAL" clId="{21A3547D-9357-436C-8422-B3EEF60FFA14}" dt="2025-06-18T12:12:32.843" v="15761" actId="1035"/>
          <ac:spMkLst>
            <pc:docMk/>
            <pc:sldMk cId="1567567649" sldId="385"/>
            <ac:spMk id="57" creationId="{448EDE56-1318-0909-F12B-DFCE5868EE97}"/>
          </ac:spMkLst>
        </pc:spChg>
        <pc:spChg chg="add mod">
          <ac:chgData name="Christina Karavioti" userId="dcb975a3-edb8-46a7-bb36-8f9b9207c6dd" providerId="ADAL" clId="{21A3547D-9357-436C-8422-B3EEF60FFA14}" dt="2025-06-18T12:14:37.958" v="15815" actId="1076"/>
          <ac:spMkLst>
            <pc:docMk/>
            <pc:sldMk cId="1567567649" sldId="385"/>
            <ac:spMk id="58" creationId="{E27B81FD-41CE-19B4-F2B2-41B6126D4DAB}"/>
          </ac:spMkLst>
        </pc:spChg>
        <pc:spChg chg="add mod">
          <ac:chgData name="Christina Karavioti" userId="dcb975a3-edb8-46a7-bb36-8f9b9207c6dd" providerId="ADAL" clId="{21A3547D-9357-436C-8422-B3EEF60FFA14}" dt="2025-06-18T12:14:37.958" v="15815" actId="1076"/>
          <ac:spMkLst>
            <pc:docMk/>
            <pc:sldMk cId="1567567649" sldId="385"/>
            <ac:spMk id="59" creationId="{2CD33611-5F6A-4B30-6E97-C06A507F0710}"/>
          </ac:spMkLst>
        </pc:spChg>
        <pc:spChg chg="add mod ord">
          <ac:chgData name="Christina Karavioti" userId="dcb975a3-edb8-46a7-bb36-8f9b9207c6dd" providerId="ADAL" clId="{21A3547D-9357-436C-8422-B3EEF60FFA14}" dt="2025-06-18T12:12:21.641" v="15755" actId="1035"/>
          <ac:spMkLst>
            <pc:docMk/>
            <pc:sldMk cId="1567567649" sldId="385"/>
            <ac:spMk id="60" creationId="{A5EE09DF-34D0-4D0B-B8F4-D376BE6399C7}"/>
          </ac:spMkLst>
        </pc:spChg>
        <pc:spChg chg="mod ord">
          <ac:chgData name="Christina Karavioti" userId="dcb975a3-edb8-46a7-bb36-8f9b9207c6dd" providerId="ADAL" clId="{21A3547D-9357-436C-8422-B3EEF60FFA14}" dt="2025-06-18T12:12:32.843" v="15761" actId="1035"/>
          <ac:spMkLst>
            <pc:docMk/>
            <pc:sldMk cId="1567567649" sldId="385"/>
            <ac:spMk id="61" creationId="{7CA41DB0-E3A3-B808-FA43-E965663BA0ED}"/>
          </ac:spMkLst>
        </pc:spChg>
        <pc:spChg chg="add mod ord">
          <ac:chgData name="Christina Karavioti" userId="dcb975a3-edb8-46a7-bb36-8f9b9207c6dd" providerId="ADAL" clId="{21A3547D-9357-436C-8422-B3EEF60FFA14}" dt="2025-06-18T12:12:21.641" v="15755" actId="1035"/>
          <ac:spMkLst>
            <pc:docMk/>
            <pc:sldMk cId="1567567649" sldId="385"/>
            <ac:spMk id="62" creationId="{7D0E39E4-2CCE-C666-0D87-BD99E4CF0669}"/>
          </ac:spMkLst>
        </pc:spChg>
        <pc:spChg chg="add mod ord">
          <ac:chgData name="Christina Karavioti" userId="dcb975a3-edb8-46a7-bb36-8f9b9207c6dd" providerId="ADAL" clId="{21A3547D-9357-436C-8422-B3EEF60FFA14}" dt="2025-06-18T12:12:21.641" v="15755" actId="1035"/>
          <ac:spMkLst>
            <pc:docMk/>
            <pc:sldMk cId="1567567649" sldId="385"/>
            <ac:spMk id="63" creationId="{C6E6E411-C5CD-5BCC-A031-47F41E057C19}"/>
          </ac:spMkLst>
        </pc:spChg>
        <pc:spChg chg="add mod">
          <ac:chgData name="Christina Karavioti" userId="dcb975a3-edb8-46a7-bb36-8f9b9207c6dd" providerId="ADAL" clId="{21A3547D-9357-436C-8422-B3EEF60FFA14}" dt="2025-06-18T12:14:37.958" v="15815" actId="1076"/>
          <ac:spMkLst>
            <pc:docMk/>
            <pc:sldMk cId="1567567649" sldId="385"/>
            <ac:spMk id="64" creationId="{F15EAB82-6EF3-7A67-731D-6C4872C67D3B}"/>
          </ac:spMkLst>
        </pc:spChg>
        <pc:spChg chg="add mod">
          <ac:chgData name="Christina Karavioti" userId="dcb975a3-edb8-46a7-bb36-8f9b9207c6dd" providerId="ADAL" clId="{21A3547D-9357-436C-8422-B3EEF60FFA14}" dt="2025-06-18T12:14:37.958" v="15815" actId="1076"/>
          <ac:spMkLst>
            <pc:docMk/>
            <pc:sldMk cId="1567567649" sldId="385"/>
            <ac:spMk id="65" creationId="{663AB46C-9213-9B09-8E92-DD1392B4C84E}"/>
          </ac:spMkLst>
        </pc:spChg>
        <pc:spChg chg="add mod">
          <ac:chgData name="Christina Karavioti" userId="dcb975a3-edb8-46a7-bb36-8f9b9207c6dd" providerId="ADAL" clId="{21A3547D-9357-436C-8422-B3EEF60FFA14}" dt="2025-06-18T12:14:37.958" v="15815" actId="1076"/>
          <ac:spMkLst>
            <pc:docMk/>
            <pc:sldMk cId="1567567649" sldId="385"/>
            <ac:spMk id="66" creationId="{15907049-DF1C-3F98-B2BB-935241BB561A}"/>
          </ac:spMkLst>
        </pc:spChg>
        <pc:spChg chg="mod ord">
          <ac:chgData name="Christina Karavioti" userId="dcb975a3-edb8-46a7-bb36-8f9b9207c6dd" providerId="ADAL" clId="{21A3547D-9357-436C-8422-B3EEF60FFA14}" dt="2025-06-18T12:16:11.772" v="15969" actId="20577"/>
          <ac:spMkLst>
            <pc:docMk/>
            <pc:sldMk cId="1567567649" sldId="385"/>
            <ac:spMk id="92" creationId="{37C74C63-B285-31ED-2E52-F5F60BA4AAAB}"/>
          </ac:spMkLst>
        </pc:spChg>
        <pc:grpChg chg="mod ord">
          <ac:chgData name="Christina Karavioti" userId="dcb975a3-edb8-46a7-bb36-8f9b9207c6dd" providerId="ADAL" clId="{21A3547D-9357-436C-8422-B3EEF60FFA14}" dt="2025-06-18T10:59:16.339" v="14764"/>
          <ac:grpSpMkLst>
            <pc:docMk/>
            <pc:sldMk cId="1567567649" sldId="385"/>
            <ac:grpSpMk id="2" creationId="{88599C15-A68E-DAE7-3A50-18A7DE817BBE}"/>
          </ac:grpSpMkLst>
        </pc:grpChg>
        <pc:grpChg chg="mod ord">
          <ac:chgData name="Christina Karavioti" userId="dcb975a3-edb8-46a7-bb36-8f9b9207c6dd" providerId="ADAL" clId="{21A3547D-9357-436C-8422-B3EEF60FFA14}" dt="2025-06-18T10:59:16.323" v="14742"/>
          <ac:grpSpMkLst>
            <pc:docMk/>
            <pc:sldMk cId="1567567649" sldId="385"/>
            <ac:grpSpMk id="19" creationId="{934B9F91-BB94-3155-A814-666FA1C3DE96}"/>
          </ac:grpSpMkLst>
        </pc:grpChg>
        <pc:graphicFrameChg chg="mod">
          <ac:chgData name="Christina Karavioti" userId="dcb975a3-edb8-46a7-bb36-8f9b9207c6dd" providerId="ADAL" clId="{21A3547D-9357-436C-8422-B3EEF60FFA14}" dt="2025-06-18T10:59:16.371" v="14820"/>
          <ac:graphicFrameMkLst>
            <pc:docMk/>
            <pc:sldMk cId="1567567649" sldId="385"/>
            <ac:graphicFrameMk id="6" creationId="{D6836023-5143-6C05-4280-50D06F8C4EC6}"/>
          </ac:graphicFrameMkLst>
        </pc:graphicFrameChg>
        <pc:graphicFrameChg chg="add del mod ord modGraphic">
          <ac:chgData name="Christina Karavioti" userId="dcb975a3-edb8-46a7-bb36-8f9b9207c6dd" providerId="ADAL" clId="{21A3547D-9357-436C-8422-B3EEF60FFA14}" dt="2025-06-20T14:24:20.730" v="20263" actId="20577"/>
          <ac:graphicFrameMkLst>
            <pc:docMk/>
            <pc:sldMk cId="1567567649" sldId="385"/>
            <ac:graphicFrameMk id="17" creationId="{4ADD555E-40B8-F6FB-4FAB-92B68FC48BD9}"/>
          </ac:graphicFrameMkLst>
        </pc:graphicFrameChg>
        <pc:picChg chg="mod ord">
          <ac:chgData name="Christina Karavioti" userId="dcb975a3-edb8-46a7-bb36-8f9b9207c6dd" providerId="ADAL" clId="{21A3547D-9357-436C-8422-B3EEF60FFA14}" dt="2025-06-18T10:59:16.339" v="14756"/>
          <ac:picMkLst>
            <pc:docMk/>
            <pc:sldMk cId="1567567649" sldId="385"/>
            <ac:picMk id="8" creationId="{59A343D2-6B3E-88DA-9EDE-21FEF49FEF30}"/>
          </ac:picMkLst>
        </pc:picChg>
        <pc:picChg chg="mod ord">
          <ac:chgData name="Christina Karavioti" userId="dcb975a3-edb8-46a7-bb36-8f9b9207c6dd" providerId="ADAL" clId="{21A3547D-9357-436C-8422-B3EEF60FFA14}" dt="2025-06-18T10:59:16.339" v="14758"/>
          <ac:picMkLst>
            <pc:docMk/>
            <pc:sldMk cId="1567567649" sldId="385"/>
            <ac:picMk id="9" creationId="{9B081700-2060-7DAF-7486-291D8A60287D}"/>
          </ac:picMkLst>
        </pc:picChg>
        <pc:picChg chg="mod ord">
          <ac:chgData name="Christina Karavioti" userId="dcb975a3-edb8-46a7-bb36-8f9b9207c6dd" providerId="ADAL" clId="{21A3547D-9357-436C-8422-B3EEF60FFA14}" dt="2025-06-18T10:59:16.339" v="14760"/>
          <ac:picMkLst>
            <pc:docMk/>
            <pc:sldMk cId="1567567649" sldId="385"/>
            <ac:picMk id="10" creationId="{C353EAFE-FE96-C563-E053-FFB07D9A09C7}"/>
          </ac:picMkLst>
        </pc:picChg>
        <pc:picChg chg="mod ord">
          <ac:chgData name="Christina Karavioti" userId="dcb975a3-edb8-46a7-bb36-8f9b9207c6dd" providerId="ADAL" clId="{21A3547D-9357-436C-8422-B3EEF60FFA14}" dt="2025-06-18T10:59:16.339" v="14762"/>
          <ac:picMkLst>
            <pc:docMk/>
            <pc:sldMk cId="1567567649" sldId="385"/>
            <ac:picMk id="15" creationId="{7E016F53-437F-9C94-4EAC-D8ADE6C58A38}"/>
          </ac:picMkLst>
        </pc:picChg>
        <pc:picChg chg="mod ord">
          <ac:chgData name="Christina Karavioti" userId="dcb975a3-edb8-46a7-bb36-8f9b9207c6dd" providerId="ADAL" clId="{21A3547D-9357-436C-8422-B3EEF60FFA14}" dt="2025-06-18T12:15:55.620" v="15962" actId="12788"/>
          <ac:picMkLst>
            <pc:docMk/>
            <pc:sldMk cId="1567567649" sldId="385"/>
            <ac:picMk id="18" creationId="{CD235414-22AE-272B-9105-688EF39E41D4}"/>
          </ac:picMkLst>
        </pc:picChg>
        <pc:picChg chg="add mod">
          <ac:chgData name="Christina Karavioti" userId="dcb975a3-edb8-46a7-bb36-8f9b9207c6dd" providerId="ADAL" clId="{21A3547D-9357-436C-8422-B3EEF60FFA14}" dt="2025-06-18T12:15:55.620" v="15962" actId="12788"/>
          <ac:picMkLst>
            <pc:docMk/>
            <pc:sldMk cId="1567567649" sldId="385"/>
            <ac:picMk id="68" creationId="{CFCE443C-C2C6-EA53-6EFD-C9D5C305ABB2}"/>
          </ac:picMkLst>
        </pc:picChg>
        <pc:picChg chg="add mod">
          <ac:chgData name="Christina Karavioti" userId="dcb975a3-edb8-46a7-bb36-8f9b9207c6dd" providerId="ADAL" clId="{21A3547D-9357-436C-8422-B3EEF60FFA14}" dt="2025-06-18T12:15:52.696" v="15961" actId="12788"/>
          <ac:picMkLst>
            <pc:docMk/>
            <pc:sldMk cId="1567567649" sldId="385"/>
            <ac:picMk id="69" creationId="{7C4A6568-A424-3865-EC24-83EAB0EE45D3}"/>
          </ac:picMkLst>
        </pc:picChg>
        <pc:picChg chg="add mod">
          <ac:chgData name="Christina Karavioti" userId="dcb975a3-edb8-46a7-bb36-8f9b9207c6dd" providerId="ADAL" clId="{21A3547D-9357-436C-8422-B3EEF60FFA14}" dt="2025-06-19T15:53:44.229" v="18577" actId="1076"/>
          <ac:picMkLst>
            <pc:docMk/>
            <pc:sldMk cId="1567567649" sldId="385"/>
            <ac:picMk id="70" creationId="{3F8D7801-D369-ACF6-BC49-B8C56065A87C}"/>
          </ac:picMkLst>
        </pc:pic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20T14:24:18.822" v="20252" actId="20577"/>
              <pc2:cmMkLst xmlns:pc2="http://schemas.microsoft.com/office/powerpoint/2019/9/main/command">
                <pc:docMk/>
                <pc:sldMk cId="1567567649" sldId="385"/>
                <pc2:cmMk id="{F8EBA817-FDF8-4B8D-BCEB-478BDD2DAEDC}"/>
              </pc2:cmMkLst>
            </pc226:cmChg>
            <pc226:cmChg xmlns:pc226="http://schemas.microsoft.com/office/powerpoint/2022/06/main/command" chg="mod">
              <pc226:chgData name="Christina Karavioti" userId="dcb975a3-edb8-46a7-bb36-8f9b9207c6dd" providerId="ADAL" clId="{21A3547D-9357-436C-8422-B3EEF60FFA14}" dt="2025-06-17T09:31:20.736" v="10754" actId="20577"/>
              <pc2:cmMkLst xmlns:pc2="http://schemas.microsoft.com/office/powerpoint/2019/9/main/command">
                <pc:docMk/>
                <pc:sldMk cId="1567567649" sldId="385"/>
                <pc2:cmMk id="{5AAFCC6B-B598-46C1-81D0-3D092298F701}"/>
              </pc2:cmMkLst>
            </pc226:cmChg>
            <pc226:cmChg xmlns:pc226="http://schemas.microsoft.com/office/powerpoint/2022/06/main/command" chg="mod">
              <pc226:chgData name="Christina Karavioti" userId="dcb975a3-edb8-46a7-bb36-8f9b9207c6dd" providerId="ADAL" clId="{21A3547D-9357-436C-8422-B3EEF60FFA14}" dt="2025-06-18T11:08:48.840" v="14867" actId="478"/>
              <pc2:cmMkLst xmlns:pc2="http://schemas.microsoft.com/office/powerpoint/2019/9/main/command">
                <pc:docMk/>
                <pc:sldMk cId="1567567649" sldId="385"/>
                <pc2:cmMk id="{DF0DD8B0-36B9-450F-BCE4-36659D335FF3}"/>
              </pc2:cmMkLst>
            </pc226:cmChg>
          </p:ext>
        </pc:extLst>
      </pc:sldChg>
      <pc:sldChg chg="addSp delSp modSp add mod">
        <pc:chgData name="Christina Karavioti" userId="dcb975a3-edb8-46a7-bb36-8f9b9207c6dd" providerId="ADAL" clId="{21A3547D-9357-436C-8422-B3EEF60FFA14}" dt="2025-06-12T14:30:33.004" v="2"/>
        <pc:sldMkLst>
          <pc:docMk/>
          <pc:sldMk cId="4056428186" sldId="444"/>
        </pc:sldMkLst>
        <pc:spChg chg="mod">
          <ac:chgData name="Christina Karavioti" userId="dcb975a3-edb8-46a7-bb36-8f9b9207c6dd" providerId="ADAL" clId="{21A3547D-9357-436C-8422-B3EEF60FFA14}" dt="2025-06-12T14:30:33.004" v="2"/>
          <ac:spMkLst>
            <pc:docMk/>
            <pc:sldMk cId="4056428186" sldId="444"/>
            <ac:spMk id="7" creationId="{3574F1DD-E4E3-0135-3362-61705954A791}"/>
          </ac:spMkLst>
        </pc:spChg>
        <pc:spChg chg="mod">
          <ac:chgData name="Christina Karavioti" userId="dcb975a3-edb8-46a7-bb36-8f9b9207c6dd" providerId="ADAL" clId="{21A3547D-9357-436C-8422-B3EEF60FFA14}" dt="2025-06-12T14:30:33.004" v="2"/>
          <ac:spMkLst>
            <pc:docMk/>
            <pc:sldMk cId="4056428186" sldId="444"/>
            <ac:spMk id="8" creationId="{5C4FBA2C-F9EF-7DF8-7638-22CA4F057795}"/>
          </ac:spMkLst>
        </pc:spChg>
        <pc:spChg chg="mod">
          <ac:chgData name="Christina Karavioti" userId="dcb975a3-edb8-46a7-bb36-8f9b9207c6dd" providerId="ADAL" clId="{21A3547D-9357-436C-8422-B3EEF60FFA14}" dt="2025-06-12T14:30:33.004" v="2"/>
          <ac:spMkLst>
            <pc:docMk/>
            <pc:sldMk cId="4056428186" sldId="444"/>
            <ac:spMk id="10" creationId="{6ADBBAF8-B314-907A-2531-25D0EB659371}"/>
          </ac:spMkLst>
        </pc:spChg>
        <pc:spChg chg="mod">
          <ac:chgData name="Christina Karavioti" userId="dcb975a3-edb8-46a7-bb36-8f9b9207c6dd" providerId="ADAL" clId="{21A3547D-9357-436C-8422-B3EEF60FFA14}" dt="2025-06-12T14:30:33.004" v="2"/>
          <ac:spMkLst>
            <pc:docMk/>
            <pc:sldMk cId="4056428186" sldId="444"/>
            <ac:spMk id="11" creationId="{BB66F837-3D89-5B69-6DCA-47B73BEA2CE6}"/>
          </ac:spMkLst>
        </pc:spChg>
        <pc:spChg chg="mod">
          <ac:chgData name="Christina Karavioti" userId="dcb975a3-edb8-46a7-bb36-8f9b9207c6dd" providerId="ADAL" clId="{21A3547D-9357-436C-8422-B3EEF60FFA14}" dt="2025-06-12T14:30:33.004" v="2"/>
          <ac:spMkLst>
            <pc:docMk/>
            <pc:sldMk cId="4056428186" sldId="444"/>
            <ac:spMk id="12" creationId="{6E09D686-DF0A-B6E0-8C1F-FB2C9C4C14F6}"/>
          </ac:spMkLst>
        </pc:spChg>
        <pc:grpChg chg="add mod">
          <ac:chgData name="Christina Karavioti" userId="dcb975a3-edb8-46a7-bb36-8f9b9207c6dd" providerId="ADAL" clId="{21A3547D-9357-436C-8422-B3EEF60FFA14}" dt="2025-06-12T14:30:33.004" v="2"/>
          <ac:grpSpMkLst>
            <pc:docMk/>
            <pc:sldMk cId="4056428186" sldId="444"/>
            <ac:grpSpMk id="6" creationId="{6524D2E9-A758-F22E-CD35-B4049ECB1DFA}"/>
          </ac:grpSpMkLst>
        </pc:grpChg>
      </pc:sldChg>
      <pc:sldChg chg="addSp delSp modSp mod modCm">
        <pc:chgData name="Christina Karavioti" userId="dcb975a3-edb8-46a7-bb36-8f9b9207c6dd" providerId="ADAL" clId="{21A3547D-9357-436C-8422-B3EEF60FFA14}" dt="2025-06-23T10:16:59.494" v="20406"/>
        <pc:sldMkLst>
          <pc:docMk/>
          <pc:sldMk cId="363219195" sldId="2147483443"/>
        </pc:sldMkLst>
        <pc:spChg chg="mod">
          <ac:chgData name="Christina Karavioti" userId="dcb975a3-edb8-46a7-bb36-8f9b9207c6dd" providerId="ADAL" clId="{21A3547D-9357-436C-8422-B3EEF60FFA14}" dt="2025-06-18T13:11:13.194" v="16496" actId="14100"/>
          <ac:spMkLst>
            <pc:docMk/>
            <pc:sldMk cId="363219195" sldId="2147483443"/>
            <ac:spMk id="20" creationId="{E5148BDA-4E19-D4E2-71B4-EFB79AD97811}"/>
          </ac:spMkLst>
        </pc:spChg>
        <pc:spChg chg="mod">
          <ac:chgData name="Christina Karavioti" userId="dcb975a3-edb8-46a7-bb36-8f9b9207c6dd" providerId="ADAL" clId="{21A3547D-9357-436C-8422-B3EEF60FFA14}" dt="2025-06-18T13:10:54.423" v="16483" actId="1036"/>
          <ac:spMkLst>
            <pc:docMk/>
            <pc:sldMk cId="363219195" sldId="2147483443"/>
            <ac:spMk id="37" creationId="{33D1BACC-29B7-FC6A-781B-2CDD9EAA463B}"/>
          </ac:spMkLst>
        </pc:spChg>
        <pc:spChg chg="mod">
          <ac:chgData name="Christina Karavioti" userId="dcb975a3-edb8-46a7-bb36-8f9b9207c6dd" providerId="ADAL" clId="{21A3547D-9357-436C-8422-B3EEF60FFA14}" dt="2025-06-18T13:13:37.442" v="16583" actId="14100"/>
          <ac:spMkLst>
            <pc:docMk/>
            <pc:sldMk cId="363219195" sldId="2147483443"/>
            <ac:spMk id="50" creationId="{E44A3BD7-34C8-23A2-0455-CB6174FBD257}"/>
          </ac:spMkLst>
        </pc:spChg>
        <pc:grpChg chg="mod">
          <ac:chgData name="Christina Karavioti" userId="dcb975a3-edb8-46a7-bb36-8f9b9207c6dd" providerId="ADAL" clId="{21A3547D-9357-436C-8422-B3EEF60FFA14}" dt="2025-06-18T17:08:01.143" v="17714" actId="1076"/>
          <ac:grpSpMkLst>
            <pc:docMk/>
            <pc:sldMk cId="363219195" sldId="2147483443"/>
            <ac:grpSpMk id="15" creationId="{773F68DC-F918-C955-E3E9-F57EA8940F2C}"/>
          </ac:grpSpMkLst>
        </pc:grpChg>
        <pc:graphicFrameChg chg="mod">
          <ac:chgData name="Christina Karavioti" userId="dcb975a3-edb8-46a7-bb36-8f9b9207c6dd" providerId="ADAL" clId="{21A3547D-9357-436C-8422-B3EEF60FFA14}" dt="2025-06-23T10:16:59.494" v="20406"/>
          <ac:graphicFrameMkLst>
            <pc:docMk/>
            <pc:sldMk cId="363219195" sldId="2147483443"/>
            <ac:graphicFrameMk id="6" creationId="{CFCA3166-4CD8-79BB-7A8A-6204EAC8C1F3}"/>
          </ac:graphicFrameMkLst>
        </pc:graphicFrameChg>
        <pc:graphicFrameChg chg="mod modGraphic">
          <ac:chgData name="Christina Karavioti" userId="dcb975a3-edb8-46a7-bb36-8f9b9207c6dd" providerId="ADAL" clId="{21A3547D-9357-436C-8422-B3EEF60FFA14}" dt="2025-06-20T14:24:26.801" v="20269" actId="20577"/>
          <ac:graphicFrameMkLst>
            <pc:docMk/>
            <pc:sldMk cId="363219195" sldId="2147483443"/>
            <ac:graphicFrameMk id="30" creationId="{F7DE7D17-A032-0AE9-414E-F9DBD6232A75}"/>
          </ac:graphicFrameMkLst>
        </pc:graphicFrameChg>
        <pc:picChg chg="add mod">
          <ac:chgData name="Christina Karavioti" userId="dcb975a3-edb8-46a7-bb36-8f9b9207c6dd" providerId="ADAL" clId="{21A3547D-9357-436C-8422-B3EEF60FFA14}" dt="2025-06-18T13:11:28.567" v="16499" actId="12789"/>
          <ac:picMkLst>
            <pc:docMk/>
            <pc:sldMk cId="363219195" sldId="2147483443"/>
            <ac:picMk id="2" creationId="{83101406-8B6A-FC44-B34A-286EC98F1C78}"/>
          </ac:picMkLst>
        </pc:picChg>
        <pc:picChg chg="mod">
          <ac:chgData name="Christina Karavioti" userId="dcb975a3-edb8-46a7-bb36-8f9b9207c6dd" providerId="ADAL" clId="{21A3547D-9357-436C-8422-B3EEF60FFA14}" dt="2025-06-18T13:11:24.303" v="16497" actId="1076"/>
          <ac:picMkLst>
            <pc:docMk/>
            <pc:sldMk cId="363219195" sldId="2147483443"/>
            <ac:picMk id="4" creationId="{8698B1B0-EBD2-06DA-B1CF-4E0036E8420B}"/>
          </ac:picMkLst>
        </pc:picChg>
        <pc:picChg chg="mod">
          <ac:chgData name="Christina Karavioti" userId="dcb975a3-edb8-46a7-bb36-8f9b9207c6dd" providerId="ADAL" clId="{21A3547D-9357-436C-8422-B3EEF60FFA14}" dt="2025-06-18T17:08:01.143" v="17714" actId="1076"/>
          <ac:picMkLst>
            <pc:docMk/>
            <pc:sldMk cId="363219195" sldId="2147483443"/>
            <ac:picMk id="31" creationId="{A087706E-5CDD-E938-2A2D-C533327D07B4}"/>
          </ac:picMkLst>
        </pc:picChg>
        <pc:picChg chg="mod">
          <ac:chgData name="Christina Karavioti" userId="dcb975a3-edb8-46a7-bb36-8f9b9207c6dd" providerId="ADAL" clId="{21A3547D-9357-436C-8422-B3EEF60FFA14}" dt="2025-06-18T13:11:28.567" v="16499" actId="12789"/>
          <ac:picMkLst>
            <pc:docMk/>
            <pc:sldMk cId="363219195" sldId="2147483443"/>
            <ac:picMk id="35" creationId="{25DC3CE7-A0A3-3DC0-8778-8C10346B50DA}"/>
          </ac:picMkLst>
        </pc:pic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8T13:13:33.221" v="16582" actId="20577"/>
              <pc2:cmMkLst xmlns:pc2="http://schemas.microsoft.com/office/powerpoint/2019/9/main/command">
                <pc:docMk/>
                <pc:sldMk cId="363219195" sldId="2147483443"/>
                <pc2:cmMk id="{59D7F309-423E-4DAA-867A-CF84F7D7C917}"/>
              </pc2:cmMkLst>
            </pc226:cmChg>
            <pc226:cmChg xmlns:pc226="http://schemas.microsoft.com/office/powerpoint/2022/06/main/command" chg="mod">
              <pc226:chgData name="Christina Karavioti" userId="dcb975a3-edb8-46a7-bb36-8f9b9207c6dd" providerId="ADAL" clId="{21A3547D-9357-436C-8422-B3EEF60FFA14}" dt="2025-06-17T10:19:23.874" v="11790" actId="20577"/>
              <pc2:cmMkLst xmlns:pc2="http://schemas.microsoft.com/office/powerpoint/2019/9/main/command">
                <pc:docMk/>
                <pc:sldMk cId="363219195" sldId="2147483443"/>
                <pc2:cmMk id="{461A000C-A3FF-4AB7-B4A1-0F82306594D9}"/>
              </pc2:cmMkLst>
            </pc226:cmChg>
            <pc226:cmChg xmlns:pc226="http://schemas.microsoft.com/office/powerpoint/2022/06/main/command" chg="mod">
              <pc226:chgData name="Christina Karavioti" userId="dcb975a3-edb8-46a7-bb36-8f9b9207c6dd" providerId="ADAL" clId="{21A3547D-9357-436C-8422-B3EEF60FFA14}" dt="2025-06-20T14:24:26.801" v="20269" actId="20577"/>
              <pc2:cmMkLst xmlns:pc2="http://schemas.microsoft.com/office/powerpoint/2019/9/main/command">
                <pc:docMk/>
                <pc:sldMk cId="363219195" sldId="2147483443"/>
                <pc2:cmMk id="{7B425772-0F4B-417A-A8E2-5AD212C15329}"/>
              </pc2:cmMkLst>
            </pc226:cmChg>
          </p:ext>
        </pc:extLst>
      </pc:sldChg>
      <pc:sldChg chg="addSp modSp add del mod">
        <pc:chgData name="Christina Karavioti" userId="dcb975a3-edb8-46a7-bb36-8f9b9207c6dd" providerId="ADAL" clId="{21A3547D-9357-436C-8422-B3EEF60FFA14}" dt="2025-06-19T15:25:15.760" v="17722" actId="2696"/>
        <pc:sldMkLst>
          <pc:docMk/>
          <pc:sldMk cId="2073768835" sldId="2147483453"/>
        </pc:sldMkLst>
      </pc:sldChg>
      <pc:sldChg chg="add mod modShow">
        <pc:chgData name="Christina Karavioti" userId="dcb975a3-edb8-46a7-bb36-8f9b9207c6dd" providerId="ADAL" clId="{21A3547D-9357-436C-8422-B3EEF60FFA14}" dt="2025-06-19T15:25:22.067" v="17724" actId="729"/>
        <pc:sldMkLst>
          <pc:docMk/>
          <pc:sldMk cId="3769766017" sldId="2147483453"/>
        </pc:sldMkLst>
      </pc:sldChg>
      <pc:sldChg chg="add mod modShow">
        <pc:chgData name="Christina Karavioti" userId="dcb975a3-edb8-46a7-bb36-8f9b9207c6dd" providerId="ADAL" clId="{21A3547D-9357-436C-8422-B3EEF60FFA14}" dt="2025-06-19T15:25:22.067" v="17724" actId="729"/>
        <pc:sldMkLst>
          <pc:docMk/>
          <pc:sldMk cId="742897673" sldId="2147483454"/>
        </pc:sldMkLst>
      </pc:sldChg>
      <pc:sldChg chg="addSp modSp del mod ord">
        <pc:chgData name="Christina Karavioti" userId="dcb975a3-edb8-46a7-bb36-8f9b9207c6dd" providerId="ADAL" clId="{21A3547D-9357-436C-8422-B3EEF60FFA14}" dt="2025-06-19T15:25:15.760" v="17722" actId="2696"/>
        <pc:sldMkLst>
          <pc:docMk/>
          <pc:sldMk cId="4010431905" sldId="2147483454"/>
        </pc:sldMkLst>
      </pc:sldChg>
      <pc:sldChg chg="addSp delSp modSp mod">
        <pc:chgData name="Christina Karavioti" userId="dcb975a3-edb8-46a7-bb36-8f9b9207c6dd" providerId="ADAL" clId="{21A3547D-9357-436C-8422-B3EEF60FFA14}" dt="2025-06-18T12:15:21.309" v="15956"/>
        <pc:sldMkLst>
          <pc:docMk/>
          <pc:sldMk cId="3687798834" sldId="2147483456"/>
        </pc:sldMkLst>
        <pc:spChg chg="mod">
          <ac:chgData name="Christina Karavioti" userId="dcb975a3-edb8-46a7-bb36-8f9b9207c6dd" providerId="ADAL" clId="{21A3547D-9357-436C-8422-B3EEF60FFA14}" dt="2025-06-18T12:15:21.288" v="15932" actId="948"/>
          <ac:spMkLst>
            <pc:docMk/>
            <pc:sldMk cId="3687798834" sldId="2147483456"/>
            <ac:spMk id="3" creationId="{F53043FD-EA22-123E-DB7F-70AE62FC29EC}"/>
          </ac:spMkLst>
        </pc:spChg>
        <pc:spChg chg="mod">
          <ac:chgData name="Christina Karavioti" userId="dcb975a3-edb8-46a7-bb36-8f9b9207c6dd" providerId="ADAL" clId="{21A3547D-9357-436C-8422-B3EEF60FFA14}" dt="2025-06-17T09:24:50.160" v="10613" actId="1076"/>
          <ac:spMkLst>
            <pc:docMk/>
            <pc:sldMk cId="3687798834" sldId="2147483456"/>
            <ac:spMk id="10" creationId="{481D4395-06A1-2247-7A7A-8E62F84972CE}"/>
          </ac:spMkLst>
        </pc:spChg>
        <pc:spChg chg="mod">
          <ac:chgData name="Christina Karavioti" userId="dcb975a3-edb8-46a7-bb36-8f9b9207c6dd" providerId="ADAL" clId="{21A3547D-9357-436C-8422-B3EEF60FFA14}" dt="2025-06-17T09:25:19.044" v="10622" actId="14100"/>
          <ac:spMkLst>
            <pc:docMk/>
            <pc:sldMk cId="3687798834" sldId="2147483456"/>
            <ac:spMk id="13" creationId="{9799D943-70BD-88E2-F29C-BC8C84C176BB}"/>
          </ac:spMkLst>
        </pc:spChg>
        <pc:spChg chg="mod">
          <ac:chgData name="Christina Karavioti" userId="dcb975a3-edb8-46a7-bb36-8f9b9207c6dd" providerId="ADAL" clId="{21A3547D-9357-436C-8422-B3EEF60FFA14}" dt="2025-06-17T09:24:50.160" v="10613" actId="1076"/>
          <ac:spMkLst>
            <pc:docMk/>
            <pc:sldMk cId="3687798834" sldId="2147483456"/>
            <ac:spMk id="15" creationId="{1EC7D95D-4C6E-0776-10FB-DCFB4BA4CD80}"/>
          </ac:spMkLst>
        </pc:spChg>
        <pc:spChg chg="mod">
          <ac:chgData name="Christina Karavioti" userId="dcb975a3-edb8-46a7-bb36-8f9b9207c6dd" providerId="ADAL" clId="{21A3547D-9357-436C-8422-B3EEF60FFA14}" dt="2025-06-17T09:24:50.160" v="10613" actId="1076"/>
          <ac:spMkLst>
            <pc:docMk/>
            <pc:sldMk cId="3687798834" sldId="2147483456"/>
            <ac:spMk id="20" creationId="{C0AE6EF2-18A7-AB4A-239E-CBF42393AE68}"/>
          </ac:spMkLst>
        </pc:spChg>
        <pc:spChg chg="mod">
          <ac:chgData name="Christina Karavioti" userId="dcb975a3-edb8-46a7-bb36-8f9b9207c6dd" providerId="ADAL" clId="{21A3547D-9357-436C-8422-B3EEF60FFA14}" dt="2025-06-17T09:24:50.160" v="10613" actId="1076"/>
          <ac:spMkLst>
            <pc:docMk/>
            <pc:sldMk cId="3687798834" sldId="2147483456"/>
            <ac:spMk id="21" creationId="{36221DCD-7359-D5FD-8636-73E572B71DA9}"/>
          </ac:spMkLst>
        </pc:spChg>
        <pc:spChg chg="mod">
          <ac:chgData name="Christina Karavioti" userId="dcb975a3-edb8-46a7-bb36-8f9b9207c6dd" providerId="ADAL" clId="{21A3547D-9357-436C-8422-B3EEF60FFA14}" dt="2025-06-17T09:24:50.160" v="10613" actId="1076"/>
          <ac:spMkLst>
            <pc:docMk/>
            <pc:sldMk cId="3687798834" sldId="2147483456"/>
            <ac:spMk id="22" creationId="{435FB980-B0DE-3FD6-D4C4-068E295C6501}"/>
          </ac:spMkLst>
        </pc:spChg>
        <pc:spChg chg="mod">
          <ac:chgData name="Christina Karavioti" userId="dcb975a3-edb8-46a7-bb36-8f9b9207c6dd" providerId="ADAL" clId="{21A3547D-9357-436C-8422-B3EEF60FFA14}" dt="2025-06-17T09:24:50.160" v="10613" actId="1076"/>
          <ac:spMkLst>
            <pc:docMk/>
            <pc:sldMk cId="3687798834" sldId="2147483456"/>
            <ac:spMk id="23" creationId="{EF144028-2485-DF20-1B97-AC32DD97CF7D}"/>
          </ac:spMkLst>
        </pc:spChg>
        <pc:spChg chg="mod">
          <ac:chgData name="Christina Karavioti" userId="dcb975a3-edb8-46a7-bb36-8f9b9207c6dd" providerId="ADAL" clId="{21A3547D-9357-436C-8422-B3EEF60FFA14}" dt="2025-06-17T09:24:50.160" v="10613" actId="1076"/>
          <ac:spMkLst>
            <pc:docMk/>
            <pc:sldMk cId="3687798834" sldId="2147483456"/>
            <ac:spMk id="24" creationId="{6C41AC00-FDC0-BF12-9829-17CD324E3E2B}"/>
          </ac:spMkLst>
        </pc:spChg>
        <pc:spChg chg="mod">
          <ac:chgData name="Christina Karavioti" userId="dcb975a3-edb8-46a7-bb36-8f9b9207c6dd" providerId="ADAL" clId="{21A3547D-9357-436C-8422-B3EEF60FFA14}" dt="2025-06-17T09:24:50.160" v="10613" actId="1076"/>
          <ac:spMkLst>
            <pc:docMk/>
            <pc:sldMk cId="3687798834" sldId="2147483456"/>
            <ac:spMk id="25" creationId="{531F67E5-A8B0-0480-8383-192C84B9B069}"/>
          </ac:spMkLst>
        </pc:spChg>
        <pc:spChg chg="mod">
          <ac:chgData name="Christina Karavioti" userId="dcb975a3-edb8-46a7-bb36-8f9b9207c6dd" providerId="ADAL" clId="{21A3547D-9357-436C-8422-B3EEF60FFA14}" dt="2025-06-17T09:24:50.160" v="10613" actId="1076"/>
          <ac:spMkLst>
            <pc:docMk/>
            <pc:sldMk cId="3687798834" sldId="2147483456"/>
            <ac:spMk id="26" creationId="{4083D83A-6273-22B3-EA66-788F2E2D9F11}"/>
          </ac:spMkLst>
        </pc:spChg>
        <pc:spChg chg="add mod">
          <ac:chgData name="Christina Karavioti" userId="dcb975a3-edb8-46a7-bb36-8f9b9207c6dd" providerId="ADAL" clId="{21A3547D-9357-436C-8422-B3EEF60FFA14}" dt="2025-06-17T09:25:15.801" v="10621" actId="1076"/>
          <ac:spMkLst>
            <pc:docMk/>
            <pc:sldMk cId="3687798834" sldId="2147483456"/>
            <ac:spMk id="50" creationId="{9B67F99C-1BA4-6DD2-D139-C400ADD4A9B2}"/>
          </ac:spMkLst>
        </pc:spChg>
        <pc:graphicFrameChg chg="mod">
          <ac:chgData name="Christina Karavioti" userId="dcb975a3-edb8-46a7-bb36-8f9b9207c6dd" providerId="ADAL" clId="{21A3547D-9357-436C-8422-B3EEF60FFA14}" dt="2025-06-18T12:15:21.309" v="15956"/>
          <ac:graphicFrameMkLst>
            <pc:docMk/>
            <pc:sldMk cId="3687798834" sldId="2147483456"/>
            <ac:graphicFrameMk id="6" creationId="{4BF3406A-3622-8E9E-9B6B-263E9F33D762}"/>
          </ac:graphicFrameMkLst>
        </pc:graphicFrameChg>
        <pc:graphicFrameChg chg="mod modGraphic">
          <ac:chgData name="Christina Karavioti" userId="dcb975a3-edb8-46a7-bb36-8f9b9207c6dd" providerId="ADAL" clId="{21A3547D-9357-436C-8422-B3EEF60FFA14}" dt="2025-06-17T09:25:24.088" v="10624"/>
          <ac:graphicFrameMkLst>
            <pc:docMk/>
            <pc:sldMk cId="3687798834" sldId="2147483456"/>
            <ac:graphicFrameMk id="17" creationId="{CC82D122-DA8B-0D89-D99E-1F9A7C3EBAC2}"/>
          </ac:graphicFrameMkLst>
        </pc:graphicFrameChg>
        <pc:picChg chg="add mod">
          <ac:chgData name="Christina Karavioti" userId="dcb975a3-edb8-46a7-bb36-8f9b9207c6dd" providerId="ADAL" clId="{21A3547D-9357-436C-8422-B3EEF60FFA14}" dt="2025-06-17T09:25:34.115" v="10627" actId="12788"/>
          <ac:picMkLst>
            <pc:docMk/>
            <pc:sldMk cId="3687798834" sldId="2147483456"/>
            <ac:picMk id="4" creationId="{8BAF731D-D7B0-58BD-3911-3DB43E7DD4D7}"/>
          </ac:picMkLst>
        </pc:picChg>
        <pc:picChg chg="mod">
          <ac:chgData name="Christina Karavioti" userId="dcb975a3-edb8-46a7-bb36-8f9b9207c6dd" providerId="ADAL" clId="{21A3547D-9357-436C-8422-B3EEF60FFA14}" dt="2025-06-17T09:25:30.613" v="10626" actId="1076"/>
          <ac:picMkLst>
            <pc:docMk/>
            <pc:sldMk cId="3687798834" sldId="2147483456"/>
            <ac:picMk id="8" creationId="{DA4ED333-E41A-DCFC-644E-102A0FB31D8F}"/>
          </ac:picMkLst>
        </pc:picChg>
        <pc:picChg chg="mod">
          <ac:chgData name="Christina Karavioti" userId="dcb975a3-edb8-46a7-bb36-8f9b9207c6dd" providerId="ADAL" clId="{21A3547D-9357-436C-8422-B3EEF60FFA14}" dt="2025-06-17T09:25:34.115" v="10627" actId="12788"/>
          <ac:picMkLst>
            <pc:docMk/>
            <pc:sldMk cId="3687798834" sldId="2147483456"/>
            <ac:picMk id="9" creationId="{E53BD4C9-5DF2-9D85-1709-710A47A2551F}"/>
          </ac:picMkLst>
        </pc:picChg>
        <pc:picChg chg="add mod">
          <ac:chgData name="Christina Karavioti" userId="dcb975a3-edb8-46a7-bb36-8f9b9207c6dd" providerId="ADAL" clId="{21A3547D-9357-436C-8422-B3EEF60FFA14}" dt="2025-06-17T09:25:30.613" v="10626" actId="1076"/>
          <ac:picMkLst>
            <pc:docMk/>
            <pc:sldMk cId="3687798834" sldId="2147483456"/>
            <ac:picMk id="28" creationId="{A074BF77-C83C-D446-D3FC-F53AD1DE9BA5}"/>
          </ac:picMkLst>
        </pc:picChg>
      </pc:sldChg>
      <pc:sldChg chg="addSp delSp modSp add del mod modCm">
        <pc:chgData name="Christina Karavioti" userId="dcb975a3-edb8-46a7-bb36-8f9b9207c6dd" providerId="ADAL" clId="{21A3547D-9357-436C-8422-B3EEF60FFA14}" dt="2025-06-19T15:25:15.760" v="17722" actId="2696"/>
        <pc:sldMkLst>
          <pc:docMk/>
          <pc:sldMk cId="1927259399" sldId="2147483460"/>
        </pc:sldMkLst>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7T13:18:26.443" v="13517" actId="20577"/>
              <pc2:cmMkLst xmlns:pc2="http://schemas.microsoft.com/office/powerpoint/2019/9/main/command">
                <pc:docMk/>
                <pc:sldMk cId="1927259399" sldId="2147483460"/>
                <pc2:cmMk id="{EAAFA6C4-A323-4C1E-87A3-D80BB4977AC8}"/>
              </pc2:cmMkLst>
            </pc226:cmChg>
          </p:ext>
        </pc:extLst>
      </pc:sldChg>
      <pc:sldChg chg="add mod modShow">
        <pc:chgData name="Christina Karavioti" userId="dcb975a3-edb8-46a7-bb36-8f9b9207c6dd" providerId="ADAL" clId="{21A3547D-9357-436C-8422-B3EEF60FFA14}" dt="2025-06-19T15:25:22.067" v="17724" actId="729"/>
        <pc:sldMkLst>
          <pc:docMk/>
          <pc:sldMk cId="3492453795" sldId="2147483460"/>
        </pc:sldMkLst>
      </pc:sldChg>
      <pc:sldChg chg="add mod modShow">
        <pc:chgData name="Christina Karavioti" userId="dcb975a3-edb8-46a7-bb36-8f9b9207c6dd" providerId="ADAL" clId="{21A3547D-9357-436C-8422-B3EEF60FFA14}" dt="2025-06-19T15:25:22.067" v="17724" actId="729"/>
        <pc:sldMkLst>
          <pc:docMk/>
          <pc:sldMk cId="1625830884" sldId="2147483461"/>
        </pc:sldMkLst>
      </pc:sldChg>
      <pc:sldChg chg="addSp delSp modSp add del mod">
        <pc:chgData name="Christina Karavioti" userId="dcb975a3-edb8-46a7-bb36-8f9b9207c6dd" providerId="ADAL" clId="{21A3547D-9357-436C-8422-B3EEF60FFA14}" dt="2025-06-19T15:25:15.760" v="17722" actId="2696"/>
        <pc:sldMkLst>
          <pc:docMk/>
          <pc:sldMk cId="2543231909" sldId="2147483461"/>
        </pc:sldMkLst>
      </pc:sldChg>
      <pc:sldChg chg="addSp delSp modSp add del mod modShow">
        <pc:chgData name="Christina Karavioti" userId="dcb975a3-edb8-46a7-bb36-8f9b9207c6dd" providerId="ADAL" clId="{21A3547D-9357-436C-8422-B3EEF60FFA14}" dt="2025-06-17T14:55:33.005" v="14063" actId="2696"/>
        <pc:sldMkLst>
          <pc:docMk/>
          <pc:sldMk cId="1527087664" sldId="2147483462"/>
        </pc:sldMkLst>
      </pc:sldChg>
      <pc:sldChg chg="add">
        <pc:chgData name="Christina Karavioti" userId="dcb975a3-edb8-46a7-bb36-8f9b9207c6dd" providerId="ADAL" clId="{21A3547D-9357-436C-8422-B3EEF60FFA14}" dt="2025-06-17T14:55:47.798" v="14066"/>
        <pc:sldMkLst>
          <pc:docMk/>
          <pc:sldMk cId="3802299619" sldId="2147483462"/>
        </pc:sldMkLst>
      </pc:sldChg>
      <pc:sldChg chg="add mod modShow">
        <pc:chgData name="Christina Karavioti" userId="dcb975a3-edb8-46a7-bb36-8f9b9207c6dd" providerId="ADAL" clId="{21A3547D-9357-436C-8422-B3EEF60FFA14}" dt="2025-06-19T15:25:22.067" v="17724" actId="729"/>
        <pc:sldMkLst>
          <pc:docMk/>
          <pc:sldMk cId="1340993345" sldId="2147483463"/>
        </pc:sldMkLst>
      </pc:sldChg>
      <pc:sldChg chg="addSp delSp modSp add del mod modCm">
        <pc:chgData name="Christina Karavioti" userId="dcb975a3-edb8-46a7-bb36-8f9b9207c6dd" providerId="ADAL" clId="{21A3547D-9357-436C-8422-B3EEF60FFA14}" dt="2025-06-19T15:25:15.760" v="17722" actId="2696"/>
        <pc:sldMkLst>
          <pc:docMk/>
          <pc:sldMk cId="3616262808" sldId="2147483463"/>
        </pc:sldMkLst>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2T16:09:59.248" v="280" actId="20577"/>
              <pc2:cmMkLst xmlns:pc2="http://schemas.microsoft.com/office/powerpoint/2019/9/main/command">
                <pc:docMk/>
                <pc:sldMk cId="3616262808" sldId="2147483463"/>
                <pc2:cmMk id="{9A7B1C77-B8A3-45E9-9181-98B6D86D6181}"/>
              </pc2:cmMkLst>
            </pc226:cmChg>
            <pc226:cmChg xmlns:pc226="http://schemas.microsoft.com/office/powerpoint/2022/06/main/command" chg="mod">
              <pc226:chgData name="Christina Karavioti" userId="dcb975a3-edb8-46a7-bb36-8f9b9207c6dd" providerId="ADAL" clId="{21A3547D-9357-436C-8422-B3EEF60FFA14}" dt="2025-06-18T16:38:26.813" v="17318" actId="20577"/>
              <pc2:cmMkLst xmlns:pc2="http://schemas.microsoft.com/office/powerpoint/2019/9/main/command">
                <pc:docMk/>
                <pc:sldMk cId="3616262808" sldId="2147483463"/>
                <pc2:cmMk id="{3FCECD88-0186-475A-B29B-8B7F69FEFD6E}"/>
              </pc2:cmMkLst>
            </pc226:cmChg>
          </p:ext>
        </pc:extLst>
      </pc:sldChg>
      <pc:sldChg chg="add">
        <pc:chgData name="Christina Karavioti" userId="dcb975a3-edb8-46a7-bb36-8f9b9207c6dd" providerId="ADAL" clId="{21A3547D-9357-436C-8422-B3EEF60FFA14}" dt="2025-06-17T14:57:38.077" v="14068"/>
        <pc:sldMkLst>
          <pc:docMk/>
          <pc:sldMk cId="781270662" sldId="2147483464"/>
        </pc:sldMkLst>
      </pc:sldChg>
      <pc:sldChg chg="addSp delSp modSp add del mod modShow">
        <pc:chgData name="Christina Karavioti" userId="dcb975a3-edb8-46a7-bb36-8f9b9207c6dd" providerId="ADAL" clId="{21A3547D-9357-436C-8422-B3EEF60FFA14}" dt="2025-06-17T14:57:34.681" v="14067" actId="2696"/>
        <pc:sldMkLst>
          <pc:docMk/>
          <pc:sldMk cId="3725529460" sldId="2147483464"/>
        </pc:sldMkLst>
      </pc:sldChg>
      <pc:sldChg chg="del">
        <pc:chgData name="Christina Karavioti" userId="dcb975a3-edb8-46a7-bb36-8f9b9207c6dd" providerId="ADAL" clId="{21A3547D-9357-436C-8422-B3EEF60FFA14}" dt="2025-06-12T14:46:47.405" v="13" actId="47"/>
        <pc:sldMkLst>
          <pc:docMk/>
          <pc:sldMk cId="2263380089" sldId="2147483471"/>
        </pc:sldMkLst>
      </pc:sldChg>
      <pc:sldChg chg="del">
        <pc:chgData name="Christina Karavioti" userId="dcb975a3-edb8-46a7-bb36-8f9b9207c6dd" providerId="ADAL" clId="{21A3547D-9357-436C-8422-B3EEF60FFA14}" dt="2025-06-12T14:30:42.742" v="3" actId="47"/>
        <pc:sldMkLst>
          <pc:docMk/>
          <pc:sldMk cId="3024216520" sldId="2147483473"/>
        </pc:sldMkLst>
      </pc:sldChg>
      <pc:sldChg chg="addSp delSp modSp add del mod modShow modCm">
        <pc:chgData name="Christina Karavioti" userId="dcb975a3-edb8-46a7-bb36-8f9b9207c6dd" providerId="ADAL" clId="{21A3547D-9357-436C-8422-B3EEF60FFA14}" dt="2025-06-17T14:58:02.530" v="14069" actId="2696"/>
        <pc:sldMkLst>
          <pc:docMk/>
          <pc:sldMk cId="2975577659" sldId="2147483480"/>
        </pc:sldMkLst>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3T12:19:05.183" v="2483" actId="21"/>
              <pc2:cmMkLst xmlns:pc2="http://schemas.microsoft.com/office/powerpoint/2019/9/main/command">
                <pc:docMk/>
                <pc:sldMk cId="2975577659" sldId="2147483480"/>
                <pc2:cmMk id="{F66A6A34-8B7E-4D0A-B178-4147B5CDBA34}"/>
              </pc2:cmMkLst>
            </pc226:cmChg>
            <pc226:cmChg xmlns:pc226="http://schemas.microsoft.com/office/powerpoint/2022/06/main/command" chg="mod">
              <pc226:chgData name="Christina Karavioti" userId="dcb975a3-edb8-46a7-bb36-8f9b9207c6dd" providerId="ADAL" clId="{21A3547D-9357-436C-8422-B3EEF60FFA14}" dt="2025-06-13T12:19:05.183" v="2483" actId="21"/>
              <pc2:cmMkLst xmlns:pc2="http://schemas.microsoft.com/office/powerpoint/2019/9/main/command">
                <pc:docMk/>
                <pc:sldMk cId="2975577659" sldId="2147483480"/>
                <pc2:cmMk id="{A867C036-1C11-41E8-87DD-8E37A2BC2FD0}"/>
              </pc2:cmMkLst>
            </pc226:cmChg>
            <pc226:cmChg xmlns:pc226="http://schemas.microsoft.com/office/powerpoint/2022/06/main/command" chg="mod">
              <pc226:chgData name="Christina Karavioti" userId="dcb975a3-edb8-46a7-bb36-8f9b9207c6dd" providerId="ADAL" clId="{21A3547D-9357-436C-8422-B3EEF60FFA14}" dt="2025-06-13T13:24:38.426" v="3662" actId="20577"/>
              <pc2:cmMkLst xmlns:pc2="http://schemas.microsoft.com/office/powerpoint/2019/9/main/command">
                <pc:docMk/>
                <pc:sldMk cId="2975577659" sldId="2147483480"/>
                <pc2:cmMk id="{03727660-3DA5-41C6-A1D0-01335FD3A172}"/>
              </pc2:cmMkLst>
            </pc226:cmChg>
            <pc226:cmChg xmlns:pc226="http://schemas.microsoft.com/office/powerpoint/2022/06/main/command" chg="mod">
              <pc226:chgData name="Christina Karavioti" userId="dcb975a3-edb8-46a7-bb36-8f9b9207c6dd" providerId="ADAL" clId="{21A3547D-9357-436C-8422-B3EEF60FFA14}" dt="2025-06-13T13:24:38.426" v="3662" actId="20577"/>
              <pc2:cmMkLst xmlns:pc2="http://schemas.microsoft.com/office/powerpoint/2019/9/main/command">
                <pc:docMk/>
                <pc:sldMk cId="2975577659" sldId="2147483480"/>
                <pc2:cmMk id="{785F0C62-2F42-49A8-9B9B-88C575B7063B}"/>
              </pc2:cmMkLst>
            </pc226:cmChg>
            <pc226:cmChg xmlns:pc226="http://schemas.microsoft.com/office/powerpoint/2022/06/main/command" chg="mod">
              <pc226:chgData name="Christina Karavioti" userId="dcb975a3-edb8-46a7-bb36-8f9b9207c6dd" providerId="ADAL" clId="{21A3547D-9357-436C-8422-B3EEF60FFA14}" dt="2025-06-13T13:24:38.426" v="3662" actId="20577"/>
              <pc2:cmMkLst xmlns:pc2="http://schemas.microsoft.com/office/powerpoint/2019/9/main/command">
                <pc:docMk/>
                <pc:sldMk cId="2975577659" sldId="2147483480"/>
                <pc2:cmMk id="{415EAB7F-80A7-415A-9306-F16FDAE24404}"/>
              </pc2:cmMkLst>
            </pc226:cmChg>
            <pc226:cmChg xmlns:pc226="http://schemas.microsoft.com/office/powerpoint/2022/06/main/command" chg="mod">
              <pc226:chgData name="Christina Karavioti" userId="dcb975a3-edb8-46a7-bb36-8f9b9207c6dd" providerId="ADAL" clId="{21A3547D-9357-436C-8422-B3EEF60FFA14}" dt="2025-06-13T12:19:05.183" v="2483" actId="21"/>
              <pc2:cmMkLst xmlns:pc2="http://schemas.microsoft.com/office/powerpoint/2019/9/main/command">
                <pc:docMk/>
                <pc:sldMk cId="2975577659" sldId="2147483480"/>
                <pc2:cmMk id="{B689DAA2-129A-4133-8ACB-32539911FAE0}"/>
              </pc2:cmMkLst>
            </pc226:cmChg>
            <pc226:cmChg xmlns:pc226="http://schemas.microsoft.com/office/powerpoint/2022/06/main/command" chg="mod">
              <pc226:chgData name="Christina Karavioti" userId="dcb975a3-edb8-46a7-bb36-8f9b9207c6dd" providerId="ADAL" clId="{21A3547D-9357-436C-8422-B3EEF60FFA14}" dt="2025-06-13T13:24:38.426" v="3662" actId="20577"/>
              <pc2:cmMkLst xmlns:pc2="http://schemas.microsoft.com/office/powerpoint/2019/9/main/command">
                <pc:docMk/>
                <pc:sldMk cId="2975577659" sldId="2147483480"/>
                <pc2:cmMk id="{C9E247DF-B1AD-4253-9077-D74ADD3CD4A1}"/>
              </pc2:cmMkLst>
            </pc226:cmChg>
            <pc226:cmChg xmlns:pc226="http://schemas.microsoft.com/office/powerpoint/2022/06/main/command" chg="mod">
              <pc226:chgData name="Christina Karavioti" userId="dcb975a3-edb8-46a7-bb36-8f9b9207c6dd" providerId="ADAL" clId="{21A3547D-9357-436C-8422-B3EEF60FFA14}" dt="2025-06-13T12:19:05.183" v="2483" actId="21"/>
              <pc2:cmMkLst xmlns:pc2="http://schemas.microsoft.com/office/powerpoint/2019/9/main/command">
                <pc:docMk/>
                <pc:sldMk cId="2975577659" sldId="2147483480"/>
                <pc2:cmMk id="{FF45BFFE-07D4-47F8-8B4D-53AA5BB80AA9}"/>
              </pc2:cmMkLst>
            </pc226:cmChg>
          </p:ext>
        </pc:extLst>
      </pc:sldChg>
      <pc:sldChg chg="add">
        <pc:chgData name="Christina Karavioti" userId="dcb975a3-edb8-46a7-bb36-8f9b9207c6dd" providerId="ADAL" clId="{21A3547D-9357-436C-8422-B3EEF60FFA14}" dt="2025-06-17T14:58:06.016" v="14070"/>
        <pc:sldMkLst>
          <pc:docMk/>
          <pc:sldMk cId="3352445997" sldId="2147483480"/>
        </pc:sldMkLst>
      </pc:sldChg>
      <pc:sldChg chg="delSp add mod">
        <pc:chgData name="Christina Karavioti" userId="dcb975a3-edb8-46a7-bb36-8f9b9207c6dd" providerId="ADAL" clId="{21A3547D-9357-436C-8422-B3EEF60FFA14}" dt="2025-06-12T14:46:45.394" v="12" actId="478"/>
        <pc:sldMkLst>
          <pc:docMk/>
          <pc:sldMk cId="2111892451" sldId="2147483481"/>
        </pc:sldMkLst>
      </pc:sldChg>
      <pc:sldChg chg="add del mod modShow">
        <pc:chgData name="Christina Karavioti" userId="dcb975a3-edb8-46a7-bb36-8f9b9207c6dd" providerId="ADAL" clId="{21A3547D-9357-436C-8422-B3EEF60FFA14}" dt="2025-06-13T15:21:43.417" v="5940" actId="47"/>
        <pc:sldMkLst>
          <pc:docMk/>
          <pc:sldMk cId="1297298509" sldId="2147483482"/>
        </pc:sldMkLst>
      </pc:sldChg>
      <pc:sldChg chg="add del mod modShow">
        <pc:chgData name="Christina Karavioti" userId="dcb975a3-edb8-46a7-bb36-8f9b9207c6dd" providerId="ADAL" clId="{21A3547D-9357-436C-8422-B3EEF60FFA14}" dt="2025-06-12T15:23:44.449" v="108" actId="47"/>
        <pc:sldMkLst>
          <pc:docMk/>
          <pc:sldMk cId="2763489673" sldId="2147483482"/>
        </pc:sldMkLst>
      </pc:sldChg>
      <pc:sldChg chg="add mod modShow">
        <pc:chgData name="Christina Karavioti" userId="dcb975a3-edb8-46a7-bb36-8f9b9207c6dd" providerId="ADAL" clId="{21A3547D-9357-436C-8422-B3EEF60FFA14}" dt="2025-06-19T15:25:22.067" v="17724" actId="729"/>
        <pc:sldMkLst>
          <pc:docMk/>
          <pc:sldMk cId="1107573298" sldId="2147483483"/>
        </pc:sldMkLst>
      </pc:sldChg>
      <pc:sldChg chg="addSp delSp modSp add del mod">
        <pc:chgData name="Christina Karavioti" userId="dcb975a3-edb8-46a7-bb36-8f9b9207c6dd" providerId="ADAL" clId="{21A3547D-9357-436C-8422-B3EEF60FFA14}" dt="2025-06-19T15:25:15.760" v="17722" actId="2696"/>
        <pc:sldMkLst>
          <pc:docMk/>
          <pc:sldMk cId="2291332094" sldId="2147483483"/>
        </pc:sldMkLst>
      </pc:sldChg>
      <pc:sldChg chg="add del mod modShow">
        <pc:chgData name="Christina Karavioti" userId="dcb975a3-edb8-46a7-bb36-8f9b9207c6dd" providerId="ADAL" clId="{21A3547D-9357-436C-8422-B3EEF60FFA14}" dt="2025-06-17T14:58:02.530" v="14069" actId="2696"/>
        <pc:sldMkLst>
          <pc:docMk/>
          <pc:sldMk cId="2137712917" sldId="2147483484"/>
        </pc:sldMkLst>
      </pc:sldChg>
      <pc:sldChg chg="add">
        <pc:chgData name="Christina Karavioti" userId="dcb975a3-edb8-46a7-bb36-8f9b9207c6dd" providerId="ADAL" clId="{21A3547D-9357-436C-8422-B3EEF60FFA14}" dt="2025-06-17T14:58:06.016" v="14070"/>
        <pc:sldMkLst>
          <pc:docMk/>
          <pc:sldMk cId="3095931141" sldId="2147483484"/>
        </pc:sldMkLst>
      </pc:sldChg>
      <pc:sldChg chg="add">
        <pc:chgData name="Christina Karavioti" userId="dcb975a3-edb8-46a7-bb36-8f9b9207c6dd" providerId="ADAL" clId="{21A3547D-9357-436C-8422-B3EEF60FFA14}" dt="2025-06-23T10:23:52.352" v="20408"/>
        <pc:sldMkLst>
          <pc:docMk/>
          <pc:sldMk cId="556609737" sldId="2147483485"/>
        </pc:sldMkLst>
      </pc:sldChg>
      <pc:sldChg chg="addSp delSp modSp add del mod">
        <pc:chgData name="Christina Karavioti" userId="dcb975a3-edb8-46a7-bb36-8f9b9207c6dd" providerId="ADAL" clId="{21A3547D-9357-436C-8422-B3EEF60FFA14}" dt="2025-06-23T10:23:46.596" v="20407" actId="2696"/>
        <pc:sldMkLst>
          <pc:docMk/>
          <pc:sldMk cId="687775994" sldId="2147483485"/>
        </pc:sldMkLst>
      </pc:sldChg>
      <pc:sldChg chg="addSp delSp modSp add mod modCm">
        <pc:chgData name="Christina Karavioti" userId="dcb975a3-edb8-46a7-bb36-8f9b9207c6dd" providerId="ADAL" clId="{21A3547D-9357-436C-8422-B3EEF60FFA14}" dt="2025-06-20T16:06:09.380" v="20323" actId="207"/>
        <pc:sldMkLst>
          <pc:docMk/>
          <pc:sldMk cId="4090785815" sldId="2147483486"/>
        </pc:sldMkLst>
        <pc:spChg chg="mod ord">
          <ac:chgData name="Christina Karavioti" userId="dcb975a3-edb8-46a7-bb36-8f9b9207c6dd" providerId="ADAL" clId="{21A3547D-9357-436C-8422-B3EEF60FFA14}" dt="2025-06-18T16:55:16.364" v="17525" actId="20577"/>
          <ac:spMkLst>
            <pc:docMk/>
            <pc:sldMk cId="4090785815" sldId="2147483486"/>
            <ac:spMk id="2" creationId="{C72D6A24-8791-CADB-E901-F741477B0F99}"/>
          </ac:spMkLst>
        </pc:spChg>
        <pc:spChg chg="mod ord">
          <ac:chgData name="Christina Karavioti" userId="dcb975a3-edb8-46a7-bb36-8f9b9207c6dd" providerId="ADAL" clId="{21A3547D-9357-436C-8422-B3EEF60FFA14}" dt="2025-06-18T14:14:10.549" v="16698"/>
          <ac:spMkLst>
            <pc:docMk/>
            <pc:sldMk cId="4090785815" sldId="2147483486"/>
            <ac:spMk id="3" creationId="{D06052C2-3A3A-FB55-1B3F-1D902D616E1F}"/>
          </ac:spMkLst>
        </pc:spChg>
        <pc:spChg chg="mod">
          <ac:chgData name="Christina Karavioti" userId="dcb975a3-edb8-46a7-bb36-8f9b9207c6dd" providerId="ADAL" clId="{21A3547D-9357-436C-8422-B3EEF60FFA14}" dt="2025-06-20T16:06:09.380" v="20323" actId="207"/>
          <ac:spMkLst>
            <pc:docMk/>
            <pc:sldMk cId="4090785815" sldId="2147483486"/>
            <ac:spMk id="7" creationId="{C63DD5E1-990D-95B0-E4A9-10A6EE323436}"/>
          </ac:spMkLst>
        </pc:spChg>
        <pc:spChg chg="mod ord">
          <ac:chgData name="Christina Karavioti" userId="dcb975a3-edb8-46a7-bb36-8f9b9207c6dd" providerId="ADAL" clId="{21A3547D-9357-436C-8422-B3EEF60FFA14}" dt="2025-06-18T14:14:10.549" v="16696"/>
          <ac:spMkLst>
            <pc:docMk/>
            <pc:sldMk cId="4090785815" sldId="2147483486"/>
            <ac:spMk id="10" creationId="{CE88BF42-3E54-B339-AB3A-54497BA1F6D5}"/>
          </ac:spMkLst>
        </pc:spChg>
        <pc:spChg chg="mod ord">
          <ac:chgData name="Christina Karavioti" userId="dcb975a3-edb8-46a7-bb36-8f9b9207c6dd" providerId="ADAL" clId="{21A3547D-9357-436C-8422-B3EEF60FFA14}" dt="2025-06-18T14:14:10.549" v="16716"/>
          <ac:spMkLst>
            <pc:docMk/>
            <pc:sldMk cId="4090785815" sldId="2147483486"/>
            <ac:spMk id="12" creationId="{424E25FB-1519-021D-8CF9-8F460146C556}"/>
          </ac:spMkLst>
        </pc:spChg>
        <pc:spChg chg="mod ord">
          <ac:chgData name="Christina Karavioti" userId="dcb975a3-edb8-46a7-bb36-8f9b9207c6dd" providerId="ADAL" clId="{21A3547D-9357-436C-8422-B3EEF60FFA14}" dt="2025-06-18T16:53:48.671" v="17499" actId="1076"/>
          <ac:spMkLst>
            <pc:docMk/>
            <pc:sldMk cId="4090785815" sldId="2147483486"/>
            <ac:spMk id="13" creationId="{C201794A-15C8-57CE-C4B8-A686A8E1783F}"/>
          </ac:spMkLst>
        </pc:spChg>
        <pc:spChg chg="mod">
          <ac:chgData name="Christina Karavioti" userId="dcb975a3-edb8-46a7-bb36-8f9b9207c6dd" providerId="ADAL" clId="{21A3547D-9357-436C-8422-B3EEF60FFA14}" dt="2025-06-18T14:21:12.372" v="16897" actId="113"/>
          <ac:spMkLst>
            <pc:docMk/>
            <pc:sldMk cId="4090785815" sldId="2147483486"/>
            <ac:spMk id="14" creationId="{2B71CEE4-0E50-BF11-3732-F9D19A78DE0F}"/>
          </ac:spMkLst>
        </pc:spChg>
        <pc:spChg chg="mod">
          <ac:chgData name="Christina Karavioti" userId="dcb975a3-edb8-46a7-bb36-8f9b9207c6dd" providerId="ADAL" clId="{21A3547D-9357-436C-8422-B3EEF60FFA14}" dt="2025-06-18T14:03:57.646" v="16670" actId="14100"/>
          <ac:spMkLst>
            <pc:docMk/>
            <pc:sldMk cId="4090785815" sldId="2147483486"/>
            <ac:spMk id="15" creationId="{5885B235-612E-065D-C05A-5510A38E5E4C}"/>
          </ac:spMkLst>
        </pc:spChg>
        <pc:spChg chg="add mod ord">
          <ac:chgData name="Christina Karavioti" userId="dcb975a3-edb8-46a7-bb36-8f9b9207c6dd" providerId="ADAL" clId="{21A3547D-9357-436C-8422-B3EEF60FFA14}" dt="2025-06-20T16:05:21.682" v="20287" actId="208"/>
          <ac:spMkLst>
            <pc:docMk/>
            <pc:sldMk cId="4090785815" sldId="2147483486"/>
            <ac:spMk id="16" creationId="{8C273EDC-ABB2-FDF5-EDB3-41BDB2A1B0F3}"/>
          </ac:spMkLst>
        </pc:spChg>
        <pc:spChg chg="mod ord">
          <ac:chgData name="Christina Karavioti" userId="dcb975a3-edb8-46a7-bb36-8f9b9207c6dd" providerId="ADAL" clId="{21A3547D-9357-436C-8422-B3EEF60FFA14}" dt="2025-06-18T16:55:55.007" v="17532" actId="12788"/>
          <ac:spMkLst>
            <pc:docMk/>
            <pc:sldMk cId="4090785815" sldId="2147483486"/>
            <ac:spMk id="18" creationId="{3C4B76FF-5AC1-30D6-5FDF-012C2679229C}"/>
          </ac:spMkLst>
        </pc:spChg>
        <pc:spChg chg="mod ord">
          <ac:chgData name="Christina Karavioti" userId="dcb975a3-edb8-46a7-bb36-8f9b9207c6dd" providerId="ADAL" clId="{21A3547D-9357-436C-8422-B3EEF60FFA14}" dt="2025-06-18T16:55:55.007" v="17532" actId="12788"/>
          <ac:spMkLst>
            <pc:docMk/>
            <pc:sldMk cId="4090785815" sldId="2147483486"/>
            <ac:spMk id="19" creationId="{4433F0A6-D6AA-0457-FC00-FFF6F38F0929}"/>
          </ac:spMkLst>
        </pc:spChg>
        <pc:spChg chg="add mod ord">
          <ac:chgData name="Christina Karavioti" userId="dcb975a3-edb8-46a7-bb36-8f9b9207c6dd" providerId="ADAL" clId="{21A3547D-9357-436C-8422-B3EEF60FFA14}" dt="2025-06-18T14:19:49.412" v="16868" actId="207"/>
          <ac:spMkLst>
            <pc:docMk/>
            <pc:sldMk cId="4090785815" sldId="2147483486"/>
            <ac:spMk id="20" creationId="{517989EF-ED9C-DA61-3139-0CDFCFEF7D76}"/>
          </ac:spMkLst>
        </pc:spChg>
        <pc:spChg chg="mod ord">
          <ac:chgData name="Christina Karavioti" userId="dcb975a3-edb8-46a7-bb36-8f9b9207c6dd" providerId="ADAL" clId="{21A3547D-9357-436C-8422-B3EEF60FFA14}" dt="2025-06-18T14:14:10.549" v="16694"/>
          <ac:spMkLst>
            <pc:docMk/>
            <pc:sldMk cId="4090785815" sldId="2147483486"/>
            <ac:spMk id="22" creationId="{E6CAC095-BF43-624F-A074-B82CD3D63F31}"/>
          </ac:spMkLst>
        </pc:spChg>
        <pc:spChg chg="add mod ord">
          <ac:chgData name="Christina Karavioti" userId="dcb975a3-edb8-46a7-bb36-8f9b9207c6dd" providerId="ADAL" clId="{21A3547D-9357-436C-8422-B3EEF60FFA14}" dt="2025-06-18T14:14:10.581" v="16762"/>
          <ac:spMkLst>
            <pc:docMk/>
            <pc:sldMk cId="4090785815" sldId="2147483486"/>
            <ac:spMk id="23" creationId="{B0D77661-C95E-D378-EC70-8B5971812DB2}"/>
          </ac:spMkLst>
        </pc:spChg>
        <pc:spChg chg="mod ord">
          <ac:chgData name="Christina Karavioti" userId="dcb975a3-edb8-46a7-bb36-8f9b9207c6dd" providerId="ADAL" clId="{21A3547D-9357-436C-8422-B3EEF60FFA14}" dt="2025-06-18T14:14:10.549" v="16722"/>
          <ac:spMkLst>
            <pc:docMk/>
            <pc:sldMk cId="4090785815" sldId="2147483486"/>
            <ac:spMk id="24" creationId="{D26D299D-73DD-356C-B09E-9F704CBBBC28}"/>
          </ac:spMkLst>
        </pc:spChg>
        <pc:spChg chg="mod ord">
          <ac:chgData name="Christina Karavioti" userId="dcb975a3-edb8-46a7-bb36-8f9b9207c6dd" providerId="ADAL" clId="{21A3547D-9357-436C-8422-B3EEF60FFA14}" dt="2025-06-18T14:14:10.549" v="16724"/>
          <ac:spMkLst>
            <pc:docMk/>
            <pc:sldMk cId="4090785815" sldId="2147483486"/>
            <ac:spMk id="25" creationId="{074DA352-329C-703D-3DF5-28512C4256B5}"/>
          </ac:spMkLst>
        </pc:spChg>
        <pc:spChg chg="mod ord">
          <ac:chgData name="Christina Karavioti" userId="dcb975a3-edb8-46a7-bb36-8f9b9207c6dd" providerId="ADAL" clId="{21A3547D-9357-436C-8422-B3EEF60FFA14}" dt="2025-06-18T14:14:10.565" v="16726"/>
          <ac:spMkLst>
            <pc:docMk/>
            <pc:sldMk cId="4090785815" sldId="2147483486"/>
            <ac:spMk id="26" creationId="{FA6CAB8F-8D0B-15B2-845E-938DA3E3D979}"/>
          </ac:spMkLst>
        </pc:spChg>
        <pc:spChg chg="mod ord">
          <ac:chgData name="Christina Karavioti" userId="dcb975a3-edb8-46a7-bb36-8f9b9207c6dd" providerId="ADAL" clId="{21A3547D-9357-436C-8422-B3EEF60FFA14}" dt="2025-06-18T14:14:10.565" v="16728"/>
          <ac:spMkLst>
            <pc:docMk/>
            <pc:sldMk cId="4090785815" sldId="2147483486"/>
            <ac:spMk id="27" creationId="{FC957426-C2D4-79BE-E8BB-0E80A33FE524}"/>
          </ac:spMkLst>
        </pc:spChg>
        <pc:spChg chg="mod ord">
          <ac:chgData name="Christina Karavioti" userId="dcb975a3-edb8-46a7-bb36-8f9b9207c6dd" providerId="ADAL" clId="{21A3547D-9357-436C-8422-B3EEF60FFA14}" dt="2025-06-18T14:14:10.565" v="16730"/>
          <ac:spMkLst>
            <pc:docMk/>
            <pc:sldMk cId="4090785815" sldId="2147483486"/>
            <ac:spMk id="28" creationId="{E227527A-B29B-9BB7-E250-A9CA8800FFDF}"/>
          </ac:spMkLst>
        </pc:spChg>
        <pc:spChg chg="mod ord">
          <ac:chgData name="Christina Karavioti" userId="dcb975a3-edb8-46a7-bb36-8f9b9207c6dd" providerId="ADAL" clId="{21A3547D-9357-436C-8422-B3EEF60FFA14}" dt="2025-06-18T14:14:10.565" v="16732"/>
          <ac:spMkLst>
            <pc:docMk/>
            <pc:sldMk cId="4090785815" sldId="2147483486"/>
            <ac:spMk id="29" creationId="{27332072-A155-0722-F84C-483DE955BD85}"/>
          </ac:spMkLst>
        </pc:spChg>
        <pc:spChg chg="mod ord">
          <ac:chgData name="Christina Karavioti" userId="dcb975a3-edb8-46a7-bb36-8f9b9207c6dd" providerId="ADAL" clId="{21A3547D-9357-436C-8422-B3EEF60FFA14}" dt="2025-06-18T14:14:10.565" v="16734"/>
          <ac:spMkLst>
            <pc:docMk/>
            <pc:sldMk cId="4090785815" sldId="2147483486"/>
            <ac:spMk id="31" creationId="{9FD48785-AC20-3332-04AC-81A205AD71EC}"/>
          </ac:spMkLst>
        </pc:spChg>
        <pc:spChg chg="mod ord">
          <ac:chgData name="Christina Karavioti" userId="dcb975a3-edb8-46a7-bb36-8f9b9207c6dd" providerId="ADAL" clId="{21A3547D-9357-436C-8422-B3EEF60FFA14}" dt="2025-06-18T14:14:10.549" v="16702"/>
          <ac:spMkLst>
            <pc:docMk/>
            <pc:sldMk cId="4090785815" sldId="2147483486"/>
            <ac:spMk id="34" creationId="{F6F295B1-C556-31E7-CA5C-1676C45F40A5}"/>
          </ac:spMkLst>
        </pc:spChg>
        <pc:spChg chg="mod ord">
          <ac:chgData name="Christina Karavioti" userId="dcb975a3-edb8-46a7-bb36-8f9b9207c6dd" providerId="ADAL" clId="{21A3547D-9357-436C-8422-B3EEF60FFA14}" dt="2025-06-18T14:14:10.565" v="16736"/>
          <ac:spMkLst>
            <pc:docMk/>
            <pc:sldMk cId="4090785815" sldId="2147483486"/>
            <ac:spMk id="35" creationId="{D4842539-91EA-6C65-C18B-572E9FAA0D93}"/>
          </ac:spMkLst>
        </pc:spChg>
        <pc:spChg chg="mod ord">
          <ac:chgData name="Christina Karavioti" userId="dcb975a3-edb8-46a7-bb36-8f9b9207c6dd" providerId="ADAL" clId="{21A3547D-9357-436C-8422-B3EEF60FFA14}" dt="2025-06-18T14:14:10.565" v="16738"/>
          <ac:spMkLst>
            <pc:docMk/>
            <pc:sldMk cId="4090785815" sldId="2147483486"/>
            <ac:spMk id="36" creationId="{BD583BE2-904B-33F9-2A1F-365869E19F74}"/>
          </ac:spMkLst>
        </pc:spChg>
        <pc:spChg chg="mod ord">
          <ac:chgData name="Christina Karavioti" userId="dcb975a3-edb8-46a7-bb36-8f9b9207c6dd" providerId="ADAL" clId="{21A3547D-9357-436C-8422-B3EEF60FFA14}" dt="2025-06-18T14:19:25.063" v="16865" actId="242"/>
          <ac:spMkLst>
            <pc:docMk/>
            <pc:sldMk cId="4090785815" sldId="2147483486"/>
            <ac:spMk id="37" creationId="{5302283B-22A6-0204-3E9A-BD3B5D5250FC}"/>
          </ac:spMkLst>
        </pc:spChg>
        <pc:spChg chg="mod ord">
          <ac:chgData name="Christina Karavioti" userId="dcb975a3-edb8-46a7-bb36-8f9b9207c6dd" providerId="ADAL" clId="{21A3547D-9357-436C-8422-B3EEF60FFA14}" dt="2025-06-18T14:20:56.477" v="16894" actId="1076"/>
          <ac:spMkLst>
            <pc:docMk/>
            <pc:sldMk cId="4090785815" sldId="2147483486"/>
            <ac:spMk id="38" creationId="{C1D2542F-BFAA-5C76-91C5-4B24A4A5E9D3}"/>
          </ac:spMkLst>
        </pc:spChg>
        <pc:spChg chg="mod ord">
          <ac:chgData name="Christina Karavioti" userId="dcb975a3-edb8-46a7-bb36-8f9b9207c6dd" providerId="ADAL" clId="{21A3547D-9357-436C-8422-B3EEF60FFA14}" dt="2025-06-18T14:14:10.565" v="16742"/>
          <ac:spMkLst>
            <pc:docMk/>
            <pc:sldMk cId="4090785815" sldId="2147483486"/>
            <ac:spMk id="39" creationId="{2532DFB4-1582-7822-1C16-1185247E63AE}"/>
          </ac:spMkLst>
        </pc:spChg>
        <pc:spChg chg="mod ord">
          <ac:chgData name="Christina Karavioti" userId="dcb975a3-edb8-46a7-bb36-8f9b9207c6dd" providerId="ADAL" clId="{21A3547D-9357-436C-8422-B3EEF60FFA14}" dt="2025-06-18T16:53:16.533" v="17493" actId="1076"/>
          <ac:spMkLst>
            <pc:docMk/>
            <pc:sldMk cId="4090785815" sldId="2147483486"/>
            <ac:spMk id="40" creationId="{476D66AC-6924-2828-8073-004E7D74F533}"/>
          </ac:spMkLst>
        </pc:spChg>
        <pc:spChg chg="mod ord">
          <ac:chgData name="Christina Karavioti" userId="dcb975a3-edb8-46a7-bb36-8f9b9207c6dd" providerId="ADAL" clId="{21A3547D-9357-436C-8422-B3EEF60FFA14}" dt="2025-06-18T17:00:55.773" v="17555"/>
          <ac:spMkLst>
            <pc:docMk/>
            <pc:sldMk cId="4090785815" sldId="2147483486"/>
            <ac:spMk id="48" creationId="{628AC6DB-56BE-4018-AC10-250F940118A1}"/>
          </ac:spMkLst>
        </pc:spChg>
        <pc:spChg chg="mod ord">
          <ac:chgData name="Christina Karavioti" userId="dcb975a3-edb8-46a7-bb36-8f9b9207c6dd" providerId="ADAL" clId="{21A3547D-9357-436C-8422-B3EEF60FFA14}" dt="2025-06-18T14:14:10.565" v="16752"/>
          <ac:spMkLst>
            <pc:docMk/>
            <pc:sldMk cId="4090785815" sldId="2147483486"/>
            <ac:spMk id="55" creationId="{ED1F9694-864C-7F30-8002-280698205C8C}"/>
          </ac:spMkLst>
        </pc:spChg>
        <pc:spChg chg="add mod ord">
          <ac:chgData name="Christina Karavioti" userId="dcb975a3-edb8-46a7-bb36-8f9b9207c6dd" providerId="ADAL" clId="{21A3547D-9357-436C-8422-B3EEF60FFA14}" dt="2025-06-18T14:14:10.581" v="16764"/>
          <ac:spMkLst>
            <pc:docMk/>
            <pc:sldMk cId="4090785815" sldId="2147483486"/>
            <ac:spMk id="58" creationId="{8BD027C7-9791-A7B2-6358-165F4A4BECFE}"/>
          </ac:spMkLst>
        </pc:spChg>
        <pc:spChg chg="mod ord">
          <ac:chgData name="Christina Karavioti" userId="dcb975a3-edb8-46a7-bb36-8f9b9207c6dd" providerId="ADAL" clId="{21A3547D-9357-436C-8422-B3EEF60FFA14}" dt="2025-06-18T14:17:39.087" v="16835" actId="1076"/>
          <ac:spMkLst>
            <pc:docMk/>
            <pc:sldMk cId="4090785815" sldId="2147483486"/>
            <ac:spMk id="59" creationId="{DF2A35C6-FB09-1BBF-AF34-FC567A65E756}"/>
          </ac:spMkLst>
        </pc:spChg>
        <pc:spChg chg="mod ord">
          <ac:chgData name="Christina Karavioti" userId="dcb975a3-edb8-46a7-bb36-8f9b9207c6dd" providerId="ADAL" clId="{21A3547D-9357-436C-8422-B3EEF60FFA14}" dt="2025-06-18T14:14:10.549" v="16706"/>
          <ac:spMkLst>
            <pc:docMk/>
            <pc:sldMk cId="4090785815" sldId="2147483486"/>
            <ac:spMk id="60" creationId="{5E8E8DD4-0AA4-0C8B-E6AC-EAE9B0657C56}"/>
          </ac:spMkLst>
        </pc:spChg>
        <pc:spChg chg="add mod ord">
          <ac:chgData name="Christina Karavioti" userId="dcb975a3-edb8-46a7-bb36-8f9b9207c6dd" providerId="ADAL" clId="{21A3547D-9357-436C-8422-B3EEF60FFA14}" dt="2025-06-18T14:14:10.581" v="16766"/>
          <ac:spMkLst>
            <pc:docMk/>
            <pc:sldMk cId="4090785815" sldId="2147483486"/>
            <ac:spMk id="21506" creationId="{651F6D5B-8C2F-42C1-C4CF-1AD4ABD73FDB}"/>
          </ac:spMkLst>
        </pc:spChg>
        <pc:spChg chg="mod ord">
          <ac:chgData name="Christina Karavioti" userId="dcb975a3-edb8-46a7-bb36-8f9b9207c6dd" providerId="ADAL" clId="{21A3547D-9357-436C-8422-B3EEF60FFA14}" dt="2025-06-18T16:54:34.141" v="17508" actId="1076"/>
          <ac:spMkLst>
            <pc:docMk/>
            <pc:sldMk cId="4090785815" sldId="2147483486"/>
            <ac:spMk id="21507" creationId="{9D8E7F51-D227-6263-5E9F-A252866FD57D}"/>
          </ac:spMkLst>
        </pc:spChg>
        <pc:spChg chg="mod ord">
          <ac:chgData name="Christina Karavioti" userId="dcb975a3-edb8-46a7-bb36-8f9b9207c6dd" providerId="ADAL" clId="{21A3547D-9357-436C-8422-B3EEF60FFA14}" dt="2025-06-18T16:55:44.768" v="17528" actId="1076"/>
          <ac:spMkLst>
            <pc:docMk/>
            <pc:sldMk cId="4090785815" sldId="2147483486"/>
            <ac:spMk id="21508" creationId="{ED75A444-826F-8468-D016-27E0BD6EDAF6}"/>
          </ac:spMkLst>
        </pc:spChg>
        <pc:spChg chg="add mod ord">
          <ac:chgData name="Christina Karavioti" userId="dcb975a3-edb8-46a7-bb36-8f9b9207c6dd" providerId="ADAL" clId="{21A3547D-9357-436C-8422-B3EEF60FFA14}" dt="2025-06-18T14:14:10.581" v="16768"/>
          <ac:spMkLst>
            <pc:docMk/>
            <pc:sldMk cId="4090785815" sldId="2147483486"/>
            <ac:spMk id="21509" creationId="{439B5DA1-D56E-D808-2DDD-AB3206F656B5}"/>
          </ac:spMkLst>
        </pc:spChg>
        <pc:spChg chg="add mod ord">
          <ac:chgData name="Christina Karavioti" userId="dcb975a3-edb8-46a7-bb36-8f9b9207c6dd" providerId="ADAL" clId="{21A3547D-9357-436C-8422-B3EEF60FFA14}" dt="2025-06-18T14:14:10.581" v="16770"/>
          <ac:spMkLst>
            <pc:docMk/>
            <pc:sldMk cId="4090785815" sldId="2147483486"/>
            <ac:spMk id="21510" creationId="{A208E18B-1056-2219-02DD-5D0FB2E0C9DA}"/>
          </ac:spMkLst>
        </pc:spChg>
        <pc:spChg chg="add mod ord">
          <ac:chgData name="Christina Karavioti" userId="dcb975a3-edb8-46a7-bb36-8f9b9207c6dd" providerId="ADAL" clId="{21A3547D-9357-436C-8422-B3EEF60FFA14}" dt="2025-06-18T14:21:04.947" v="16896" actId="1076"/>
          <ac:spMkLst>
            <pc:docMk/>
            <pc:sldMk cId="4090785815" sldId="2147483486"/>
            <ac:spMk id="21514" creationId="{DA7DF835-657A-D3F0-5392-CDF769BA8421}"/>
          </ac:spMkLst>
        </pc:spChg>
        <pc:spChg chg="add mod">
          <ac:chgData name="Christina Karavioti" userId="dcb975a3-edb8-46a7-bb36-8f9b9207c6dd" providerId="ADAL" clId="{21A3547D-9357-436C-8422-B3EEF60FFA14}" dt="2025-06-18T16:54:49.805" v="17509" actId="20577"/>
          <ac:spMkLst>
            <pc:docMk/>
            <pc:sldMk cId="4090785815" sldId="2147483486"/>
            <ac:spMk id="21519" creationId="{B725D046-3910-41E1-C08F-8B8E9B99A1CE}"/>
          </ac:spMkLst>
        </pc:spChg>
        <pc:spChg chg="add mod">
          <ac:chgData name="Christina Karavioti" userId="dcb975a3-edb8-46a7-bb36-8f9b9207c6dd" providerId="ADAL" clId="{21A3547D-9357-436C-8422-B3EEF60FFA14}" dt="2025-06-18T16:55:41.094" v="17527" actId="20577"/>
          <ac:spMkLst>
            <pc:docMk/>
            <pc:sldMk cId="4090785815" sldId="2147483486"/>
            <ac:spMk id="21520" creationId="{3747A346-5C9F-2DC5-9647-F7DE9E3F508A}"/>
          </ac:spMkLst>
        </pc:spChg>
        <pc:grpChg chg="mod ord">
          <ac:chgData name="Christina Karavioti" userId="dcb975a3-edb8-46a7-bb36-8f9b9207c6dd" providerId="ADAL" clId="{21A3547D-9357-436C-8422-B3EEF60FFA14}" dt="2025-06-18T14:14:10.578" v="16754"/>
          <ac:grpSpMkLst>
            <pc:docMk/>
            <pc:sldMk cId="4090785815" sldId="2147483486"/>
            <ac:grpSpMk id="4" creationId="{B4417998-8029-8E8D-2414-03FCDC6315FF}"/>
          </ac:grpSpMkLst>
        </pc:grpChg>
        <pc:grpChg chg="mod ord">
          <ac:chgData name="Christina Karavioti" userId="dcb975a3-edb8-46a7-bb36-8f9b9207c6dd" providerId="ADAL" clId="{21A3547D-9357-436C-8422-B3EEF60FFA14}" dt="2025-06-18T14:14:10.565" v="16746"/>
          <ac:grpSpMkLst>
            <pc:docMk/>
            <pc:sldMk cId="4090785815" sldId="2147483486"/>
            <ac:grpSpMk id="5" creationId="{9428D800-1C4D-725C-D64D-C36AF89CB48F}"/>
          </ac:grpSpMkLst>
        </pc:grpChg>
        <pc:grpChg chg="mod ord">
          <ac:chgData name="Christina Karavioti" userId="dcb975a3-edb8-46a7-bb36-8f9b9207c6dd" providerId="ADAL" clId="{21A3547D-9357-436C-8422-B3EEF60FFA14}" dt="2025-06-18T14:14:10.565" v="16748"/>
          <ac:grpSpMkLst>
            <pc:docMk/>
            <pc:sldMk cId="4090785815" sldId="2147483486"/>
            <ac:grpSpMk id="41" creationId="{5D8F1CED-C847-D3C4-3A36-E52426857369}"/>
          </ac:grpSpMkLst>
        </pc:grpChg>
        <pc:grpChg chg="mod ord">
          <ac:chgData name="Christina Karavioti" userId="dcb975a3-edb8-46a7-bb36-8f9b9207c6dd" providerId="ADAL" clId="{21A3547D-9357-436C-8422-B3EEF60FFA14}" dt="2025-06-18T14:14:10.549" v="16720"/>
          <ac:grpSpMkLst>
            <pc:docMk/>
            <pc:sldMk cId="4090785815" sldId="2147483486"/>
            <ac:grpSpMk id="49" creationId="{1D863700-9627-831C-6972-4DBED1DF76CB}"/>
          </ac:grpSpMkLst>
        </pc:grpChg>
        <pc:grpChg chg="mod ord">
          <ac:chgData name="Christina Karavioti" userId="dcb975a3-edb8-46a7-bb36-8f9b9207c6dd" providerId="ADAL" clId="{21A3547D-9357-436C-8422-B3EEF60FFA14}" dt="2025-06-18T14:14:10.549" v="16700"/>
          <ac:grpSpMkLst>
            <pc:docMk/>
            <pc:sldMk cId="4090785815" sldId="2147483486"/>
            <ac:grpSpMk id="61" creationId="{05B4EF34-4C1D-F309-E78E-016BD4D0BD48}"/>
          </ac:grpSpMkLst>
        </pc:grpChg>
        <pc:grpChg chg="mod ord">
          <ac:chgData name="Christina Karavioti" userId="dcb975a3-edb8-46a7-bb36-8f9b9207c6dd" providerId="ADAL" clId="{21A3547D-9357-436C-8422-B3EEF60FFA14}" dt="2025-06-18T14:14:10.549" v="16708"/>
          <ac:grpSpMkLst>
            <pc:docMk/>
            <pc:sldMk cId="4090785815" sldId="2147483486"/>
            <ac:grpSpMk id="62" creationId="{34AD72F2-1EFC-370C-8680-1CE5289CAD14}"/>
          </ac:grpSpMkLst>
        </pc:grpChg>
        <pc:graphicFrameChg chg="mod">
          <ac:chgData name="Christina Karavioti" userId="dcb975a3-edb8-46a7-bb36-8f9b9207c6dd" providerId="ADAL" clId="{21A3547D-9357-436C-8422-B3EEF60FFA14}" dt="2025-06-18T14:14:10.581" v="16784"/>
          <ac:graphicFrameMkLst>
            <pc:docMk/>
            <pc:sldMk cId="4090785815" sldId="2147483486"/>
            <ac:graphicFrameMk id="9" creationId="{EFB679C5-8228-648D-1148-41FCC15DC0B1}"/>
          </ac:graphicFrameMkLst>
        </pc:graphicFrame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8T14:03:30.134" v="16664" actId="20577"/>
              <pc2:cmMkLst xmlns:pc2="http://schemas.microsoft.com/office/powerpoint/2019/9/main/command">
                <pc:docMk/>
                <pc:sldMk cId="4090785815" sldId="2147483486"/>
                <pc2:cmMk id="{E4652F0F-AFFB-4FDF-BD51-F3B26274D042}"/>
              </pc2:cmMkLst>
            </pc226:cmChg>
            <pc226:cmChg xmlns:pc226="http://schemas.microsoft.com/office/powerpoint/2022/06/main/command" chg="mod">
              <pc226:chgData name="Christina Karavioti" userId="dcb975a3-edb8-46a7-bb36-8f9b9207c6dd" providerId="ADAL" clId="{21A3547D-9357-436C-8422-B3EEF60FFA14}" dt="2025-06-16T15:48:20.576" v="8880" actId="20577"/>
              <pc2:cmMkLst xmlns:pc2="http://schemas.microsoft.com/office/powerpoint/2019/9/main/command">
                <pc:docMk/>
                <pc:sldMk cId="4090785815" sldId="2147483486"/>
                <pc2:cmMk id="{CD7B9C3C-AF37-4E92-A9AE-54FBD338DA3C}"/>
              </pc2:cmMkLst>
            </pc226:cmChg>
            <pc226:cmChg xmlns:pc226="http://schemas.microsoft.com/office/powerpoint/2022/06/main/command" chg="mod">
              <pc226:chgData name="Christina Karavioti" userId="dcb975a3-edb8-46a7-bb36-8f9b9207c6dd" providerId="ADAL" clId="{21A3547D-9357-436C-8422-B3EEF60FFA14}" dt="2025-06-18T14:03:30.134" v="16664" actId="20577"/>
              <pc2:cmMkLst xmlns:pc2="http://schemas.microsoft.com/office/powerpoint/2019/9/main/command">
                <pc:docMk/>
                <pc:sldMk cId="4090785815" sldId="2147483486"/>
                <pc2:cmMk id="{B4397388-D9DE-40C0-8872-8592CAFF1E87}"/>
              </pc2:cmMkLst>
            </pc226:cmChg>
            <pc226:cmChg xmlns:pc226="http://schemas.microsoft.com/office/powerpoint/2022/06/main/command" chg="mod">
              <pc226:chgData name="Christina Karavioti" userId="dcb975a3-edb8-46a7-bb36-8f9b9207c6dd" providerId="ADAL" clId="{21A3547D-9357-436C-8422-B3EEF60FFA14}" dt="2025-06-16T15:48:20.576" v="8880" actId="20577"/>
              <pc2:cmMkLst xmlns:pc2="http://schemas.microsoft.com/office/powerpoint/2019/9/main/command">
                <pc:docMk/>
                <pc:sldMk cId="4090785815" sldId="2147483486"/>
                <pc2:cmMk id="{6352A7AA-92BB-4829-AA79-A7B05C0AB66D}"/>
              </pc2:cmMkLst>
            </pc226:cmChg>
            <pc226:cmChg xmlns:pc226="http://schemas.microsoft.com/office/powerpoint/2022/06/main/command" chg="mod">
              <pc226:chgData name="Christina Karavioti" userId="dcb975a3-edb8-46a7-bb36-8f9b9207c6dd" providerId="ADAL" clId="{21A3547D-9357-436C-8422-B3EEF60FFA14}" dt="2025-06-18T14:03:30.134" v="16664" actId="20577"/>
              <pc2:cmMkLst xmlns:pc2="http://schemas.microsoft.com/office/powerpoint/2019/9/main/command">
                <pc:docMk/>
                <pc:sldMk cId="4090785815" sldId="2147483486"/>
                <pc2:cmMk id="{29E3E2C9-1ECE-4825-AAD6-A9DA1BB2E059}"/>
              </pc2:cmMkLst>
            </pc226:cmChg>
            <pc226:cmChg xmlns:pc226="http://schemas.microsoft.com/office/powerpoint/2022/06/main/command" chg="mod">
              <pc226:chgData name="Christina Karavioti" userId="dcb975a3-edb8-46a7-bb36-8f9b9207c6dd" providerId="ADAL" clId="{21A3547D-9357-436C-8422-B3EEF60FFA14}" dt="2025-06-16T15:48:20.576" v="8880" actId="20577"/>
              <pc2:cmMkLst xmlns:pc2="http://schemas.microsoft.com/office/powerpoint/2019/9/main/command">
                <pc:docMk/>
                <pc:sldMk cId="4090785815" sldId="2147483486"/>
                <pc2:cmMk id="{AF7364D2-43EA-407F-8C4B-2A1E3050A0C7}"/>
              </pc2:cmMkLst>
            </pc226:cmChg>
            <pc226:cmChg xmlns:pc226="http://schemas.microsoft.com/office/powerpoint/2022/06/main/command" chg="mod">
              <pc226:chgData name="Christina Karavioti" userId="dcb975a3-edb8-46a7-bb36-8f9b9207c6dd" providerId="ADAL" clId="{21A3547D-9357-436C-8422-B3EEF60FFA14}" dt="2025-06-18T14:03:30.134" v="16664" actId="20577"/>
              <pc2:cmMkLst xmlns:pc2="http://schemas.microsoft.com/office/powerpoint/2019/9/main/command">
                <pc:docMk/>
                <pc:sldMk cId="4090785815" sldId="2147483486"/>
                <pc2:cmMk id="{9B86DFE8-9BF7-43E1-89D7-646EDD9C73D3}"/>
              </pc2:cmMkLst>
            </pc226:cmChg>
            <pc226:cmChg xmlns:pc226="http://schemas.microsoft.com/office/powerpoint/2022/06/main/command" chg="mod">
              <pc226:chgData name="Christina Karavioti" userId="dcb975a3-edb8-46a7-bb36-8f9b9207c6dd" providerId="ADAL" clId="{21A3547D-9357-436C-8422-B3EEF60FFA14}" dt="2025-06-16T15:48:20.576" v="8880" actId="20577"/>
              <pc2:cmMkLst xmlns:pc2="http://schemas.microsoft.com/office/powerpoint/2019/9/main/command">
                <pc:docMk/>
                <pc:sldMk cId="4090785815" sldId="2147483486"/>
                <pc2:cmMk id="{E3D6D7EF-EB64-4CA6-B5E0-396FC841B6DD}"/>
              </pc2:cmMkLst>
            </pc226:cmChg>
          </p:ext>
        </pc:extLst>
      </pc:sldChg>
      <pc:sldChg chg="add del mod modShow">
        <pc:chgData name="Christina Karavioti" userId="dcb975a3-edb8-46a7-bb36-8f9b9207c6dd" providerId="ADAL" clId="{21A3547D-9357-436C-8422-B3EEF60FFA14}" dt="2025-06-19T16:44:12.590" v="19776" actId="47"/>
        <pc:sldMkLst>
          <pc:docMk/>
          <pc:sldMk cId="72871455" sldId="2147483487"/>
        </pc:sldMkLst>
      </pc:sldChg>
      <pc:sldChg chg="addSp modSp add mod">
        <pc:chgData name="Christina Karavioti" userId="dcb975a3-edb8-46a7-bb36-8f9b9207c6dd" providerId="ADAL" clId="{21A3547D-9357-436C-8422-B3EEF60FFA14}" dt="2025-06-19T16:44:54.094" v="19795" actId="1076"/>
        <pc:sldMkLst>
          <pc:docMk/>
          <pc:sldMk cId="3571381157" sldId="2147483488"/>
        </pc:sldMkLst>
      </pc:sldChg>
      <pc:sldChg chg="add del">
        <pc:chgData name="Christina Karavioti" userId="dcb975a3-edb8-46a7-bb36-8f9b9207c6dd" providerId="ADAL" clId="{21A3547D-9357-436C-8422-B3EEF60FFA14}" dt="2025-06-19T16:44:12.590" v="19776" actId="47"/>
        <pc:sldMkLst>
          <pc:docMk/>
          <pc:sldMk cId="440059602" sldId="2147483490"/>
        </pc:sldMkLst>
      </pc:sldChg>
      <pc:sldChg chg="add del mod modShow">
        <pc:chgData name="Christina Karavioti" userId="dcb975a3-edb8-46a7-bb36-8f9b9207c6dd" providerId="ADAL" clId="{21A3547D-9357-436C-8422-B3EEF60FFA14}" dt="2025-06-17T10:00:53.865" v="11189" actId="47"/>
        <pc:sldMkLst>
          <pc:docMk/>
          <pc:sldMk cId="2805247752" sldId="2147483490"/>
        </pc:sldMkLst>
      </pc:sldChg>
      <pc:sldChg chg="addSp delSp modSp add mod">
        <pc:chgData name="Christina Karavioti" userId="dcb975a3-edb8-46a7-bb36-8f9b9207c6dd" providerId="ADAL" clId="{21A3547D-9357-436C-8422-B3EEF60FFA14}" dt="2025-06-17T09:59:56.325" v="11188" actId="20577"/>
        <pc:sldMkLst>
          <pc:docMk/>
          <pc:sldMk cId="3593830304" sldId="2147483491"/>
        </pc:sldMkLst>
        <pc:spChg chg="mod">
          <ac:chgData name="Christina Karavioti" userId="dcb975a3-edb8-46a7-bb36-8f9b9207c6dd" providerId="ADAL" clId="{21A3547D-9357-436C-8422-B3EEF60FFA14}" dt="2025-06-17T09:40:37.055" v="10920" actId="948"/>
          <ac:spMkLst>
            <pc:docMk/>
            <pc:sldMk cId="3593830304" sldId="2147483491"/>
            <ac:spMk id="3" creationId="{28DB2E94-88F2-38CA-54D7-C05AB041205A}"/>
          </ac:spMkLst>
        </pc:spChg>
        <pc:spChg chg="mod ord">
          <ac:chgData name="Christina Karavioti" userId="dcb975a3-edb8-46a7-bb36-8f9b9207c6dd" providerId="ADAL" clId="{21A3547D-9357-436C-8422-B3EEF60FFA14}" dt="2025-06-17T09:44:51.668" v="11162" actId="14100"/>
          <ac:spMkLst>
            <pc:docMk/>
            <pc:sldMk cId="3593830304" sldId="2147483491"/>
            <ac:spMk id="12" creationId="{42A66F31-B2D4-04CC-165E-68883FDC7C28}"/>
          </ac:spMkLst>
        </pc:spChg>
        <pc:spChg chg="mod">
          <ac:chgData name="Christina Karavioti" userId="dcb975a3-edb8-46a7-bb36-8f9b9207c6dd" providerId="ADAL" clId="{21A3547D-9357-436C-8422-B3EEF60FFA14}" dt="2025-06-17T09:59:56.325" v="11188" actId="20577"/>
          <ac:spMkLst>
            <pc:docMk/>
            <pc:sldMk cId="3593830304" sldId="2147483491"/>
            <ac:spMk id="21" creationId="{915F6260-9152-FC83-0B85-AD43849A899F}"/>
          </ac:spMkLst>
        </pc:spChg>
        <pc:spChg chg="mod">
          <ac:chgData name="Christina Karavioti" userId="dcb975a3-edb8-46a7-bb36-8f9b9207c6dd" providerId="ADAL" clId="{21A3547D-9357-436C-8422-B3EEF60FFA14}" dt="2025-06-17T09:59:43.800" v="11186" actId="1036"/>
          <ac:spMkLst>
            <pc:docMk/>
            <pc:sldMk cId="3593830304" sldId="2147483491"/>
            <ac:spMk id="22" creationId="{BB1E189E-CF03-2E32-511E-FDA176DA9E15}"/>
          </ac:spMkLst>
        </pc:spChg>
        <pc:graphicFrameChg chg="mod">
          <ac:chgData name="Christina Karavioti" userId="dcb975a3-edb8-46a7-bb36-8f9b9207c6dd" providerId="ADAL" clId="{21A3547D-9357-436C-8422-B3EEF60FFA14}" dt="2025-06-17T09:40:37.101" v="10944"/>
          <ac:graphicFrameMkLst>
            <pc:docMk/>
            <pc:sldMk cId="3593830304" sldId="2147483491"/>
            <ac:graphicFrameMk id="6" creationId="{9368E7E3-3EF4-20B1-3CF9-8D0D65143ED6}"/>
          </ac:graphicFrameMkLst>
        </pc:graphicFrameChg>
        <pc:graphicFrameChg chg="mod modGraphic">
          <ac:chgData name="Christina Karavioti" userId="dcb975a3-edb8-46a7-bb36-8f9b9207c6dd" providerId="ADAL" clId="{21A3547D-9357-436C-8422-B3EEF60FFA14}" dt="2025-06-17T09:44:44.064" v="11155"/>
          <ac:graphicFrameMkLst>
            <pc:docMk/>
            <pc:sldMk cId="3593830304" sldId="2147483491"/>
            <ac:graphicFrameMk id="30" creationId="{B612F22A-8FC3-C0D1-0348-7F3EE864B001}"/>
          </ac:graphicFrameMkLst>
        </pc:graphicFrameChg>
        <pc:picChg chg="mod">
          <ac:chgData name="Christina Karavioti" userId="dcb975a3-edb8-46a7-bb36-8f9b9207c6dd" providerId="ADAL" clId="{21A3547D-9357-436C-8422-B3EEF60FFA14}" dt="2025-06-17T09:59:43.800" v="11186" actId="1036"/>
          <ac:picMkLst>
            <pc:docMk/>
            <pc:sldMk cId="3593830304" sldId="2147483491"/>
            <ac:picMk id="4" creationId="{27761788-FA76-AA76-E75F-655B287B8ED3}"/>
          </ac:picMkLst>
        </pc:picChg>
        <pc:picChg chg="mod">
          <ac:chgData name="Christina Karavioti" userId="dcb975a3-edb8-46a7-bb36-8f9b9207c6dd" providerId="ADAL" clId="{21A3547D-9357-436C-8422-B3EEF60FFA14}" dt="2025-06-17T09:45:27.112" v="11170" actId="1076"/>
          <ac:picMkLst>
            <pc:docMk/>
            <pc:sldMk cId="3593830304" sldId="2147483491"/>
            <ac:picMk id="9" creationId="{81E42F12-D20D-273D-7F41-138F43983864}"/>
          </ac:picMkLst>
        </pc:picChg>
        <pc:picChg chg="mod">
          <ac:chgData name="Christina Karavioti" userId="dcb975a3-edb8-46a7-bb36-8f9b9207c6dd" providerId="ADAL" clId="{21A3547D-9357-436C-8422-B3EEF60FFA14}" dt="2025-06-17T09:45:34.781" v="11180" actId="1038"/>
          <ac:picMkLst>
            <pc:docMk/>
            <pc:sldMk cId="3593830304" sldId="2147483491"/>
            <ac:picMk id="10" creationId="{96DD5FDF-19AB-5C1D-588B-3FB513865C28}"/>
          </ac:picMkLst>
        </pc:picChg>
        <pc:picChg chg="mod">
          <ac:chgData name="Christina Karavioti" userId="dcb975a3-edb8-46a7-bb36-8f9b9207c6dd" providerId="ADAL" clId="{21A3547D-9357-436C-8422-B3EEF60FFA14}" dt="2025-06-17T09:45:08.494" v="11165" actId="1076"/>
          <ac:picMkLst>
            <pc:docMk/>
            <pc:sldMk cId="3593830304" sldId="2147483491"/>
            <ac:picMk id="26" creationId="{04D70EE2-CB76-0107-5494-7443A41C25C7}"/>
          </ac:picMkLst>
        </pc:picChg>
        <pc:picChg chg="mod">
          <ac:chgData name="Christina Karavioti" userId="dcb975a3-edb8-46a7-bb36-8f9b9207c6dd" providerId="ADAL" clId="{21A3547D-9357-436C-8422-B3EEF60FFA14}" dt="2025-06-17T09:45:08.494" v="11165" actId="1076"/>
          <ac:picMkLst>
            <pc:docMk/>
            <pc:sldMk cId="3593830304" sldId="2147483491"/>
            <ac:picMk id="29" creationId="{704AEF83-800C-F59C-2EDE-D04AF3A39B6D}"/>
          </ac:picMkLst>
        </pc:picChg>
        <pc:picChg chg="mod">
          <ac:chgData name="Christina Karavioti" userId="dcb975a3-edb8-46a7-bb36-8f9b9207c6dd" providerId="ADAL" clId="{21A3547D-9357-436C-8422-B3EEF60FFA14}" dt="2025-06-17T09:45:34.781" v="11180" actId="1038"/>
          <ac:picMkLst>
            <pc:docMk/>
            <pc:sldMk cId="3593830304" sldId="2147483491"/>
            <ac:picMk id="31" creationId="{55D5F16F-5E4C-FBD2-9FC3-C88654BE9693}"/>
          </ac:picMkLst>
        </pc:picChg>
        <pc:picChg chg="mod">
          <ac:chgData name="Christina Karavioti" userId="dcb975a3-edb8-46a7-bb36-8f9b9207c6dd" providerId="ADAL" clId="{21A3547D-9357-436C-8422-B3EEF60FFA14}" dt="2025-06-17T09:45:16.056" v="11167" actId="1076"/>
          <ac:picMkLst>
            <pc:docMk/>
            <pc:sldMk cId="3593830304" sldId="2147483491"/>
            <ac:picMk id="32" creationId="{68E41C4F-EC0F-AD2B-FF9C-D8651B776D23}"/>
          </ac:picMkLst>
        </pc:picChg>
        <pc:picChg chg="mod">
          <ac:chgData name="Christina Karavioti" userId="dcb975a3-edb8-46a7-bb36-8f9b9207c6dd" providerId="ADAL" clId="{21A3547D-9357-436C-8422-B3EEF60FFA14}" dt="2025-06-17T09:45:34.781" v="11180" actId="1038"/>
          <ac:picMkLst>
            <pc:docMk/>
            <pc:sldMk cId="3593830304" sldId="2147483491"/>
            <ac:picMk id="33" creationId="{B39076AE-4FC5-1FFC-6024-056E3C38B3F0}"/>
          </ac:picMkLst>
        </pc:picChg>
      </pc:sldChg>
      <pc:sldChg chg="add">
        <pc:chgData name="Christina Karavioti" userId="dcb975a3-edb8-46a7-bb36-8f9b9207c6dd" providerId="ADAL" clId="{21A3547D-9357-436C-8422-B3EEF60FFA14}" dt="2025-06-18T12:14:58.081" v="15818"/>
        <pc:sldMkLst>
          <pc:docMk/>
          <pc:sldMk cId="1717702639" sldId="2147483492"/>
        </pc:sldMkLst>
      </pc:sldChg>
      <pc:sldChg chg="addSp delSp modSp add del mod modShow modCm">
        <pc:chgData name="Christina Karavioti" userId="dcb975a3-edb8-46a7-bb36-8f9b9207c6dd" providerId="ADAL" clId="{21A3547D-9357-436C-8422-B3EEF60FFA14}" dt="2025-06-18T12:14:55.442" v="15817" actId="2696"/>
        <pc:sldMkLst>
          <pc:docMk/>
          <pc:sldMk cId="4229496227" sldId="2147483492"/>
        </pc:sldMkLst>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8T12:09:45.091" v="15687" actId="20577"/>
              <pc2:cmMkLst xmlns:pc2="http://schemas.microsoft.com/office/powerpoint/2019/9/main/command">
                <pc:docMk/>
                <pc:sldMk cId="4229496227" sldId="2147483492"/>
                <pc2:cmMk id="{60DB034F-C4C0-4A63-A8F2-2778AE7ECF55}"/>
              </pc2:cmMkLst>
            </pc226:cmChg>
            <pc226:cmChg xmlns:pc226="http://schemas.microsoft.com/office/powerpoint/2022/06/main/command" chg="mod">
              <pc226:chgData name="Christina Karavioti" userId="dcb975a3-edb8-46a7-bb36-8f9b9207c6dd" providerId="ADAL" clId="{21A3547D-9357-436C-8422-B3EEF60FFA14}" dt="2025-06-18T12:09:35.078" v="15683" actId="20577"/>
              <pc2:cmMkLst xmlns:pc2="http://schemas.microsoft.com/office/powerpoint/2019/9/main/command">
                <pc:docMk/>
                <pc:sldMk cId="4229496227" sldId="2147483492"/>
                <pc2:cmMk id="{30A461FB-8C7B-4754-A891-18D6B75663A2}"/>
              </pc2:cmMkLst>
            </pc226:cmChg>
          </p:ext>
        </pc:extLst>
      </pc:sldChg>
      <pc:sldChg chg="add del mod modShow">
        <pc:chgData name="Christina Karavioti" userId="dcb975a3-edb8-46a7-bb36-8f9b9207c6dd" providerId="ADAL" clId="{21A3547D-9357-436C-8422-B3EEF60FFA14}" dt="2025-06-17T14:55:33.005" v="14063" actId="2696"/>
        <pc:sldMkLst>
          <pc:docMk/>
          <pc:sldMk cId="1791915999" sldId="2147483493"/>
        </pc:sldMkLst>
      </pc:sldChg>
      <pc:sldChg chg="add">
        <pc:chgData name="Christina Karavioti" userId="dcb975a3-edb8-46a7-bb36-8f9b9207c6dd" providerId="ADAL" clId="{21A3547D-9357-436C-8422-B3EEF60FFA14}" dt="2025-06-17T14:55:47.798" v="14066"/>
        <pc:sldMkLst>
          <pc:docMk/>
          <pc:sldMk cId="3048686771" sldId="2147483493"/>
        </pc:sldMkLst>
      </pc:sldChg>
      <pc:sldChg chg="add mod modShow">
        <pc:chgData name="Christina Karavioti" userId="dcb975a3-edb8-46a7-bb36-8f9b9207c6dd" providerId="ADAL" clId="{21A3547D-9357-436C-8422-B3EEF60FFA14}" dt="2025-06-18T08:59:40.769" v="14354" actId="729"/>
        <pc:sldMkLst>
          <pc:docMk/>
          <pc:sldMk cId="410069327" sldId="2147483494"/>
        </pc:sldMkLst>
      </pc:sldChg>
      <pc:sldChg chg="modSp add del mod modShow">
        <pc:chgData name="Christina Karavioti" userId="dcb975a3-edb8-46a7-bb36-8f9b9207c6dd" providerId="ADAL" clId="{21A3547D-9357-436C-8422-B3EEF60FFA14}" dt="2025-06-18T17:05:55.577" v="17704" actId="47"/>
        <pc:sldMkLst>
          <pc:docMk/>
          <pc:sldMk cId="3464456010" sldId="2147483495"/>
        </pc:sldMkLst>
      </pc:sldChg>
      <pc:sldChg chg="add del mod modShow">
        <pc:chgData name="Christina Karavioti" userId="dcb975a3-edb8-46a7-bb36-8f9b9207c6dd" providerId="ADAL" clId="{21A3547D-9357-436C-8422-B3EEF60FFA14}" dt="2025-06-18T14:23:28.086" v="16899" actId="2696"/>
        <pc:sldMkLst>
          <pc:docMk/>
          <pc:sldMk cId="1261482570" sldId="2147483496"/>
        </pc:sldMkLst>
      </pc:sldChg>
      <pc:sldChg chg="add">
        <pc:chgData name="Christina Karavioti" userId="dcb975a3-edb8-46a7-bb36-8f9b9207c6dd" providerId="ADAL" clId="{21A3547D-9357-436C-8422-B3EEF60FFA14}" dt="2025-06-18T14:23:31.296" v="16900"/>
        <pc:sldMkLst>
          <pc:docMk/>
          <pc:sldMk cId="4266368366" sldId="2147483496"/>
        </pc:sldMkLst>
      </pc:sldChg>
      <pc:sldChg chg="add mod modShow">
        <pc:chgData name="Christina Karavioti" userId="dcb975a3-edb8-46a7-bb36-8f9b9207c6dd" providerId="ADAL" clId="{21A3547D-9357-436C-8422-B3EEF60FFA14}" dt="2025-06-18T11:42:08.884" v="14993" actId="729"/>
        <pc:sldMkLst>
          <pc:docMk/>
          <pc:sldMk cId="1975732054" sldId="2147483497"/>
        </pc:sldMkLst>
      </pc:sldChg>
      <pc:sldChg chg="add mod modShow">
        <pc:chgData name="Christina Karavioti" userId="dcb975a3-edb8-46a7-bb36-8f9b9207c6dd" providerId="ADAL" clId="{21A3547D-9357-436C-8422-B3EEF60FFA14}" dt="2025-06-18T15:35:37.242" v="17225" actId="729"/>
        <pc:sldMkLst>
          <pc:docMk/>
          <pc:sldMk cId="1962290523" sldId="2147483498"/>
        </pc:sldMkLst>
      </pc:sldChg>
      <pc:sldChg chg="add">
        <pc:chgData name="Christina Karavioti" userId="dcb975a3-edb8-46a7-bb36-8f9b9207c6dd" providerId="ADAL" clId="{21A3547D-9357-436C-8422-B3EEF60FFA14}" dt="2025-06-19T15:25:32.611" v="17725"/>
        <pc:sldMkLst>
          <pc:docMk/>
          <pc:sldMk cId="1927259399" sldId="2147483499"/>
        </pc:sldMkLst>
      </pc:sldChg>
      <pc:sldChg chg="add">
        <pc:chgData name="Christina Karavioti" userId="dcb975a3-edb8-46a7-bb36-8f9b9207c6dd" providerId="ADAL" clId="{21A3547D-9357-436C-8422-B3EEF60FFA14}" dt="2025-06-19T15:25:32.611" v="17725"/>
        <pc:sldMkLst>
          <pc:docMk/>
          <pc:sldMk cId="3804084649" sldId="2147483500"/>
        </pc:sldMkLst>
      </pc:sldChg>
      <pc:sldChg chg="add">
        <pc:chgData name="Christina Karavioti" userId="dcb975a3-edb8-46a7-bb36-8f9b9207c6dd" providerId="ADAL" clId="{21A3547D-9357-436C-8422-B3EEF60FFA14}" dt="2025-06-19T15:25:32.611" v="17725"/>
        <pc:sldMkLst>
          <pc:docMk/>
          <pc:sldMk cId="3669042504" sldId="2147483501"/>
        </pc:sldMkLst>
      </pc:sldChg>
      <pc:sldChg chg="add del mod modShow">
        <pc:chgData name="Christina Karavioti" userId="dcb975a3-edb8-46a7-bb36-8f9b9207c6dd" providerId="ADAL" clId="{21A3547D-9357-436C-8422-B3EEF60FFA14}" dt="2025-06-19T15:42:51.218" v="18486" actId="47"/>
        <pc:sldMkLst>
          <pc:docMk/>
          <pc:sldMk cId="2291332094" sldId="2147483502"/>
        </pc:sldMkLst>
      </pc:sldChg>
      <pc:sldChg chg="addSp delSp modSp add mod ord modShow">
        <pc:chgData name="Christina Karavioti" userId="dcb975a3-edb8-46a7-bb36-8f9b9207c6dd" providerId="ADAL" clId="{21A3547D-9357-436C-8422-B3EEF60FFA14}" dt="2025-06-19T16:21:25.323" v="19095" actId="1076"/>
        <pc:sldMkLst>
          <pc:docMk/>
          <pc:sldMk cId="1374487818" sldId="2147483503"/>
        </pc:sldMkLst>
        <pc:spChg chg="mod ord">
          <ac:chgData name="Christina Karavioti" userId="dcb975a3-edb8-46a7-bb36-8f9b9207c6dd" providerId="ADAL" clId="{21A3547D-9357-436C-8422-B3EEF60FFA14}" dt="2025-06-19T15:41:23.769" v="18446" actId="948"/>
          <ac:spMkLst>
            <pc:docMk/>
            <pc:sldMk cId="1374487818" sldId="2147483503"/>
            <ac:spMk id="2" creationId="{C3BB0862-5D99-6BBB-0528-54097BD62E9E}"/>
          </ac:spMkLst>
        </pc:spChg>
        <pc:spChg chg="mod ord">
          <ac:chgData name="Christina Karavioti" userId="dcb975a3-edb8-46a7-bb36-8f9b9207c6dd" providerId="ADAL" clId="{21A3547D-9357-436C-8422-B3EEF60FFA14}" dt="2025-06-19T15:42:43.393" v="18485" actId="20577"/>
          <ac:spMkLst>
            <pc:docMk/>
            <pc:sldMk cId="1374487818" sldId="2147483503"/>
            <ac:spMk id="3" creationId="{CEB8E2A3-C884-147C-0B7B-49D8D6DCE086}"/>
          </ac:spMkLst>
        </pc:spChg>
        <pc:spChg chg="mod ord">
          <ac:chgData name="Christina Karavioti" userId="dcb975a3-edb8-46a7-bb36-8f9b9207c6dd" providerId="ADAL" clId="{21A3547D-9357-436C-8422-B3EEF60FFA14}" dt="2025-06-19T15:41:19.285" v="18444" actId="1076"/>
          <ac:spMkLst>
            <pc:docMk/>
            <pc:sldMk cId="1374487818" sldId="2147483503"/>
            <ac:spMk id="4" creationId="{AB7547C5-FC5E-A6CD-B6F1-07275107EDD6}"/>
          </ac:spMkLst>
        </pc:spChg>
        <pc:spChg chg="mod ord">
          <ac:chgData name="Christina Karavioti" userId="dcb975a3-edb8-46a7-bb36-8f9b9207c6dd" providerId="ADAL" clId="{21A3547D-9357-436C-8422-B3EEF60FFA14}" dt="2025-06-19T15:41:14.948" v="18443" actId="1076"/>
          <ac:spMkLst>
            <pc:docMk/>
            <pc:sldMk cId="1374487818" sldId="2147483503"/>
            <ac:spMk id="6" creationId="{5C84063D-0221-837D-9FED-0557BF89B0C4}"/>
          </ac:spMkLst>
        </pc:spChg>
        <pc:spChg chg="mod ord">
          <ac:chgData name="Christina Karavioti" userId="dcb975a3-edb8-46a7-bb36-8f9b9207c6dd" providerId="ADAL" clId="{21A3547D-9357-436C-8422-B3EEF60FFA14}" dt="2025-06-19T15:38:37.819" v="18367" actId="164"/>
          <ac:spMkLst>
            <pc:docMk/>
            <pc:sldMk cId="1374487818" sldId="2147483503"/>
            <ac:spMk id="7" creationId="{B2E1AAC2-1A09-3C6F-EC7A-7642A083D1E3}"/>
          </ac:spMkLst>
        </pc:spChg>
        <pc:spChg chg="mod topLvl">
          <ac:chgData name="Christina Karavioti" userId="dcb975a3-edb8-46a7-bb36-8f9b9207c6dd" providerId="ADAL" clId="{21A3547D-9357-436C-8422-B3EEF60FFA14}" dt="2025-06-19T16:20:26.074" v="19067" actId="554"/>
          <ac:spMkLst>
            <pc:docMk/>
            <pc:sldMk cId="1374487818" sldId="2147483503"/>
            <ac:spMk id="8" creationId="{9C1F383A-ECEA-E558-2E56-2127AF760B12}"/>
          </ac:spMkLst>
        </pc:spChg>
        <pc:spChg chg="mod">
          <ac:chgData name="Christina Karavioti" userId="dcb975a3-edb8-46a7-bb36-8f9b9207c6dd" providerId="ADAL" clId="{21A3547D-9357-436C-8422-B3EEF60FFA14}" dt="2025-06-19T15:38:37.819" v="18367" actId="164"/>
          <ac:spMkLst>
            <pc:docMk/>
            <pc:sldMk cId="1374487818" sldId="2147483503"/>
            <ac:spMk id="9" creationId="{6F82CA1D-9FF2-C659-9BF2-5077EDA5D6B6}"/>
          </ac:spMkLst>
        </pc:spChg>
        <pc:spChg chg="mod ord">
          <ac:chgData name="Christina Karavioti" userId="dcb975a3-edb8-46a7-bb36-8f9b9207c6dd" providerId="ADAL" clId="{21A3547D-9357-436C-8422-B3EEF60FFA14}" dt="2025-06-19T15:38:37.819" v="18367" actId="164"/>
          <ac:spMkLst>
            <pc:docMk/>
            <pc:sldMk cId="1374487818" sldId="2147483503"/>
            <ac:spMk id="10" creationId="{ED4003BE-3749-FBC1-7DD1-075AFE6EA58C}"/>
          </ac:spMkLst>
        </pc:spChg>
        <pc:spChg chg="mod topLvl">
          <ac:chgData name="Christina Karavioti" userId="dcb975a3-edb8-46a7-bb36-8f9b9207c6dd" providerId="ADAL" clId="{21A3547D-9357-436C-8422-B3EEF60FFA14}" dt="2025-06-19T16:20:22.543" v="19065" actId="165"/>
          <ac:spMkLst>
            <pc:docMk/>
            <pc:sldMk cId="1374487818" sldId="2147483503"/>
            <ac:spMk id="14" creationId="{695137F3-F6AB-649D-B119-F17B13E9CDC6}"/>
          </ac:spMkLst>
        </pc:spChg>
        <pc:spChg chg="mod topLvl">
          <ac:chgData name="Christina Karavioti" userId="dcb975a3-edb8-46a7-bb36-8f9b9207c6dd" providerId="ADAL" clId="{21A3547D-9357-436C-8422-B3EEF60FFA14}" dt="2025-06-19T16:21:12.540" v="19090" actId="3064"/>
          <ac:spMkLst>
            <pc:docMk/>
            <pc:sldMk cId="1374487818" sldId="2147483503"/>
            <ac:spMk id="15" creationId="{A18260B8-1977-1B8C-029B-4728CC198994}"/>
          </ac:spMkLst>
        </pc:spChg>
        <pc:spChg chg="add mod topLvl">
          <ac:chgData name="Christina Karavioti" userId="dcb975a3-edb8-46a7-bb36-8f9b9207c6dd" providerId="ADAL" clId="{21A3547D-9357-436C-8422-B3EEF60FFA14}" dt="2025-06-19T16:20:22.543" v="19065" actId="165"/>
          <ac:spMkLst>
            <pc:docMk/>
            <pc:sldMk cId="1374487818" sldId="2147483503"/>
            <ac:spMk id="33" creationId="{D8C03B7A-4390-1424-7736-42BF99302C63}"/>
          </ac:spMkLst>
        </pc:spChg>
        <pc:spChg chg="mod topLvl">
          <ac:chgData name="Christina Karavioti" userId="dcb975a3-edb8-46a7-bb36-8f9b9207c6dd" providerId="ADAL" clId="{21A3547D-9357-436C-8422-B3EEF60FFA14}" dt="2025-06-19T16:20:22.543" v="19065" actId="165"/>
          <ac:spMkLst>
            <pc:docMk/>
            <pc:sldMk cId="1374487818" sldId="2147483503"/>
            <ac:spMk id="34" creationId="{C55DC685-9A42-07EA-1139-CDE437467E65}"/>
          </ac:spMkLst>
        </pc:spChg>
        <pc:spChg chg="add mod topLvl">
          <ac:chgData name="Christina Karavioti" userId="dcb975a3-edb8-46a7-bb36-8f9b9207c6dd" providerId="ADAL" clId="{21A3547D-9357-436C-8422-B3EEF60FFA14}" dt="2025-06-19T16:20:22.543" v="19065" actId="165"/>
          <ac:spMkLst>
            <pc:docMk/>
            <pc:sldMk cId="1374487818" sldId="2147483503"/>
            <ac:spMk id="35" creationId="{41FA3C23-6049-4060-804C-04A3CA191C10}"/>
          </ac:spMkLst>
        </pc:spChg>
        <pc:spChg chg="add mod">
          <ac:chgData name="Christina Karavioti" userId="dcb975a3-edb8-46a7-bb36-8f9b9207c6dd" providerId="ADAL" clId="{21A3547D-9357-436C-8422-B3EEF60FFA14}" dt="2025-06-19T15:38:37.819" v="18367" actId="164"/>
          <ac:spMkLst>
            <pc:docMk/>
            <pc:sldMk cId="1374487818" sldId="2147483503"/>
            <ac:spMk id="36" creationId="{4980609E-9FC8-F977-557C-04B2F3BB1F90}"/>
          </ac:spMkLst>
        </pc:spChg>
        <pc:spChg chg="add mod">
          <ac:chgData name="Christina Karavioti" userId="dcb975a3-edb8-46a7-bb36-8f9b9207c6dd" providerId="ADAL" clId="{21A3547D-9357-436C-8422-B3EEF60FFA14}" dt="2025-06-19T15:40:49.724" v="18434" actId="1076"/>
          <ac:spMkLst>
            <pc:docMk/>
            <pc:sldMk cId="1374487818" sldId="2147483503"/>
            <ac:spMk id="46" creationId="{740AD861-0D4C-290C-67B5-901FF561A34C}"/>
          </ac:spMkLst>
        </pc:spChg>
        <pc:spChg chg="add mod">
          <ac:chgData name="Christina Karavioti" userId="dcb975a3-edb8-46a7-bb36-8f9b9207c6dd" providerId="ADAL" clId="{21A3547D-9357-436C-8422-B3EEF60FFA14}" dt="2025-06-19T15:41:02.001" v="18439" actId="1076"/>
          <ac:spMkLst>
            <pc:docMk/>
            <pc:sldMk cId="1374487818" sldId="2147483503"/>
            <ac:spMk id="47" creationId="{05C95CB3-D8EB-C59F-AE05-230AF7B04A9C}"/>
          </ac:spMkLst>
        </pc:spChg>
        <pc:spChg chg="add mod">
          <ac:chgData name="Christina Karavioti" userId="dcb975a3-edb8-46a7-bb36-8f9b9207c6dd" providerId="ADAL" clId="{21A3547D-9357-436C-8422-B3EEF60FFA14}" dt="2025-06-19T15:41:10.812" v="18442" actId="1076"/>
          <ac:spMkLst>
            <pc:docMk/>
            <pc:sldMk cId="1374487818" sldId="2147483503"/>
            <ac:spMk id="48" creationId="{D3E601C4-699B-4A45-B3A6-137BA6DB989D}"/>
          </ac:spMkLst>
        </pc:spChg>
        <pc:spChg chg="add mod">
          <ac:chgData name="Christina Karavioti" userId="dcb975a3-edb8-46a7-bb36-8f9b9207c6dd" providerId="ADAL" clId="{21A3547D-9357-436C-8422-B3EEF60FFA14}" dt="2025-06-19T16:20:56.666" v="19084" actId="208"/>
          <ac:spMkLst>
            <pc:docMk/>
            <pc:sldMk cId="1374487818" sldId="2147483503"/>
            <ac:spMk id="50" creationId="{2F2450B7-F0CF-0785-7E5E-59519DF9F523}"/>
          </ac:spMkLst>
        </pc:spChg>
        <pc:spChg chg="add mod">
          <ac:chgData name="Christina Karavioti" userId="dcb975a3-edb8-46a7-bb36-8f9b9207c6dd" providerId="ADAL" clId="{21A3547D-9357-436C-8422-B3EEF60FFA14}" dt="2025-06-19T16:21:15.480" v="19092" actId="20577"/>
          <ac:spMkLst>
            <pc:docMk/>
            <pc:sldMk cId="1374487818" sldId="2147483503"/>
            <ac:spMk id="51" creationId="{F015CE6E-981A-4724-E1B2-4D2C00649825}"/>
          </ac:spMkLst>
        </pc:spChg>
        <pc:spChg chg="add mod">
          <ac:chgData name="Christina Karavioti" userId="dcb975a3-edb8-46a7-bb36-8f9b9207c6dd" providerId="ADAL" clId="{21A3547D-9357-436C-8422-B3EEF60FFA14}" dt="2025-06-19T16:21:25.323" v="19095" actId="1076"/>
          <ac:spMkLst>
            <pc:docMk/>
            <pc:sldMk cId="1374487818" sldId="2147483503"/>
            <ac:spMk id="52" creationId="{3C1F2AC4-BFB7-DDD8-6472-8EC961551A58}"/>
          </ac:spMkLst>
        </pc:spChg>
        <pc:grpChg chg="add mod ord">
          <ac:chgData name="Christina Karavioti" userId="dcb975a3-edb8-46a7-bb36-8f9b9207c6dd" providerId="ADAL" clId="{21A3547D-9357-436C-8422-B3EEF60FFA14}" dt="2025-06-19T15:40:29.689" v="18427" actId="1076"/>
          <ac:grpSpMkLst>
            <pc:docMk/>
            <pc:sldMk cId="1374487818" sldId="2147483503"/>
            <ac:grpSpMk id="38" creationId="{5401481C-25B0-7A47-841A-FD1353C3F948}"/>
          </ac:grpSpMkLst>
        </pc:grpChg>
        <pc:graphicFrameChg chg="mod">
          <ac:chgData name="Christina Karavioti" userId="dcb975a3-edb8-46a7-bb36-8f9b9207c6dd" providerId="ADAL" clId="{21A3547D-9357-436C-8422-B3EEF60FFA14}" dt="2025-06-19T15:41:23.815" v="18474"/>
          <ac:graphicFrameMkLst>
            <pc:docMk/>
            <pc:sldMk cId="1374487818" sldId="2147483503"/>
            <ac:graphicFrameMk id="5" creationId="{B665BE89-0344-054B-37EC-FA0E36980D07}"/>
          </ac:graphicFrameMkLst>
        </pc:graphicFrameChg>
      </pc:sldChg>
      <pc:sldChg chg="add mod modShow">
        <pc:chgData name="Christina Karavioti" userId="dcb975a3-edb8-46a7-bb36-8f9b9207c6dd" providerId="ADAL" clId="{21A3547D-9357-436C-8422-B3EEF60FFA14}" dt="2025-06-19T15:43:55.118" v="18492" actId="729"/>
        <pc:sldMkLst>
          <pc:docMk/>
          <pc:sldMk cId="1237101103" sldId="2147483504"/>
        </pc:sldMkLst>
      </pc:sldChg>
      <pc:sldChg chg="add del">
        <pc:chgData name="Christina Karavioti" userId="dcb975a3-edb8-46a7-bb36-8f9b9207c6dd" providerId="ADAL" clId="{21A3547D-9357-436C-8422-B3EEF60FFA14}" dt="2025-06-19T15:43:36.506" v="18489" actId="47"/>
        <pc:sldMkLst>
          <pc:docMk/>
          <pc:sldMk cId="2585907909" sldId="2147483504"/>
        </pc:sldMkLst>
      </pc:sldChg>
      <pc:sldChg chg="add mod modShow">
        <pc:chgData name="Christina Karavioti" userId="dcb975a3-edb8-46a7-bb36-8f9b9207c6dd" providerId="ADAL" clId="{21A3547D-9357-436C-8422-B3EEF60FFA14}" dt="2025-06-19T15:43:55.118" v="18492" actId="729"/>
        <pc:sldMkLst>
          <pc:docMk/>
          <pc:sldMk cId="3918709370" sldId="2147483505"/>
        </pc:sldMkLst>
      </pc:sldChg>
      <pc:sldChg chg="add mod modShow">
        <pc:chgData name="Christina Karavioti" userId="dcb975a3-edb8-46a7-bb36-8f9b9207c6dd" providerId="ADAL" clId="{21A3547D-9357-436C-8422-B3EEF60FFA14}" dt="2025-06-19T15:43:55.118" v="18492" actId="729"/>
        <pc:sldMkLst>
          <pc:docMk/>
          <pc:sldMk cId="1690095731" sldId="2147483506"/>
        </pc:sldMkLst>
      </pc:sldChg>
      <pc:sldChg chg="addSp delSp modSp add mod modCm">
        <pc:chgData name="Christina Karavioti" userId="dcb975a3-edb8-46a7-bb36-8f9b9207c6dd" providerId="ADAL" clId="{21A3547D-9357-436C-8422-B3EEF60FFA14}" dt="2025-06-23T08:06:56.945" v="20404" actId="20577"/>
        <pc:sldMkLst>
          <pc:docMk/>
          <pc:sldMk cId="2767949135" sldId="2147483507"/>
        </pc:sldMkLst>
        <pc:spChg chg="add mod">
          <ac:chgData name="Christina Karavioti" userId="dcb975a3-edb8-46a7-bb36-8f9b9207c6dd" providerId="ADAL" clId="{21A3547D-9357-436C-8422-B3EEF60FFA14}" dt="2025-06-23T08:06:56.945" v="20404" actId="20577"/>
          <ac:spMkLst>
            <pc:docMk/>
            <pc:sldMk cId="2767949135" sldId="2147483507"/>
            <ac:spMk id="46" creationId="{886B3786-5F8F-D094-798B-CE39F8943B9B}"/>
          </ac:spMkLst>
        </pc:spChg>
        <pc:spChg chg="add mod">
          <ac:chgData name="Christina Karavioti" userId="dcb975a3-edb8-46a7-bb36-8f9b9207c6dd" providerId="ADAL" clId="{21A3547D-9357-436C-8422-B3EEF60FFA14}" dt="2025-06-23T08:06:41.263" v="20385" actId="1037"/>
          <ac:spMkLst>
            <pc:docMk/>
            <pc:sldMk cId="2767949135" sldId="2147483507"/>
            <ac:spMk id="48" creationId="{6F43E923-4838-3B29-8F58-9FF97EF3C056}"/>
          </ac:spMkLst>
        </pc:spChg>
        <pc:spChg chg="add mod">
          <ac:chgData name="Christina Karavioti" userId="dcb975a3-edb8-46a7-bb36-8f9b9207c6dd" providerId="ADAL" clId="{21A3547D-9357-436C-8422-B3EEF60FFA14}" dt="2025-06-23T08:06:47.349" v="20392" actId="1038"/>
          <ac:spMkLst>
            <pc:docMk/>
            <pc:sldMk cId="2767949135" sldId="2147483507"/>
            <ac:spMk id="64" creationId="{D8A07B5C-7DF2-4D8D-FFEA-051FDA930B12}"/>
          </ac:spMkLst>
        </pc:spChg>
        <pc:grpChg chg="add mod">
          <ac:chgData name="Christina Karavioti" userId="dcb975a3-edb8-46a7-bb36-8f9b9207c6dd" providerId="ADAL" clId="{21A3547D-9357-436C-8422-B3EEF60FFA14}" dt="2025-06-23T08:06:38.560" v="20383" actId="1037"/>
          <ac:grpSpMkLst>
            <pc:docMk/>
            <pc:sldMk cId="2767949135" sldId="2147483507"/>
            <ac:grpSpMk id="57" creationId="{09E4CD9F-2BC6-E794-2CD4-FF6C42CDE88B}"/>
          </ac:grpSpMkLst>
        </pc:grpChg>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23T08:06:56.945" v="20404" actId="20577"/>
              <pc2:cmMkLst xmlns:pc2="http://schemas.microsoft.com/office/powerpoint/2019/9/main/command">
                <pc:docMk/>
                <pc:sldMk cId="2767949135" sldId="2147483507"/>
                <pc2:cmMk id="{A0B50928-3AD2-48F1-845C-914B68CDDCBB}"/>
              </pc2:cmMkLst>
            </pc226:cmChg>
            <pc226:cmChg xmlns:pc226="http://schemas.microsoft.com/office/powerpoint/2022/06/main/command" chg="mod">
              <pc226:chgData name="Christina Karavioti" userId="dcb975a3-edb8-46a7-bb36-8f9b9207c6dd" providerId="ADAL" clId="{21A3547D-9357-436C-8422-B3EEF60FFA14}" dt="2025-06-19T15:57:51.987" v="18629" actId="20577"/>
              <pc2:cmMkLst xmlns:pc2="http://schemas.microsoft.com/office/powerpoint/2019/9/main/command">
                <pc:docMk/>
                <pc:sldMk cId="2767949135" sldId="2147483507"/>
                <pc2:cmMk id="{D539E046-5DF5-4144-AAF4-5B5EEE87BF32}"/>
              </pc2:cmMkLst>
            </pc226:cmChg>
            <pc226:cmChg xmlns:pc226="http://schemas.microsoft.com/office/powerpoint/2022/06/main/command" chg="mod">
              <pc226:chgData name="Christina Karavioti" userId="dcb975a3-edb8-46a7-bb36-8f9b9207c6dd" providerId="ADAL" clId="{21A3547D-9357-436C-8422-B3EEF60FFA14}" dt="2025-06-19T15:50:24.594" v="18536" actId="20577"/>
              <pc2:cmMkLst xmlns:pc2="http://schemas.microsoft.com/office/powerpoint/2019/9/main/command">
                <pc:docMk/>
                <pc:sldMk cId="2767949135" sldId="2147483507"/>
                <pc2:cmMk id="{A72F2A63-1A96-4568-B343-72CBF73D4847}"/>
              </pc2:cmMkLst>
            </pc226:cmChg>
            <pc226:cmChg xmlns:pc226="http://schemas.microsoft.com/office/powerpoint/2022/06/main/command" chg="mod">
              <pc226:chgData name="Christina Karavioti" userId="dcb975a3-edb8-46a7-bb36-8f9b9207c6dd" providerId="ADAL" clId="{21A3547D-9357-436C-8422-B3EEF60FFA14}" dt="2025-06-19T16:15:20.282" v="19010" actId="20577"/>
              <pc2:cmMkLst xmlns:pc2="http://schemas.microsoft.com/office/powerpoint/2019/9/main/command">
                <pc:docMk/>
                <pc:sldMk cId="2767949135" sldId="2147483507"/>
                <pc2:cmMk id="{8E1C3085-76F8-4B8F-B73B-C0A8921B51D1}"/>
              </pc2:cmMkLst>
            </pc226:cmChg>
            <pc226:cmChg xmlns:pc226="http://schemas.microsoft.com/office/powerpoint/2022/06/main/command" chg="mod">
              <pc226:chgData name="Christina Karavioti" userId="dcb975a3-edb8-46a7-bb36-8f9b9207c6dd" providerId="ADAL" clId="{21A3547D-9357-436C-8422-B3EEF60FFA14}" dt="2025-06-19T15:50:24.594" v="18536" actId="20577"/>
              <pc2:cmMkLst xmlns:pc2="http://schemas.microsoft.com/office/powerpoint/2019/9/main/command">
                <pc:docMk/>
                <pc:sldMk cId="2767949135" sldId="2147483507"/>
                <pc2:cmMk id="{3E578B9D-A016-40C3-BE5A-9B31B538A5CE}"/>
              </pc2:cmMkLst>
            </pc226:cmChg>
          </p:ext>
        </pc:extLst>
      </pc:sldChg>
      <pc:sldChg chg="add">
        <pc:chgData name="Christina Karavioti" userId="dcb975a3-edb8-46a7-bb36-8f9b9207c6dd" providerId="ADAL" clId="{21A3547D-9357-436C-8422-B3EEF60FFA14}" dt="2025-06-20T13:54:15.105" v="19801"/>
        <pc:sldMkLst>
          <pc:docMk/>
          <pc:sldMk cId="25049761" sldId="2147483508"/>
        </pc:sldMkLst>
      </pc:sldChg>
      <pc:sldChg chg="addSp delSp modSp add del mod modCm">
        <pc:chgData name="Christina Karavioti" userId="dcb975a3-edb8-46a7-bb36-8f9b9207c6dd" providerId="ADAL" clId="{21A3547D-9357-436C-8422-B3EEF60FFA14}" dt="2025-06-20T13:54:10.122" v="19800" actId="2696"/>
        <pc:sldMkLst>
          <pc:docMk/>
          <pc:sldMk cId="3490508804" sldId="2147483508"/>
        </pc:sldMkLst>
        <pc:extLst>
          <p:ext xmlns:p="http://schemas.openxmlformats.org/presentationml/2006/main" uri="{D6D511B9-2390-475A-947B-AFAB55BFBCF1}">
            <pc226:cmChg xmlns:pc226="http://schemas.microsoft.com/office/powerpoint/2022/06/main/command" chg="mod">
              <pc226:chgData name="Christina Karavioti" userId="dcb975a3-edb8-46a7-bb36-8f9b9207c6dd" providerId="ADAL" clId="{21A3547D-9357-436C-8422-B3EEF60FFA14}" dt="2025-06-19T16:39:18.463" v="19754" actId="20577"/>
              <pc2:cmMkLst xmlns:pc2="http://schemas.microsoft.com/office/powerpoint/2019/9/main/command">
                <pc:docMk/>
                <pc:sldMk cId="3490508804" sldId="2147483508"/>
                <pc2:cmMk id="{008E8C85-BF11-4A5A-9AA5-43D72EEDE7E9}"/>
              </pc2:cmMkLst>
            </pc226:cmChg>
          </p:ext>
        </pc:extLst>
      </pc:sldChg>
      <pc:sldChg chg="add del mod modShow">
        <pc:chgData name="Christina Karavioti" userId="dcb975a3-edb8-46a7-bb36-8f9b9207c6dd" providerId="ADAL" clId="{21A3547D-9357-436C-8422-B3EEF60FFA14}" dt="2025-06-19T15:55:20.571" v="18604" actId="47"/>
        <pc:sldMkLst>
          <pc:docMk/>
          <pc:sldMk cId="3517304070" sldId="2147483508"/>
        </pc:sldMkLst>
      </pc:sldChg>
      <pc:sldChg chg="add">
        <pc:chgData name="Christina Karavioti" userId="dcb975a3-edb8-46a7-bb36-8f9b9207c6dd" providerId="ADAL" clId="{21A3547D-9357-436C-8422-B3EEF60FFA14}" dt="2025-06-20T13:54:15.105" v="19801"/>
        <pc:sldMkLst>
          <pc:docMk/>
          <pc:sldMk cId="1106088865" sldId="2147483509"/>
        </pc:sldMkLst>
      </pc:sldChg>
      <pc:sldChg chg="add del mod ord modShow">
        <pc:chgData name="Christina Karavioti" userId="dcb975a3-edb8-46a7-bb36-8f9b9207c6dd" providerId="ADAL" clId="{21A3547D-9357-436C-8422-B3EEF60FFA14}" dt="2025-06-20T13:54:10.122" v="19800" actId="2696"/>
        <pc:sldMkLst>
          <pc:docMk/>
          <pc:sldMk cId="2299242522" sldId="2147483509"/>
        </pc:sldMkLst>
      </pc:sldChg>
      <pc:sldChg chg="add">
        <pc:chgData name="Christina Karavioti" userId="dcb975a3-edb8-46a7-bb36-8f9b9207c6dd" providerId="ADAL" clId="{21A3547D-9357-436C-8422-B3EEF60FFA14}" dt="2025-06-20T13:54:21.823" v="19802"/>
        <pc:sldMkLst>
          <pc:docMk/>
          <pc:sldMk cId="2520769961" sldId="2147483510"/>
        </pc:sldMkLst>
      </pc:sldChg>
    </pc:docChg>
  </pc:docChgLst>
  <pc:docChgLst>
    <pc:chgData name="Tyler DiStefano" userId="79164e44-c5d1-4c86-a0fd-c256f1511e0c" providerId="ADAL" clId="{5F5D0CF8-D266-4320-A01B-54B79BD55D98}"/>
    <pc:docChg chg="undo custSel modSld">
      <pc:chgData name="Tyler DiStefano" userId="79164e44-c5d1-4c86-a0fd-c256f1511e0c" providerId="ADAL" clId="{5F5D0CF8-D266-4320-A01B-54B79BD55D98}" dt="2025-06-20T22:01:17.096" v="890"/>
      <pc:docMkLst>
        <pc:docMk/>
      </pc:docMkLst>
      <pc:sldChg chg="modSp mod">
        <pc:chgData name="Tyler DiStefano" userId="79164e44-c5d1-4c86-a0fd-c256f1511e0c" providerId="ADAL" clId="{5F5D0CF8-D266-4320-A01B-54B79BD55D98}" dt="2025-06-20T22:01:17.096" v="890"/>
        <pc:sldMkLst>
          <pc:docMk/>
          <pc:sldMk cId="384407750" sldId="310"/>
        </pc:sldMkLst>
        <pc:graphicFrameChg chg="mod">
          <ac:chgData name="Tyler DiStefano" userId="79164e44-c5d1-4c86-a0fd-c256f1511e0c" providerId="ADAL" clId="{5F5D0CF8-D266-4320-A01B-54B79BD55D98}" dt="2025-06-20T22:01:17.096" v="890"/>
          <ac:graphicFrameMkLst>
            <pc:docMk/>
            <pc:sldMk cId="384407750" sldId="310"/>
            <ac:graphicFrameMk id="6" creationId="{9CB50906-D7C0-3EA2-6C82-93F2E67FA703}"/>
          </ac:graphicFrameMkLst>
        </pc:graphicFrameChg>
      </pc:sldChg>
      <pc:sldChg chg="modSp mod modCm">
        <pc:chgData name="Tyler DiStefano" userId="79164e44-c5d1-4c86-a0fd-c256f1511e0c" providerId="ADAL" clId="{5F5D0CF8-D266-4320-A01B-54B79BD55D98}" dt="2025-06-18T16:40:49.619" v="544" actId="20577"/>
        <pc:sldMkLst>
          <pc:docMk/>
          <pc:sldMk cId="1090822718" sldId="319"/>
        </pc:sldMkLst>
        <pc:graphicFrameChg chg="modGraphic">
          <ac:chgData name="Tyler DiStefano" userId="79164e44-c5d1-4c86-a0fd-c256f1511e0c" providerId="ADAL" clId="{5F5D0CF8-D266-4320-A01B-54B79BD55D98}" dt="2025-06-18T16:40:49.619" v="544" actId="20577"/>
          <ac:graphicFrameMkLst>
            <pc:docMk/>
            <pc:sldMk cId="1090822718" sldId="319"/>
            <ac:graphicFrameMk id="17" creationId="{87BDBE24-9C81-ACC6-37CD-8D49BDE04553}"/>
          </ac:graphicFrameMkLst>
        </pc:graphicFrameChg>
        <pc:extLst>
          <p:ext xmlns:p="http://schemas.openxmlformats.org/presentationml/2006/main" uri="{D6D511B9-2390-475A-947B-AFAB55BFBCF1}">
            <pc226:cmChg xmlns:pc226="http://schemas.microsoft.com/office/powerpoint/2022/06/main/command" chg="mod">
              <pc226:chgData name="Tyler DiStefano" userId="79164e44-c5d1-4c86-a0fd-c256f1511e0c" providerId="ADAL" clId="{5F5D0CF8-D266-4320-A01B-54B79BD55D98}" dt="2025-06-18T16:40:49.619" v="544" actId="20577"/>
              <pc2:cmMkLst xmlns:pc2="http://schemas.microsoft.com/office/powerpoint/2019/9/main/command">
                <pc:docMk/>
                <pc:sldMk cId="1090822718" sldId="319"/>
                <pc2:cmMk id="{F57441EF-F371-4090-8210-958C613212F3}"/>
              </pc2:cmMkLst>
            </pc226:cmChg>
          </p:ext>
        </pc:extLst>
      </pc:sldChg>
      <pc:sldChg chg="modSp mod modCm">
        <pc:chgData name="Tyler DiStefano" userId="79164e44-c5d1-4c86-a0fd-c256f1511e0c" providerId="ADAL" clId="{5F5D0CF8-D266-4320-A01B-54B79BD55D98}" dt="2025-06-18T16:55:19.113" v="568" actId="20577"/>
        <pc:sldMkLst>
          <pc:docMk/>
          <pc:sldMk cId="1567567649" sldId="385"/>
        </pc:sldMkLst>
        <pc:spChg chg="mod">
          <ac:chgData name="Tyler DiStefano" userId="79164e44-c5d1-4c86-a0fd-c256f1511e0c" providerId="ADAL" clId="{5F5D0CF8-D266-4320-A01B-54B79BD55D98}" dt="2025-06-18T16:55:19.113" v="568" actId="20577"/>
          <ac:spMkLst>
            <pc:docMk/>
            <pc:sldMk cId="1567567649" sldId="385"/>
            <ac:spMk id="92" creationId="{37C74C63-B285-31ED-2E52-F5F60BA4AAAB}"/>
          </ac:spMkLst>
        </pc:spChg>
        <pc:extLst>
          <p:ext xmlns:p="http://schemas.openxmlformats.org/presentationml/2006/main" uri="{D6D511B9-2390-475A-947B-AFAB55BFBCF1}">
            <pc226:cmChg xmlns:pc226="http://schemas.microsoft.com/office/powerpoint/2022/06/main/command" chg="mod">
              <pc226:chgData name="Tyler DiStefano" userId="79164e44-c5d1-4c86-a0fd-c256f1511e0c" providerId="ADAL" clId="{5F5D0CF8-D266-4320-A01B-54B79BD55D98}" dt="2025-06-18T16:55:19.113" v="568" actId="20577"/>
              <pc2:cmMkLst xmlns:pc2="http://schemas.microsoft.com/office/powerpoint/2019/9/main/command">
                <pc:docMk/>
                <pc:sldMk cId="1567567649" sldId="385"/>
                <pc2:cmMk id="{6DC07864-EE87-4236-89F5-B1127D9517A4}"/>
              </pc2:cmMkLst>
            </pc226:cmChg>
          </p:ext>
        </pc:extLst>
      </pc:sldChg>
      <pc:sldChg chg="modSp mod modCm">
        <pc:chgData name="Tyler DiStefano" userId="79164e44-c5d1-4c86-a0fd-c256f1511e0c" providerId="ADAL" clId="{5F5D0CF8-D266-4320-A01B-54B79BD55D98}" dt="2025-06-17T19:50:46.408" v="400" actId="20577"/>
        <pc:sldMkLst>
          <pc:docMk/>
          <pc:sldMk cId="363219195" sldId="2147483443"/>
        </pc:sldMkLst>
        <pc:spChg chg="mod">
          <ac:chgData name="Tyler DiStefano" userId="79164e44-c5d1-4c86-a0fd-c256f1511e0c" providerId="ADAL" clId="{5F5D0CF8-D266-4320-A01B-54B79BD55D98}" dt="2025-06-17T19:50:46.408" v="400" actId="20577"/>
          <ac:spMkLst>
            <pc:docMk/>
            <pc:sldMk cId="363219195" sldId="2147483443"/>
            <ac:spMk id="50" creationId="{E44A3BD7-34C8-23A2-0455-CB6174FBD257}"/>
          </ac:spMkLst>
        </pc:spChg>
        <pc:extLst>
          <p:ext xmlns:p="http://schemas.openxmlformats.org/presentationml/2006/main" uri="{D6D511B9-2390-475A-947B-AFAB55BFBCF1}">
            <pc226:cmChg xmlns:pc226="http://schemas.microsoft.com/office/powerpoint/2022/06/main/command" chg="mod">
              <pc226:chgData name="Tyler DiStefano" userId="79164e44-c5d1-4c86-a0fd-c256f1511e0c" providerId="ADAL" clId="{5F5D0CF8-D266-4320-A01B-54B79BD55D98}" dt="2025-06-17T19:50:46.408" v="400" actId="20577"/>
              <pc2:cmMkLst xmlns:pc2="http://schemas.microsoft.com/office/powerpoint/2019/9/main/command">
                <pc:docMk/>
                <pc:sldMk cId="363219195" sldId="2147483443"/>
                <pc2:cmMk id="{59D7F309-423E-4DAA-867A-CF84F7D7C917}"/>
              </pc2:cmMkLst>
            </pc226:cmChg>
          </p:ext>
        </pc:extLst>
      </pc:sldChg>
      <pc:sldChg chg="modSp mod">
        <pc:chgData name="Tyler DiStefano" userId="79164e44-c5d1-4c86-a0fd-c256f1511e0c" providerId="ADAL" clId="{5F5D0CF8-D266-4320-A01B-54B79BD55D98}" dt="2025-06-17T18:59:00.518" v="367" actId="20577"/>
        <pc:sldMkLst>
          <pc:docMk/>
          <pc:sldMk cId="2073768835" sldId="2147483453"/>
        </pc:sldMkLst>
      </pc:sldChg>
      <pc:sldChg chg="delSp modSp mod">
        <pc:chgData name="Tyler DiStefano" userId="79164e44-c5d1-4c86-a0fd-c256f1511e0c" providerId="ADAL" clId="{5F5D0CF8-D266-4320-A01B-54B79BD55D98}" dt="2025-06-18T20:13:53.915" v="574" actId="478"/>
        <pc:sldMkLst>
          <pc:docMk/>
          <pc:sldMk cId="4010431905" sldId="2147483454"/>
        </pc:sldMkLst>
      </pc:sldChg>
      <pc:sldChg chg="modSp mod">
        <pc:chgData name="Tyler DiStefano" userId="79164e44-c5d1-4c86-a0fd-c256f1511e0c" providerId="ADAL" clId="{5F5D0CF8-D266-4320-A01B-54B79BD55D98}" dt="2025-06-17T23:19:34.326" v="464" actId="20577"/>
        <pc:sldMkLst>
          <pc:docMk/>
          <pc:sldMk cId="3687798834" sldId="2147483456"/>
        </pc:sldMkLst>
        <pc:spChg chg="mod">
          <ac:chgData name="Tyler DiStefano" userId="79164e44-c5d1-4c86-a0fd-c256f1511e0c" providerId="ADAL" clId="{5F5D0CF8-D266-4320-A01B-54B79BD55D98}" dt="2025-06-17T23:19:34.326" v="464" actId="20577"/>
          <ac:spMkLst>
            <pc:docMk/>
            <pc:sldMk cId="3687798834" sldId="2147483456"/>
            <ac:spMk id="50" creationId="{9B67F99C-1BA4-6DD2-D139-C400ADD4A9B2}"/>
          </ac:spMkLst>
        </pc:spChg>
      </pc:sldChg>
      <pc:sldChg chg="mod modShow">
        <pc:chgData name="Tyler DiStefano" userId="79164e44-c5d1-4c86-a0fd-c256f1511e0c" providerId="ADAL" clId="{5F5D0CF8-D266-4320-A01B-54B79BD55D98}" dt="2025-06-18T15:41:42.443" v="465" actId="729"/>
        <pc:sldMkLst>
          <pc:docMk/>
          <pc:sldMk cId="1894268730" sldId="2147483458"/>
        </pc:sldMkLst>
      </pc:sldChg>
      <pc:sldChg chg="delSp modSp mod">
        <pc:chgData name="Tyler DiStefano" userId="79164e44-c5d1-4c86-a0fd-c256f1511e0c" providerId="ADAL" clId="{5F5D0CF8-D266-4320-A01B-54B79BD55D98}" dt="2025-06-18T19:21:48.134" v="569" actId="478"/>
        <pc:sldMkLst>
          <pc:docMk/>
          <pc:sldMk cId="1927259399" sldId="2147483460"/>
        </pc:sldMkLst>
      </pc:sldChg>
      <pc:sldChg chg="addSp delSp modSp mod">
        <pc:chgData name="Tyler DiStefano" userId="79164e44-c5d1-4c86-a0fd-c256f1511e0c" providerId="ADAL" clId="{5F5D0CF8-D266-4320-A01B-54B79BD55D98}" dt="2025-06-17T18:19:58.979" v="106" actId="113"/>
        <pc:sldMkLst>
          <pc:docMk/>
          <pc:sldMk cId="2543231909" sldId="2147483461"/>
        </pc:sldMkLst>
      </pc:sldChg>
      <pc:sldChg chg="modSp mod modCm">
        <pc:chgData name="Tyler DiStefano" userId="79164e44-c5d1-4c86-a0fd-c256f1511e0c" providerId="ADAL" clId="{5F5D0CF8-D266-4320-A01B-54B79BD55D98}" dt="2025-06-17T19:17:04.293" v="384" actId="20577"/>
        <pc:sldMkLst>
          <pc:docMk/>
          <pc:sldMk cId="2111892451" sldId="2147483481"/>
        </pc:sldMkLst>
        <pc:spChg chg="mod">
          <ac:chgData name="Tyler DiStefano" userId="79164e44-c5d1-4c86-a0fd-c256f1511e0c" providerId="ADAL" clId="{5F5D0CF8-D266-4320-A01B-54B79BD55D98}" dt="2025-06-17T19:17:04.293" v="384" actId="20577"/>
          <ac:spMkLst>
            <pc:docMk/>
            <pc:sldMk cId="2111892451" sldId="2147483481"/>
            <ac:spMk id="44" creationId="{C42F6483-5D03-D056-FB5C-FDD94B7DF3F4}"/>
          </ac:spMkLst>
        </pc:spChg>
        <pc:extLst>
          <p:ext xmlns:p="http://schemas.openxmlformats.org/presentationml/2006/main" uri="{D6D511B9-2390-475A-947B-AFAB55BFBCF1}">
            <pc226:cmChg xmlns:pc226="http://schemas.microsoft.com/office/powerpoint/2022/06/main/command" chg="mod">
              <pc226:chgData name="Tyler DiStefano" userId="79164e44-c5d1-4c86-a0fd-c256f1511e0c" providerId="ADAL" clId="{5F5D0CF8-D266-4320-A01B-54B79BD55D98}" dt="2025-06-17T19:17:04.293" v="384" actId="20577"/>
              <pc2:cmMkLst xmlns:pc2="http://schemas.microsoft.com/office/powerpoint/2019/9/main/command">
                <pc:docMk/>
                <pc:sldMk cId="2111892451" sldId="2147483481"/>
                <pc2:cmMk id="{5EC381B8-A569-4BC0-AB88-B55BDD68F945}"/>
              </pc2:cmMkLst>
            </pc226:cmChg>
          </p:ext>
        </pc:extLst>
      </pc:sldChg>
      <pc:sldChg chg="addSp delSp modSp mod">
        <pc:chgData name="Tyler DiStefano" userId="79164e44-c5d1-4c86-a0fd-c256f1511e0c" providerId="ADAL" clId="{5F5D0CF8-D266-4320-A01B-54B79BD55D98}" dt="2025-06-17T18:37:20.795" v="332" actId="6549"/>
        <pc:sldMkLst>
          <pc:docMk/>
          <pc:sldMk cId="2291332094" sldId="2147483483"/>
        </pc:sldMkLst>
      </pc:sldChg>
      <pc:sldChg chg="addSp delSp modSp mod modCm">
        <pc:chgData name="Tyler DiStefano" userId="79164e44-c5d1-4c86-a0fd-c256f1511e0c" providerId="ADAL" clId="{5F5D0CF8-D266-4320-A01B-54B79BD55D98}" dt="2025-06-20T20:03:18.151" v="878" actId="1037"/>
        <pc:sldMkLst>
          <pc:docMk/>
          <pc:sldMk cId="3571381157" sldId="2147483488"/>
        </pc:sldMkLst>
        <pc:spChg chg="add del">
          <ac:chgData name="Tyler DiStefano" userId="79164e44-c5d1-4c86-a0fd-c256f1511e0c" providerId="ADAL" clId="{5F5D0CF8-D266-4320-A01B-54B79BD55D98}" dt="2025-06-20T20:00:05.634" v="716" actId="478"/>
          <ac:spMkLst>
            <pc:docMk/>
            <pc:sldMk cId="3571381157" sldId="2147483488"/>
            <ac:spMk id="9" creationId="{4D0028A9-8912-54B4-9B98-D2BC944C5D5F}"/>
          </ac:spMkLst>
        </pc:spChg>
        <pc:spChg chg="mod">
          <ac:chgData name="Tyler DiStefano" userId="79164e44-c5d1-4c86-a0fd-c256f1511e0c" providerId="ADAL" clId="{5F5D0CF8-D266-4320-A01B-54B79BD55D98}" dt="2025-06-20T20:02:25.994" v="828" actId="14861"/>
          <ac:spMkLst>
            <pc:docMk/>
            <pc:sldMk cId="3571381157" sldId="2147483488"/>
            <ac:spMk id="24" creationId="{351398ED-0F37-57A1-2F75-6AEEC8B753EE}"/>
          </ac:spMkLst>
        </pc:spChg>
        <pc:spChg chg="mod">
          <ac:chgData name="Tyler DiStefano" userId="79164e44-c5d1-4c86-a0fd-c256f1511e0c" providerId="ADAL" clId="{5F5D0CF8-D266-4320-A01B-54B79BD55D98}" dt="2025-06-20T20:01:36.583" v="808" actId="164"/>
          <ac:spMkLst>
            <pc:docMk/>
            <pc:sldMk cId="3571381157" sldId="2147483488"/>
            <ac:spMk id="25" creationId="{9FC1730E-87BC-7254-6DE9-DFD4154422ED}"/>
          </ac:spMkLst>
        </pc:spChg>
        <pc:spChg chg="mod">
          <ac:chgData name="Tyler DiStefano" userId="79164e44-c5d1-4c86-a0fd-c256f1511e0c" providerId="ADAL" clId="{5F5D0CF8-D266-4320-A01B-54B79BD55D98}" dt="2025-06-20T20:01:36.583" v="808" actId="164"/>
          <ac:spMkLst>
            <pc:docMk/>
            <pc:sldMk cId="3571381157" sldId="2147483488"/>
            <ac:spMk id="26" creationId="{CB1AB638-AD7B-8ECD-B8AC-7C269002F404}"/>
          </ac:spMkLst>
        </pc:spChg>
        <pc:spChg chg="mod">
          <ac:chgData name="Tyler DiStefano" userId="79164e44-c5d1-4c86-a0fd-c256f1511e0c" providerId="ADAL" clId="{5F5D0CF8-D266-4320-A01B-54B79BD55D98}" dt="2025-06-20T20:01:40.955" v="819" actId="12789"/>
          <ac:spMkLst>
            <pc:docMk/>
            <pc:sldMk cId="3571381157" sldId="2147483488"/>
            <ac:spMk id="27" creationId="{7CD09931-7D41-D888-6F61-2B9F0896FED1}"/>
          </ac:spMkLst>
        </pc:spChg>
        <pc:spChg chg="mod">
          <ac:chgData name="Tyler DiStefano" userId="79164e44-c5d1-4c86-a0fd-c256f1511e0c" providerId="ADAL" clId="{5F5D0CF8-D266-4320-A01B-54B79BD55D98}" dt="2025-06-20T20:01:28.157" v="807" actId="164"/>
          <ac:spMkLst>
            <pc:docMk/>
            <pc:sldMk cId="3571381157" sldId="2147483488"/>
            <ac:spMk id="28" creationId="{27E1B708-9554-178C-9D1E-3EF116ABD4A2}"/>
          </ac:spMkLst>
        </pc:spChg>
        <pc:spChg chg="mod">
          <ac:chgData name="Tyler DiStefano" userId="79164e44-c5d1-4c86-a0fd-c256f1511e0c" providerId="ADAL" clId="{5F5D0CF8-D266-4320-A01B-54B79BD55D98}" dt="2025-06-20T20:01:28.157" v="807" actId="164"/>
          <ac:spMkLst>
            <pc:docMk/>
            <pc:sldMk cId="3571381157" sldId="2147483488"/>
            <ac:spMk id="29" creationId="{9D323285-889F-A3FA-4B61-36D4D36C5381}"/>
          </ac:spMkLst>
        </pc:spChg>
        <pc:spChg chg="mod">
          <ac:chgData name="Tyler DiStefano" userId="79164e44-c5d1-4c86-a0fd-c256f1511e0c" providerId="ADAL" clId="{5F5D0CF8-D266-4320-A01B-54B79BD55D98}" dt="2025-06-20T20:02:34.503" v="830" actId="14100"/>
          <ac:spMkLst>
            <pc:docMk/>
            <pc:sldMk cId="3571381157" sldId="2147483488"/>
            <ac:spMk id="30" creationId="{C8FE026A-1B97-E57D-9BFC-24043F229AF6}"/>
          </ac:spMkLst>
        </pc:spChg>
        <pc:spChg chg="mod">
          <ac:chgData name="Tyler DiStefano" userId="79164e44-c5d1-4c86-a0fd-c256f1511e0c" providerId="ADAL" clId="{5F5D0CF8-D266-4320-A01B-54B79BD55D98}" dt="2025-06-20T20:03:05.252" v="868" actId="14100"/>
          <ac:spMkLst>
            <pc:docMk/>
            <pc:sldMk cId="3571381157" sldId="2147483488"/>
            <ac:spMk id="35" creationId="{FD3BF0D0-E53E-7B74-52DC-271F95EAE271}"/>
          </ac:spMkLst>
        </pc:spChg>
        <pc:grpChg chg="add mod">
          <ac:chgData name="Tyler DiStefano" userId="79164e44-c5d1-4c86-a0fd-c256f1511e0c" providerId="ADAL" clId="{5F5D0CF8-D266-4320-A01B-54B79BD55D98}" dt="2025-06-20T20:01:40.955" v="819" actId="12789"/>
          <ac:grpSpMkLst>
            <pc:docMk/>
            <pc:sldMk cId="3571381157" sldId="2147483488"/>
            <ac:grpSpMk id="2" creationId="{835B7E5C-F320-1885-3AD9-F93DC96204D5}"/>
          </ac:grpSpMkLst>
        </pc:grpChg>
        <pc:grpChg chg="add mod">
          <ac:chgData name="Tyler DiStefano" userId="79164e44-c5d1-4c86-a0fd-c256f1511e0c" providerId="ADAL" clId="{5F5D0CF8-D266-4320-A01B-54B79BD55D98}" dt="2025-06-20T20:01:40.955" v="819" actId="12789"/>
          <ac:grpSpMkLst>
            <pc:docMk/>
            <pc:sldMk cId="3571381157" sldId="2147483488"/>
            <ac:grpSpMk id="4" creationId="{69CF3D0F-6B98-BB82-7D2B-E5D6FF5C06DB}"/>
          </ac:grpSpMkLst>
        </pc:grpChg>
        <pc:grpChg chg="mod">
          <ac:chgData name="Tyler DiStefano" userId="79164e44-c5d1-4c86-a0fd-c256f1511e0c" providerId="ADAL" clId="{5F5D0CF8-D266-4320-A01B-54B79BD55D98}" dt="2025-06-20T20:02:44.776" v="836"/>
          <ac:grpSpMkLst>
            <pc:docMk/>
            <pc:sldMk cId="3571381157" sldId="2147483488"/>
            <ac:grpSpMk id="32" creationId="{103E45F4-8E7E-5F4B-8EA1-E5C66A9602FB}"/>
          </ac:grpSpMkLst>
        </pc:grpChg>
        <pc:grpChg chg="mod">
          <ac:chgData name="Tyler DiStefano" userId="79164e44-c5d1-4c86-a0fd-c256f1511e0c" providerId="ADAL" clId="{5F5D0CF8-D266-4320-A01B-54B79BD55D98}" dt="2025-06-20T20:02:04.385" v="826" actId="1035"/>
          <ac:grpSpMkLst>
            <pc:docMk/>
            <pc:sldMk cId="3571381157" sldId="2147483488"/>
            <ac:grpSpMk id="33" creationId="{F7DC5243-FDB9-2ACA-C4D9-F81686F54351}"/>
          </ac:grpSpMkLst>
        </pc:grpChg>
        <pc:grpChg chg="mod">
          <ac:chgData name="Tyler DiStefano" userId="79164e44-c5d1-4c86-a0fd-c256f1511e0c" providerId="ADAL" clId="{5F5D0CF8-D266-4320-A01B-54B79BD55D98}" dt="2025-06-20T20:02:04.385" v="826" actId="1035"/>
          <ac:grpSpMkLst>
            <pc:docMk/>
            <pc:sldMk cId="3571381157" sldId="2147483488"/>
            <ac:grpSpMk id="34" creationId="{FF1F6554-E24E-C2B9-093B-95BE63D33B3A}"/>
          </ac:grpSpMkLst>
        </pc:grpChg>
        <pc:picChg chg="mod">
          <ac:chgData name="Tyler DiStefano" userId="79164e44-c5d1-4c86-a0fd-c256f1511e0c" providerId="ADAL" clId="{5F5D0CF8-D266-4320-A01B-54B79BD55D98}" dt="2025-06-20T20:03:18.151" v="878" actId="1037"/>
          <ac:picMkLst>
            <pc:docMk/>
            <pc:sldMk cId="3571381157" sldId="2147483488"/>
            <ac:picMk id="36" creationId="{F0AE3423-99E7-3935-1E21-D56A9136BB3E}"/>
          </ac:picMkLst>
        </pc:picChg>
        <pc:extLst>
          <p:ext xmlns:p="http://schemas.openxmlformats.org/presentationml/2006/main" uri="{D6D511B9-2390-475A-947B-AFAB55BFBCF1}">
            <pc226:cmChg xmlns:pc226="http://schemas.microsoft.com/office/powerpoint/2022/06/main/command" chg="mod">
              <pc226:chgData name="Tyler DiStefano" userId="79164e44-c5d1-4c86-a0fd-c256f1511e0c" providerId="ADAL" clId="{5F5D0CF8-D266-4320-A01B-54B79BD55D98}" dt="2025-06-20T20:00:12.357" v="719" actId="20577"/>
              <pc2:cmMkLst xmlns:pc2="http://schemas.microsoft.com/office/powerpoint/2019/9/main/command">
                <pc:docMk/>
                <pc:sldMk cId="3571381157" sldId="2147483488"/>
                <pc2:cmMk id="{EEC84250-394F-421B-9D1B-E8BAD3B98D0B}"/>
              </pc2:cmMkLst>
            </pc226:cmChg>
            <pc226:cmChg xmlns:pc226="http://schemas.microsoft.com/office/powerpoint/2022/06/main/command" chg="mod">
              <pc226:chgData name="Tyler DiStefano" userId="79164e44-c5d1-4c86-a0fd-c256f1511e0c" providerId="ADAL" clId="{5F5D0CF8-D266-4320-A01B-54B79BD55D98}" dt="2025-06-20T20:00:12.357" v="719" actId="20577"/>
              <pc2:cmMkLst xmlns:pc2="http://schemas.microsoft.com/office/powerpoint/2019/9/main/command">
                <pc:docMk/>
                <pc:sldMk cId="3571381157" sldId="2147483488"/>
                <pc2:cmMk id="{191D3EDA-0E40-4255-9ADC-E3A88D772406}"/>
              </pc2:cmMkLst>
            </pc226:cmChg>
          </p:ext>
        </pc:extLst>
      </pc:sldChg>
      <pc:sldChg chg="modSp mod">
        <pc:chgData name="Tyler DiStefano" userId="79164e44-c5d1-4c86-a0fd-c256f1511e0c" providerId="ADAL" clId="{5F5D0CF8-D266-4320-A01B-54B79BD55D98}" dt="2025-06-20T19:54:29.195" v="655" actId="14861"/>
        <pc:sldMkLst>
          <pc:docMk/>
          <pc:sldMk cId="1374487818" sldId="2147483503"/>
        </pc:sldMkLst>
        <pc:spChg chg="mod">
          <ac:chgData name="Tyler DiStefano" userId="79164e44-c5d1-4c86-a0fd-c256f1511e0c" providerId="ADAL" clId="{5F5D0CF8-D266-4320-A01B-54B79BD55D98}" dt="2025-06-20T19:51:49.560" v="654" actId="14861"/>
          <ac:spMkLst>
            <pc:docMk/>
            <pc:sldMk cId="1374487818" sldId="2147483503"/>
            <ac:spMk id="8" creationId="{9C1F383A-ECEA-E558-2E56-2127AF760B12}"/>
          </ac:spMkLst>
        </pc:spChg>
        <pc:spChg chg="mod">
          <ac:chgData name="Tyler DiStefano" userId="79164e44-c5d1-4c86-a0fd-c256f1511e0c" providerId="ADAL" clId="{5F5D0CF8-D266-4320-A01B-54B79BD55D98}" dt="2025-06-20T19:51:49.560" v="654" actId="14861"/>
          <ac:spMkLst>
            <pc:docMk/>
            <pc:sldMk cId="1374487818" sldId="2147483503"/>
            <ac:spMk id="14" creationId="{695137F3-F6AB-649D-B119-F17B13E9CDC6}"/>
          </ac:spMkLst>
        </pc:spChg>
        <pc:spChg chg="mod">
          <ac:chgData name="Tyler DiStefano" userId="79164e44-c5d1-4c86-a0fd-c256f1511e0c" providerId="ADAL" clId="{5F5D0CF8-D266-4320-A01B-54B79BD55D98}" dt="2025-06-20T19:51:49.560" v="654" actId="14861"/>
          <ac:spMkLst>
            <pc:docMk/>
            <pc:sldMk cId="1374487818" sldId="2147483503"/>
            <ac:spMk id="15" creationId="{A18260B8-1977-1B8C-029B-4728CC198994}"/>
          </ac:spMkLst>
        </pc:spChg>
        <pc:spChg chg="mod">
          <ac:chgData name="Tyler DiStefano" userId="79164e44-c5d1-4c86-a0fd-c256f1511e0c" providerId="ADAL" clId="{5F5D0CF8-D266-4320-A01B-54B79BD55D98}" dt="2025-06-20T19:51:22.029" v="649" actId="14861"/>
          <ac:spMkLst>
            <pc:docMk/>
            <pc:sldMk cId="1374487818" sldId="2147483503"/>
            <ac:spMk id="33" creationId="{D8C03B7A-4390-1424-7736-42BF99302C63}"/>
          </ac:spMkLst>
        </pc:spChg>
        <pc:spChg chg="mod">
          <ac:chgData name="Tyler DiStefano" userId="79164e44-c5d1-4c86-a0fd-c256f1511e0c" providerId="ADAL" clId="{5F5D0CF8-D266-4320-A01B-54B79BD55D98}" dt="2025-06-20T19:51:22.029" v="649" actId="14861"/>
          <ac:spMkLst>
            <pc:docMk/>
            <pc:sldMk cId="1374487818" sldId="2147483503"/>
            <ac:spMk id="34" creationId="{C55DC685-9A42-07EA-1139-CDE437467E65}"/>
          </ac:spMkLst>
        </pc:spChg>
        <pc:spChg chg="mod">
          <ac:chgData name="Tyler DiStefano" userId="79164e44-c5d1-4c86-a0fd-c256f1511e0c" providerId="ADAL" clId="{5F5D0CF8-D266-4320-A01B-54B79BD55D98}" dt="2025-06-20T19:51:22.029" v="649" actId="14861"/>
          <ac:spMkLst>
            <pc:docMk/>
            <pc:sldMk cId="1374487818" sldId="2147483503"/>
            <ac:spMk id="35" creationId="{41FA3C23-6049-4060-804C-04A3CA191C10}"/>
          </ac:spMkLst>
        </pc:spChg>
        <pc:spChg chg="mod">
          <ac:chgData name="Tyler DiStefano" userId="79164e44-c5d1-4c86-a0fd-c256f1511e0c" providerId="ADAL" clId="{5F5D0CF8-D266-4320-A01B-54B79BD55D98}" dt="2025-06-20T19:51:39.006" v="653" actId="113"/>
          <ac:spMkLst>
            <pc:docMk/>
            <pc:sldMk cId="1374487818" sldId="2147483503"/>
            <ac:spMk id="50" creationId="{2F2450B7-F0CF-0785-7E5E-59519DF9F523}"/>
          </ac:spMkLst>
        </pc:spChg>
        <pc:spChg chg="mod">
          <ac:chgData name="Tyler DiStefano" userId="79164e44-c5d1-4c86-a0fd-c256f1511e0c" providerId="ADAL" clId="{5F5D0CF8-D266-4320-A01B-54B79BD55D98}" dt="2025-06-20T19:51:39.006" v="653" actId="113"/>
          <ac:spMkLst>
            <pc:docMk/>
            <pc:sldMk cId="1374487818" sldId="2147483503"/>
            <ac:spMk id="51" creationId="{F015CE6E-981A-4724-E1B2-4D2C00649825}"/>
          </ac:spMkLst>
        </pc:spChg>
        <pc:spChg chg="mod">
          <ac:chgData name="Tyler DiStefano" userId="79164e44-c5d1-4c86-a0fd-c256f1511e0c" providerId="ADAL" clId="{5F5D0CF8-D266-4320-A01B-54B79BD55D98}" dt="2025-06-20T19:51:39.006" v="653" actId="113"/>
          <ac:spMkLst>
            <pc:docMk/>
            <pc:sldMk cId="1374487818" sldId="2147483503"/>
            <ac:spMk id="52" creationId="{3C1F2AC4-BFB7-DDD8-6472-8EC961551A58}"/>
          </ac:spMkLst>
        </pc:spChg>
        <pc:grpChg chg="mod">
          <ac:chgData name="Tyler DiStefano" userId="79164e44-c5d1-4c86-a0fd-c256f1511e0c" providerId="ADAL" clId="{5F5D0CF8-D266-4320-A01B-54B79BD55D98}" dt="2025-06-20T19:54:29.195" v="655" actId="14861"/>
          <ac:grpSpMkLst>
            <pc:docMk/>
            <pc:sldMk cId="1374487818" sldId="2147483503"/>
            <ac:grpSpMk id="38" creationId="{5401481C-25B0-7A47-841A-FD1353C3F948}"/>
          </ac:grpSpMkLst>
        </pc:grpChg>
      </pc:sldChg>
      <pc:sldChg chg="modSp mod modCm">
        <pc:chgData name="Tyler DiStefano" userId="79164e44-c5d1-4c86-a0fd-c256f1511e0c" providerId="ADAL" clId="{5F5D0CF8-D266-4320-A01B-54B79BD55D98}" dt="2025-06-20T20:14:40.122" v="888" actId="20577"/>
        <pc:sldMkLst>
          <pc:docMk/>
          <pc:sldMk cId="2767949135" sldId="2147483507"/>
        </pc:sldMkLst>
        <pc:extLst>
          <p:ext xmlns:p="http://schemas.openxmlformats.org/presentationml/2006/main" uri="{D6D511B9-2390-475A-947B-AFAB55BFBCF1}">
            <pc226:cmChg xmlns:pc226="http://schemas.microsoft.com/office/powerpoint/2022/06/main/command" chg="mod">
              <pc226:chgData name="Tyler DiStefano" userId="79164e44-c5d1-4c86-a0fd-c256f1511e0c" providerId="ADAL" clId="{5F5D0CF8-D266-4320-A01B-54B79BD55D98}" dt="2025-06-20T20:14:40.122" v="888" actId="20577"/>
              <pc2:cmMkLst xmlns:pc2="http://schemas.microsoft.com/office/powerpoint/2019/9/main/command">
                <pc:docMk/>
                <pc:sldMk cId="2767949135" sldId="2147483507"/>
                <pc2:cmMk id="{A0B50928-3AD2-48F1-845C-914B68CDDCBB}"/>
              </pc2:cmMkLst>
            </pc226:cmChg>
            <pc226:cmChg xmlns:pc226="http://schemas.microsoft.com/office/powerpoint/2022/06/main/command" chg="mod">
              <pc226:chgData name="Tyler DiStefano" userId="79164e44-c5d1-4c86-a0fd-c256f1511e0c" providerId="ADAL" clId="{5F5D0CF8-D266-4320-A01B-54B79BD55D98}" dt="2025-06-20T20:14:40.122" v="888" actId="20577"/>
              <pc2:cmMkLst xmlns:pc2="http://schemas.microsoft.com/office/powerpoint/2019/9/main/command">
                <pc:docMk/>
                <pc:sldMk cId="2767949135" sldId="2147483507"/>
                <pc2:cmMk id="{E1AB1BCD-92CC-431A-B4FE-651CB78B1A45}"/>
              </pc2:cmMkLst>
            </pc226:cmChg>
          </p:ext>
        </pc:extLst>
      </pc:sldChg>
    </pc:docChg>
  </pc:docChgLst>
</pc:chgInfo>
</file>

<file path=ppt/comments/modernComment_7FFFFF3A_E800F056.xml><?xml version="1.0" encoding="utf-8"?>
<p188:cmLst xmlns:a="http://schemas.openxmlformats.org/drawingml/2006/main" xmlns:r="http://schemas.openxmlformats.org/officeDocument/2006/relationships" xmlns:p188="http://schemas.microsoft.com/office/powerpoint/2018/8/main">
  <p188:cm id="{67A0AE94-199E-4362-B8B2-A1E31CBD0190}" authorId="{0D05CCDA-31E3-CF3D-0402-57839C88CDD1}" created="2025-06-24T08:43:07.648">
    <ac:txMkLst xmlns:ac="http://schemas.microsoft.com/office/drawing/2013/main/command">
      <pc:docMk xmlns:pc="http://schemas.microsoft.com/office/powerpoint/2013/main/command"/>
      <pc:sldMk xmlns:pc="http://schemas.microsoft.com/office/powerpoint/2013/main/command" cId="3892375638" sldId="2147483450"/>
      <ac:spMk id="34" creationId="{A913EDDB-D62D-3CC6-4FB0-47F53BD90DD8}"/>
      <ac:txMk cp="69" len="45">
        <ac:context len="251" hash="185181182"/>
      </ac:txMk>
    </ac:txMkLst>
    <p188:pos x="3243214" y="588588"/>
    <p188:replyLst>
      <p188:reply id="{2B26044F-FE19-44FF-9B59-1DF58310260F}" authorId="{0D05CCDA-31E3-CF3D-0402-57839C88CDD1}" created="2025-06-24T08:44:34.852">
        <p188:txBody>
          <a:bodyPr/>
          <a:lstStyle/>
          <a:p>
            <a:r>
              <a:rPr lang="en-GB"/>
              <a:t>E.g., Tactics were developed and mapped on an implementation roadmap, constructed based on key analysis/data collection timepoints, taking into account target global congress (e.g., ASCO, ESMO) presentations and/or publications</a:t>
            </a:r>
          </a:p>
        </p188:txBody>
      </p188:reply>
      <p188:reply id="{CB865109-EEFB-411A-895A-027A484524BD}" authorId="{BB9471D0-2789-9A8D-A2C5-7961E6C741D0}" created="2025-06-24T10:22:10.848">
        <p188:txBody>
          <a:bodyPr/>
          <a:lstStyle/>
          <a:p>
            <a:r>
              <a:rPr lang="en-US"/>
              <a:t>Updated as per your suggestion.
Old wording read as: 
“For the developed tactics, implementation roadmap projects forward from today into the future and was constructed based on key analysis/data collection timepoints that eventually lead to global congress (e.g., ASCO, ESMO) presentations and/or publications”</a:t>
            </a:r>
          </a:p>
        </p188:txBody>
      </p188:reply>
    </p188:replyLst>
    <p188:txBody>
      <a:bodyPr/>
      <a:lstStyle/>
      <a:p>
        <a:r>
          <a:rPr lang="en-GB"/>
          <a:t>This wording doesn’t make sense, can we please review and adjust?</a:t>
        </a:r>
      </a:p>
    </p188:txBody>
    <p188:extLst>
      <p:ext xmlns:p="http://schemas.openxmlformats.org/presentationml/2006/main" uri="{57CB4572-C831-44C2-8A1C-0ADB6CCDFE69}">
        <p223:reactions xmlns:p223="http://schemas.microsoft.com/office/powerpoint/2022/03/main">
          <p223:rxn type="👍">
            <p223:instance time="2025-06-24T10:22:12.665" authorId="{BB9471D0-2789-9A8D-A2C5-7961E6C741D0}"/>
          </p223:rxn>
        </p223:reactions>
      </p:ext>
    </p188:extLst>
  </p188:cm>
</p188:cmLst>
</file>

<file path=ppt/comments/modernComment_7FFFFF3B_ED76141A.xml><?xml version="1.0" encoding="utf-8"?>
<p188:cmLst xmlns:a="http://schemas.openxmlformats.org/drawingml/2006/main" xmlns:r="http://schemas.openxmlformats.org/officeDocument/2006/relationships" xmlns:p188="http://schemas.microsoft.com/office/powerpoint/2018/8/main">
  <p188:cm id="{52EF37A9-0F0A-429D-8E2E-9E2F669ACFE6}" authorId="{0D05CCDA-31E3-CF3D-0402-57839C88CDD1}" created="2025-06-24T08:41:19.995">
    <ac:deMkLst xmlns:ac="http://schemas.microsoft.com/office/drawing/2013/main/command">
      <pc:docMk xmlns:pc="http://schemas.microsoft.com/office/powerpoint/2013/main/command"/>
      <pc:sldMk xmlns:pc="http://schemas.microsoft.com/office/powerpoint/2013/main/command" cId="3983938586" sldId="2147483451"/>
      <ac:spMk id="24" creationId="{81C1BBF6-B23D-5F0C-8CC0-FFD2F06535D6}"/>
    </ac:deMkLst>
    <p188:replyLst>
      <p188:reply id="{5FC7D676-1B10-49B3-B25E-EE8DB976AE94}" authorId="{BB9471D0-2789-9A8D-A2C5-7961E6C741D0}" created="2025-06-24T10:14:41.524">
        <p188:txBody>
          <a:bodyPr/>
          <a:lstStyle/>
          <a:p>
            <a:r>
              <a:rPr lang="en-GB"/>
              <a:t>Added little house with hyperlink to this slide on bottom left of the section division slides ☺️</a:t>
            </a:r>
          </a:p>
        </p188:txBody>
      </p188:reply>
    </p188:replyLst>
    <p188:txBody>
      <a:bodyPr/>
      <a:lstStyle/>
      <a:p>
        <a:r>
          <a:rPr lang="en-GB"/>
          <a:t>I like the use of hyperlinks here - can we add an icon in the respective chapter dividers that readers can use to navigate back to this page?</a:t>
        </a:r>
      </a:p>
    </p188:txBody>
    <p188:extLst>
      <p:ext xmlns:p="http://schemas.openxmlformats.org/presentationml/2006/main" uri="{57CB4572-C831-44C2-8A1C-0ADB6CCDFE69}">
        <p223:reactions xmlns:p223="http://schemas.microsoft.com/office/powerpoint/2022/03/main">
          <p223:rxn type="👍">
            <p223:instance time="2025-06-24T08:45:03.141" authorId="{BB9471D0-2789-9A8D-A2C5-7961E6C741D0}"/>
          </p223:rxn>
        </p223:reactions>
      </p:ext>
    </p188:extLst>
  </p188:cm>
</p188:cmLst>
</file>

<file path=ppt/comments/modernComment_7FFFFF7D_28BE226A.xml><?xml version="1.0" encoding="utf-8"?>
<p188:cmLst xmlns:a="http://schemas.openxmlformats.org/drawingml/2006/main" xmlns:r="http://schemas.openxmlformats.org/officeDocument/2006/relationships" xmlns:p188="http://schemas.microsoft.com/office/powerpoint/2018/8/main">
  <p188:cm id="{7509533D-08F6-4D9F-8F83-9C5E5F75D22A}" authorId="{0D05CCDA-31E3-CF3D-0402-57839C88CDD1}" created="2025-06-24T08:33:59.929">
    <ac:txMkLst xmlns:ac="http://schemas.microsoft.com/office/drawing/2013/main/command">
      <pc:docMk xmlns:pc="http://schemas.microsoft.com/office/powerpoint/2013/main/command"/>
      <pc:sldMk xmlns:pc="http://schemas.microsoft.com/office/powerpoint/2013/main/command" cId="683549290" sldId="2147483517"/>
      <ac:spMk id="51" creationId="{A8261BC2-1D43-7359-623D-5FBE518E6D3C}"/>
      <ac:txMk cp="0" len="25">
        <ac:context len="192" hash="1814843793"/>
      </ac:txMk>
    </ac:txMkLst>
    <p188:pos x="2468931" y="266575"/>
    <p188:replyLst>
      <p188:reply id="{DC13304B-799E-46A3-8D66-98F61BCB7AD6}" authorId="{4537F937-D3BB-EE89-B1DE-563C9A7F18AA}" created="2025-06-24T16:28:33.411">
        <p188:txBody>
          <a:bodyPr/>
          <a:lstStyle/>
          <a:p>
            <a:r>
              <a:rPr lang="en-US"/>
              <a:t>Updated to clarify need for data on efficacy in Caucasian  /local populations</a:t>
            </a:r>
          </a:p>
        </p188:txBody>
      </p188:reply>
    </p188:replyLst>
    <p188:txBody>
      <a:bodyPr/>
      <a:lstStyle/>
      <a:p>
        <a:r>
          <a:rPr lang="en-GB"/>
          <a:t>Do we have more detail on what this study actually is? Is it looking at Soc? Unmet needs? Burden of disease?</a:t>
        </a:r>
      </a:p>
    </p188:txBody>
  </p188:cm>
  <p188:cm id="{2EDAA553-70E0-4948-A1D9-BAADFEF6F3FB}" authorId="{0D05CCDA-31E3-CF3D-0402-57839C88CDD1}" created="2025-06-24T08:34:43.127">
    <ac:txMkLst xmlns:ac="http://schemas.microsoft.com/office/drawing/2013/main/command">
      <pc:docMk xmlns:pc="http://schemas.microsoft.com/office/powerpoint/2013/main/command"/>
      <pc:sldMk xmlns:pc="http://schemas.microsoft.com/office/powerpoint/2013/main/command" cId="683549290" sldId="2147483517"/>
      <ac:spMk id="51" creationId="{A8261BC2-1D43-7359-623D-5FBE518E6D3C}"/>
      <ac:txMk cp="77" len="27">
        <ac:context len="192" hash="1814843793"/>
      </ac:txMk>
    </ac:txMkLst>
    <p188:pos x="3792906" y="447550"/>
    <p188:replyLst>
      <p188:reply id="{F5FFBA77-CCCA-455F-9391-21DB0966C9A1}" authorId="{4537F937-D3BB-EE89-B1DE-563C9A7F18AA}" created="2025-06-24T16:28:08.710">
        <p188:txBody>
          <a:bodyPr/>
          <a:lstStyle/>
          <a:p>
            <a:r>
              <a:rPr lang="en-US"/>
              <a:t>Updated to clarify it is on efficacy in caucasian patients, and is specifically an expansion of the REVOLUTE trial scope to other indications</a:t>
            </a:r>
          </a:p>
        </p188:txBody>
      </p188:reply>
    </p188:replyLst>
    <p188:txBody>
      <a:bodyPr/>
      <a:lstStyle/>
      <a:p>
        <a:r>
          <a:rPr lang="en-GB"/>
          <a:t>Same comment as above, is this assessing the real-world efficacy of tisle in caucasian / local populations?</a:t>
        </a:r>
      </a:p>
    </p188:txBody>
  </p188:cm>
  <p188:cm id="{AB04ABEC-62A8-41A9-8F40-E8B5BAF65998}" authorId="{0D05CCDA-31E3-CF3D-0402-57839C88CDD1}" created="2025-06-24T08:36:14.382">
    <ac:txMkLst xmlns:ac="http://schemas.microsoft.com/office/drawing/2013/main/command">
      <pc:docMk xmlns:pc="http://schemas.microsoft.com/office/powerpoint/2013/main/command"/>
      <pc:sldMk xmlns:pc="http://schemas.microsoft.com/office/powerpoint/2013/main/command" cId="683549290" sldId="2147483517"/>
      <ac:spMk id="4" creationId="{8D757AA0-FAFB-F4E4-40D4-A5D2B90109D2}"/>
      <ac:txMk cp="14" len="154">
        <ac:context len="498" hash="342515563"/>
      </ac:txMk>
    </ac:txMkLst>
    <p188:pos x="7327452" y="398720"/>
    <p188:replyLst>
      <p188:reply id="{19B28EDB-7FE8-4FE4-85B7-DF27954D267D}" authorId="{BB9471D0-2789-9A8D-A2C5-7961E6C741D0}" created="2025-06-24T08:43:41.705">
        <p188:txBody>
          <a:bodyPr/>
          <a:lstStyle/>
          <a:p>
            <a:r>
              <a:rPr lang="en-US"/>
              <a:t>We have two additional gaps (one in ESCC and one in GC/GEJ) that will be closed by the upcoming RN-216 trial and hence do not appear in this slide. Originally we had no gap belonging here for gap theme 2 and hence the callout - however, since we do have now post-hocs touching upon gap theme 2, I have reworded the footnote to mention “Certain gaps….” (i.e., not all)</a:t>
            </a:r>
          </a:p>
        </p188:txBody>
        <p188:extLst>
          <p:ext xmlns:p="http://schemas.openxmlformats.org/presentationml/2006/main" uri="{57CB4572-C831-44C2-8A1C-0ADB6CCDFE69}">
            <p223:reactions xmlns:p223="http://schemas.microsoft.com/office/powerpoint/2022/03/main">
              <p223:rxn type="👍">
                <p223:instance time="2025-06-24T08:44:59.842" authorId="{0D05CCDA-31E3-CF3D-0402-57839C88CDD1}"/>
              </p223:rxn>
            </p223:reactions>
          </p:ext>
        </p188:extLst>
      </p188:reply>
    </p188:replyLst>
    <p188:txBody>
      <a:bodyPr/>
      <a:lstStyle/>
      <a:p>
        <a:r>
          <a:rPr lang="en-GB"/>
          <a:t>What do we mean by this exactly? We are saying that gaps related to this theme don’t fall within the scope of post-hocs, but we have two gaps tagged against this theme under post-hocs..</a:t>
        </a:r>
      </a:p>
    </p188:txBody>
    <p188:extLst>
      <p:ext xmlns:p="http://schemas.openxmlformats.org/presentationml/2006/main" uri="{57CB4572-C831-44C2-8A1C-0ADB6CCDFE69}">
        <p223:reactions xmlns:p223="http://schemas.microsoft.com/office/powerpoint/2022/03/main">
          <p223:rxn type="👍">
            <p223:instance time="2025-06-24T08:43:56.181" authorId="{BB9471D0-2789-9A8D-A2C5-7961E6C741D0}"/>
          </p223:rxn>
        </p223:reactions>
      </p:ext>
    </p188:extLst>
  </p188:cm>
  <p188:cm id="{D87CE433-6C81-43AF-A5B0-741996AE8D49}" authorId="{0D05CCDA-31E3-CF3D-0402-57839C88CDD1}" created="2025-06-24T08:36:38.259">
    <ac:txMkLst xmlns:ac="http://schemas.microsoft.com/office/drawing/2013/main/command">
      <pc:docMk xmlns:pc="http://schemas.microsoft.com/office/powerpoint/2013/main/command"/>
      <pc:sldMk xmlns:pc="http://schemas.microsoft.com/office/powerpoint/2013/main/command" cId="683549290" sldId="2147483517"/>
      <ac:spMk id="53" creationId="{92B40FB3-65C8-5E6E-6376-1063EE2E7886}"/>
      <ac:txMk cp="80" len="53">
        <ac:context len="240" hash="3952829685"/>
      </ac:txMk>
    </ac:txMkLst>
    <p188:pos x="2449881" y="578403"/>
    <p188:replyLst>
      <p188:reply id="{D5F57655-D1BB-4902-A837-F06D8717CF37}" authorId="{BB9471D0-2789-9A8D-A2C5-7961E6C741D0}" created="2025-06-24T08:41:25.390">
        <p188:txBody>
          <a:bodyPr/>
          <a:lstStyle/>
          <a:p>
            <a:r>
              <a:rPr lang="en-US"/>
              <a:t>Specified “...of tisle” and added “vs. intravenous”</a:t>
            </a:r>
          </a:p>
        </p188:txBody>
      </p188:reply>
    </p188:replyLst>
    <p188:txBody>
      <a:bodyPr/>
      <a:lstStyle/>
      <a:p>
        <a:r>
          <a:rPr lang="en-GB"/>
          <a:t>Can we be clearer on the objective of this IIT?</a:t>
        </a:r>
      </a:p>
    </p188:txBody>
    <p188:extLst>
      <p:ext xmlns:p="http://schemas.openxmlformats.org/presentationml/2006/main" uri="{57CB4572-C831-44C2-8A1C-0ADB6CCDFE69}">
        <p223:reactions xmlns:p223="http://schemas.microsoft.com/office/powerpoint/2022/03/main">
          <p223:rxn type="👍">
            <p223:instance time="2025-06-24T08:41:26.556" authorId="{BB9471D0-2789-9A8D-A2C5-7961E6C741D0}"/>
          </p223:rxn>
        </p223:reactions>
      </p:ext>
    </p188:extLst>
  </p188:cm>
</p188:cmLst>
</file>

<file path=ppt/comments/modernComment_11C_BF1730E1.xml><?xml version="1.0" encoding="utf-8"?>
<p188:cmLst xmlns:a="http://schemas.openxmlformats.org/drawingml/2006/main" xmlns:r="http://schemas.openxmlformats.org/officeDocument/2006/relationships" xmlns:p188="http://schemas.microsoft.com/office/powerpoint/2018/8/main">
  <p188:cm id="{EF37CAE4-F64F-43FD-AADD-93CA022AEFC9}" authorId="{0D05CCDA-31E3-CF3D-0402-57839C88CDD1}" created="2025-06-24T09:01:28.989">
    <ac:txMkLst xmlns:ac="http://schemas.microsoft.com/office/drawing/2013/main/command">
      <pc:docMk xmlns:pc="http://schemas.microsoft.com/office/powerpoint/2013/main/command"/>
      <pc:sldMk xmlns:pc="http://schemas.microsoft.com/office/powerpoint/2013/main/command" cId="3205968097" sldId="284"/>
      <ac:spMk id="3" creationId="{EEDDAB8D-15AB-F09C-BA8C-79F0B85629A7}"/>
      <ac:txMk cp="29" len="26">
        <ac:context len="56" hash="3203004428"/>
      </ac:txMk>
    </ac:txMkLst>
    <p188:pos x="8919013" y="223873"/>
    <p188:replyLst>
      <p188:reply id="{1123A9A4-70A6-47B0-88EB-3B94B6FB6922}" authorId="{BB9471D0-2789-9A8D-A2C5-7961E6C741D0}" created="2025-06-24T11:40:48.830">
        <p188:txBody>
          <a:bodyPr/>
          <a:lstStyle/>
          <a:p>
            <a:r>
              <a:rPr lang="en-GB"/>
              <a:t>Standardized; same color same font (24) across all deck; opting for one line (sometimes not the case in exec summary &amp; intro sections)</a:t>
            </a:r>
          </a:p>
        </p188:txBody>
      </p188:reply>
    </p188:replyLst>
    <p188:txBody>
      <a:bodyPr/>
      <a:lstStyle/>
      <a:p>
        <a:r>
          <a:rPr lang="en-GB"/>
          <a:t>Minor but.. The format of these headings across chapters is not consistent, e.g., sometimes it is split over two lines, sometimes the indication is colour-coded.. Can we standardise please?</a:t>
        </a:r>
      </a:p>
    </p188:txBody>
    <p188:extLst>
      <p:ext xmlns:p="http://schemas.openxmlformats.org/presentationml/2006/main" uri="{57CB4572-C831-44C2-8A1C-0ADB6CCDFE69}">
        <p223:reactions xmlns:p223="http://schemas.microsoft.com/office/powerpoint/2022/03/main">
          <p223:rxn type="👍">
            <p223:instance time="2025-06-24T11:40:49.565" authorId="{BB9471D0-2789-9A8D-A2C5-7961E6C741D0}"/>
          </p223:rxn>
        </p223:reactions>
      </p:ext>
    </p188:extLst>
  </p188:cm>
</p188:cmLst>
</file>

<file path=ppt/comments/modernComment_18E_FD606964.xml><?xml version="1.0" encoding="utf-8"?>
<p188:cmLst xmlns:a="http://schemas.openxmlformats.org/drawingml/2006/main" xmlns:r="http://schemas.openxmlformats.org/officeDocument/2006/relationships" xmlns:p188="http://schemas.microsoft.com/office/powerpoint/2018/8/main">
  <p188:cm id="{74608715-FDD6-45F8-9216-7112C2B5B1B2}" authorId="{0D05CCDA-31E3-CF3D-0402-57839C88CDD1}" created="2025-06-24T08:51:04.433">
    <ac:txMkLst xmlns:ac="http://schemas.microsoft.com/office/drawing/2013/main/command">
      <pc:docMk xmlns:pc="http://schemas.microsoft.com/office/powerpoint/2013/main/command"/>
      <pc:sldMk xmlns:pc="http://schemas.microsoft.com/office/powerpoint/2013/main/command" cId="4250954084" sldId="398"/>
      <ac:graphicFrameMk id="44" creationId="{F750FD5E-A429-6B89-DFE1-AF3A1F156F55}"/>
      <ac:tblMk/>
      <ac:tcMk rowId="1655125714" colId="1680224606"/>
      <ac:txMk cp="48" len="1">
        <ac:context len="103" hash="3663272441"/>
      </ac:txMk>
    </ac:txMkLst>
    <p188:pos x="2047044" y="1106736"/>
    <p188:replyLst>
      <p188:reply id="{6575D2F8-507B-4BBE-A7A3-3CB22B21F459}" authorId="{BB9471D0-2789-9A8D-A2C5-7961E6C741D0}" created="2025-06-24T11:18:33.663">
        <p188:txBody>
          <a:bodyPr/>
          <a:lstStyle/>
          <a:p>
            <a:r>
              <a:rPr lang="en-GB"/>
              <a:t>Updated globally</a:t>
            </a:r>
          </a:p>
        </p188:txBody>
      </p188:reply>
    </p188:replyLst>
    <p188:txBody>
      <a:bodyPr/>
      <a:lstStyle/>
      <a:p>
        <a:r>
          <a:rPr lang="en-GB"/>
          <a:t>“in” Caucasian patients?</a:t>
        </a:r>
      </a:p>
    </p188:txBody>
    <p188:extLst>
      <p:ext xmlns:p="http://schemas.openxmlformats.org/presentationml/2006/main" uri="{57CB4572-C831-44C2-8A1C-0ADB6CCDFE69}">
        <p223:reactions xmlns:p223="http://schemas.microsoft.com/office/powerpoint/2022/03/main">
          <p223:rxn type="👍">
            <p223:instance time="2025-06-24T11:18:34.405" authorId="{BB9471D0-2789-9A8D-A2C5-7961E6C741D0}"/>
          </p223:rxn>
        </p223:reactions>
      </p:ext>
    </p188:extLst>
  </p188:cm>
</p188:cmLst>
</file>

<file path=ppt/comments/modernComment_106_D2EA8964.xml><?xml version="1.0" encoding="utf-8"?>
<p188:cmLst xmlns:a="http://schemas.openxmlformats.org/drawingml/2006/main" xmlns:r="http://schemas.openxmlformats.org/officeDocument/2006/relationships" xmlns:p188="http://schemas.microsoft.com/office/powerpoint/2018/8/main">
  <p188:cm id="{FBD16244-DAAB-41FB-95BB-F3FEDF5692C0}" authorId="{0D05CCDA-31E3-CF3D-0402-57839C88CDD1}" created="2025-06-24T08:49:31.938">
    <ac:deMkLst xmlns:ac="http://schemas.microsoft.com/office/drawing/2013/main/command">
      <pc:docMk xmlns:pc="http://schemas.microsoft.com/office/powerpoint/2013/main/command"/>
      <pc:sldMk xmlns:pc="http://schemas.microsoft.com/office/powerpoint/2013/main/command" cId="3538585956" sldId="262"/>
      <ac:spMk id="110" creationId="{36C51F8C-E1F7-06D6-36ED-EB88B4C62F60}"/>
    </ac:deMkLst>
    <p188:replyLst>
      <p188:reply id="{5D500549-E934-41D1-B99F-CCC972315EB7}" authorId="{BB9471D0-2789-9A8D-A2C5-7961E6C741D0}" created="2025-06-24T10:22:41.826">
        <p188:txBody>
          <a:bodyPr/>
          <a:lstStyle/>
          <a:p>
            <a:r>
              <a:rPr lang="en-US"/>
              <a:t>Updated!</a:t>
            </a:r>
          </a:p>
        </p188:txBody>
      </p188:reply>
    </p188:replyLst>
    <p188:txBody>
      <a:bodyPr/>
      <a:lstStyle/>
      <a:p>
        <a:r>
          <a:rPr lang="en-GB"/>
          <a:t>Gaps “for” which tactics were developed during the WS</a:t>
        </a:r>
      </a:p>
    </p188:txBody>
    <p188:extLst>
      <p:ext xmlns:p="http://schemas.openxmlformats.org/presentationml/2006/main" uri="{57CB4572-C831-44C2-8A1C-0ADB6CCDFE69}">
        <p223:reactions xmlns:p223="http://schemas.microsoft.com/office/powerpoint/2022/03/main">
          <p223:rxn type="👍">
            <p223:instance time="2025-06-24T10:22:36.135" authorId="{BB9471D0-2789-9A8D-A2C5-7961E6C741D0}"/>
          </p223:rxn>
        </p223:reactions>
      </p:ext>
    </p188:extLst>
  </p188:cm>
</p188:cmLst>
</file>

<file path=ppt/comments/modernComment_109_1F40A7A6.xml><?xml version="1.0" encoding="utf-8"?>
<p188:cmLst xmlns:a="http://schemas.openxmlformats.org/drawingml/2006/main" xmlns:r="http://schemas.openxmlformats.org/officeDocument/2006/relationships" xmlns:p188="http://schemas.microsoft.com/office/powerpoint/2018/8/main">
  <p188:cm id="{D72DBCAF-102E-E447-A267-39FDC697C8EE}" authorId="{C071FA7E-42EE-596C-77FC-131D304A6C2B}" created="2025-06-24T09:30:05.308">
    <pc:sldMkLst xmlns:pc="http://schemas.microsoft.com/office/powerpoint/2013/main/command">
      <pc:docMk/>
      <pc:sldMk cId="524330918" sldId="265"/>
    </pc:sldMkLst>
    <p188:replyLst>
      <p188:reply id="{DB486DF7-BB04-4CF2-91F1-DB087470C3BA}" authorId="{BB9471D0-2789-9A8D-A2C5-7961E6C741D0}" created="2025-06-24T11:24:46.009">
        <p188:txBody>
          <a:bodyPr/>
          <a:lstStyle/>
          <a:p>
            <a:r>
              <a:rPr lang="en-US"/>
              <a:t>Have added MOs in the footnote globally ☺️</a:t>
            </a:r>
          </a:p>
        </p188:txBody>
      </p188:reply>
    </p188:replyLst>
    <p188:txBody>
      <a:bodyPr/>
      <a:lstStyle/>
      <a:p>
        <a:r>
          <a:rPr lang="en-US"/>
          <a:t>Noticing it here but maybe needs to be carried through to deck is listing out the MOs as footnotes as someone could misinterpret the no’s from previous page where we have also used numbers to identify the gaps. One ear fit is to list the MOs as footnotes in the relevant slides where you use this numbering.</a:t>
        </a:r>
      </a:p>
    </p188:txBody>
    <p188:extLst>
      <p:ext xmlns:p="http://schemas.openxmlformats.org/presentationml/2006/main" uri="{57CB4572-C831-44C2-8A1C-0ADB6CCDFE69}">
        <p223:reactions xmlns:p223="http://schemas.microsoft.com/office/powerpoint/2022/03/main">
          <p223:rxn type="👍">
            <p223:instance time="2025-06-24T11:24:46.767" authorId="{BB9471D0-2789-9A8D-A2C5-7961E6C741D0}"/>
          </p223:rxn>
        </p223:reactions>
      </p:ext>
    </p188:extLst>
  </p188:cm>
</p188:cmLst>
</file>

<file path=ppt/comments/modernComment_157_4CBD8664.xml><?xml version="1.0" encoding="utf-8"?>
<p188:cmLst xmlns:a="http://schemas.openxmlformats.org/drawingml/2006/main" xmlns:r="http://schemas.openxmlformats.org/officeDocument/2006/relationships" xmlns:p188="http://schemas.microsoft.com/office/powerpoint/2018/8/main">
  <p188:cm id="{353BECB7-F9FB-470F-9F9A-10C1B6D9F31B}" authorId="{0D05CCDA-31E3-CF3D-0402-57839C88CDD1}" created="2025-06-24T08:39:57.077">
    <ac:txMkLst xmlns:ac="http://schemas.microsoft.com/office/drawing/2013/main/command">
      <pc:docMk xmlns:pc="http://schemas.microsoft.com/office/powerpoint/2013/main/command"/>
      <pc:sldMk xmlns:pc="http://schemas.microsoft.com/office/powerpoint/2013/main/command" cId="1287489124" sldId="343"/>
      <ac:spMk id="3" creationId="{4B831C83-86AA-904F-C5AD-B01F91E65274}"/>
      <ac:txMk cp="24" len="1">
        <ac:context len="58" hash="1359380778"/>
      </ac:txMk>
    </ac:txMkLst>
    <p188:pos x="4499413" y="223873"/>
    <p188:replyLst>
      <p188:reply id="{0D48D383-69E2-4596-AF2F-379616379F1E}" authorId="{BB9471D0-2789-9A8D-A2C5-7961E6C741D0}" created="2025-06-24T08:44:46.156">
        <p188:txBody>
          <a:bodyPr/>
          <a:lstStyle/>
          <a:p>
            <a:r>
              <a:rPr lang="en-GB"/>
              <a:t>updated</a:t>
            </a:r>
          </a:p>
        </p188:txBody>
      </p188:reply>
    </p188:replyLst>
    <p188:txBody>
      <a:bodyPr/>
      <a:lstStyle/>
      <a:p>
        <a:r>
          <a:rPr lang="en-GB"/>
          <a:t>Changed to past tense.. Please check throughout document to ensure consistent tone</a:t>
        </a:r>
      </a:p>
    </p188:txBody>
    <p188:extLst>
      <p:ext xmlns:p="http://schemas.openxmlformats.org/presentationml/2006/main" uri="{57CB4572-C831-44C2-8A1C-0ADB6CCDFE69}">
        <p223:reactions xmlns:p223="http://schemas.microsoft.com/office/powerpoint/2022/03/main">
          <p223:rxn type="👍">
            <p223:instance time="2025-06-24T08:44:06.092" authorId="{BB9471D0-2789-9A8D-A2C5-7961E6C741D0}"/>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F4643F-7330-6009-FC04-451B2D491A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106C06C-C956-BC1A-995E-75CD9EF47D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EFD91E-A56F-D243-A3B7-43251B60C921}" type="datetimeFigureOut">
              <a:rPr lang="en-US" smtClean="0"/>
              <a:t>6/24/2025</a:t>
            </a:fld>
            <a:endParaRPr lang="en-US"/>
          </a:p>
        </p:txBody>
      </p:sp>
      <p:sp>
        <p:nvSpPr>
          <p:cNvPr id="4" name="Footer Placeholder 3">
            <a:extLst>
              <a:ext uri="{FF2B5EF4-FFF2-40B4-BE49-F238E27FC236}">
                <a16:creationId xmlns:a16="http://schemas.microsoft.com/office/drawing/2014/main" id="{073487E2-DC75-53EF-C7EB-59D8ABDF89E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CBEF61-B602-A737-8646-247115641B6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DC68D3-5A8E-F74A-AD17-32C691E5E44F}" type="slidenum">
              <a:rPr lang="en-US" smtClean="0"/>
              <a:t>‹#›</a:t>
            </a:fld>
            <a:endParaRPr lang="en-US"/>
          </a:p>
        </p:txBody>
      </p:sp>
    </p:spTree>
    <p:extLst>
      <p:ext uri="{BB962C8B-B14F-4D97-AF65-F5344CB8AC3E}">
        <p14:creationId xmlns:p14="http://schemas.microsoft.com/office/powerpoint/2010/main" val="1579456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C3B481BD-54FB-5D4D-95C0-F1D99F902784}"/>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a:extLst>
              <a:ext uri="{FF2B5EF4-FFF2-40B4-BE49-F238E27FC236}">
                <a16:creationId xmlns:a16="http://schemas.microsoft.com/office/drawing/2014/main" id="{64545594-0FC2-5D48-B93D-2B9927C9355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7DAC3C8-AFA5-654A-8788-43263FA80C22}"/>
              </a:ext>
            </a:extLst>
          </p:cNvPr>
          <p:cNvSpPr>
            <a:spLocks noGrp="1"/>
          </p:cNvSpPr>
          <p:nvPr>
            <p:ph type="sldNum" sz="quarter" idx="5"/>
          </p:nvPr>
        </p:nvSpPr>
        <p:spPr>
          <a:xfrm>
            <a:off x="5954485" y="8685213"/>
            <a:ext cx="901927"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9B590086-2CEE-6940-8EBE-50F30B7088C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indent="0" algn="l" defTabSz="1219050" rtl="0" eaLnBrk="1" latinLnBrk="0" hangingPunct="1">
      <a:lnSpc>
        <a:spcPct val="90000"/>
      </a:lnSpc>
      <a:spcBef>
        <a:spcPts val="360"/>
      </a:spcBef>
      <a:buFont typeface="Arial" panose="020B0604020202020204" pitchFamily="34" charset="0"/>
      <a:buNone/>
      <a:defRPr sz="1000" b="0" i="0" kern="1200">
        <a:solidFill>
          <a:schemeClr val="tx1"/>
        </a:solidFill>
        <a:latin typeface="Arial" panose="020B0604020202020204" pitchFamily="34" charset="0"/>
        <a:ea typeface="+mn-ea"/>
        <a:cs typeface="+mn-cs"/>
      </a:defRPr>
    </a:lvl1pPr>
    <a:lvl2pPr marL="173736" indent="-171450" algn="l" defTabSz="1219050" rtl="0" eaLnBrk="1" latinLnBrk="0" hangingPunct="1">
      <a:lnSpc>
        <a:spcPct val="90000"/>
      </a:lnSpc>
      <a:spcBef>
        <a:spcPts val="360"/>
      </a:spcBef>
      <a:buFont typeface="Wingdings" pitchFamily="2" charset="2"/>
      <a:buChar char="§"/>
      <a:tabLst/>
      <a:defRPr sz="1000" b="0" i="0" kern="1200">
        <a:solidFill>
          <a:schemeClr val="tx1"/>
        </a:solidFill>
        <a:latin typeface="Arial" panose="020B0604020202020204" pitchFamily="34" charset="0"/>
        <a:ea typeface="+mn-ea"/>
        <a:cs typeface="+mn-cs"/>
      </a:defRPr>
    </a:lvl2pPr>
    <a:lvl3pPr marL="347472" indent="-174625" algn="l" defTabSz="1219050" rtl="0" eaLnBrk="1" latinLnBrk="0" hangingPunct="1">
      <a:lnSpc>
        <a:spcPct val="90000"/>
      </a:lnSpc>
      <a:spcBef>
        <a:spcPts val="360"/>
      </a:spcBef>
      <a:buFont typeface="System Font Regular"/>
      <a:buChar char="–"/>
      <a:tabLst/>
      <a:defRPr sz="1000" b="0" i="0" kern="1200">
        <a:solidFill>
          <a:schemeClr val="tx1"/>
        </a:solidFill>
        <a:latin typeface="Arial" panose="020B0604020202020204" pitchFamily="34" charset="0"/>
        <a:ea typeface="+mn-ea"/>
        <a:cs typeface="+mn-cs"/>
      </a:defRPr>
    </a:lvl3pPr>
    <a:lvl4pPr marL="517525" indent="-173736" algn="l" defTabSz="1219050" rtl="0" eaLnBrk="1" latinLnBrk="0" hangingPunct="1">
      <a:lnSpc>
        <a:spcPct val="90000"/>
      </a:lnSpc>
      <a:spcBef>
        <a:spcPts val="360"/>
      </a:spcBef>
      <a:buFont typeface="Arial" panose="020B0604020202020204" pitchFamily="34" charset="0"/>
      <a:buChar char="•"/>
      <a:tabLst/>
      <a:defRPr sz="1000" b="0" i="0" kern="1200">
        <a:solidFill>
          <a:schemeClr val="tx1"/>
        </a:solidFill>
        <a:latin typeface="Arial" panose="020B0604020202020204" pitchFamily="34" charset="0"/>
        <a:ea typeface="+mn-ea"/>
        <a:cs typeface="+mn-cs"/>
      </a:defRPr>
    </a:lvl4pPr>
    <a:lvl5pPr marL="687388" indent="-173736" algn="l" defTabSz="1219050" rtl="0" eaLnBrk="1" latinLnBrk="0" hangingPunct="1">
      <a:lnSpc>
        <a:spcPct val="90000"/>
      </a:lnSpc>
      <a:spcBef>
        <a:spcPts val="360"/>
      </a:spcBef>
      <a:buFont typeface="System Font Regular"/>
      <a:buChar char="◦"/>
      <a:tabLst/>
      <a:defRPr sz="1000" b="0" i="0" kern="1200">
        <a:solidFill>
          <a:schemeClr val="tx1"/>
        </a:solidFill>
        <a:latin typeface="Arial" panose="020B0604020202020204" pitchFamily="34" charset="0"/>
        <a:ea typeface="+mn-ea"/>
        <a:cs typeface="+mn-cs"/>
      </a:defRPr>
    </a:lvl5pPr>
    <a:lvl6pPr marL="3047620" algn="l" defTabSz="1219050" rtl="0" eaLnBrk="1" latinLnBrk="0" hangingPunct="1">
      <a:defRPr sz="1600" kern="1200">
        <a:solidFill>
          <a:schemeClr val="tx1"/>
        </a:solidFill>
        <a:latin typeface="+mn-lt"/>
        <a:ea typeface="+mn-ea"/>
        <a:cs typeface="+mn-cs"/>
      </a:defRPr>
    </a:lvl6pPr>
    <a:lvl7pPr marL="3657143" algn="l" defTabSz="1219050" rtl="0" eaLnBrk="1" latinLnBrk="0" hangingPunct="1">
      <a:defRPr sz="1600" kern="1200">
        <a:solidFill>
          <a:schemeClr val="tx1"/>
        </a:solidFill>
        <a:latin typeface="+mn-lt"/>
        <a:ea typeface="+mn-ea"/>
        <a:cs typeface="+mn-cs"/>
      </a:defRPr>
    </a:lvl7pPr>
    <a:lvl8pPr marL="4266667" algn="l" defTabSz="1219050" rtl="0" eaLnBrk="1" latinLnBrk="0" hangingPunct="1">
      <a:defRPr sz="1600" kern="1200">
        <a:solidFill>
          <a:schemeClr val="tx1"/>
        </a:solidFill>
        <a:latin typeface="+mn-lt"/>
        <a:ea typeface="+mn-ea"/>
        <a:cs typeface="+mn-cs"/>
      </a:defRPr>
    </a:lvl8pPr>
    <a:lvl9pPr marL="4876191" algn="l" defTabSz="121905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573DB-9DFB-95D1-9CF6-15E0F821A50C}"/>
            </a:ext>
          </a:extLst>
        </p:cNvPr>
        <p:cNvGrpSpPr/>
        <p:nvPr/>
      </p:nvGrpSpPr>
      <p:grpSpPr>
        <a:xfrm>
          <a:off x="0" y="0"/>
          <a:ext cx="0" cy="0"/>
          <a:chOff x="0" y="0"/>
          <a:chExt cx="0" cy="0"/>
        </a:xfrm>
      </p:grpSpPr>
      <p:sp>
        <p:nvSpPr>
          <p:cNvPr id="12290" name="Rectangle 7">
            <a:extLst>
              <a:ext uri="{FF2B5EF4-FFF2-40B4-BE49-F238E27FC236}">
                <a16:creationId xmlns:a16="http://schemas.microsoft.com/office/drawing/2014/main" id="{87A4B418-48EC-6F8E-600B-C896CBA75B61}"/>
              </a:ext>
            </a:extLst>
          </p:cNvPr>
          <p:cNvSpPr>
            <a:spLocks noGrp="1" noChangeArrowheads="1"/>
          </p:cNvSpPr>
          <p:nvPr>
            <p:ph type="sldNum" sz="quarter" idx="5"/>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377" rtl="0" eaLnBrk="0" fontAlgn="auto" latinLnBrk="0" hangingPunct="0">
              <a:lnSpc>
                <a:spcPct val="100000"/>
              </a:lnSpc>
              <a:spcBef>
                <a:spcPts val="0"/>
              </a:spcBef>
              <a:spcAft>
                <a:spcPts val="0"/>
              </a:spcAft>
              <a:buClrTx/>
              <a:buSzTx/>
              <a:buFontTx/>
              <a:buNone/>
              <a:tabLst/>
              <a:defRPr/>
            </a:pPr>
            <a:fld id="{DCF035CC-16BD-4DC6-B7DB-AF8B68E176C0}" type="slidenum">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377" rtl="0" eaLnBrk="0" fontAlgn="auto" latinLnBrk="0" hangingPunct="0">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 name="Notes Placeholder 3">
            <a:extLst>
              <a:ext uri="{FF2B5EF4-FFF2-40B4-BE49-F238E27FC236}">
                <a16:creationId xmlns:a16="http://schemas.microsoft.com/office/drawing/2014/main" id="{3CA2AB4E-469C-890B-8F0A-515CE1067056}"/>
              </a:ext>
            </a:extLst>
          </p:cNvPr>
          <p:cNvSpPr>
            <a:spLocks noGrp="1"/>
          </p:cNvSpPr>
          <p:nvPr>
            <p:ph type="body" idx="1"/>
          </p:nvPr>
        </p:nvSpPr>
        <p:spPr/>
        <p:txBody>
          <a:bodyPr/>
          <a:lstStyle/>
          <a:p>
            <a:endParaRPr lang="en-US"/>
          </a:p>
        </p:txBody>
      </p:sp>
      <p:sp>
        <p:nvSpPr>
          <p:cNvPr id="6" name="Slide Image Placeholder 5">
            <a:extLst>
              <a:ext uri="{FF2B5EF4-FFF2-40B4-BE49-F238E27FC236}">
                <a16:creationId xmlns:a16="http://schemas.microsoft.com/office/drawing/2014/main" id="{D25AD6EB-353F-0687-43AB-3162ABF91EFE}"/>
              </a:ext>
            </a:extLst>
          </p:cNvPr>
          <p:cNvSpPr>
            <a:spLocks noGrp="1" noRot="1" noChangeAspect="1"/>
          </p:cNvSpPr>
          <p:nvPr>
            <p:ph type="sldImg"/>
          </p:nvPr>
        </p:nvSpPr>
        <p:spPr/>
      </p:sp>
      <p:sp>
        <p:nvSpPr>
          <p:cNvPr id="2" name="Text Box 6">
            <a:extLst>
              <a:ext uri="{FF2B5EF4-FFF2-40B4-BE49-F238E27FC236}">
                <a16:creationId xmlns:a16="http://schemas.microsoft.com/office/drawing/2014/main" id="{40B2C0E7-932F-DEDC-F4D9-24D51A3E06F0}"/>
              </a:ext>
            </a:extLst>
          </p:cNvPr>
          <p:cNvSpPr txBox="1">
            <a:spLocks noChangeArrowheads="1"/>
          </p:cNvSpPr>
          <p:nvPr/>
        </p:nvSpPr>
        <p:spPr bwMode="auto">
          <a:xfrm>
            <a:off x="685800" y="8637906"/>
            <a:ext cx="54864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22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91440" anchor="b">
            <a:spAutoFit/>
          </a:bodyPr>
          <a:lstStyle>
            <a:lvl1pPr defTabSz="885825">
              <a:defRPr>
                <a:solidFill>
                  <a:schemeClr val="tx1"/>
                </a:solidFill>
                <a:latin typeface="Arial" charset="0"/>
              </a:defRPr>
            </a:lvl1pPr>
            <a:lvl2pPr marL="946150" indent="-444500" defTabSz="885825">
              <a:defRPr>
                <a:solidFill>
                  <a:schemeClr val="tx1"/>
                </a:solidFill>
                <a:latin typeface="Arial" charset="0"/>
              </a:defRPr>
            </a:lvl2pPr>
            <a:lvl3pPr marL="1500188" indent="-444500" defTabSz="885825">
              <a:defRPr>
                <a:solidFill>
                  <a:schemeClr val="tx1"/>
                </a:solidFill>
                <a:latin typeface="Arial" charset="0"/>
              </a:defRPr>
            </a:lvl3pPr>
            <a:lvl4pPr marL="2054225" indent="-444500" defTabSz="885825">
              <a:defRPr>
                <a:solidFill>
                  <a:schemeClr val="tx1"/>
                </a:solidFill>
                <a:latin typeface="Arial" charset="0"/>
              </a:defRPr>
            </a:lvl4pPr>
            <a:lvl5pPr marL="2608263" indent="-442913" defTabSz="885825">
              <a:defRPr>
                <a:solidFill>
                  <a:schemeClr val="tx1"/>
                </a:solidFill>
                <a:latin typeface="Arial" charset="0"/>
              </a:defRPr>
            </a:lvl5pPr>
            <a:lvl6pPr marL="3065463" indent="-442913" defTabSz="885825" fontAlgn="base">
              <a:spcBef>
                <a:spcPct val="0"/>
              </a:spcBef>
              <a:spcAft>
                <a:spcPct val="0"/>
              </a:spcAft>
              <a:defRPr>
                <a:solidFill>
                  <a:schemeClr val="tx1"/>
                </a:solidFill>
                <a:latin typeface="Arial" charset="0"/>
              </a:defRPr>
            </a:lvl6pPr>
            <a:lvl7pPr marL="3522663" indent="-442913" defTabSz="885825" fontAlgn="base">
              <a:spcBef>
                <a:spcPct val="0"/>
              </a:spcBef>
              <a:spcAft>
                <a:spcPct val="0"/>
              </a:spcAft>
              <a:defRPr>
                <a:solidFill>
                  <a:schemeClr val="tx1"/>
                </a:solidFill>
                <a:latin typeface="Arial" charset="0"/>
              </a:defRPr>
            </a:lvl7pPr>
            <a:lvl8pPr marL="3979863" indent="-442913" defTabSz="885825" fontAlgn="base">
              <a:spcBef>
                <a:spcPct val="0"/>
              </a:spcBef>
              <a:spcAft>
                <a:spcPct val="0"/>
              </a:spcAft>
              <a:defRPr>
                <a:solidFill>
                  <a:schemeClr val="tx1"/>
                </a:solidFill>
                <a:latin typeface="Arial" charset="0"/>
              </a:defRPr>
            </a:lvl8pPr>
            <a:lvl9pPr marL="4437063" indent="-442913" defTabSz="885825" fontAlgn="base">
              <a:spcBef>
                <a:spcPct val="0"/>
              </a:spcBef>
              <a:spcAft>
                <a:spcPct val="0"/>
              </a:spcAft>
              <a:defRPr>
                <a:solidFill>
                  <a:schemeClr val="tx1"/>
                </a:solidFill>
                <a:latin typeface="Arial" charset="0"/>
              </a:defRPr>
            </a:lvl9pPr>
          </a:lstStyle>
          <a:p>
            <a:pPr marL="0" marR="0" lvl="0" indent="0" algn="l" defTabSz="885825" rtl="0" eaLnBrk="0" fontAlgn="auto" latinLnBrk="0" hangingPunct="0">
              <a:lnSpc>
                <a:spcPct val="90000"/>
              </a:lnSpc>
              <a:spcBef>
                <a:spcPct val="30000"/>
              </a:spcBef>
              <a:spcAft>
                <a:spcPts val="0"/>
              </a:spcAft>
              <a:buClr>
                <a:srgbClr val="FF0000"/>
              </a:buClr>
              <a:buSzTx/>
              <a:buFont typeface="Arial" charset="0"/>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Reference boxes on notes pages follow the same order as those on slides, though these references will be longer. This box should be bottom aligned with the page with a .1 boarder at the bottom.</a:t>
            </a:r>
          </a:p>
        </p:txBody>
      </p:sp>
    </p:spTree>
    <p:extLst>
      <p:ext uri="{BB962C8B-B14F-4D97-AF65-F5344CB8AC3E}">
        <p14:creationId xmlns:p14="http://schemas.microsoft.com/office/powerpoint/2010/main" val="4062111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3FC4A-6086-AD2C-2D6F-91D176881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AC604-5631-4A66-049D-1EF0233CCD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1993A-99B2-43F4-75ED-4C0B3D3791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227DAF-E8D0-31FD-DFD2-02CB4C3EC7E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66593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70824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42FD8-4872-02CE-C990-B3AE4E3AF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B13E5B-3C3B-48C7-C9E1-1B232C0E60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8105EA-59C6-6BA7-6B24-A418E10AA5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47E961-15B8-1AA9-D48A-9C4753B2B86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42436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B9A49-4AAC-D174-8CBC-E1ECB42A2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5CE0F-1E2D-1F98-4288-41340492D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F7B23-80D2-DBD4-9B58-DD9FF8FD1B14}"/>
              </a:ext>
            </a:extLst>
          </p:cNvPr>
          <p:cNvSpPr>
            <a:spLocks noGrp="1"/>
          </p:cNvSpPr>
          <p:nvPr>
            <p:ph type="body" idx="1"/>
          </p:nvPr>
        </p:nvSpPr>
        <p:spPr/>
        <p:txBody>
          <a:bodyPr/>
          <a:lstStyle/>
          <a:p>
            <a:pPr marL="0" marR="0" lvl="0" indent="0" algn="l" defTabSz="1219050" rtl="0" eaLnBrk="1" fontAlgn="auto" latinLnBrk="0" hangingPunct="1">
              <a:lnSpc>
                <a:spcPct val="90000"/>
              </a:lnSpc>
              <a:spcBef>
                <a:spcPts val="36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000000">
                    <a:lumMod val="65000"/>
                    <a:lumOff val="35000"/>
                  </a:srgbClr>
                </a:solidFill>
                <a:effectLst/>
                <a:uLnTx/>
                <a:uFillTx/>
                <a:latin typeface="Poppins"/>
                <a:ea typeface="+mn-ea"/>
                <a:cs typeface="+mn-cs"/>
              </a:rPr>
              <a:t>Note: NSCLC: Non-small cell lung cancer; SCLC: Small cell lung cancer; GC/GEJ: Gastric cancer / gastroesophageal junction; ESCC: Esophageal squamous cell carcinoma; TAP: Tumor Area Positivity; PBO: Placebo; Neo/adj: Neoadjuvant/adjuvant </a:t>
            </a:r>
            <a:endParaRPr kumimoji="0" lang="en-US" sz="1000" b="0" i="0" u="none" strike="noStrike" kern="1200" cap="none" spc="0" normalizeH="0" baseline="0" noProof="0">
              <a:ln>
                <a:noFill/>
              </a:ln>
              <a:solidFill>
                <a:srgbClr val="000000"/>
              </a:solidFill>
              <a:effectLst/>
              <a:uLnTx/>
              <a:uFillTx/>
              <a:latin typeface="Poppins"/>
              <a:ea typeface="+mn-ea"/>
              <a:cs typeface="+mn-cs"/>
            </a:endParaRPr>
          </a:p>
          <a:p>
            <a:endParaRPr lang="en-US"/>
          </a:p>
        </p:txBody>
      </p:sp>
      <p:sp>
        <p:nvSpPr>
          <p:cNvPr id="4" name="Slide Number Placeholder 3">
            <a:extLst>
              <a:ext uri="{FF2B5EF4-FFF2-40B4-BE49-F238E27FC236}">
                <a16:creationId xmlns:a16="http://schemas.microsoft.com/office/drawing/2014/main" id="{2DCDB830-C543-E9B4-D34E-391DFC7126D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46582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B590086-2CEE-6940-8EBE-50F30B7088C4}" type="slidenum">
              <a:rPr lang="en-US" smtClean="0"/>
              <a:pPr/>
              <a:t>15</a:t>
            </a:fld>
            <a:endParaRPr lang="en-US"/>
          </a:p>
        </p:txBody>
      </p:sp>
    </p:spTree>
    <p:extLst>
      <p:ext uri="{BB962C8B-B14F-4D97-AF65-F5344CB8AC3E}">
        <p14:creationId xmlns:p14="http://schemas.microsoft.com/office/powerpoint/2010/main" val="1113013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F5EEB-C55D-7D6B-746E-23233CE20B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ACFC4-DDF8-33F5-E61C-DCAF70723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1A4E09-8BC1-4E95-10E6-44ECD9C633A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i="0" u="none" strike="noStrike" kern="1200" cap="none" spc="0" normalizeH="0" baseline="0" noProof="0">
              <a:ln>
                <a:noFill/>
              </a:ln>
              <a:solidFill>
                <a:sysClr val="windowText" lastClr="000000"/>
              </a:solidFill>
              <a:effectLst/>
              <a:uLnTx/>
              <a:uFillTx/>
              <a:latin typeface="+mj-lt"/>
              <a:ea typeface="+mn-ea"/>
              <a:cs typeface="+mn-cs"/>
            </a:endParaRPr>
          </a:p>
        </p:txBody>
      </p:sp>
      <p:sp>
        <p:nvSpPr>
          <p:cNvPr id="4" name="Slide Number Placeholder 3">
            <a:extLst>
              <a:ext uri="{FF2B5EF4-FFF2-40B4-BE49-F238E27FC236}">
                <a16:creationId xmlns:a16="http://schemas.microsoft.com/office/drawing/2014/main" id="{32AF5206-6AD2-1C98-4060-CC3D23892B6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B0FBE6E-300C-421F-A369-2556A39F03B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20711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18</a:t>
            </a:fld>
            <a:endParaRPr lang="en-US"/>
          </a:p>
        </p:txBody>
      </p:sp>
    </p:spTree>
    <p:extLst>
      <p:ext uri="{BB962C8B-B14F-4D97-AF65-F5344CB8AC3E}">
        <p14:creationId xmlns:p14="http://schemas.microsoft.com/office/powerpoint/2010/main" val="4292405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C2E6B-EE0E-69B0-7A88-6F84FF283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30D0D6-4C21-D600-736C-82BB27CFC9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E78C5-64A6-45A2-7469-5B4126801A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FB00E0-BD6E-9B15-01C9-D2F5AD39D2FB}"/>
              </a:ext>
            </a:extLst>
          </p:cNvPr>
          <p:cNvSpPr>
            <a:spLocks noGrp="1"/>
          </p:cNvSpPr>
          <p:nvPr>
            <p:ph type="sldNum" sz="quarter" idx="5"/>
          </p:nvPr>
        </p:nvSpPr>
        <p:spPr/>
        <p:txBody>
          <a:bodyPr/>
          <a:lstStyle/>
          <a:p>
            <a:fld id="{9B590086-2CEE-6940-8EBE-50F30B7088C4}" type="slidenum">
              <a:rPr lang="en-US" smtClean="0"/>
              <a:pPr/>
              <a:t>24</a:t>
            </a:fld>
            <a:endParaRPr lang="en-US"/>
          </a:p>
        </p:txBody>
      </p:sp>
    </p:spTree>
    <p:extLst>
      <p:ext uri="{BB962C8B-B14F-4D97-AF65-F5344CB8AC3E}">
        <p14:creationId xmlns:p14="http://schemas.microsoft.com/office/powerpoint/2010/main" val="3733574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1194F-04E9-24F0-6D94-D5331A93A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747C5-AE29-09B9-2373-9BA60E4A3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96AF3-D0D5-4BB6-CE2A-799E36FE73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17A0F0-F539-99D2-64A0-D16D3D86A9E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36589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9742D-D542-3633-B7CD-E46297765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873A9-D7FA-B0C4-BFBE-48E48E76F2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23B389-E565-C3FA-5261-AD56C90549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564A39-ED3C-427F-070F-C0BF06789D0E}"/>
              </a:ext>
            </a:extLst>
          </p:cNvPr>
          <p:cNvSpPr>
            <a:spLocks noGrp="1"/>
          </p:cNvSpPr>
          <p:nvPr>
            <p:ph type="sldNum" sz="quarter" idx="5"/>
          </p:nvPr>
        </p:nvSpPr>
        <p:spPr/>
        <p:txBody>
          <a:bodyPr/>
          <a:lstStyle/>
          <a:p>
            <a:fld id="{9B590086-2CEE-6940-8EBE-50F30B7088C4}" type="slidenum">
              <a:rPr lang="en-US" smtClean="0"/>
              <a:pPr/>
              <a:t>30</a:t>
            </a:fld>
            <a:endParaRPr lang="en-US"/>
          </a:p>
        </p:txBody>
      </p:sp>
    </p:spTree>
    <p:extLst>
      <p:ext uri="{BB962C8B-B14F-4D97-AF65-F5344CB8AC3E}">
        <p14:creationId xmlns:p14="http://schemas.microsoft.com/office/powerpoint/2010/main" val="3098283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E8CCD-5327-C09A-A0DA-C300F27E6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1568F-7AA7-8EAC-161C-3235C1E20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686785-D5B3-DC2B-FE47-775445940E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F0C5F8-DE30-1610-C1AB-1DD50E05B56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17784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37</a:t>
            </a:fld>
            <a:endParaRPr lang="en-US"/>
          </a:p>
        </p:txBody>
      </p:sp>
    </p:spTree>
    <p:extLst>
      <p:ext uri="{BB962C8B-B14F-4D97-AF65-F5344CB8AC3E}">
        <p14:creationId xmlns:p14="http://schemas.microsoft.com/office/powerpoint/2010/main" val="1442692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45</a:t>
            </a:fld>
            <a:endParaRPr lang="en-US"/>
          </a:p>
        </p:txBody>
      </p:sp>
    </p:spTree>
    <p:extLst>
      <p:ext uri="{BB962C8B-B14F-4D97-AF65-F5344CB8AC3E}">
        <p14:creationId xmlns:p14="http://schemas.microsoft.com/office/powerpoint/2010/main" val="1519913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F3082-7FBD-EAD9-69EF-03AF840C2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78080-6586-48C0-E6B7-E4553FC80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B664A-6426-EEE2-A3C5-1C1C61324B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703337-D96E-3D13-246D-CF3F8C03742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76016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D3C9D-12B3-B5EA-3325-2363CF8A1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2A2A7-ADB8-1E5C-47D7-56992F7CAF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16DE5-C6D6-3F99-9788-431325FF8B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B1304B-7BE7-E5CF-BBB1-3DE28E7323E4}"/>
              </a:ext>
            </a:extLst>
          </p:cNvPr>
          <p:cNvSpPr>
            <a:spLocks noGrp="1"/>
          </p:cNvSpPr>
          <p:nvPr>
            <p:ph type="sldNum" sz="quarter" idx="5"/>
          </p:nvPr>
        </p:nvSpPr>
        <p:spPr/>
        <p:txBody>
          <a:bodyPr/>
          <a:lstStyle/>
          <a:p>
            <a:fld id="{9B590086-2CEE-6940-8EBE-50F30B7088C4}" type="slidenum">
              <a:rPr lang="en-US" smtClean="0"/>
              <a:pPr/>
              <a:t>47</a:t>
            </a:fld>
            <a:endParaRPr lang="en-US"/>
          </a:p>
        </p:txBody>
      </p:sp>
    </p:spTree>
    <p:extLst>
      <p:ext uri="{BB962C8B-B14F-4D97-AF65-F5344CB8AC3E}">
        <p14:creationId xmlns:p14="http://schemas.microsoft.com/office/powerpoint/2010/main" val="2177395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1475-2CDE-2F38-F625-8195C7242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02FE0-957A-C108-9EE7-646AC6207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1F5F9-7386-4820-E5AB-3530F03F02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C6FCFA0-D860-05C2-0FEB-6EA392DAD5D6}"/>
              </a:ext>
            </a:extLst>
          </p:cNvPr>
          <p:cNvSpPr>
            <a:spLocks noGrp="1"/>
          </p:cNvSpPr>
          <p:nvPr>
            <p:ph type="sldNum" sz="quarter" idx="5"/>
          </p:nvPr>
        </p:nvSpPr>
        <p:spPr/>
        <p:txBody>
          <a:bodyPr/>
          <a:lstStyle/>
          <a:p>
            <a:fld id="{9B590086-2CEE-6940-8EBE-50F30B7088C4}" type="slidenum">
              <a:rPr lang="en-US" smtClean="0"/>
              <a:pPr/>
              <a:t>48</a:t>
            </a:fld>
            <a:endParaRPr lang="en-US"/>
          </a:p>
        </p:txBody>
      </p:sp>
    </p:spTree>
    <p:extLst>
      <p:ext uri="{BB962C8B-B14F-4D97-AF65-F5344CB8AC3E}">
        <p14:creationId xmlns:p14="http://schemas.microsoft.com/office/powerpoint/2010/main" val="513493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D715B-4214-9469-BFAF-A1B367080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EE1E1-C4E5-4900-A114-03703B2FC8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BE60A-111D-24A7-4CF3-1DAC64B5AA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EA235E-CD47-ABA5-C1E7-1159917100F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94002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1F19F-508F-EA97-CD58-B7D14E8602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261A4-99EE-D9EC-9775-A04F8774DE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CF76AD-DD61-6F40-B3FD-B52756CD20E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1F3D3BF-5FD0-BB80-9B71-13F89C3B1EE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00762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54</a:t>
            </a:fld>
            <a:endParaRPr lang="en-US"/>
          </a:p>
        </p:txBody>
      </p:sp>
    </p:spTree>
    <p:extLst>
      <p:ext uri="{BB962C8B-B14F-4D97-AF65-F5344CB8AC3E}">
        <p14:creationId xmlns:p14="http://schemas.microsoft.com/office/powerpoint/2010/main" val="2315211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9D083-0BEB-77F4-70E6-E3ACDAAF9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67546-3A5D-C5C9-A69A-31D58F66F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5F76E0-1517-B62D-83F1-86F87A0C16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5A4A84-0F97-6540-BBB5-71D7777EF75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590086-2CEE-6940-8EBE-50F30B7088C4}"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21293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0D786-130E-4C86-27A1-0844FCA0F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788E5-67B2-6EB7-5A2D-137B74578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8DAB8-C2B9-F86A-3F8C-881AC4C5FF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0C3602-30A2-498D-DA6C-DF8B17481AEF}"/>
              </a:ext>
            </a:extLst>
          </p:cNvPr>
          <p:cNvSpPr>
            <a:spLocks noGrp="1"/>
          </p:cNvSpPr>
          <p:nvPr>
            <p:ph type="sldNum" sz="quarter" idx="5"/>
          </p:nvPr>
        </p:nvSpPr>
        <p:spPr/>
        <p:txBody>
          <a:bodyPr/>
          <a:lstStyle/>
          <a:p>
            <a:fld id="{9B590086-2CEE-6940-8EBE-50F30B7088C4}" type="slidenum">
              <a:rPr lang="en-US" smtClean="0"/>
              <a:pPr/>
              <a:t>56</a:t>
            </a:fld>
            <a:endParaRPr lang="en-US"/>
          </a:p>
        </p:txBody>
      </p:sp>
    </p:spTree>
    <p:extLst>
      <p:ext uri="{BB962C8B-B14F-4D97-AF65-F5344CB8AC3E}">
        <p14:creationId xmlns:p14="http://schemas.microsoft.com/office/powerpoint/2010/main" val="1800515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42DC4-6123-7E25-86B9-2611B7D2D6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76D09-EB6B-DF93-84CB-5C11D2364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5FD6D-E48E-7736-8636-FCD7F6F7BA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463891-A303-8771-4757-7DDA826FD973}"/>
              </a:ext>
            </a:extLst>
          </p:cNvPr>
          <p:cNvSpPr>
            <a:spLocks noGrp="1"/>
          </p:cNvSpPr>
          <p:nvPr>
            <p:ph type="sldNum" sz="quarter" idx="5"/>
          </p:nvPr>
        </p:nvSpPr>
        <p:spPr/>
        <p:txBody>
          <a:bodyPr/>
          <a:lstStyle/>
          <a:p>
            <a:fld id="{9B590086-2CEE-6940-8EBE-50F30B7088C4}" type="slidenum">
              <a:rPr lang="en-US" smtClean="0"/>
              <a:pPr/>
              <a:t>57</a:t>
            </a:fld>
            <a:endParaRPr lang="en-US"/>
          </a:p>
        </p:txBody>
      </p:sp>
    </p:spTree>
    <p:extLst>
      <p:ext uri="{BB962C8B-B14F-4D97-AF65-F5344CB8AC3E}">
        <p14:creationId xmlns:p14="http://schemas.microsoft.com/office/powerpoint/2010/main" val="5639421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64</a:t>
            </a:fld>
            <a:endParaRPr lang="en-US"/>
          </a:p>
        </p:txBody>
      </p:sp>
    </p:spTree>
    <p:extLst>
      <p:ext uri="{BB962C8B-B14F-4D97-AF65-F5344CB8AC3E}">
        <p14:creationId xmlns:p14="http://schemas.microsoft.com/office/powerpoint/2010/main" val="33830486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66</a:t>
            </a:fld>
            <a:endParaRPr lang="en-US"/>
          </a:p>
        </p:txBody>
      </p:sp>
    </p:spTree>
    <p:extLst>
      <p:ext uri="{BB962C8B-B14F-4D97-AF65-F5344CB8AC3E}">
        <p14:creationId xmlns:p14="http://schemas.microsoft.com/office/powerpoint/2010/main" val="3970543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70</a:t>
            </a:fld>
            <a:endParaRPr lang="en-US"/>
          </a:p>
        </p:txBody>
      </p:sp>
    </p:spTree>
    <p:extLst>
      <p:ext uri="{BB962C8B-B14F-4D97-AF65-F5344CB8AC3E}">
        <p14:creationId xmlns:p14="http://schemas.microsoft.com/office/powerpoint/2010/main" val="37284951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72</a:t>
            </a:fld>
            <a:endParaRPr lang="en-US"/>
          </a:p>
        </p:txBody>
      </p:sp>
    </p:spTree>
    <p:extLst>
      <p:ext uri="{BB962C8B-B14F-4D97-AF65-F5344CB8AC3E}">
        <p14:creationId xmlns:p14="http://schemas.microsoft.com/office/powerpoint/2010/main" val="26547147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90086-2CEE-6940-8EBE-50F30B7088C4}" type="slidenum">
              <a:rPr lang="en-US" smtClean="0"/>
              <a:pPr/>
              <a:t>78</a:t>
            </a:fld>
            <a:endParaRPr lang="en-US"/>
          </a:p>
        </p:txBody>
      </p:sp>
    </p:spTree>
    <p:extLst>
      <p:ext uri="{BB962C8B-B14F-4D97-AF65-F5344CB8AC3E}">
        <p14:creationId xmlns:p14="http://schemas.microsoft.com/office/powerpoint/2010/main" val="2827220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Slide Number Placeholder 3"/>
          <p:cNvSpPr>
            <a:spLocks noGrp="1"/>
          </p:cNvSpPr>
          <p:nvPr>
            <p:ph type="sldNum" sz="quarter" idx="5"/>
          </p:nvPr>
        </p:nvSpPr>
        <p:spPr/>
        <p:txBody>
          <a:bodyPr/>
          <a:lstStyle/>
          <a:p>
            <a:fld id="{9B590086-2CEE-6940-8EBE-50F30B7088C4}" type="slidenum">
              <a:rPr lang="en-US" smtClean="0"/>
              <a:pPr/>
              <a:t>79</a:t>
            </a:fld>
            <a:endParaRPr lang="en-US"/>
          </a:p>
        </p:txBody>
      </p:sp>
    </p:spTree>
    <p:extLst>
      <p:ext uri="{BB962C8B-B14F-4D97-AF65-F5344CB8AC3E}">
        <p14:creationId xmlns:p14="http://schemas.microsoft.com/office/powerpoint/2010/main" val="21952748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3.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4.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Opt 1">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311B3D8A-5618-EA48-7E64-8B1AD4661464}"/>
              </a:ext>
            </a:extLst>
          </p:cNvPr>
          <p:cNvSpPr>
            <a:spLocks noGrp="1"/>
          </p:cNvSpPr>
          <p:nvPr>
            <p:ph type="pic" sz="quarter" idx="10" hasCustomPrompt="1"/>
          </p:nvPr>
        </p:nvSpPr>
        <p:spPr>
          <a:xfrm>
            <a:off x="2799026" y="1083758"/>
            <a:ext cx="6572677" cy="4666120"/>
          </a:xfrm>
          <a:prstGeom prst="roundRect">
            <a:avLst>
              <a:gd name="adj" fmla="val 2505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7472" y="384048"/>
            <a:ext cx="11480991" cy="2022092"/>
          </a:xfrm>
          <a:prstGeom prst="rect">
            <a:avLst/>
          </a:prstGeom>
        </p:spPr>
        <p:txBody>
          <a:bodyPr wrap="square" anchor="t" anchorCtr="0">
            <a:spAutoFit/>
          </a:bodyPr>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9560BEB5-E012-AA36-11BA-77C093678C8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
        <p:nvSpPr>
          <p:cNvPr id="10" name="Text Placeholder 2">
            <a:extLst>
              <a:ext uri="{FF2B5EF4-FFF2-40B4-BE49-F238E27FC236}">
                <a16:creationId xmlns:a16="http://schemas.microsoft.com/office/drawing/2014/main" id="{EA0819B7-9A43-4B60-0A7E-50685BE88D1D}"/>
              </a:ext>
            </a:extLst>
          </p:cNvPr>
          <p:cNvSpPr>
            <a:spLocks noGrp="1"/>
          </p:cNvSpPr>
          <p:nvPr>
            <p:ph type="body" idx="11" hasCustomPrompt="1"/>
          </p:nvPr>
        </p:nvSpPr>
        <p:spPr>
          <a:xfrm>
            <a:off x="6263640" y="6236208"/>
            <a:ext cx="5577840" cy="369332"/>
          </a:xfrm>
          <a:prstGeom prst="rect">
            <a:avLst/>
          </a:prstGeom>
        </p:spPr>
        <p:txBody>
          <a:bodyPr wrap="square" anchor="b"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Tree>
    <p:extLst>
      <p:ext uri="{BB962C8B-B14F-4D97-AF65-F5344CB8AC3E}">
        <p14:creationId xmlns:p14="http://schemas.microsoft.com/office/powerpoint/2010/main" val="294432914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Opt 2">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F3D9174-7AA4-BB53-C02C-DC9F2F9FB602}"/>
              </a:ext>
            </a:extLst>
          </p:cNvPr>
          <p:cNvSpPr>
            <a:spLocks noGrp="1"/>
          </p:cNvSpPr>
          <p:nvPr>
            <p:ph type="body" idx="13" hasCustomPrompt="1"/>
          </p:nvPr>
        </p:nvSpPr>
        <p:spPr>
          <a:xfrm>
            <a:off x="357341" y="4672584"/>
            <a:ext cx="4480560"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9" name="Text Placeholder 2">
            <a:extLst>
              <a:ext uri="{FF2B5EF4-FFF2-40B4-BE49-F238E27FC236}">
                <a16:creationId xmlns:a16="http://schemas.microsoft.com/office/drawing/2014/main" id="{3DDBD6DD-6A4C-EB9D-584C-1AA76A17A9E6}"/>
              </a:ext>
            </a:extLst>
          </p:cNvPr>
          <p:cNvSpPr>
            <a:spLocks noGrp="1"/>
          </p:cNvSpPr>
          <p:nvPr>
            <p:ph type="body" idx="14" hasCustomPrompt="1"/>
          </p:nvPr>
        </p:nvSpPr>
        <p:spPr>
          <a:xfrm>
            <a:off x="357341" y="4133088"/>
            <a:ext cx="4480560" cy="369332"/>
          </a:xfrm>
          <a:prstGeom prst="rect">
            <a:avLst/>
          </a:prstGeom>
        </p:spPr>
        <p:txBody>
          <a:bodyPr wrap="square" anchor="b"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15" name="Picture Placeholder 19">
            <a:extLst>
              <a:ext uri="{FF2B5EF4-FFF2-40B4-BE49-F238E27FC236}">
                <a16:creationId xmlns:a16="http://schemas.microsoft.com/office/drawing/2014/main" id="{FFEA2CDB-599F-8F24-F98D-D4E56DD17A80}"/>
              </a:ext>
            </a:extLst>
          </p:cNvPr>
          <p:cNvSpPr>
            <a:spLocks noGrp="1"/>
          </p:cNvSpPr>
          <p:nvPr>
            <p:ph type="pic" sz="quarter" idx="10" hasCustomPrompt="1"/>
          </p:nvPr>
        </p:nvSpPr>
        <p:spPr>
          <a:xfrm>
            <a:off x="4891197" y="2962656"/>
            <a:ext cx="6949440" cy="3602736"/>
          </a:xfrm>
          <a:prstGeom prst="roundRect">
            <a:avLst>
              <a:gd name="adj" fmla="val 2745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8010" y="382200"/>
            <a:ext cx="11480453" cy="2022092"/>
          </a:xfrm>
          <a:prstGeom prst="rect">
            <a:avLst/>
          </a:prstGeom>
        </p:spPr>
        <p:txBody>
          <a:bodyPr anchor="t" anchorCtr="0"/>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27156274-B1ED-5EA2-BDD1-A4E2F25208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Tree>
    <p:extLst>
      <p:ext uri="{BB962C8B-B14F-4D97-AF65-F5344CB8AC3E}">
        <p14:creationId xmlns:p14="http://schemas.microsoft.com/office/powerpoint/2010/main" val="173458254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Op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989146"/>
            <a:ext cx="8275320" cy="987552"/>
          </a:xfrm>
          <a:prstGeom prst="rect">
            <a:avLst/>
          </a:prstGeom>
        </p:spPr>
        <p:txBody>
          <a:bodyPr anchor="t" anchorCtr="0"/>
          <a:lstStyle>
            <a:lvl1pPr algn="l">
              <a:lnSpc>
                <a:spcPct val="100000"/>
              </a:lnSpc>
              <a:defRPr sz="3200"/>
            </a:lvl1pPr>
          </a:lstStyle>
          <a:p>
            <a:r>
              <a:rPr lang="en-US"/>
              <a:t>Click to edit Master title style</a:t>
            </a:r>
          </a:p>
        </p:txBody>
      </p:sp>
      <p:sp>
        <p:nvSpPr>
          <p:cNvPr id="13" name="Picture Placeholder 19">
            <a:extLst>
              <a:ext uri="{FF2B5EF4-FFF2-40B4-BE49-F238E27FC236}">
                <a16:creationId xmlns:a16="http://schemas.microsoft.com/office/drawing/2014/main" id="{66D3E027-B383-515C-29D6-FD3E101002F5}"/>
              </a:ext>
            </a:extLst>
          </p:cNvPr>
          <p:cNvSpPr>
            <a:spLocks noGrp="1"/>
          </p:cNvSpPr>
          <p:nvPr>
            <p:ph type="pic" sz="quarter" idx="10" hasCustomPrompt="1"/>
          </p:nvPr>
        </p:nvSpPr>
        <p:spPr>
          <a:xfrm>
            <a:off x="375989" y="377091"/>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pic>
        <p:nvPicPr>
          <p:cNvPr id="7" name="Graphic 6">
            <a:extLst>
              <a:ext uri="{FF2B5EF4-FFF2-40B4-BE49-F238E27FC236}">
                <a16:creationId xmlns:a16="http://schemas.microsoft.com/office/drawing/2014/main" id="{39E8A2D9-E465-F3C1-A0F9-C041B67045F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
        <p:nvSpPr>
          <p:cNvPr id="3" name="Text Placeholder 2">
            <a:extLst>
              <a:ext uri="{FF2B5EF4-FFF2-40B4-BE49-F238E27FC236}">
                <a16:creationId xmlns:a16="http://schemas.microsoft.com/office/drawing/2014/main" id="{B58E6C10-8FB0-184C-8BB9-78D4F77A9F35}"/>
              </a:ext>
            </a:extLst>
          </p:cNvPr>
          <p:cNvSpPr>
            <a:spLocks noGrp="1"/>
          </p:cNvSpPr>
          <p:nvPr>
            <p:ph type="body" idx="14" hasCustomPrompt="1"/>
          </p:nvPr>
        </p:nvSpPr>
        <p:spPr>
          <a:xfrm>
            <a:off x="357701" y="5431536"/>
            <a:ext cx="6217920"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4" name="Text Placeholder 2">
            <a:extLst>
              <a:ext uri="{FF2B5EF4-FFF2-40B4-BE49-F238E27FC236}">
                <a16:creationId xmlns:a16="http://schemas.microsoft.com/office/drawing/2014/main" id="{0D832AC4-6070-5355-C616-331ED01B3E8F}"/>
              </a:ext>
            </a:extLst>
          </p:cNvPr>
          <p:cNvSpPr>
            <a:spLocks noGrp="1"/>
          </p:cNvSpPr>
          <p:nvPr>
            <p:ph type="body" idx="16" hasCustomPrompt="1"/>
          </p:nvPr>
        </p:nvSpPr>
        <p:spPr>
          <a:xfrm>
            <a:off x="6210300" y="6428232"/>
            <a:ext cx="5622690" cy="184666"/>
          </a:xfrm>
          <a:prstGeom prst="rect">
            <a:avLst/>
          </a:prstGeom>
        </p:spPr>
        <p:txBody>
          <a:bodyPr wrap="square" anchor="t" anchorCtr="0">
            <a:spAutoFit/>
          </a:bodyPr>
          <a:lstStyle>
            <a:lvl1pPr marL="0" indent="0" algn="r">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Tree>
    <p:extLst>
      <p:ext uri="{BB962C8B-B14F-4D97-AF65-F5344CB8AC3E}">
        <p14:creationId xmlns:p14="http://schemas.microsoft.com/office/powerpoint/2010/main" val="312542226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Op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1328548"/>
            <a:ext cx="6217920" cy="1461362"/>
          </a:xfrm>
          <a:prstGeom prst="rect">
            <a:avLst/>
          </a:prstGeom>
        </p:spPr>
        <p:txBody>
          <a:bodyPr anchor="t" anchorCtr="0"/>
          <a:lstStyle>
            <a:lvl1pPr algn="l">
              <a:lnSpc>
                <a:spcPct val="100000"/>
              </a:lnSpc>
              <a:defRPr sz="2900"/>
            </a:lvl1pPr>
          </a:lstStyle>
          <a:p>
            <a:r>
              <a:rPr lang="en-US"/>
              <a:t>Click to edit Master title style</a:t>
            </a:r>
          </a:p>
        </p:txBody>
      </p:sp>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5244" y="398265"/>
            <a:ext cx="1365460" cy="274320"/>
          </a:xfrm>
          <a:prstGeom prst="rect">
            <a:avLst/>
          </a:prstGeom>
        </p:spPr>
      </p:pic>
      <p:sp>
        <p:nvSpPr>
          <p:cNvPr id="10" name="Picture Placeholder 19">
            <a:extLst>
              <a:ext uri="{FF2B5EF4-FFF2-40B4-BE49-F238E27FC236}">
                <a16:creationId xmlns:a16="http://schemas.microsoft.com/office/drawing/2014/main" id="{3CCFCB42-4E0C-861D-E892-A901CB3F493C}"/>
              </a:ext>
            </a:extLst>
          </p:cNvPr>
          <p:cNvSpPr>
            <a:spLocks noGrp="1"/>
          </p:cNvSpPr>
          <p:nvPr>
            <p:ph type="pic" sz="quarter" idx="10" hasCustomPrompt="1"/>
          </p:nvPr>
        </p:nvSpPr>
        <p:spPr>
          <a:xfrm>
            <a:off x="375989" y="3040043"/>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ext Placeholder 2">
            <a:extLst>
              <a:ext uri="{FF2B5EF4-FFF2-40B4-BE49-F238E27FC236}">
                <a16:creationId xmlns:a16="http://schemas.microsoft.com/office/drawing/2014/main" id="{1D075570-D4CE-41D5-41A0-78431ABDE4C9}"/>
              </a:ext>
            </a:extLst>
          </p:cNvPr>
          <p:cNvSpPr>
            <a:spLocks noGrp="1"/>
          </p:cNvSpPr>
          <p:nvPr>
            <p:ph type="body" idx="11" hasCustomPrompt="1"/>
          </p:nvPr>
        </p:nvSpPr>
        <p:spPr>
          <a:xfrm>
            <a:off x="6260333" y="338328"/>
            <a:ext cx="5577840" cy="369332"/>
          </a:xfrm>
          <a:prstGeom prst="rect">
            <a:avLst/>
          </a:prstGeom>
        </p:spPr>
        <p:txBody>
          <a:bodyPr wrap="square" anchor="ctr"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First/Name</a:t>
            </a:r>
          </a:p>
          <a:p>
            <a:pPr lvl="0"/>
            <a:r>
              <a:rPr lang="en-US"/>
              <a:t>Role</a:t>
            </a:r>
          </a:p>
        </p:txBody>
      </p:sp>
    </p:spTree>
    <p:extLst>
      <p:ext uri="{BB962C8B-B14F-4D97-AF65-F5344CB8AC3E}">
        <p14:creationId xmlns:p14="http://schemas.microsoft.com/office/powerpoint/2010/main" val="188901937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Op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419856"/>
            <a:ext cx="5509699" cy="984885"/>
          </a:xfrm>
          <a:prstGeom prst="rect">
            <a:avLst/>
          </a:prstGeom>
        </p:spPr>
        <p:txBody>
          <a:bodyPr wrap="square" anchor="b" anchorCtr="0">
            <a:noAutofit/>
          </a:bodyPr>
          <a:lstStyle>
            <a:lvl1pPr algn="l">
              <a:lnSpc>
                <a:spcPct val="100000"/>
              </a:lnSpc>
              <a:defRPr sz="3200"/>
            </a:lvl1pPr>
          </a:lstStyle>
          <a:p>
            <a:r>
              <a:rPr lang="en-US"/>
              <a:t>Click to edit Master title style</a:t>
            </a:r>
          </a:p>
        </p:txBody>
      </p:sp>
      <p:pic>
        <p:nvPicPr>
          <p:cNvPr id="4" name="Graphic 3">
            <a:extLst>
              <a:ext uri="{FF2B5EF4-FFF2-40B4-BE49-F238E27FC236}">
                <a16:creationId xmlns:a16="http://schemas.microsoft.com/office/drawing/2014/main" id="{BFBC07C9-9EC4-FD37-485B-2ACCCB747D1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5244" y="398265"/>
            <a:ext cx="1365460" cy="274320"/>
          </a:xfrm>
          <a:prstGeom prst="rect">
            <a:avLst/>
          </a:prstGeom>
        </p:spPr>
      </p:pic>
      <p:sp>
        <p:nvSpPr>
          <p:cNvPr id="9" name="Text Placeholder 2">
            <a:extLst>
              <a:ext uri="{FF2B5EF4-FFF2-40B4-BE49-F238E27FC236}">
                <a16:creationId xmlns:a16="http://schemas.microsoft.com/office/drawing/2014/main" id="{A891DCC4-C3F9-2AE6-BAD6-6C334DC4E1A4}"/>
              </a:ext>
            </a:extLst>
          </p:cNvPr>
          <p:cNvSpPr>
            <a:spLocks noGrp="1"/>
          </p:cNvSpPr>
          <p:nvPr>
            <p:ph type="body" idx="17" hasCustomPrompt="1"/>
          </p:nvPr>
        </p:nvSpPr>
        <p:spPr>
          <a:xfrm>
            <a:off x="357701"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10" name="Text Placeholder 2">
            <a:extLst>
              <a:ext uri="{FF2B5EF4-FFF2-40B4-BE49-F238E27FC236}">
                <a16:creationId xmlns:a16="http://schemas.microsoft.com/office/drawing/2014/main" id="{F1CE25C0-49F7-F51E-D41F-6966DB9F7A0C}"/>
              </a:ext>
            </a:extLst>
          </p:cNvPr>
          <p:cNvSpPr>
            <a:spLocks noGrp="1"/>
          </p:cNvSpPr>
          <p:nvPr>
            <p:ph type="body" idx="18" hasCustomPrompt="1"/>
          </p:nvPr>
        </p:nvSpPr>
        <p:spPr>
          <a:xfrm>
            <a:off x="357701"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5" name="Picture Placeholder 19">
            <a:extLst>
              <a:ext uri="{FF2B5EF4-FFF2-40B4-BE49-F238E27FC236}">
                <a16:creationId xmlns:a16="http://schemas.microsoft.com/office/drawing/2014/main" id="{CEE8AD99-B024-8416-9EAC-29D034050B4E}"/>
              </a:ext>
            </a:extLst>
          </p:cNvPr>
          <p:cNvSpPr>
            <a:spLocks noGrp="1"/>
          </p:cNvSpPr>
          <p:nvPr>
            <p:ph type="pic" sz="quarter" idx="10" hasCustomPrompt="1"/>
          </p:nvPr>
        </p:nvSpPr>
        <p:spPr>
          <a:xfrm>
            <a:off x="6324602" y="382438"/>
            <a:ext cx="5506019"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Tree>
    <p:extLst>
      <p:ext uri="{BB962C8B-B14F-4D97-AF65-F5344CB8AC3E}">
        <p14:creationId xmlns:p14="http://schemas.microsoft.com/office/powerpoint/2010/main" val="390261276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Opt 6">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323290" y="398265"/>
            <a:ext cx="1365460" cy="274320"/>
          </a:xfrm>
          <a:prstGeom prst="rect">
            <a:avLst/>
          </a:prstGeom>
        </p:spPr>
      </p:pic>
      <p:sp>
        <p:nvSpPr>
          <p:cNvPr id="13" name="Picture Placeholder 19">
            <a:extLst>
              <a:ext uri="{FF2B5EF4-FFF2-40B4-BE49-F238E27FC236}">
                <a16:creationId xmlns:a16="http://schemas.microsoft.com/office/drawing/2014/main" id="{0EDBA81F-94D2-2591-1C3B-E027AB9132AD}"/>
              </a:ext>
            </a:extLst>
          </p:cNvPr>
          <p:cNvSpPr>
            <a:spLocks noGrp="1"/>
          </p:cNvSpPr>
          <p:nvPr>
            <p:ph type="pic" sz="quarter" idx="10" hasCustomPrompt="1"/>
          </p:nvPr>
        </p:nvSpPr>
        <p:spPr>
          <a:xfrm>
            <a:off x="373884" y="382440"/>
            <a:ext cx="5504688"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4" name="Text Placeholder 2">
            <a:extLst>
              <a:ext uri="{FF2B5EF4-FFF2-40B4-BE49-F238E27FC236}">
                <a16:creationId xmlns:a16="http://schemas.microsoft.com/office/drawing/2014/main" id="{ED189E61-FAAF-8F78-70F5-8B93F992AE12}"/>
              </a:ext>
            </a:extLst>
          </p:cNvPr>
          <p:cNvSpPr>
            <a:spLocks noGrp="1"/>
          </p:cNvSpPr>
          <p:nvPr>
            <p:ph type="body" idx="16" hasCustomPrompt="1"/>
          </p:nvPr>
        </p:nvSpPr>
        <p:spPr>
          <a:xfrm>
            <a:off x="6323290"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7" name="Text Placeholder 2">
            <a:extLst>
              <a:ext uri="{FF2B5EF4-FFF2-40B4-BE49-F238E27FC236}">
                <a16:creationId xmlns:a16="http://schemas.microsoft.com/office/drawing/2014/main" id="{DCF77A57-8A59-F693-8FA6-516533C40E14}"/>
              </a:ext>
            </a:extLst>
          </p:cNvPr>
          <p:cNvSpPr>
            <a:spLocks noGrp="1"/>
          </p:cNvSpPr>
          <p:nvPr>
            <p:ph type="body" idx="15" hasCustomPrompt="1"/>
          </p:nvPr>
        </p:nvSpPr>
        <p:spPr>
          <a:xfrm>
            <a:off x="6323290"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3" name="Title 1">
            <a:extLst>
              <a:ext uri="{FF2B5EF4-FFF2-40B4-BE49-F238E27FC236}">
                <a16:creationId xmlns:a16="http://schemas.microsoft.com/office/drawing/2014/main" id="{59A5831F-EB68-3E7A-AFAA-8AB72A36BD38}"/>
              </a:ext>
            </a:extLst>
          </p:cNvPr>
          <p:cNvSpPr>
            <a:spLocks noGrp="1"/>
          </p:cNvSpPr>
          <p:nvPr>
            <p:ph type="ctrTitle"/>
          </p:nvPr>
        </p:nvSpPr>
        <p:spPr>
          <a:xfrm>
            <a:off x="6323290" y="3419856"/>
            <a:ext cx="5513832" cy="984885"/>
          </a:xfrm>
          <a:prstGeom prst="rect">
            <a:avLst/>
          </a:prstGeom>
        </p:spPr>
        <p:txBody>
          <a:bodyPr wrap="square" anchor="b" anchorCtr="0">
            <a:spAutoFit/>
          </a:bodyPr>
          <a:lstStyle>
            <a:lvl1pPr algn="l">
              <a:lnSpc>
                <a:spcPct val="100000"/>
              </a:lnSpc>
              <a:defRPr sz="3200"/>
            </a:lvl1pPr>
          </a:lstStyle>
          <a:p>
            <a:r>
              <a:rPr lang="en-US"/>
              <a:t>Click to edit Master title style</a:t>
            </a:r>
          </a:p>
        </p:txBody>
      </p:sp>
    </p:spTree>
    <p:extLst>
      <p:ext uri="{BB962C8B-B14F-4D97-AF65-F5344CB8AC3E}">
        <p14:creationId xmlns:p14="http://schemas.microsoft.com/office/powerpoint/2010/main" val="1630377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closures">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89B011-6F43-3AC5-F16F-20EDE6F9AAFC}"/>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119BD35-056A-16A4-53A8-0EE2E6A3559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Disclosures</a:t>
            </a:r>
          </a:p>
        </p:txBody>
      </p:sp>
      <p:sp>
        <p:nvSpPr>
          <p:cNvPr id="3" name="Content Placeholder 2">
            <a:extLst>
              <a:ext uri="{FF2B5EF4-FFF2-40B4-BE49-F238E27FC236}">
                <a16:creationId xmlns:a16="http://schemas.microsoft.com/office/drawing/2014/main" id="{0C690803-8E9F-15AC-21E8-6118205AE425}"/>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28C3B29-4062-9FE5-49D4-9AE8FDD03E94}"/>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314572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s - Opt 1">
    <p:spTree>
      <p:nvGrpSpPr>
        <p:cNvPr id="1" name=""/>
        <p:cNvGrpSpPr/>
        <p:nvPr/>
      </p:nvGrpSpPr>
      <p:grpSpPr>
        <a:xfrm>
          <a:off x="0" y="0"/>
          <a:ext cx="0" cy="0"/>
          <a:chOff x="0" y="0"/>
          <a:chExt cx="0" cy="0"/>
        </a:xfrm>
      </p:grpSpPr>
      <p:sp>
        <p:nvSpPr>
          <p:cNvPr id="4" name="Text Placeholder 17">
            <a:extLst>
              <a:ext uri="{FF2B5EF4-FFF2-40B4-BE49-F238E27FC236}">
                <a16:creationId xmlns:a16="http://schemas.microsoft.com/office/drawing/2014/main" id="{3FA1A732-50FE-F5CD-D04C-B2FD7997D746}"/>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3EE7D864-EADC-5116-D541-B1E0F0628259}"/>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3" name="Text Placeholder 17">
            <a:extLst>
              <a:ext uri="{FF2B5EF4-FFF2-40B4-BE49-F238E27FC236}">
                <a16:creationId xmlns:a16="http://schemas.microsoft.com/office/drawing/2014/main" id="{12E62E8D-0B31-488B-FA40-17664346132A}"/>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30" name="Straight Connector 29">
            <a:extLst>
              <a:ext uri="{FF2B5EF4-FFF2-40B4-BE49-F238E27FC236}">
                <a16:creationId xmlns:a16="http://schemas.microsoft.com/office/drawing/2014/main" id="{20387077-38D9-348E-AB71-325DB3DB9F17}"/>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Text Placeholder 17">
            <a:extLst>
              <a:ext uri="{FF2B5EF4-FFF2-40B4-BE49-F238E27FC236}">
                <a16:creationId xmlns:a16="http://schemas.microsoft.com/office/drawing/2014/main" id="{B1CF0F32-8635-F82C-3ADC-3AFE15C2F30B}"/>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2" name="Text Placeholder 17">
            <a:extLst>
              <a:ext uri="{FF2B5EF4-FFF2-40B4-BE49-F238E27FC236}">
                <a16:creationId xmlns:a16="http://schemas.microsoft.com/office/drawing/2014/main" id="{5BF28A7E-2E68-B970-0464-DE422C9ADD88}"/>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3" name="Text Placeholder 17">
            <a:extLst>
              <a:ext uri="{FF2B5EF4-FFF2-40B4-BE49-F238E27FC236}">
                <a16:creationId xmlns:a16="http://schemas.microsoft.com/office/drawing/2014/main" id="{BD5444B5-E4C3-1B61-8909-FDE74EDD711E}"/>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4" name="Straight Connector 33">
            <a:extLst>
              <a:ext uri="{FF2B5EF4-FFF2-40B4-BE49-F238E27FC236}">
                <a16:creationId xmlns:a16="http://schemas.microsoft.com/office/drawing/2014/main" id="{0F6EDBF8-B0E5-B27B-A21E-10D034A21363}"/>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17">
            <a:extLst>
              <a:ext uri="{FF2B5EF4-FFF2-40B4-BE49-F238E27FC236}">
                <a16:creationId xmlns:a16="http://schemas.microsoft.com/office/drawing/2014/main" id="{3299F940-9F9D-F540-CCC8-3AF495D73951}"/>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6" name="Text Placeholder 17">
            <a:extLst>
              <a:ext uri="{FF2B5EF4-FFF2-40B4-BE49-F238E27FC236}">
                <a16:creationId xmlns:a16="http://schemas.microsoft.com/office/drawing/2014/main" id="{BE4CC3D0-82B2-289A-6E62-30DA74F00D26}"/>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7" name="Text Placeholder 17">
            <a:extLst>
              <a:ext uri="{FF2B5EF4-FFF2-40B4-BE49-F238E27FC236}">
                <a16:creationId xmlns:a16="http://schemas.microsoft.com/office/drawing/2014/main" id="{A005B7D7-E400-6CF3-0ADB-B35012DDDAAF}"/>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8" name="Straight Connector 37">
            <a:extLst>
              <a:ext uri="{FF2B5EF4-FFF2-40B4-BE49-F238E27FC236}">
                <a16:creationId xmlns:a16="http://schemas.microsoft.com/office/drawing/2014/main" id="{E42D2B37-F728-4FC9-7846-83F5FE1CF63F}"/>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Text Placeholder 17">
            <a:extLst>
              <a:ext uri="{FF2B5EF4-FFF2-40B4-BE49-F238E27FC236}">
                <a16:creationId xmlns:a16="http://schemas.microsoft.com/office/drawing/2014/main" id="{D1FAB0D6-CA3D-8610-A357-667AE7A9CE7C}"/>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0" name="Text Placeholder 17">
            <a:extLst>
              <a:ext uri="{FF2B5EF4-FFF2-40B4-BE49-F238E27FC236}">
                <a16:creationId xmlns:a16="http://schemas.microsoft.com/office/drawing/2014/main" id="{BA8DA334-873C-770C-6392-13E574ABB633}"/>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1" name="Text Placeholder 17">
            <a:extLst>
              <a:ext uri="{FF2B5EF4-FFF2-40B4-BE49-F238E27FC236}">
                <a16:creationId xmlns:a16="http://schemas.microsoft.com/office/drawing/2014/main" id="{DBB75980-D6A0-AF8A-C5D4-101518001B06}"/>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2" name="Straight Connector 41">
            <a:extLst>
              <a:ext uri="{FF2B5EF4-FFF2-40B4-BE49-F238E27FC236}">
                <a16:creationId xmlns:a16="http://schemas.microsoft.com/office/drawing/2014/main" id="{066CFAE1-AAA2-B534-DEBC-695ABB08F7A8}"/>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3" name="Text Placeholder 17">
            <a:extLst>
              <a:ext uri="{FF2B5EF4-FFF2-40B4-BE49-F238E27FC236}">
                <a16:creationId xmlns:a16="http://schemas.microsoft.com/office/drawing/2014/main" id="{8708D808-B03A-6AFD-9CD9-F809C9CB5887}"/>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4" name="Text Placeholder 17">
            <a:extLst>
              <a:ext uri="{FF2B5EF4-FFF2-40B4-BE49-F238E27FC236}">
                <a16:creationId xmlns:a16="http://schemas.microsoft.com/office/drawing/2014/main" id="{6AC676E0-4705-9A05-BE82-C7773DC04410}"/>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5" name="Text Placeholder 17">
            <a:extLst>
              <a:ext uri="{FF2B5EF4-FFF2-40B4-BE49-F238E27FC236}">
                <a16:creationId xmlns:a16="http://schemas.microsoft.com/office/drawing/2014/main" id="{44F1224D-28F5-CFA6-80C9-028594B71928}"/>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6" name="Straight Connector 45">
            <a:extLst>
              <a:ext uri="{FF2B5EF4-FFF2-40B4-BE49-F238E27FC236}">
                <a16:creationId xmlns:a16="http://schemas.microsoft.com/office/drawing/2014/main" id="{AFDBC548-3501-DC1E-E554-DB69DF9706EB}"/>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4D7DE34D-55B7-4DB9-E042-C2773A37B456}"/>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505646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s - Opt 2">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sp>
        <p:nvSpPr>
          <p:cNvPr id="4" name="Text Placeholder 17">
            <a:extLst>
              <a:ext uri="{FF2B5EF4-FFF2-40B4-BE49-F238E27FC236}">
                <a16:creationId xmlns:a16="http://schemas.microsoft.com/office/drawing/2014/main" id="{432C49D9-4F6F-EDE7-972B-7AC955CE677A}"/>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8E80D400-447C-A28E-F3CD-3C0EAB6E3735}"/>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8" name="Text Placeholder 17">
            <a:extLst>
              <a:ext uri="{FF2B5EF4-FFF2-40B4-BE49-F238E27FC236}">
                <a16:creationId xmlns:a16="http://schemas.microsoft.com/office/drawing/2014/main" id="{87B52608-EDC9-FBEA-351F-9D1FB164774C}"/>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9" name="Straight Connector 8">
            <a:extLst>
              <a:ext uri="{FF2B5EF4-FFF2-40B4-BE49-F238E27FC236}">
                <a16:creationId xmlns:a16="http://schemas.microsoft.com/office/drawing/2014/main" id="{FA51BA71-843F-E604-8460-D6B56CB4D8DF}"/>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17">
            <a:extLst>
              <a:ext uri="{FF2B5EF4-FFF2-40B4-BE49-F238E27FC236}">
                <a16:creationId xmlns:a16="http://schemas.microsoft.com/office/drawing/2014/main" id="{FD1D5107-127F-CB2B-FA4D-E92CCE59C599}"/>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1" name="Text Placeholder 17">
            <a:extLst>
              <a:ext uri="{FF2B5EF4-FFF2-40B4-BE49-F238E27FC236}">
                <a16:creationId xmlns:a16="http://schemas.microsoft.com/office/drawing/2014/main" id="{DAB91E73-56C2-824D-62D2-31C94C612557}"/>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2" name="Text Placeholder 17">
            <a:extLst>
              <a:ext uri="{FF2B5EF4-FFF2-40B4-BE49-F238E27FC236}">
                <a16:creationId xmlns:a16="http://schemas.microsoft.com/office/drawing/2014/main" id="{4D0F0D18-4DF1-8062-C278-F4B7611FDA80}"/>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3" name="Straight Connector 12">
            <a:extLst>
              <a:ext uri="{FF2B5EF4-FFF2-40B4-BE49-F238E27FC236}">
                <a16:creationId xmlns:a16="http://schemas.microsoft.com/office/drawing/2014/main" id="{C201F849-E6DC-5807-9769-30FADE8BA63F}"/>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Text Placeholder 17">
            <a:extLst>
              <a:ext uri="{FF2B5EF4-FFF2-40B4-BE49-F238E27FC236}">
                <a16:creationId xmlns:a16="http://schemas.microsoft.com/office/drawing/2014/main" id="{26DA4313-F18A-1AC9-B916-1E809948FDEE}"/>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5" name="Text Placeholder 17">
            <a:extLst>
              <a:ext uri="{FF2B5EF4-FFF2-40B4-BE49-F238E27FC236}">
                <a16:creationId xmlns:a16="http://schemas.microsoft.com/office/drawing/2014/main" id="{98A45697-678E-48DC-974C-CA3CC9108C55}"/>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6" name="Text Placeholder 17">
            <a:extLst>
              <a:ext uri="{FF2B5EF4-FFF2-40B4-BE49-F238E27FC236}">
                <a16:creationId xmlns:a16="http://schemas.microsoft.com/office/drawing/2014/main" id="{6DA8F463-2FA7-DA84-EF93-71EDC296BAF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7" name="Straight Connector 16">
            <a:extLst>
              <a:ext uri="{FF2B5EF4-FFF2-40B4-BE49-F238E27FC236}">
                <a16:creationId xmlns:a16="http://schemas.microsoft.com/office/drawing/2014/main" id="{607C3289-04BC-9554-CF59-57EC3951BF0E}"/>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EBF3DDD0-22E7-000D-146A-B231BEDF576D}"/>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9" name="Text Placeholder 17">
            <a:extLst>
              <a:ext uri="{FF2B5EF4-FFF2-40B4-BE49-F238E27FC236}">
                <a16:creationId xmlns:a16="http://schemas.microsoft.com/office/drawing/2014/main" id="{5C7DE4FB-42D0-E28E-C9C8-B420E09AD531}"/>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0" name="Text Placeholder 17">
            <a:extLst>
              <a:ext uri="{FF2B5EF4-FFF2-40B4-BE49-F238E27FC236}">
                <a16:creationId xmlns:a16="http://schemas.microsoft.com/office/drawing/2014/main" id="{95604432-9AD7-598E-641C-06C67FA485B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21" name="Straight Connector 20">
            <a:extLst>
              <a:ext uri="{FF2B5EF4-FFF2-40B4-BE49-F238E27FC236}">
                <a16:creationId xmlns:a16="http://schemas.microsoft.com/office/drawing/2014/main" id="{4A4C4002-E92D-B339-D5CC-C6A8DA24332D}"/>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05BFD8F-D692-F5DE-2FFF-FDD2E0E58721}"/>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918226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s - Op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042E741-CAC6-664C-84CD-3BAC08B9D53D}"/>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2" name="Straight Connector 1">
            <a:extLst>
              <a:ext uri="{FF2B5EF4-FFF2-40B4-BE49-F238E27FC236}">
                <a16:creationId xmlns:a16="http://schemas.microsoft.com/office/drawing/2014/main" id="{17C4735F-FDD2-2FC4-5E83-F12C4B873202}"/>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 Placeholder 17">
            <a:extLst>
              <a:ext uri="{FF2B5EF4-FFF2-40B4-BE49-F238E27FC236}">
                <a16:creationId xmlns:a16="http://schemas.microsoft.com/office/drawing/2014/main" id="{D4913A53-AC18-CE35-83F6-1FEB00B226D8}"/>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 name="Text Placeholder 17">
            <a:extLst>
              <a:ext uri="{FF2B5EF4-FFF2-40B4-BE49-F238E27FC236}">
                <a16:creationId xmlns:a16="http://schemas.microsoft.com/office/drawing/2014/main" id="{C2728A09-D888-A28E-36E6-CC138B24DEBF}"/>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5" name="Text Placeholder 17">
            <a:extLst>
              <a:ext uri="{FF2B5EF4-FFF2-40B4-BE49-F238E27FC236}">
                <a16:creationId xmlns:a16="http://schemas.microsoft.com/office/drawing/2014/main" id="{6B3D9EAA-1CD5-3071-3473-B50CDA37D71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7" name="Straight Connector 6">
            <a:extLst>
              <a:ext uri="{FF2B5EF4-FFF2-40B4-BE49-F238E27FC236}">
                <a16:creationId xmlns:a16="http://schemas.microsoft.com/office/drawing/2014/main" id="{0FBBF35B-B312-CA0B-B7BD-E68201CDA4B4}"/>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 Placeholder 17">
            <a:extLst>
              <a:ext uri="{FF2B5EF4-FFF2-40B4-BE49-F238E27FC236}">
                <a16:creationId xmlns:a16="http://schemas.microsoft.com/office/drawing/2014/main" id="{3E88F02B-21A9-7B35-5208-960EC6B3724F}"/>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9" name="Text Placeholder 17">
            <a:extLst>
              <a:ext uri="{FF2B5EF4-FFF2-40B4-BE49-F238E27FC236}">
                <a16:creationId xmlns:a16="http://schemas.microsoft.com/office/drawing/2014/main" id="{3CB83662-9F5B-969E-B37A-1899DC8C0FAC}"/>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0" name="Text Placeholder 17">
            <a:extLst>
              <a:ext uri="{FF2B5EF4-FFF2-40B4-BE49-F238E27FC236}">
                <a16:creationId xmlns:a16="http://schemas.microsoft.com/office/drawing/2014/main" id="{528A1D9E-4D5B-5036-BC8A-39F3BDB4747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1" name="Straight Connector 10">
            <a:extLst>
              <a:ext uri="{FF2B5EF4-FFF2-40B4-BE49-F238E27FC236}">
                <a16:creationId xmlns:a16="http://schemas.microsoft.com/office/drawing/2014/main" id="{88CED963-9E28-BA19-70A0-A1367F1BFC11}"/>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17">
            <a:extLst>
              <a:ext uri="{FF2B5EF4-FFF2-40B4-BE49-F238E27FC236}">
                <a16:creationId xmlns:a16="http://schemas.microsoft.com/office/drawing/2014/main" id="{8A44C202-F0DA-26D8-5BEB-0346D848675C}"/>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3" name="Text Placeholder 17">
            <a:extLst>
              <a:ext uri="{FF2B5EF4-FFF2-40B4-BE49-F238E27FC236}">
                <a16:creationId xmlns:a16="http://schemas.microsoft.com/office/drawing/2014/main" id="{D9D0BA97-6FE1-79B9-A17A-5B7E00FF9EA2}"/>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4" name="Text Placeholder 17">
            <a:extLst>
              <a:ext uri="{FF2B5EF4-FFF2-40B4-BE49-F238E27FC236}">
                <a16:creationId xmlns:a16="http://schemas.microsoft.com/office/drawing/2014/main" id="{FB90C277-F5F8-BA5F-E1FC-4620DA2D6923}"/>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5" name="Straight Connector 14">
            <a:extLst>
              <a:ext uri="{FF2B5EF4-FFF2-40B4-BE49-F238E27FC236}">
                <a16:creationId xmlns:a16="http://schemas.microsoft.com/office/drawing/2014/main" id="{82874A42-88EC-4E10-038E-D236C7872F61}"/>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531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63143A7-05D1-3997-E3D4-C010D81A4611}"/>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endParaRPr lang="en-US"/>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97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Content Col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2265709560"/>
      </p:ext>
    </p:extLst>
  </p:cSld>
  <p:clrMapOvr>
    <a:masterClrMapping/>
  </p:clrMapOvr>
  <p:extLst>
    <p:ext uri="{DCECCB84-F9BA-43D5-87BE-67443E8EF086}">
      <p15:sldGuideLst xmlns:p15="http://schemas.microsoft.com/office/powerpoint/2012/main">
        <p15:guide id="1" orient="horz" pos="9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Content Col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endParaRPr lang="en-US"/>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6332918"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5433225"/>
      </p:ext>
    </p:extLst>
  </p:cSld>
  <p:clrMapOvr>
    <a:masterClrMapping/>
  </p:clrMapOvr>
  <p:extLst>
    <p:ext uri="{DCECCB84-F9BA-43D5-87BE-67443E8EF086}">
      <p15:sldGuideLst xmlns:p15="http://schemas.microsoft.com/office/powerpoint/2012/main">
        <p15:guide id="1" orient="horz" pos="92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Content Col 3">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endParaRPr lang="en-US"/>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4342324"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69665941-19D2-FBD8-540C-16A6854AA8CB}"/>
              </a:ext>
            </a:extLst>
          </p:cNvPr>
          <p:cNvSpPr>
            <a:spLocks noGrp="1"/>
          </p:cNvSpPr>
          <p:nvPr>
            <p:ph idx="12"/>
          </p:nvPr>
        </p:nvSpPr>
        <p:spPr>
          <a:xfrm>
            <a:off x="8326310"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2860516"/>
      </p:ext>
    </p:extLst>
  </p:cSld>
  <p:clrMapOvr>
    <a:masterClrMapping/>
  </p:clrMapOvr>
  <p:extLst>
    <p:ext uri="{DCECCB84-F9BA-43D5-87BE-67443E8EF086}">
      <p15:sldGuideLst xmlns:p15="http://schemas.microsoft.com/office/powerpoint/2012/main">
        <p15:guide id="1" orient="horz" pos="9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Subtitle + Content Col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A370B3BE-11C7-C6D1-137B-D87948576C5C}"/>
              </a:ext>
            </a:extLst>
          </p:cNvPr>
          <p:cNvSpPr>
            <a:spLocks noGrp="1"/>
          </p:cNvSpPr>
          <p:nvPr>
            <p:ph type="body" idx="10"/>
          </p:nvPr>
        </p:nvSpPr>
        <p:spPr>
          <a:xfrm>
            <a:off x="6332918" y="1434965"/>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2918"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0216F187-BD10-0F81-5A6A-A6C1827014CF}"/>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7" name="Straight Connector 6">
            <a:extLst>
              <a:ext uri="{FF2B5EF4-FFF2-40B4-BE49-F238E27FC236}">
                <a16:creationId xmlns:a16="http://schemas.microsoft.com/office/drawing/2014/main" id="{3A3D2B01-CD3B-A5FF-3978-9502CFBFEF0C}"/>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0B1103-140E-0566-C5B6-64EDA438FE61}"/>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106C5980-CF33-76A9-15C2-1648AC1BA0DB}"/>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498605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Subtitle + Content Col 3">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2">
            <a:extLst>
              <a:ext uri="{FF2B5EF4-FFF2-40B4-BE49-F238E27FC236}">
                <a16:creationId xmlns:a16="http://schemas.microsoft.com/office/drawing/2014/main" id="{50C94F9D-BC47-9469-2129-B2638B1165AB}"/>
              </a:ext>
            </a:extLst>
          </p:cNvPr>
          <p:cNvSpPr>
            <a:spLocks noGrp="1"/>
          </p:cNvSpPr>
          <p:nvPr>
            <p:ph type="body" idx="10"/>
          </p:nvPr>
        </p:nvSpPr>
        <p:spPr>
          <a:xfrm>
            <a:off x="4345305"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Content Placeholder 3">
            <a:extLst>
              <a:ext uri="{FF2B5EF4-FFF2-40B4-BE49-F238E27FC236}">
                <a16:creationId xmlns:a16="http://schemas.microsoft.com/office/drawing/2014/main" id="{7C6A7793-55BE-EF41-5B2C-4C84C7F04572}"/>
              </a:ext>
            </a:extLst>
          </p:cNvPr>
          <p:cNvSpPr>
            <a:spLocks noGrp="1"/>
          </p:cNvSpPr>
          <p:nvPr>
            <p:ph sz="half" idx="11"/>
          </p:nvPr>
        </p:nvSpPr>
        <p:spPr>
          <a:xfrm>
            <a:off x="4345305"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832631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832631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Placeholder 1">
            <a:extLst>
              <a:ext uri="{FF2B5EF4-FFF2-40B4-BE49-F238E27FC236}">
                <a16:creationId xmlns:a16="http://schemas.microsoft.com/office/drawing/2014/main" id="{CE396B71-6A7A-4CFE-8F5A-69D6FC28D1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5" name="Straight Connector 14">
            <a:extLst>
              <a:ext uri="{FF2B5EF4-FFF2-40B4-BE49-F238E27FC236}">
                <a16:creationId xmlns:a16="http://schemas.microsoft.com/office/drawing/2014/main" id="{B8A790AF-BBD1-A959-C789-84CA7E2A91A0}"/>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359A254-6BC2-9859-F7C1-F96C7976F9C6}"/>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15C251-E9CA-DC31-4739-8D6692D91D7A}"/>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DEB14AFD-28FB-E067-E146-4E25F13C68E3}"/>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710597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ubtitle + Content Col 4">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140486"/>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33758485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Icon +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832467"/>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endParaRPr lang="en-US"/>
          </a:p>
        </p:txBody>
      </p:sp>
      <p:sp>
        <p:nvSpPr>
          <p:cNvPr id="22" name="Picture Placeholder 21">
            <a:extLst>
              <a:ext uri="{FF2B5EF4-FFF2-40B4-BE49-F238E27FC236}">
                <a16:creationId xmlns:a16="http://schemas.microsoft.com/office/drawing/2014/main" id="{F4662C97-8F2C-64B2-F026-ACD96847176B}"/>
              </a:ext>
            </a:extLst>
          </p:cNvPr>
          <p:cNvSpPr>
            <a:spLocks noGrp="1" noChangeAspect="1"/>
          </p:cNvSpPr>
          <p:nvPr>
            <p:ph type="pic" sz="quarter" idx="55"/>
          </p:nvPr>
        </p:nvSpPr>
        <p:spPr>
          <a:xfrm>
            <a:off x="358524" y="1429220"/>
            <a:ext cx="457200" cy="457200"/>
          </a:xfrm>
        </p:spPr>
        <p:txBody>
          <a:bodyPr wrap="square">
            <a:noAutofit/>
          </a:bodyPr>
          <a:lstStyle>
            <a:lvl1pPr>
              <a:defRPr sz="600"/>
            </a:lvl1pPr>
          </a:lstStyle>
          <a:p>
            <a:endParaRPr lang="en-US"/>
          </a:p>
        </p:txBody>
      </p:sp>
      <p:sp>
        <p:nvSpPr>
          <p:cNvPr id="24" name="Picture Placeholder 21">
            <a:extLst>
              <a:ext uri="{FF2B5EF4-FFF2-40B4-BE49-F238E27FC236}">
                <a16:creationId xmlns:a16="http://schemas.microsoft.com/office/drawing/2014/main" id="{15A18B4E-15F7-EA00-C6CA-A246BCE804B6}"/>
              </a:ext>
            </a:extLst>
          </p:cNvPr>
          <p:cNvSpPr>
            <a:spLocks noGrp="1" noChangeAspect="1"/>
          </p:cNvSpPr>
          <p:nvPr>
            <p:ph type="pic" sz="quarter" idx="56"/>
          </p:nvPr>
        </p:nvSpPr>
        <p:spPr>
          <a:xfrm>
            <a:off x="3343637" y="1429220"/>
            <a:ext cx="457200" cy="457200"/>
          </a:xfrm>
        </p:spPr>
        <p:txBody>
          <a:bodyPr wrap="square">
            <a:noAutofit/>
          </a:bodyPr>
          <a:lstStyle>
            <a:lvl1pPr>
              <a:defRPr sz="600"/>
            </a:lvl1pPr>
          </a:lstStyle>
          <a:p>
            <a:endParaRPr lang="en-US"/>
          </a:p>
        </p:txBody>
      </p:sp>
      <p:sp>
        <p:nvSpPr>
          <p:cNvPr id="25" name="Picture Placeholder 21">
            <a:extLst>
              <a:ext uri="{FF2B5EF4-FFF2-40B4-BE49-F238E27FC236}">
                <a16:creationId xmlns:a16="http://schemas.microsoft.com/office/drawing/2014/main" id="{63820E14-78A0-0B3A-8D48-E5DB901D8646}"/>
              </a:ext>
            </a:extLst>
          </p:cNvPr>
          <p:cNvSpPr>
            <a:spLocks noGrp="1" noChangeAspect="1"/>
          </p:cNvSpPr>
          <p:nvPr>
            <p:ph type="pic" sz="quarter" idx="57"/>
          </p:nvPr>
        </p:nvSpPr>
        <p:spPr>
          <a:xfrm>
            <a:off x="6328750" y="1429220"/>
            <a:ext cx="457200" cy="457200"/>
          </a:xfrm>
        </p:spPr>
        <p:txBody>
          <a:bodyPr wrap="square">
            <a:noAutofit/>
          </a:bodyPr>
          <a:lstStyle>
            <a:lvl1pPr>
              <a:defRPr sz="600"/>
            </a:lvl1pPr>
          </a:lstStyle>
          <a:p>
            <a:endParaRPr lang="en-US"/>
          </a:p>
        </p:txBody>
      </p:sp>
      <p:sp>
        <p:nvSpPr>
          <p:cNvPr id="26" name="Picture Placeholder 21">
            <a:extLst>
              <a:ext uri="{FF2B5EF4-FFF2-40B4-BE49-F238E27FC236}">
                <a16:creationId xmlns:a16="http://schemas.microsoft.com/office/drawing/2014/main" id="{4DB234A8-087D-A43D-4509-0CBA12779075}"/>
              </a:ext>
            </a:extLst>
          </p:cNvPr>
          <p:cNvSpPr>
            <a:spLocks noGrp="1" noChangeAspect="1"/>
          </p:cNvSpPr>
          <p:nvPr>
            <p:ph type="pic" sz="quarter" idx="58"/>
          </p:nvPr>
        </p:nvSpPr>
        <p:spPr>
          <a:xfrm>
            <a:off x="9313862" y="1429220"/>
            <a:ext cx="457200" cy="457200"/>
          </a:xfrm>
        </p:spPr>
        <p:txBody>
          <a:bodyPr wrap="square">
            <a:noAutofit/>
          </a:bodyPr>
          <a:lstStyle>
            <a:lvl1pPr>
              <a:defRPr sz="600"/>
            </a:lvl1pPr>
          </a:lstStyle>
          <a:p>
            <a:endParaRPr lang="en-US"/>
          </a:p>
        </p:txBody>
      </p:sp>
    </p:spTree>
    <p:extLst>
      <p:ext uri="{BB962C8B-B14F-4D97-AF65-F5344CB8AC3E}">
        <p14:creationId xmlns:p14="http://schemas.microsoft.com/office/powerpoint/2010/main" val="3653791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Divider - Red">
    <p:bg>
      <p:bgPr>
        <a:solidFill>
          <a:srgbClr val="A3333B"/>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756A1EE-6F7F-2700-1886-5A254A86C604}"/>
              </a:ext>
            </a:extLst>
          </p:cNvPr>
          <p:cNvSpPr>
            <a:spLocks noGrp="1"/>
          </p:cNvSpPr>
          <p:nvPr>
            <p:ph type="ctrTitle" hasCustomPrompt="1"/>
          </p:nvPr>
        </p:nvSpPr>
        <p:spPr>
          <a:xfrm>
            <a:off x="336165" y="3000232"/>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pic>
        <p:nvPicPr>
          <p:cNvPr id="4" name="Graphic 3">
            <a:extLst>
              <a:ext uri="{FF2B5EF4-FFF2-40B4-BE49-F238E27FC236}">
                <a16:creationId xmlns:a16="http://schemas.microsoft.com/office/drawing/2014/main" id="{C266C33E-267D-2B6B-B896-3F1049DB1A3F}"/>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2" name="Slide Number Placeholder 5">
            <a:extLst>
              <a:ext uri="{FF2B5EF4-FFF2-40B4-BE49-F238E27FC236}">
                <a16:creationId xmlns:a16="http://schemas.microsoft.com/office/drawing/2014/main" id="{AC7408C9-F530-FCD6-6AE8-206FBD06EACC}"/>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3" name="TextBox 2">
            <a:extLst>
              <a:ext uri="{FF2B5EF4-FFF2-40B4-BE49-F238E27FC236}">
                <a16:creationId xmlns:a16="http://schemas.microsoft.com/office/drawing/2014/main" id="{D69B62A4-B69B-BABA-6FD6-3A955DF5E1AC}"/>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5" name="Graphic 4">
            <a:extLst>
              <a:ext uri="{FF2B5EF4-FFF2-40B4-BE49-F238E27FC236}">
                <a16:creationId xmlns:a16="http://schemas.microsoft.com/office/drawing/2014/main" id="{34542FB0-0A8D-7956-286D-D2878D0C6C1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71706717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ubsection Slide - Re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A7E6F121-54BB-B51D-BBBE-EB6B961382C1}"/>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5"/>
                </a:solidFill>
                <a:latin typeface="+mj-lt"/>
              </a:rPr>
              <a:pPr>
                <a:defRPr/>
              </a:pPr>
              <a:t>‹#›</a:t>
            </a:fld>
            <a:endParaRPr lang="en-US" sz="900" b="0">
              <a:solidFill>
                <a:schemeClr val="accent5"/>
              </a:solidFill>
              <a:latin typeface="+mj-lt"/>
            </a:endParaRPr>
          </a:p>
        </p:txBody>
      </p:sp>
      <p:sp>
        <p:nvSpPr>
          <p:cNvPr id="6" name="TextBox 5">
            <a:extLst>
              <a:ext uri="{FF2B5EF4-FFF2-40B4-BE49-F238E27FC236}">
                <a16:creationId xmlns:a16="http://schemas.microsoft.com/office/drawing/2014/main" id="{1D7EF867-490E-CC8D-7416-073290280B2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5"/>
                </a:solidFill>
                <a:latin typeface="+mj-lt"/>
              </a:rPr>
              <a:t>Confidential. For internal use only.</a:t>
            </a:r>
          </a:p>
        </p:txBody>
      </p:sp>
      <p:pic>
        <p:nvPicPr>
          <p:cNvPr id="7" name="Graphic 6">
            <a:extLst>
              <a:ext uri="{FF2B5EF4-FFF2-40B4-BE49-F238E27FC236}">
                <a16:creationId xmlns:a16="http://schemas.microsoft.com/office/drawing/2014/main" id="{686B9C51-E87D-7FB8-6D29-FD3C98B80EA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8" name="Title 1">
            <a:extLst>
              <a:ext uri="{FF2B5EF4-FFF2-40B4-BE49-F238E27FC236}">
                <a16:creationId xmlns:a16="http://schemas.microsoft.com/office/drawing/2014/main" id="{7F30AAFD-7DE3-02BC-AE7F-5E4EF92B3417}"/>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5"/>
                </a:solidFill>
              </a:defRPr>
            </a:lvl1pPr>
          </a:lstStyle>
          <a:p>
            <a:r>
              <a:rPr lang="en-US"/>
              <a:t>Section name</a:t>
            </a:r>
          </a:p>
        </p:txBody>
      </p:sp>
    </p:spTree>
    <p:extLst>
      <p:ext uri="{BB962C8B-B14F-4D97-AF65-F5344CB8AC3E}">
        <p14:creationId xmlns:p14="http://schemas.microsoft.com/office/powerpoint/2010/main" val="311858507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Divider -  Midnight Blue">
    <p:bg>
      <p:bgPr>
        <a:solidFill>
          <a:schemeClr val="accent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64B2753-283B-E853-6760-753B2B19B72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92FECB00-AC7C-C060-3DF3-2A6C33A35F4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5" name="TextBox 4">
            <a:extLst>
              <a:ext uri="{FF2B5EF4-FFF2-40B4-BE49-F238E27FC236}">
                <a16:creationId xmlns:a16="http://schemas.microsoft.com/office/drawing/2014/main" id="{63B8BDDC-612D-5EC4-07A7-A46BE934CB3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6" name="Graphic 5">
            <a:extLst>
              <a:ext uri="{FF2B5EF4-FFF2-40B4-BE49-F238E27FC236}">
                <a16:creationId xmlns:a16="http://schemas.microsoft.com/office/drawing/2014/main" id="{45540644-E2DD-6148-7941-C32962A456F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7" name="Title 1">
            <a:extLst>
              <a:ext uri="{FF2B5EF4-FFF2-40B4-BE49-F238E27FC236}">
                <a16:creationId xmlns:a16="http://schemas.microsoft.com/office/drawing/2014/main" id="{45628D6B-2CFA-AB61-B2EA-B2E2FA697945}"/>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974273905"/>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ubsection Slide - Midnight Blue">
    <p:bg>
      <p:bgPr>
        <a:solidFill>
          <a:schemeClr val="accent3">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CF3A46A4-C5CE-E391-2E95-3891B466474D}"/>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5" name="TextBox 4">
            <a:extLst>
              <a:ext uri="{FF2B5EF4-FFF2-40B4-BE49-F238E27FC236}">
                <a16:creationId xmlns:a16="http://schemas.microsoft.com/office/drawing/2014/main" id="{86C854D5-BA19-4AE8-3CF3-55D266ABC58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6" name="Graphic 5">
            <a:extLst>
              <a:ext uri="{FF2B5EF4-FFF2-40B4-BE49-F238E27FC236}">
                <a16:creationId xmlns:a16="http://schemas.microsoft.com/office/drawing/2014/main" id="{A7B1D883-E781-C6FE-8716-9F15742B3FD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D6B955C1-69D5-A4BC-61A2-B0653E79618B}"/>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3"/>
                </a:solidFill>
              </a:defRPr>
            </a:lvl1pPr>
          </a:lstStyle>
          <a:p>
            <a:r>
              <a:rPr lang="en-US"/>
              <a:t>Section name</a:t>
            </a:r>
          </a:p>
        </p:txBody>
      </p:sp>
    </p:spTree>
    <p:extLst>
      <p:ext uri="{BB962C8B-B14F-4D97-AF65-F5344CB8AC3E}">
        <p14:creationId xmlns:p14="http://schemas.microsoft.com/office/powerpoint/2010/main" val="395517338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Divider - Dark Blue">
    <p:bg>
      <p:bgPr>
        <a:solidFill>
          <a:srgbClr val="003A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184818882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ubsection Slide - Dark Blue">
    <p:bg>
      <p:bgPr>
        <a:solidFill>
          <a:srgbClr val="C9D8E3"/>
        </a:solid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tx2"/>
                </a:solidFill>
              </a:defRPr>
            </a:lvl1pPr>
          </a:lstStyle>
          <a:p>
            <a:r>
              <a:rPr lang="en-US"/>
              <a:t>Section name</a:t>
            </a:r>
          </a:p>
        </p:txBody>
      </p:sp>
      <p:pic>
        <p:nvPicPr>
          <p:cNvPr id="4" name="Graphic 3">
            <a:extLst>
              <a:ext uri="{FF2B5EF4-FFF2-40B4-BE49-F238E27FC236}">
                <a16:creationId xmlns:a16="http://schemas.microsoft.com/office/drawing/2014/main" id="{9B9C1CD9-8527-704F-DF7E-BC7EA69184D9}"/>
              </a:ext>
            </a:extLst>
          </p:cNvPr>
          <p:cNvPicPr>
            <a:picLocks noGrp="1" noRo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1" y="369234"/>
            <a:ext cx="11832336" cy="5665949"/>
          </a:xfrm>
          <a:prstGeom prst="rect">
            <a:avLst/>
          </a:prstGeom>
        </p:spPr>
      </p:pic>
    </p:spTree>
    <p:extLst>
      <p:ext uri="{BB962C8B-B14F-4D97-AF65-F5344CB8AC3E}">
        <p14:creationId xmlns:p14="http://schemas.microsoft.com/office/powerpoint/2010/main" val="194481487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ction Divider - Cerulean Blue">
    <p:bg>
      <p:bgPr>
        <a:solidFill>
          <a:schemeClr val="accent4"/>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09BEDFC-A7C0-7C59-815B-FD73566460F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5F1050C0-78C5-A8CE-9372-DD480198E64F}"/>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F4C4CB57-4CBA-0053-E8E3-D458E2C7F321}"/>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17A30941-74C5-53DE-2701-9B7BDD1E57B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99B6EF97-2D8C-0DA3-04A1-D1C1FC5756F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2528560324"/>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ubsection Slide - Cerulean Blue">
    <p:bg>
      <p:bgPr>
        <a:solidFill>
          <a:schemeClr val="accent4">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8D1B293C-239E-416E-04E2-888E2D77D650}"/>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4"/>
                </a:solidFill>
                <a:latin typeface="+mj-lt"/>
              </a:rPr>
              <a:pPr>
                <a:defRPr/>
              </a:pPr>
              <a:t>‹#›</a:t>
            </a:fld>
            <a:endParaRPr lang="en-US" sz="900" b="0">
              <a:solidFill>
                <a:schemeClr val="accent4"/>
              </a:solidFill>
              <a:latin typeface="+mj-lt"/>
            </a:endParaRPr>
          </a:p>
        </p:txBody>
      </p:sp>
      <p:sp>
        <p:nvSpPr>
          <p:cNvPr id="6" name="TextBox 5">
            <a:extLst>
              <a:ext uri="{FF2B5EF4-FFF2-40B4-BE49-F238E27FC236}">
                <a16:creationId xmlns:a16="http://schemas.microsoft.com/office/drawing/2014/main" id="{49D33B24-BB96-42E0-9911-49FE19EF7BE0}"/>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4"/>
                </a:solidFill>
                <a:latin typeface="+mj-lt"/>
              </a:rPr>
              <a:t>Confidential. For internal use only.</a:t>
            </a:r>
          </a:p>
        </p:txBody>
      </p:sp>
      <p:pic>
        <p:nvPicPr>
          <p:cNvPr id="7" name="Graphic 6">
            <a:extLst>
              <a:ext uri="{FF2B5EF4-FFF2-40B4-BE49-F238E27FC236}">
                <a16:creationId xmlns:a16="http://schemas.microsoft.com/office/drawing/2014/main" id="{7B238638-02E3-B42A-95A7-8441FAE709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86787D85-7089-5356-E5D2-962648E17116}"/>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4"/>
                </a:solidFill>
              </a:defRPr>
            </a:lvl1pPr>
          </a:lstStyle>
          <a:p>
            <a:r>
              <a:rPr lang="en-US"/>
              <a:t>Section name</a:t>
            </a:r>
          </a:p>
        </p:txBody>
      </p:sp>
    </p:spTree>
    <p:extLst>
      <p:ext uri="{BB962C8B-B14F-4D97-AF65-F5344CB8AC3E}">
        <p14:creationId xmlns:p14="http://schemas.microsoft.com/office/powerpoint/2010/main" val="2488866329"/>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Divider - Greystone">
    <p:bg>
      <p:bgPr>
        <a:solidFill>
          <a:srgbClr val="8278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3622007432"/>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ubsection Slide - Greystone">
    <p:bg>
      <p:bgPr>
        <a:solidFill>
          <a:srgbClr val="E5E3E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0C0CEB6D-D512-1A50-AB30-C9C4A4A2CACA}"/>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827870"/>
                </a:solidFill>
                <a:latin typeface="+mj-lt"/>
              </a:rPr>
              <a:pPr>
                <a:defRPr/>
              </a:pPr>
              <a:t>‹#›</a:t>
            </a:fld>
            <a:endParaRPr lang="en-US" sz="900" b="0">
              <a:solidFill>
                <a:srgbClr val="827870"/>
              </a:solidFill>
              <a:latin typeface="+mj-lt"/>
            </a:endParaRPr>
          </a:p>
        </p:txBody>
      </p:sp>
      <p:sp>
        <p:nvSpPr>
          <p:cNvPr id="6" name="TextBox 5">
            <a:extLst>
              <a:ext uri="{FF2B5EF4-FFF2-40B4-BE49-F238E27FC236}">
                <a16:creationId xmlns:a16="http://schemas.microsoft.com/office/drawing/2014/main" id="{F4D87066-1D62-6896-0682-93532C9ACD6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827870"/>
                </a:solidFill>
                <a:latin typeface="+mj-lt"/>
              </a:rPr>
              <a:t>Confidential. For internal use only.</a:t>
            </a:r>
          </a:p>
        </p:txBody>
      </p:sp>
      <p:pic>
        <p:nvPicPr>
          <p:cNvPr id="7" name="Graphic 6">
            <a:extLst>
              <a:ext uri="{FF2B5EF4-FFF2-40B4-BE49-F238E27FC236}">
                <a16:creationId xmlns:a16="http://schemas.microsoft.com/office/drawing/2014/main" id="{AC3FA546-CC9B-F864-D491-E17E717072E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5F846CA5-5975-F475-50ED-B9445351573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827870"/>
                </a:solidFill>
              </a:defRPr>
            </a:lvl1pPr>
          </a:lstStyle>
          <a:p>
            <a:r>
              <a:rPr lang="en-US"/>
              <a:t>Section name</a:t>
            </a:r>
          </a:p>
        </p:txBody>
      </p:sp>
    </p:spTree>
    <p:extLst>
      <p:ext uri="{BB962C8B-B14F-4D97-AF65-F5344CB8AC3E}">
        <p14:creationId xmlns:p14="http://schemas.microsoft.com/office/powerpoint/2010/main" val="45423403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Divider - Slate">
    <p:bg>
      <p:bgPr>
        <a:solidFill>
          <a:srgbClr val="96A3A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93324EF-6923-5372-6E76-72B1763D406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2519E8DD-7108-E906-4ADE-B910107967A7}"/>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236FE376-17C2-15E7-59F8-5D940B4E07F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712E6497-FD62-AB59-35DF-58A748CFC2C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903B7FB6-FA1C-3D4D-D2AA-872C45A839F0}"/>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571341666"/>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ubsection Slide - Slate">
    <p:bg>
      <p:bgPr>
        <a:solidFill>
          <a:srgbClr val="EAECEE"/>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9A55BC30-12F7-920F-B953-D6C3BD71FF0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46525B"/>
                </a:solidFill>
                <a:latin typeface="+mj-lt"/>
              </a:rPr>
              <a:pPr>
                <a:defRPr/>
              </a:pPr>
              <a:t>‹#›</a:t>
            </a:fld>
            <a:endParaRPr lang="en-US" sz="900" b="0">
              <a:solidFill>
                <a:srgbClr val="46525B"/>
              </a:solidFill>
              <a:latin typeface="+mj-lt"/>
            </a:endParaRPr>
          </a:p>
        </p:txBody>
      </p:sp>
      <p:sp>
        <p:nvSpPr>
          <p:cNvPr id="6" name="TextBox 5">
            <a:extLst>
              <a:ext uri="{FF2B5EF4-FFF2-40B4-BE49-F238E27FC236}">
                <a16:creationId xmlns:a16="http://schemas.microsoft.com/office/drawing/2014/main" id="{3F798C63-8A75-BFAE-4353-7BD49B51732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46525B"/>
                </a:solidFill>
                <a:latin typeface="+mj-lt"/>
              </a:rPr>
              <a:t>Confidential. For internal use only.</a:t>
            </a:r>
          </a:p>
        </p:txBody>
      </p:sp>
      <p:pic>
        <p:nvPicPr>
          <p:cNvPr id="7" name="Graphic 6">
            <a:extLst>
              <a:ext uri="{FF2B5EF4-FFF2-40B4-BE49-F238E27FC236}">
                <a16:creationId xmlns:a16="http://schemas.microsoft.com/office/drawing/2014/main" id="{D24C071D-7DBE-0CEF-6235-5ED884D2C38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BF1A651F-537F-A5CA-53BB-F8702406A7C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46525B"/>
                </a:solidFill>
              </a:defRPr>
            </a:lvl1pPr>
          </a:lstStyle>
          <a:p>
            <a:r>
              <a:rPr lang="en-US"/>
              <a:t>Section name</a:t>
            </a:r>
          </a:p>
        </p:txBody>
      </p:sp>
    </p:spTree>
    <p:extLst>
      <p:ext uri="{BB962C8B-B14F-4D97-AF65-F5344CB8AC3E}">
        <p14:creationId xmlns:p14="http://schemas.microsoft.com/office/powerpoint/2010/main" val="1724017353"/>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Quot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31ADCFF-5913-3968-36A4-EC52BF575E73}"/>
              </a:ext>
            </a:extLst>
          </p:cNvPr>
          <p:cNvSpPr>
            <a:spLocks noGrp="1"/>
          </p:cNvSpPr>
          <p:nvPr>
            <p:ph type="pic" sz="quarter" idx="10" hasCustomPrompt="1"/>
          </p:nvPr>
        </p:nvSpPr>
        <p:spPr>
          <a:xfrm>
            <a:off x="0" y="0"/>
            <a:ext cx="6094413"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13" name="Title 1">
            <a:extLst>
              <a:ext uri="{FF2B5EF4-FFF2-40B4-BE49-F238E27FC236}">
                <a16:creationId xmlns:a16="http://schemas.microsoft.com/office/drawing/2014/main" id="{DDE57426-48ED-56E2-AACD-B35E3F084552}"/>
              </a:ext>
            </a:extLst>
          </p:cNvPr>
          <p:cNvSpPr>
            <a:spLocks noGrp="1"/>
          </p:cNvSpPr>
          <p:nvPr>
            <p:ph type="ctrTitle"/>
          </p:nvPr>
        </p:nvSpPr>
        <p:spPr>
          <a:xfrm>
            <a:off x="6816392" y="1792224"/>
            <a:ext cx="4709160" cy="861774"/>
          </a:xfrm>
          <a:prstGeom prst="rect">
            <a:avLst/>
          </a:prstGeom>
        </p:spPr>
        <p:txBody>
          <a:bodyPr anchor="t" anchorCtr="0">
            <a:spAutoFit/>
          </a:bodyPr>
          <a:lstStyle>
            <a:lvl1pPr algn="ctr">
              <a:lnSpc>
                <a:spcPct val="100000"/>
              </a:lnSpc>
              <a:defRPr sz="2800"/>
            </a:lvl1pPr>
          </a:lstStyle>
          <a:p>
            <a:r>
              <a:rPr lang="en-US"/>
              <a:t>Click to edit Master title style</a:t>
            </a:r>
          </a:p>
        </p:txBody>
      </p:sp>
      <p:sp>
        <p:nvSpPr>
          <p:cNvPr id="14" name="Text Placeholder 2">
            <a:extLst>
              <a:ext uri="{FF2B5EF4-FFF2-40B4-BE49-F238E27FC236}">
                <a16:creationId xmlns:a16="http://schemas.microsoft.com/office/drawing/2014/main" id="{6EDD81C3-DE7C-6067-908F-CECCBE575E73}"/>
              </a:ext>
            </a:extLst>
          </p:cNvPr>
          <p:cNvSpPr>
            <a:spLocks noGrp="1"/>
          </p:cNvSpPr>
          <p:nvPr>
            <p:ph type="body" idx="1" hasCustomPrompt="1"/>
          </p:nvPr>
        </p:nvSpPr>
        <p:spPr>
          <a:xfrm>
            <a:off x="6816392" y="1334701"/>
            <a:ext cx="4709160" cy="184666"/>
          </a:xfrm>
          <a:prstGeom prst="rect">
            <a:avLst/>
          </a:prstGeom>
        </p:spPr>
        <p:txBody>
          <a:bodyPr>
            <a:spAutoFit/>
          </a:bodyPr>
          <a:lstStyle>
            <a:lvl1pPr marL="0" indent="0" algn="ctr">
              <a:buNone/>
              <a:defRPr sz="1200" b="1" i="0" cap="all" spc="100" baseline="0">
                <a:solidFill>
                  <a:schemeClr val="accent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TITLE</a:t>
            </a:r>
          </a:p>
        </p:txBody>
      </p:sp>
      <p:grpSp>
        <p:nvGrpSpPr>
          <p:cNvPr id="19" name="Group 18">
            <a:extLst>
              <a:ext uri="{FF2B5EF4-FFF2-40B4-BE49-F238E27FC236}">
                <a16:creationId xmlns:a16="http://schemas.microsoft.com/office/drawing/2014/main" id="{7BE8BEBF-768D-008C-1F11-3C7BF5CA69B2}"/>
              </a:ext>
            </a:extLst>
          </p:cNvPr>
          <p:cNvGrpSpPr/>
          <p:nvPr userDrawn="1"/>
        </p:nvGrpSpPr>
        <p:grpSpPr>
          <a:xfrm>
            <a:off x="8938430" y="5041937"/>
            <a:ext cx="465085" cy="128016"/>
            <a:chOff x="8936909" y="5041937"/>
            <a:chExt cx="465085" cy="128016"/>
          </a:xfrm>
        </p:grpSpPr>
        <p:pic>
          <p:nvPicPr>
            <p:cNvPr id="16" name="Graphic 15">
              <a:extLst>
                <a:ext uri="{FF2B5EF4-FFF2-40B4-BE49-F238E27FC236}">
                  <a16:creationId xmlns:a16="http://schemas.microsoft.com/office/drawing/2014/main" id="{80B528C3-7BBC-2EE4-0511-7F9AB4DDFE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36909" y="5041937"/>
              <a:ext cx="128016" cy="128016"/>
            </a:xfrm>
            <a:prstGeom prst="rect">
              <a:avLst/>
            </a:prstGeom>
          </p:spPr>
        </p:pic>
        <p:pic>
          <p:nvPicPr>
            <p:cNvPr id="17" name="Graphic 16">
              <a:extLst>
                <a:ext uri="{FF2B5EF4-FFF2-40B4-BE49-F238E27FC236}">
                  <a16:creationId xmlns:a16="http://schemas.microsoft.com/office/drawing/2014/main" id="{E636AE99-A618-65FF-210B-72884013A0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05443" y="5041937"/>
              <a:ext cx="128016" cy="128016"/>
            </a:xfrm>
            <a:prstGeom prst="rect">
              <a:avLst/>
            </a:prstGeom>
          </p:spPr>
        </p:pic>
        <p:pic>
          <p:nvPicPr>
            <p:cNvPr id="18" name="Graphic 17">
              <a:extLst>
                <a:ext uri="{FF2B5EF4-FFF2-40B4-BE49-F238E27FC236}">
                  <a16:creationId xmlns:a16="http://schemas.microsoft.com/office/drawing/2014/main" id="{4DED3061-4650-D6B9-8923-9B5BE7416B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73978" y="5041937"/>
              <a:ext cx="128016" cy="128016"/>
            </a:xfrm>
            <a:prstGeom prst="rect">
              <a:avLst/>
            </a:prstGeom>
          </p:spPr>
        </p:pic>
      </p:grpSp>
      <p:sp>
        <p:nvSpPr>
          <p:cNvPr id="3" name="Slide Number Placeholder 5">
            <a:extLst>
              <a:ext uri="{FF2B5EF4-FFF2-40B4-BE49-F238E27FC236}">
                <a16:creationId xmlns:a16="http://schemas.microsoft.com/office/drawing/2014/main" id="{AC43E156-7952-6DBD-9F32-252B130D3E3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4" name="TextBox 3">
            <a:extLst>
              <a:ext uri="{FF2B5EF4-FFF2-40B4-BE49-F238E27FC236}">
                <a16:creationId xmlns:a16="http://schemas.microsoft.com/office/drawing/2014/main" id="{B41722FB-74A1-9FF3-29B4-B3E085199D46}"/>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22A3574A-CAA1-E51C-8819-DC53C465327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41594388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Images + 2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24600"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24600"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Title Placeholder 1">
            <a:extLst>
              <a:ext uri="{FF2B5EF4-FFF2-40B4-BE49-F238E27FC236}">
                <a16:creationId xmlns:a16="http://schemas.microsoft.com/office/drawing/2014/main" id="{621BBECE-92DC-7EA1-3903-FB23CE383FD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3" name="Straight Connector 2">
            <a:extLst>
              <a:ext uri="{FF2B5EF4-FFF2-40B4-BE49-F238E27FC236}">
                <a16:creationId xmlns:a16="http://schemas.microsoft.com/office/drawing/2014/main" id="{D5BBE5A2-CF9A-371B-E8C3-6C2628CB6650}"/>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89296EC-E661-1202-DBA6-58631298B3AF}"/>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58787DA3-B155-E3AE-190B-A0FBBA04A9B4}"/>
              </a:ext>
            </a:extLst>
          </p:cNvPr>
          <p:cNvSpPr>
            <a:spLocks noGrp="1"/>
          </p:cNvSpPr>
          <p:nvPr>
            <p:ph type="ftr" sz="quarter" idx="14"/>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6424875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3 Images + 3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7"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4340948"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4342760"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8317600"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8317601"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507FF8CF-628E-944A-803D-CD81A057D742}"/>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6" name="Straight Connector 5">
            <a:extLst>
              <a:ext uri="{FF2B5EF4-FFF2-40B4-BE49-F238E27FC236}">
                <a16:creationId xmlns:a16="http://schemas.microsoft.com/office/drawing/2014/main" id="{352BFB4F-A79F-389F-4EF6-5494E339D0EC}"/>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E7D797E-06ED-88E9-1145-75E2FB6F2C4B}"/>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3F70B02-516A-08FD-3050-6AE9BFD09E46}"/>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667B2D2C-53F2-B18B-1EC0-BC5BF7BB0F6B}"/>
              </a:ext>
            </a:extLst>
          </p:cNvPr>
          <p:cNvSpPr>
            <a:spLocks noGrp="1"/>
          </p:cNvSpPr>
          <p:nvPr>
            <p:ph type="ftr" sz="quarter" idx="16"/>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4509223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4 Images + 4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0674"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31881"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9313862"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9313862"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Content Placeholder 3">
            <a:extLst>
              <a:ext uri="{FF2B5EF4-FFF2-40B4-BE49-F238E27FC236}">
                <a16:creationId xmlns:a16="http://schemas.microsoft.com/office/drawing/2014/main" id="{027FDE6E-BA1C-FBC4-CCD9-5E2985A81536}"/>
              </a:ext>
            </a:extLst>
          </p:cNvPr>
          <p:cNvSpPr>
            <a:spLocks noGrp="1"/>
          </p:cNvSpPr>
          <p:nvPr>
            <p:ph sz="half" idx="16"/>
          </p:nvPr>
        </p:nvSpPr>
        <p:spPr>
          <a:xfrm>
            <a:off x="3347486"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6">
            <a:extLst>
              <a:ext uri="{FF2B5EF4-FFF2-40B4-BE49-F238E27FC236}">
                <a16:creationId xmlns:a16="http://schemas.microsoft.com/office/drawing/2014/main" id="{D4A1D311-68A0-D2D1-2A27-F01E8F128DFF}"/>
              </a:ext>
            </a:extLst>
          </p:cNvPr>
          <p:cNvSpPr>
            <a:spLocks noGrp="1"/>
          </p:cNvSpPr>
          <p:nvPr>
            <p:ph type="pic" sz="quarter" idx="17" hasCustomPrompt="1"/>
          </p:nvPr>
        </p:nvSpPr>
        <p:spPr>
          <a:xfrm>
            <a:off x="3349900"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9" name="Title Placeholder 1">
            <a:extLst>
              <a:ext uri="{FF2B5EF4-FFF2-40B4-BE49-F238E27FC236}">
                <a16:creationId xmlns:a16="http://schemas.microsoft.com/office/drawing/2014/main" id="{92FCE371-9BA5-9EEF-B057-3A076A6EED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1" name="Straight Connector 10">
            <a:extLst>
              <a:ext uri="{FF2B5EF4-FFF2-40B4-BE49-F238E27FC236}">
                <a16:creationId xmlns:a16="http://schemas.microsoft.com/office/drawing/2014/main" id="{F8CAF55D-D81A-58D9-C35E-72EB375AFD7E}"/>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8FA512E-FBA2-F8D5-3744-654FAEBA2376}"/>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E27C1C-376E-06FA-BB8E-F8014299BE34}"/>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A11388F-B34B-FE5A-E09A-AF30C4A0D39A}"/>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D5E38A60-DC64-1FD1-9AE4-DD0A678E6314}"/>
              </a:ext>
            </a:extLst>
          </p:cNvPr>
          <p:cNvSpPr>
            <a:spLocks noGrp="1"/>
          </p:cNvSpPr>
          <p:nvPr>
            <p:ph type="ftr" sz="quarter" idx="18"/>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34340599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 Content + Half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9" y="1507152"/>
            <a:ext cx="5503101"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6324602" y="1507152"/>
            <a:ext cx="5506019" cy="4518744"/>
          </a:xfrm>
          <a:prstGeom prst="roundRect">
            <a:avLst>
              <a:gd name="adj" fmla="val 9586"/>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itle Placeholder 1">
            <a:extLst>
              <a:ext uri="{FF2B5EF4-FFF2-40B4-BE49-F238E27FC236}">
                <a16:creationId xmlns:a16="http://schemas.microsoft.com/office/drawing/2014/main" id="{A94755F7-8433-86D0-15BB-77EF12947AE6}"/>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F4639577-4C98-6CC3-E2C3-948F8D74041F}"/>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16BB514-8470-ADC5-A4BF-F7A39CB8A848}"/>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7089009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ight Half Image + Title +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6324600" y="2505241"/>
            <a:ext cx="5503862" cy="1400383"/>
          </a:xfrm>
          <a:prstGeom prst="rect">
            <a:avLst/>
          </a:prstGeom>
        </p:spPr>
        <p:txBody>
          <a:bodyPr wrap="square">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368454" y="332509"/>
            <a:ext cx="5507038" cy="6151418"/>
          </a:xfrm>
          <a:prstGeom prst="roundRect">
            <a:avLst>
              <a:gd name="adj" fmla="val 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8B256340-140C-DB26-727F-895FCD2C3496}"/>
              </a:ext>
            </a:extLst>
          </p:cNvPr>
          <p:cNvSpPr>
            <a:spLocks noGrp="1"/>
          </p:cNvSpPr>
          <p:nvPr>
            <p:ph type="title"/>
          </p:nvPr>
        </p:nvSpPr>
        <p:spPr>
          <a:xfrm>
            <a:off x="6316510" y="271427"/>
            <a:ext cx="5511952" cy="369332"/>
          </a:xfrm>
          <a:prstGeom prst="rect">
            <a:avLst/>
          </a:prstGeom>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0797919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Full Page Image + Quote">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p:nvPr>
        </p:nvSpPr>
        <p:spPr>
          <a:xfrm>
            <a:off x="-5593" y="0"/>
            <a:ext cx="12192000" cy="6858000"/>
          </a:xfrm>
          <a:prstGeom prst="rect">
            <a:avLst/>
          </a:prstGeom>
        </p:spPr>
        <p:txBody>
          <a:bodyPr/>
          <a:lstStyle/>
          <a:p>
            <a:endParaRPr lang="en-US"/>
          </a:p>
        </p:txBody>
      </p:sp>
      <p:sp>
        <p:nvSpPr>
          <p:cNvPr id="3" name="Title 1">
            <a:extLst>
              <a:ext uri="{FF2B5EF4-FFF2-40B4-BE49-F238E27FC236}">
                <a16:creationId xmlns:a16="http://schemas.microsoft.com/office/drawing/2014/main" id="{24441EED-2A6A-F3A1-9576-7DC4A0CCD8A5}"/>
              </a:ext>
            </a:extLst>
          </p:cNvPr>
          <p:cNvSpPr>
            <a:spLocks noGrp="1"/>
          </p:cNvSpPr>
          <p:nvPr>
            <p:ph type="ctrTitle"/>
          </p:nvPr>
        </p:nvSpPr>
        <p:spPr>
          <a:xfrm>
            <a:off x="1845578" y="1682496"/>
            <a:ext cx="8513064" cy="430887"/>
          </a:xfrm>
          <a:prstGeom prst="rect">
            <a:avLst/>
          </a:prstGeom>
        </p:spPr>
        <p:txBody>
          <a:bodyPr wrap="square" anchor="t" anchorCtr="0">
            <a:spAutoFit/>
          </a:bodyPr>
          <a:lstStyle>
            <a:lvl1pPr algn="ctr">
              <a:lnSpc>
                <a:spcPct val="100000"/>
              </a:lnSpc>
              <a:defRPr sz="2800">
                <a:solidFill>
                  <a:schemeClr val="bg1"/>
                </a:solidFill>
              </a:defRPr>
            </a:lvl1pPr>
          </a:lstStyle>
          <a:p>
            <a:r>
              <a:rPr lang="en-US"/>
              <a:t>Click to edit Master title style</a:t>
            </a:r>
          </a:p>
        </p:txBody>
      </p:sp>
      <p:sp>
        <p:nvSpPr>
          <p:cNvPr id="5" name="Text Placeholder 2">
            <a:extLst>
              <a:ext uri="{FF2B5EF4-FFF2-40B4-BE49-F238E27FC236}">
                <a16:creationId xmlns:a16="http://schemas.microsoft.com/office/drawing/2014/main" id="{3D1E1C31-E91E-92AD-A0BE-E929F9FB32CD}"/>
              </a:ext>
            </a:extLst>
          </p:cNvPr>
          <p:cNvSpPr>
            <a:spLocks noGrp="1"/>
          </p:cNvSpPr>
          <p:nvPr>
            <p:ph type="body" idx="1"/>
          </p:nvPr>
        </p:nvSpPr>
        <p:spPr>
          <a:xfrm>
            <a:off x="1842614" y="1192088"/>
            <a:ext cx="8513064" cy="184666"/>
          </a:xfrm>
          <a:prstGeom prst="rect">
            <a:avLst/>
          </a:prstGeom>
        </p:spPr>
        <p:txBody>
          <a:bodyPr>
            <a:spAutoFit/>
          </a:bodyPr>
          <a:lstStyle>
            <a:lvl1pPr marL="0" indent="0" algn="ctr">
              <a:buNone/>
              <a:defRPr sz="1200" b="1" i="0" cap="all"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a:t>
            </a:r>
          </a:p>
        </p:txBody>
      </p:sp>
      <p:sp>
        <p:nvSpPr>
          <p:cNvPr id="18" name="Text Placeholder 2">
            <a:extLst>
              <a:ext uri="{FF2B5EF4-FFF2-40B4-BE49-F238E27FC236}">
                <a16:creationId xmlns:a16="http://schemas.microsoft.com/office/drawing/2014/main" id="{965483DD-1790-95E8-68CD-9B4262C2E0CD}"/>
              </a:ext>
            </a:extLst>
          </p:cNvPr>
          <p:cNvSpPr>
            <a:spLocks noGrp="1"/>
          </p:cNvSpPr>
          <p:nvPr>
            <p:ph type="body" idx="51" hasCustomPrompt="1"/>
          </p:nvPr>
        </p:nvSpPr>
        <p:spPr>
          <a:xfrm>
            <a:off x="1842614" y="5034246"/>
            <a:ext cx="8513064" cy="184666"/>
          </a:xfrm>
          <a:prstGeom prst="rect">
            <a:avLst/>
          </a:prstGeom>
        </p:spPr>
        <p:txBody>
          <a:bodyPr>
            <a:spAutoFit/>
          </a:bodyPr>
          <a:lstStyle>
            <a:lvl1pPr marL="0" indent="0" algn="ctr">
              <a:buNone/>
              <a:defRPr sz="1200" b="1" i="0" cap="none"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Author</a:t>
            </a:r>
          </a:p>
        </p:txBody>
      </p:sp>
      <p:sp>
        <p:nvSpPr>
          <p:cNvPr id="8" name="Logo">
            <a:extLst>
              <a:ext uri="{FF2B5EF4-FFF2-40B4-BE49-F238E27FC236}">
                <a16:creationId xmlns:a16="http://schemas.microsoft.com/office/drawing/2014/main" id="{43565025-24CE-46D0-87C2-8CFFAB6C6F7D}"/>
              </a:ext>
            </a:extLst>
          </p:cNvPr>
          <p:cNvSpPr>
            <a:spLocks noGrp="1"/>
          </p:cNvSpPr>
          <p:nvPr>
            <p:ph type="pic" sz="quarter" idx="52"/>
          </p:nvPr>
        </p:nvSpPr>
        <p:spPr>
          <a:xfrm>
            <a:off x="5775960" y="5558773"/>
            <a:ext cx="640080" cy="164592"/>
          </a:xfrm>
          <a:prstGeom prst="rect">
            <a:avLst/>
          </a:prstGeo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blipFill>
                  <a:blip r:embed="rId4">
                    <a:extLst>
                      <a:ext uri="{96DAC541-7B7A-43D3-8B79-37D633B846F1}">
                        <asvg:svgBlip xmlns:asvg="http://schemas.microsoft.com/office/drawing/2016/SVG/main" r:embed="rId5"/>
                      </a:ext>
                    </a:extLst>
                  </a:blip>
                  <a:stretch>
                    <a:fillRect/>
                  </a:stretch>
                </a:blipFill>
              </a:defRPr>
            </a:lvl1pPr>
          </a:lstStyle>
          <a:p>
            <a:endParaRPr lang="en-US"/>
          </a:p>
        </p:txBody>
      </p:sp>
      <p:sp>
        <p:nvSpPr>
          <p:cNvPr id="6" name="Slide Number Placeholder 5">
            <a:extLst>
              <a:ext uri="{FF2B5EF4-FFF2-40B4-BE49-F238E27FC236}">
                <a16:creationId xmlns:a16="http://schemas.microsoft.com/office/drawing/2014/main" id="{6C937995-9F38-2E0B-0E21-BC0223A4C95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9" name="TextBox 8">
            <a:extLst>
              <a:ext uri="{FF2B5EF4-FFF2-40B4-BE49-F238E27FC236}">
                <a16:creationId xmlns:a16="http://schemas.microsoft.com/office/drawing/2014/main" id="{D27C1691-A57B-C325-3F52-D88122CCD8D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10" name="Graphic 9">
            <a:extLst>
              <a:ext uri="{FF2B5EF4-FFF2-40B4-BE49-F238E27FC236}">
                <a16:creationId xmlns:a16="http://schemas.microsoft.com/office/drawing/2014/main" id="{58D658C6-ABDD-482C-E285-31145B3E041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1206424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lage Opt 1">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8" y="3907354"/>
            <a:ext cx="3977640" cy="2950646"/>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364300" y="3882258"/>
            <a:ext cx="1792304" cy="138499"/>
          </a:xfrm>
          <a:prstGeom prst="rect">
            <a:avLst/>
          </a:prstGeom>
        </p:spPr>
        <p:txBody>
          <a:bodyPr wrap="square">
            <a:spAutoFit/>
          </a:bodyPr>
          <a:lstStyle>
            <a:lvl1pP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360362" y="1038184"/>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6349525" y="0"/>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364300" y="4123801"/>
            <a:ext cx="1792304" cy="138499"/>
          </a:xfrm>
          <a:prstGeom prst="rect">
            <a:avLst/>
          </a:prstGeom>
        </p:spPr>
        <p:txBody>
          <a:bodyPr wrap="square">
            <a:spAutoFit/>
          </a:bodyPr>
          <a:lstStyle>
            <a:lvl1pPr>
              <a:spcBef>
                <a:spcPts val="600"/>
              </a:spcBef>
              <a:defRPr sz="900" b="0">
                <a:solidFill>
                  <a:schemeClr val="tx1"/>
                </a:solidFill>
                <a:latin typeface="+mn-lt"/>
              </a:defRPr>
            </a:lvl1pPr>
          </a:lstStyle>
          <a:p>
            <a:pPr lvl="0"/>
            <a:r>
              <a:rPr lang="en-US"/>
              <a:t>Click to edit Master title style</a:t>
            </a:r>
          </a:p>
        </p:txBody>
      </p:sp>
    </p:spTree>
    <p:extLst>
      <p:ext uri="{BB962C8B-B14F-4D97-AF65-F5344CB8AC3E}">
        <p14:creationId xmlns:p14="http://schemas.microsoft.com/office/powerpoint/2010/main" val="86721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Collage Opt 2">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7" y="0"/>
            <a:ext cx="5068391" cy="3759774"/>
          </a:xfrm>
          <a:prstGeom prst="roundRect">
            <a:avLst>
              <a:gd name="adj" fmla="val 0"/>
            </a:avLst>
          </a:prstGeom>
          <a:ln>
            <a:noFill/>
          </a:ln>
        </p:spPr>
        <p:txBody>
          <a:bodyPr anchor="t"/>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10036159" y="5036803"/>
            <a:ext cx="1792304" cy="138499"/>
          </a:xfrm>
          <a:prstGeom prst="rect">
            <a:avLst/>
          </a:prstGeom>
        </p:spPr>
        <p:txBody>
          <a:bodyPr wrap="square">
            <a:spAutoFit/>
          </a:bodyPr>
          <a:lstStyle>
            <a:lvl1pPr algn="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9359583" y="2192729"/>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0" y="2345821"/>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10036159" y="5278346"/>
            <a:ext cx="1792304" cy="138499"/>
          </a:xfrm>
          <a:prstGeom prst="rect">
            <a:avLst/>
          </a:prstGeom>
        </p:spPr>
        <p:txBody>
          <a:bodyPr wrap="square">
            <a:spAutoFit/>
          </a:bodyPr>
          <a:lstStyle>
            <a:lvl1pPr algn="r">
              <a:spcBef>
                <a:spcPts val="600"/>
              </a:spcBef>
              <a:defRPr sz="900" b="0">
                <a:solidFill>
                  <a:schemeClr val="tx1"/>
                </a:solidFill>
                <a:latin typeface="+mn-lt"/>
              </a:defRPr>
            </a:lvl1pPr>
          </a:lstStyle>
          <a:p>
            <a:pPr lvl="0"/>
            <a:r>
              <a:rPr lang="en-US"/>
              <a:t>Click to edit Master title style</a:t>
            </a:r>
          </a:p>
        </p:txBody>
      </p:sp>
      <p:sp>
        <p:nvSpPr>
          <p:cNvPr id="9" name="Slide Number Placeholder 5">
            <a:extLst>
              <a:ext uri="{FF2B5EF4-FFF2-40B4-BE49-F238E27FC236}">
                <a16:creationId xmlns:a16="http://schemas.microsoft.com/office/drawing/2014/main" id="{F471A725-A3EC-B225-E372-033F53F5259E}"/>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10" name="TextBox 9">
            <a:extLst>
              <a:ext uri="{FF2B5EF4-FFF2-40B4-BE49-F238E27FC236}">
                <a16:creationId xmlns:a16="http://schemas.microsoft.com/office/drawing/2014/main" id="{383B2AF2-8C0E-0CB1-184F-D9F6C51E1D0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11" name="Graphic 10">
            <a:extLst>
              <a:ext uri="{FF2B5EF4-FFF2-40B4-BE49-F238E27FC236}">
                <a16:creationId xmlns:a16="http://schemas.microsoft.com/office/drawing/2014/main" id="{944DF9FC-B6E9-EF55-EBA1-2CAC298493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34016322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ull Pag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hasCustomPrompt="1"/>
          </p:nvPr>
        </p:nvSpPr>
        <p:spPr>
          <a:xfrm>
            <a:off x="0" y="0"/>
            <a:ext cx="12192000"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6" name="Slide Number Placeholder 5">
            <a:extLst>
              <a:ext uri="{FF2B5EF4-FFF2-40B4-BE49-F238E27FC236}">
                <a16:creationId xmlns:a16="http://schemas.microsoft.com/office/drawing/2014/main" id="{808481C6-F7B8-3A9A-7E9C-9F2A89ABFD7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7" name="TextBox 6">
            <a:extLst>
              <a:ext uri="{FF2B5EF4-FFF2-40B4-BE49-F238E27FC236}">
                <a16:creationId xmlns:a16="http://schemas.microsoft.com/office/drawing/2014/main" id="{73F4373E-D0BF-7EA0-35D4-001BBC4F58DA}"/>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8" name="Graphic 7">
            <a:extLst>
              <a:ext uri="{FF2B5EF4-FFF2-40B4-BE49-F238E27FC236}">
                <a16:creationId xmlns:a16="http://schemas.microsoft.com/office/drawing/2014/main" id="{05E3DDCC-7E28-9A16-A63C-52BC270616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1030954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han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84D8-9A0A-EB78-FF95-8A65E8CF448B}"/>
              </a:ext>
            </a:extLst>
          </p:cNvPr>
          <p:cNvSpPr>
            <a:spLocks noGrp="1"/>
          </p:cNvSpPr>
          <p:nvPr>
            <p:ph type="title" hasCustomPrompt="1"/>
          </p:nvPr>
        </p:nvSpPr>
        <p:spPr>
          <a:xfrm>
            <a:off x="321200" y="1232746"/>
            <a:ext cx="8456479" cy="2135200"/>
          </a:xfrm>
          <a:prstGeom prst="rect">
            <a:avLst/>
          </a:prstGeom>
        </p:spPr>
        <p:txBody>
          <a:bodyPr/>
          <a:lstStyle>
            <a:lvl1pPr>
              <a:defRPr sz="15000"/>
            </a:lvl1pPr>
          </a:lstStyle>
          <a:p>
            <a:r>
              <a:rPr lang="en-US"/>
              <a:t>Thanks!</a:t>
            </a:r>
          </a:p>
        </p:txBody>
      </p:sp>
      <p:pic>
        <p:nvPicPr>
          <p:cNvPr id="16" name="Graphic 15">
            <a:extLst>
              <a:ext uri="{FF2B5EF4-FFF2-40B4-BE49-F238E27FC236}">
                <a16:creationId xmlns:a16="http://schemas.microsoft.com/office/drawing/2014/main" id="{44319368-2F9F-E4F8-F09D-F7668A3CEA34}"/>
              </a:ext>
            </a:extLst>
          </p:cNvPr>
          <p:cNvPicPr>
            <a:picLocks noChangeAspect="1"/>
          </p:cNvPicPr>
          <p:nvPr userDrawn="1"/>
        </p:nvPicPr>
        <p:blipFill>
          <a:blip r:embed="rId2">
            <a:extLst>
              <a:ext uri="{96DAC541-7B7A-43D3-8B79-37D633B846F1}">
                <asvg:svgBlip xmlns:asvg="http://schemas.microsoft.com/office/drawing/2016/SVG/main" r:embed="rId3"/>
              </a:ext>
            </a:extLst>
          </a:blip>
          <a:srcRect r="27614"/>
          <a:stretch>
            <a:fillRect/>
          </a:stretch>
        </p:blipFill>
        <p:spPr>
          <a:xfrm>
            <a:off x="9506712" y="2509064"/>
            <a:ext cx="2700528" cy="3730752"/>
          </a:xfrm>
          <a:custGeom>
            <a:avLst/>
            <a:gdLst>
              <a:gd name="connsiteX0" fmla="*/ 0 w 2700528"/>
              <a:gd name="connsiteY0" fmla="*/ 0 h 3730752"/>
              <a:gd name="connsiteX1" fmla="*/ 2700528 w 2700528"/>
              <a:gd name="connsiteY1" fmla="*/ 0 h 3730752"/>
              <a:gd name="connsiteX2" fmla="*/ 2700528 w 2700528"/>
              <a:gd name="connsiteY2" fmla="*/ 3730752 h 3730752"/>
              <a:gd name="connsiteX3" fmla="*/ 0 w 2700528"/>
              <a:gd name="connsiteY3" fmla="*/ 3730752 h 3730752"/>
            </a:gdLst>
            <a:ahLst/>
            <a:cxnLst>
              <a:cxn ang="0">
                <a:pos x="connsiteX0" y="connsiteY0"/>
              </a:cxn>
              <a:cxn ang="0">
                <a:pos x="connsiteX1" y="connsiteY1"/>
              </a:cxn>
              <a:cxn ang="0">
                <a:pos x="connsiteX2" y="connsiteY2"/>
              </a:cxn>
              <a:cxn ang="0">
                <a:pos x="connsiteX3" y="connsiteY3"/>
              </a:cxn>
            </a:cxnLst>
            <a:rect l="l" t="t" r="r" b="b"/>
            <a:pathLst>
              <a:path w="2700528" h="3730752">
                <a:moveTo>
                  <a:pt x="0" y="0"/>
                </a:moveTo>
                <a:lnTo>
                  <a:pt x="2700528" y="0"/>
                </a:lnTo>
                <a:lnTo>
                  <a:pt x="2700528" y="3730752"/>
                </a:lnTo>
                <a:lnTo>
                  <a:pt x="0" y="3730752"/>
                </a:lnTo>
                <a:close/>
              </a:path>
            </a:pathLst>
          </a:custGeom>
        </p:spPr>
      </p:pic>
      <p:pic>
        <p:nvPicPr>
          <p:cNvPr id="5" name="Graphic 4">
            <a:extLst>
              <a:ext uri="{FF2B5EF4-FFF2-40B4-BE49-F238E27FC236}">
                <a16:creationId xmlns:a16="http://schemas.microsoft.com/office/drawing/2014/main" id="{1ADEB899-AC43-11A3-D988-519ED476447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62769" y="6315912"/>
            <a:ext cx="1365460" cy="274320"/>
          </a:xfrm>
          <a:prstGeom prst="rect">
            <a:avLst/>
          </a:prstGeom>
        </p:spPr>
      </p:pic>
      <p:sp>
        <p:nvSpPr>
          <p:cNvPr id="6" name="Content Placeholder 3">
            <a:extLst>
              <a:ext uri="{FF2B5EF4-FFF2-40B4-BE49-F238E27FC236}">
                <a16:creationId xmlns:a16="http://schemas.microsoft.com/office/drawing/2014/main" id="{A4F21EFC-856E-BF60-96D3-33A189F92810}"/>
              </a:ext>
            </a:extLst>
          </p:cNvPr>
          <p:cNvSpPr>
            <a:spLocks noGrp="1"/>
          </p:cNvSpPr>
          <p:nvPr>
            <p:ph sz="half" idx="13" hasCustomPrompt="1"/>
          </p:nvPr>
        </p:nvSpPr>
        <p:spPr>
          <a:xfrm>
            <a:off x="364300" y="4703429"/>
            <a:ext cx="1792304" cy="138499"/>
          </a:xfrm>
          <a:prstGeom prst="rect">
            <a:avLst/>
          </a:prstGeom>
        </p:spPr>
        <p:txBody>
          <a:bodyPr wrap="square">
            <a:spAutoFit/>
          </a:bodyPr>
          <a:lstStyle>
            <a:lvl1pPr>
              <a:spcBef>
                <a:spcPts val="600"/>
              </a:spcBef>
              <a:spcAft>
                <a:spcPts val="400"/>
              </a:spcAft>
              <a:defRPr sz="900" b="0">
                <a:solidFill>
                  <a:schemeClr val="tx2"/>
                </a:solidFill>
                <a:latin typeface="+mj-lt"/>
              </a:defRPr>
            </a:lvl1pPr>
          </a:lstStyle>
          <a:p>
            <a:pPr lvl="0"/>
            <a:r>
              <a:rPr lang="en-US"/>
              <a:t>Click to edit Master title style</a:t>
            </a:r>
          </a:p>
        </p:txBody>
      </p:sp>
      <p:sp>
        <p:nvSpPr>
          <p:cNvPr id="7" name="Content Placeholder 3">
            <a:extLst>
              <a:ext uri="{FF2B5EF4-FFF2-40B4-BE49-F238E27FC236}">
                <a16:creationId xmlns:a16="http://schemas.microsoft.com/office/drawing/2014/main" id="{0BC96F78-FAA4-58BD-E701-1ACE1647E789}"/>
              </a:ext>
            </a:extLst>
          </p:cNvPr>
          <p:cNvSpPr>
            <a:spLocks noGrp="1"/>
          </p:cNvSpPr>
          <p:nvPr>
            <p:ph sz="half" idx="2" hasCustomPrompt="1"/>
          </p:nvPr>
        </p:nvSpPr>
        <p:spPr>
          <a:xfrm>
            <a:off x="364300" y="5777723"/>
            <a:ext cx="1792304" cy="138499"/>
          </a:xfrm>
          <a:prstGeom prst="rect">
            <a:avLst/>
          </a:prstGeom>
        </p:spPr>
        <p:txBody>
          <a:bodyPr wrap="square">
            <a:spAutoFit/>
          </a:bodyPr>
          <a:lstStyle>
            <a:lvl1pPr>
              <a:spcBef>
                <a:spcPts val="600"/>
              </a:spcBef>
              <a:defRPr sz="900" b="1" i="0">
                <a:solidFill>
                  <a:schemeClr val="accent1"/>
                </a:solidFill>
                <a:latin typeface="Poppins Medium" pitchFamily="2" charset="77"/>
                <a:cs typeface="Poppins Medium" pitchFamily="2" charset="77"/>
              </a:defRPr>
            </a:lvl1pPr>
          </a:lstStyle>
          <a:p>
            <a:pPr lvl="0"/>
            <a:r>
              <a:rPr lang="en-US"/>
              <a:t>Click to edit Master title style</a:t>
            </a:r>
          </a:p>
        </p:txBody>
      </p:sp>
    </p:spTree>
    <p:extLst>
      <p:ext uri="{BB962C8B-B14F-4D97-AF65-F5344CB8AC3E}">
        <p14:creationId xmlns:p14="http://schemas.microsoft.com/office/powerpoint/2010/main" val="39583960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mplate Guideline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endParaRPr lang="en-US"/>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D2517866-9EA2-F8FE-3E5E-BF5BD8AF5C0E}"/>
              </a:ext>
            </a:extLst>
          </p:cNvPr>
          <p:cNvSpPr>
            <a:spLocks noGrp="1"/>
          </p:cNvSpPr>
          <p:nvPr userDrawn="1"/>
        </p:nvSpPr>
        <p:spPr>
          <a:xfrm>
            <a:off x="361156" y="1463040"/>
            <a:ext cx="5495544" cy="4547136"/>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r:embed="rId2">
                  <a:extLst>
                    <a:ext uri="{96DAC541-7B7A-43D3-8B79-37D633B846F1}">
                      <asvg:svgBlip xmlns:asvg="http://schemas.microsoft.com/office/drawing/2016/SVG/main" r:embed="rId3"/>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r:embed="rId4">
                  <a:extLst>
                    <a:ext uri="{96DAC541-7B7A-43D3-8B79-37D633B846F1}">
                      <asvg:svgBlip xmlns:asvg="http://schemas.microsoft.com/office/drawing/2016/SVG/main" r:embed="rId5"/>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latin typeface="+mj-lt"/>
              </a:rPr>
              <a:t>Do NOT change the corporate template</a:t>
            </a:r>
          </a:p>
          <a:p>
            <a:pPr lvl="1"/>
            <a:r>
              <a:rPr lang="en-US"/>
              <a:t>Do NOT move headlines</a:t>
            </a:r>
          </a:p>
          <a:p>
            <a:pPr lvl="1"/>
            <a:r>
              <a:rPr lang="en-US"/>
              <a:t>Do NOT change bullet colors</a:t>
            </a:r>
          </a:p>
          <a:p>
            <a:pPr>
              <a:spcBef>
                <a:spcPts val="1600"/>
              </a:spcBef>
            </a:pPr>
            <a:r>
              <a:rPr lang="en-US" b="1">
                <a:latin typeface="+mj-lt"/>
              </a:rPr>
              <a:t>Typography</a:t>
            </a:r>
          </a:p>
          <a:p>
            <a:pPr lvl="1"/>
            <a:r>
              <a:rPr lang="en-US"/>
              <a:t>Headlines:  28 pt Poppins Medium, Midnight Blue</a:t>
            </a:r>
          </a:p>
          <a:p>
            <a:pPr lvl="1"/>
            <a:r>
              <a:rPr lang="en-US"/>
              <a:t>Subheads:  20 pt Poppins Regular, Midnight Blue</a:t>
            </a:r>
          </a:p>
          <a:p>
            <a:pPr lvl="1"/>
            <a:r>
              <a:rPr lang="en-US"/>
              <a:t>Body Copy:  Body Copy, 12-9 pt Poppins Regular, Black</a:t>
            </a:r>
          </a:p>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Logos, Legal &amp; Slide Numbers</a:t>
            </a:r>
          </a:p>
          <a:p>
            <a:pPr lvl="1"/>
            <a:r>
              <a:rPr lang="en-US"/>
              <a:t>The </a:t>
            </a:r>
            <a:r>
              <a:rPr lang="en-US" err="1"/>
              <a:t>BeOne</a:t>
            </a:r>
            <a:r>
              <a:rPr lang="en-US"/>
              <a:t> symbol and page numbers must appear on every slide; </a:t>
            </a:r>
            <a:br>
              <a:rPr lang="en-US"/>
            </a:br>
            <a:r>
              <a:rPr lang="en-US"/>
              <a:t>do not adjust the position</a:t>
            </a:r>
          </a:p>
          <a:p>
            <a:pPr lvl="1"/>
            <a:r>
              <a:rPr lang="en-US"/>
              <a:t>Confidential information statement should be included in the bottom </a:t>
            </a:r>
            <a:br>
              <a:rPr lang="en-US"/>
            </a:br>
            <a:r>
              <a:rPr lang="en-US"/>
              <a:t>right corner alongside the slide number and </a:t>
            </a:r>
            <a:r>
              <a:rPr lang="en-US" err="1"/>
              <a:t>BeOne</a:t>
            </a:r>
            <a:r>
              <a:rPr lang="en-US"/>
              <a:t> symbol</a:t>
            </a:r>
          </a:p>
          <a:p>
            <a:pPr lvl="1"/>
            <a:r>
              <a:rPr lang="en-US"/>
              <a:t>Include footnotes and references in the bottom left area indicated</a:t>
            </a:r>
            <a:br>
              <a:rPr lang="en-US"/>
            </a:br>
            <a:r>
              <a:rPr lang="en-US"/>
              <a:t>on each slide. Footnotes should be Poppins Regular, 7pt, Black, Text 1,</a:t>
            </a:r>
            <a:br>
              <a:rPr lang="en-US"/>
            </a:br>
            <a:r>
              <a:rPr lang="en-US"/>
              <a:t>Lighter 35%</a:t>
            </a:r>
          </a:p>
          <a:p>
            <a:endParaRPr lang="en-US"/>
          </a:p>
        </p:txBody>
      </p:sp>
      <p:sp>
        <p:nvSpPr>
          <p:cNvPr id="18" name="Content Placeholder 8">
            <a:extLst>
              <a:ext uri="{FF2B5EF4-FFF2-40B4-BE49-F238E27FC236}">
                <a16:creationId xmlns:a16="http://schemas.microsoft.com/office/drawing/2014/main" id="{73D56C51-DC24-F4F0-1245-C31AB01F01A6}"/>
              </a:ext>
            </a:extLst>
          </p:cNvPr>
          <p:cNvSpPr>
            <a:spLocks noGrp="1"/>
          </p:cNvSpPr>
          <p:nvPr userDrawn="1"/>
        </p:nvSpPr>
        <p:spPr>
          <a:xfrm>
            <a:off x="6327648" y="1463040"/>
            <a:ext cx="5495544" cy="454714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r:embed="rId2">
                  <a:extLst>
                    <a:ext uri="{96DAC541-7B7A-43D3-8B79-37D633B846F1}">
                      <asvg:svgBlip xmlns:asvg="http://schemas.microsoft.com/office/drawing/2016/SVG/main" r:embed="rId3"/>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r:embed="rId4">
                  <a:extLst>
                    <a:ext uri="{96DAC541-7B7A-43D3-8B79-37D633B846F1}">
                      <asvg:svgBlip xmlns:asvg="http://schemas.microsoft.com/office/drawing/2016/SVG/main" r:embed="rId5"/>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Editing &amp; Formatting</a:t>
            </a:r>
          </a:p>
          <a:p>
            <a:pPr lvl="1"/>
            <a:r>
              <a:rPr lang="en-US"/>
              <a:t>Capitalize first letter of first word in bullets</a:t>
            </a:r>
          </a:p>
          <a:p>
            <a:pPr lvl="1"/>
            <a:r>
              <a:rPr lang="en-US"/>
              <a:t>No period at end of bullets</a:t>
            </a:r>
          </a:p>
          <a:p>
            <a:pPr lvl="1"/>
            <a:r>
              <a:rPr lang="en-US"/>
              <a:t>Please ensure all fonts are set to Poppins for text, charts, etc.</a:t>
            </a:r>
          </a:p>
          <a:p>
            <a:pPr lvl="1"/>
            <a:r>
              <a:rPr lang="en-US"/>
              <a:t>All bullets should use Red</a:t>
            </a:r>
          </a:p>
          <a:p>
            <a:pPr lvl="1"/>
            <a:r>
              <a:rPr lang="en-US"/>
              <a:t>Please use Oxford Blue &amp; Dark Blue for charts and graphs</a:t>
            </a:r>
          </a:p>
          <a:p>
            <a:pPr lvl="1"/>
            <a:r>
              <a:rPr lang="en-US"/>
              <a:t>Please refer to instructions for updating/adding images to slides that have been incorporated into the placeholder images throughout the template</a:t>
            </a:r>
          </a:p>
          <a:p>
            <a:pPr marL="0" lvl="1" indent="0">
              <a:spcBef>
                <a:spcPts val="1600"/>
              </a:spcBef>
              <a:buNone/>
            </a:pPr>
            <a:r>
              <a:rPr lang="en-US" sz="1200" b="1" i="0" kern="1200">
                <a:solidFill>
                  <a:schemeClr val="tx1"/>
                </a:solidFill>
                <a:latin typeface="+mj-lt"/>
                <a:ea typeface="Verdana" panose="020B0604030504040204" pitchFamily="34" charset="0"/>
                <a:cs typeface="Verdana" panose="020B0604030504040204" pitchFamily="34" charset="0"/>
              </a:rPr>
              <a:t>Best Practices</a:t>
            </a:r>
          </a:p>
          <a:p>
            <a:pPr lvl="1"/>
            <a:r>
              <a:rPr lang="en-US"/>
              <a:t>When pasting content from a different deck, click “Reset,” located under “Layout” in the Home tool bar to match slide formatting to current layout</a:t>
            </a:r>
          </a:p>
          <a:p>
            <a:pPr lvl="1"/>
            <a:r>
              <a:rPr lang="en-US"/>
              <a:t>Delete extra “Themes” in the “Layout” panel to ensure consistency </a:t>
            </a:r>
            <a:br>
              <a:rPr lang="en-US"/>
            </a:br>
            <a:r>
              <a:rPr lang="en-US"/>
              <a:t>and reduce file size</a:t>
            </a:r>
          </a:p>
          <a:p>
            <a:pPr lvl="1"/>
            <a:r>
              <a:rPr lang="en-US"/>
              <a:t>Sample layouts are included in this document to aid slide design</a:t>
            </a:r>
          </a:p>
          <a:p>
            <a:endParaRPr lang="en-US"/>
          </a:p>
        </p:txBody>
      </p:sp>
      <p:sp>
        <p:nvSpPr>
          <p:cNvPr id="19" name="Title 1">
            <a:extLst>
              <a:ext uri="{FF2B5EF4-FFF2-40B4-BE49-F238E27FC236}">
                <a16:creationId xmlns:a16="http://schemas.microsoft.com/office/drawing/2014/main" id="{7C96BC8F-ED84-A0DB-2D03-249239276FB0}"/>
              </a:ext>
            </a:extLst>
          </p:cNvPr>
          <p:cNvSpPr txBox="1">
            <a:spLocks/>
          </p:cNvSpPr>
          <p:nvPr userDrawn="1"/>
        </p:nvSpPr>
        <p:spPr>
          <a:xfrm>
            <a:off x="356616" y="274320"/>
            <a:ext cx="11466576" cy="430887"/>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Quick Start</a:t>
            </a:r>
          </a:p>
        </p:txBody>
      </p:sp>
    </p:spTree>
    <p:extLst>
      <p:ext uri="{BB962C8B-B14F-4D97-AF65-F5344CB8AC3E}">
        <p14:creationId xmlns:p14="http://schemas.microsoft.com/office/powerpoint/2010/main" val="4321942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mplate Palette Colo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endParaRPr lang="en-US"/>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Box 53">
            <a:extLst>
              <a:ext uri="{FF2B5EF4-FFF2-40B4-BE49-F238E27FC236}">
                <a16:creationId xmlns:a16="http://schemas.microsoft.com/office/drawing/2014/main" id="{F3ED04DA-B50D-319B-EF24-190136BCF092}"/>
              </a:ext>
            </a:extLst>
          </p:cNvPr>
          <p:cNvSpPr txBox="1">
            <a:spLocks noChangeArrowheads="1"/>
          </p:cNvSpPr>
          <p:nvPr userDrawn="1"/>
        </p:nvSpPr>
        <p:spPr bwMode="gray">
          <a:xfrm>
            <a:off x="358337" y="1438948"/>
            <a:ext cx="1298228"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200" b="1" i="0">
                <a:solidFill>
                  <a:schemeClr val="tx2"/>
                </a:solidFill>
                <a:latin typeface="+mj-lt"/>
              </a:rPr>
              <a:t>Primary Colors</a:t>
            </a:r>
          </a:p>
        </p:txBody>
      </p:sp>
      <p:sp>
        <p:nvSpPr>
          <p:cNvPr id="6" name="Rectangle: Rounded Corners 8">
            <a:extLst>
              <a:ext uri="{FF2B5EF4-FFF2-40B4-BE49-F238E27FC236}">
                <a16:creationId xmlns:a16="http://schemas.microsoft.com/office/drawing/2014/main" id="{ACCCE185-2AFD-9461-CAE0-200067EF2B88}"/>
              </a:ext>
            </a:extLst>
          </p:cNvPr>
          <p:cNvSpPr/>
          <p:nvPr userDrawn="1"/>
        </p:nvSpPr>
        <p:spPr>
          <a:xfrm>
            <a:off x="1921767" y="1772570"/>
            <a:ext cx="1013780" cy="1013780"/>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r>
              <a:rPr lang="en-US" sz="1000" b="0" i="0">
                <a:solidFill>
                  <a:schemeClr val="bg1"/>
                </a:solidFill>
                <a:latin typeface="+mn-lt"/>
              </a:rPr>
              <a:t>Oxford Blue</a:t>
            </a:r>
          </a:p>
          <a:p>
            <a:pPr lvl="0" algn="ctr"/>
            <a:r>
              <a:rPr lang="en-US" sz="1000" b="0" i="0">
                <a:solidFill>
                  <a:schemeClr val="bg1"/>
                </a:solidFill>
                <a:latin typeface="+mn-lt"/>
              </a:rPr>
              <a:t>15,36,69</a:t>
            </a:r>
          </a:p>
        </p:txBody>
      </p:sp>
      <p:sp>
        <p:nvSpPr>
          <p:cNvPr id="7" name="Rectangle: Rounded Corners 10">
            <a:extLst>
              <a:ext uri="{FF2B5EF4-FFF2-40B4-BE49-F238E27FC236}">
                <a16:creationId xmlns:a16="http://schemas.microsoft.com/office/drawing/2014/main" id="{1C710C03-B535-ADE8-2DDB-5AA91DDBEBD8}"/>
              </a:ext>
            </a:extLst>
          </p:cNvPr>
          <p:cNvSpPr/>
          <p:nvPr userDrawn="1"/>
        </p:nvSpPr>
        <p:spPr>
          <a:xfrm>
            <a:off x="3482927" y="1772570"/>
            <a:ext cx="1013780" cy="1013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Midnight Blue</a:t>
            </a:r>
          </a:p>
          <a:p>
            <a:pPr lvl="0" algn="ctr"/>
            <a:r>
              <a:rPr lang="en-US" sz="1000" b="0" i="0">
                <a:solidFill>
                  <a:schemeClr val="bg1"/>
                </a:solidFill>
                <a:latin typeface="+mn-lt"/>
              </a:rPr>
              <a:t>40,51,74</a:t>
            </a:r>
          </a:p>
        </p:txBody>
      </p:sp>
      <p:sp>
        <p:nvSpPr>
          <p:cNvPr id="8" name="Rectangle: Rounded Corners 15">
            <a:extLst>
              <a:ext uri="{FF2B5EF4-FFF2-40B4-BE49-F238E27FC236}">
                <a16:creationId xmlns:a16="http://schemas.microsoft.com/office/drawing/2014/main" id="{CC28E212-70AF-1C31-1496-728504AE3DCC}"/>
              </a:ext>
            </a:extLst>
          </p:cNvPr>
          <p:cNvSpPr/>
          <p:nvPr userDrawn="1"/>
        </p:nvSpPr>
        <p:spPr>
          <a:xfrm>
            <a:off x="358337" y="1772570"/>
            <a:ext cx="1013780" cy="10137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Red</a:t>
            </a:r>
          </a:p>
          <a:p>
            <a:pPr lvl="0" algn="ctr"/>
            <a:r>
              <a:rPr lang="en-US" sz="1000" b="0" i="0">
                <a:solidFill>
                  <a:schemeClr val="bg1"/>
                </a:solidFill>
                <a:latin typeface="+mn-lt"/>
              </a:rPr>
              <a:t>214,43,30</a:t>
            </a:r>
          </a:p>
        </p:txBody>
      </p:sp>
      <p:sp>
        <p:nvSpPr>
          <p:cNvPr id="10" name="Text Box 53">
            <a:extLst>
              <a:ext uri="{FF2B5EF4-FFF2-40B4-BE49-F238E27FC236}">
                <a16:creationId xmlns:a16="http://schemas.microsoft.com/office/drawing/2014/main" id="{D391FF2E-F5A7-62D1-B3B4-3B8CE40E25A7}"/>
              </a:ext>
            </a:extLst>
          </p:cNvPr>
          <p:cNvSpPr txBox="1">
            <a:spLocks noChangeArrowheads="1"/>
          </p:cNvSpPr>
          <p:nvPr userDrawn="1"/>
        </p:nvSpPr>
        <p:spPr bwMode="gray">
          <a:xfrm>
            <a:off x="358337" y="3074691"/>
            <a:ext cx="1561160"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Secondary Colors</a:t>
            </a:r>
          </a:p>
        </p:txBody>
      </p:sp>
      <p:sp>
        <p:nvSpPr>
          <p:cNvPr id="12" name="Rectangle: Rounded Corners 11">
            <a:extLst>
              <a:ext uri="{FF2B5EF4-FFF2-40B4-BE49-F238E27FC236}">
                <a16:creationId xmlns:a16="http://schemas.microsoft.com/office/drawing/2014/main" id="{E78166D4-88E8-450F-2F63-3C83A0F41D05}"/>
              </a:ext>
            </a:extLst>
          </p:cNvPr>
          <p:cNvSpPr/>
          <p:nvPr userDrawn="1"/>
        </p:nvSpPr>
        <p:spPr>
          <a:xfrm>
            <a:off x="358337" y="3408313"/>
            <a:ext cx="1013780" cy="1013780"/>
          </a:xfrm>
          <a:prstGeom prst="ellipse">
            <a:avLst/>
          </a:prstGeom>
          <a:solidFill>
            <a:srgbClr val="003A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Dark Blue*</a:t>
            </a:r>
          </a:p>
          <a:p>
            <a:pPr lvl="0" algn="ctr"/>
            <a:r>
              <a:rPr lang="en-US" sz="1000" b="0" i="0">
                <a:solidFill>
                  <a:schemeClr val="bg1"/>
                </a:solidFill>
                <a:latin typeface="+mn-lt"/>
              </a:rPr>
              <a:t>0,58,112</a:t>
            </a:r>
          </a:p>
        </p:txBody>
      </p:sp>
      <p:sp>
        <p:nvSpPr>
          <p:cNvPr id="13" name="Rectangle: Rounded Corners 13">
            <a:extLst>
              <a:ext uri="{FF2B5EF4-FFF2-40B4-BE49-F238E27FC236}">
                <a16:creationId xmlns:a16="http://schemas.microsoft.com/office/drawing/2014/main" id="{79D4F712-CBFF-73CF-7BB9-38D26D61B93A}"/>
              </a:ext>
            </a:extLst>
          </p:cNvPr>
          <p:cNvSpPr/>
          <p:nvPr userDrawn="1"/>
        </p:nvSpPr>
        <p:spPr>
          <a:xfrm>
            <a:off x="1921767" y="5044057"/>
            <a:ext cx="1013780" cy="1013780"/>
          </a:xfrm>
          <a:prstGeom prst="ellipse">
            <a:avLst/>
          </a:prstGeom>
          <a:solidFill>
            <a:srgbClr val="D9D9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2"/>
                </a:solidFill>
                <a:latin typeface="+mn-lt"/>
              </a:rPr>
              <a:t>Cloud*</a:t>
            </a:r>
          </a:p>
          <a:p>
            <a:pPr lvl="0" algn="ctr"/>
            <a:r>
              <a:rPr lang="en-US" sz="1000" b="0" i="0">
                <a:solidFill>
                  <a:schemeClr val="tx2"/>
                </a:solidFill>
                <a:latin typeface="+mn-lt"/>
              </a:rPr>
              <a:t>217,217,214</a:t>
            </a:r>
          </a:p>
        </p:txBody>
      </p:sp>
      <p:sp>
        <p:nvSpPr>
          <p:cNvPr id="14" name="Text Box 53">
            <a:extLst>
              <a:ext uri="{FF2B5EF4-FFF2-40B4-BE49-F238E27FC236}">
                <a16:creationId xmlns:a16="http://schemas.microsoft.com/office/drawing/2014/main" id="{AB0E5B66-15BD-D995-9918-2EB6D2AF4191}"/>
              </a:ext>
            </a:extLst>
          </p:cNvPr>
          <p:cNvSpPr txBox="1">
            <a:spLocks noChangeArrowheads="1"/>
          </p:cNvSpPr>
          <p:nvPr userDrawn="1"/>
        </p:nvSpPr>
        <p:spPr bwMode="gray">
          <a:xfrm>
            <a:off x="358336" y="4710435"/>
            <a:ext cx="1254406"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Neutral Colors</a:t>
            </a:r>
          </a:p>
        </p:txBody>
      </p:sp>
      <p:sp>
        <p:nvSpPr>
          <p:cNvPr id="15" name="Rectangle: Rounded Corners 12">
            <a:extLst>
              <a:ext uri="{FF2B5EF4-FFF2-40B4-BE49-F238E27FC236}">
                <a16:creationId xmlns:a16="http://schemas.microsoft.com/office/drawing/2014/main" id="{18A8E9BD-8BB0-523B-9ADC-3094B07EEFE0}"/>
              </a:ext>
            </a:extLst>
          </p:cNvPr>
          <p:cNvSpPr/>
          <p:nvPr userDrawn="1"/>
        </p:nvSpPr>
        <p:spPr>
          <a:xfrm>
            <a:off x="360607" y="5044057"/>
            <a:ext cx="1013780" cy="1013780"/>
          </a:xfrm>
          <a:prstGeom prst="ellipse">
            <a:avLst/>
          </a:prstGeom>
          <a:solidFill>
            <a:srgbClr val="8278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Greystone*</a:t>
            </a:r>
          </a:p>
          <a:p>
            <a:pPr lvl="0" algn="ctr"/>
            <a:r>
              <a:rPr lang="en-US" sz="1000" b="0" i="0">
                <a:solidFill>
                  <a:schemeClr val="bg1"/>
                </a:solidFill>
                <a:latin typeface="+mn-lt"/>
              </a:rPr>
              <a:t>130,120,112</a:t>
            </a:r>
          </a:p>
        </p:txBody>
      </p:sp>
      <p:sp>
        <p:nvSpPr>
          <p:cNvPr id="17" name="Rectangle: Rounded Corners 13">
            <a:extLst>
              <a:ext uri="{FF2B5EF4-FFF2-40B4-BE49-F238E27FC236}">
                <a16:creationId xmlns:a16="http://schemas.microsoft.com/office/drawing/2014/main" id="{78D5C597-A8EE-83B8-E57C-D7AA569D56E7}"/>
              </a:ext>
            </a:extLst>
          </p:cNvPr>
          <p:cNvSpPr/>
          <p:nvPr userDrawn="1"/>
        </p:nvSpPr>
        <p:spPr>
          <a:xfrm>
            <a:off x="3482927" y="5044057"/>
            <a:ext cx="1013780" cy="1013780"/>
          </a:xfrm>
          <a:prstGeom prst="ellipse">
            <a:avLst/>
          </a:prstGeom>
          <a:solidFill>
            <a:srgbClr val="96A3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Slate*</a:t>
            </a:r>
          </a:p>
          <a:p>
            <a:pPr lvl="0" algn="ctr"/>
            <a:r>
              <a:rPr lang="en-US" sz="1000" b="0" i="0">
                <a:solidFill>
                  <a:schemeClr val="bg1"/>
                </a:solidFill>
                <a:latin typeface="+mn-lt"/>
              </a:rPr>
              <a:t>150,163,173</a:t>
            </a:r>
          </a:p>
        </p:txBody>
      </p:sp>
      <p:sp>
        <p:nvSpPr>
          <p:cNvPr id="18" name="Rectangle: Rounded Corners 13">
            <a:extLst>
              <a:ext uri="{FF2B5EF4-FFF2-40B4-BE49-F238E27FC236}">
                <a16:creationId xmlns:a16="http://schemas.microsoft.com/office/drawing/2014/main" id="{EF5891AC-4356-57DE-FBF8-10FEEEFD5351}"/>
              </a:ext>
            </a:extLst>
          </p:cNvPr>
          <p:cNvSpPr/>
          <p:nvPr userDrawn="1"/>
        </p:nvSpPr>
        <p:spPr>
          <a:xfrm>
            <a:off x="5044087" y="5044057"/>
            <a:ext cx="1013780" cy="1013780"/>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Black</a:t>
            </a:r>
          </a:p>
          <a:p>
            <a:pPr lvl="0" algn="ctr"/>
            <a:r>
              <a:rPr lang="en-US" sz="1000" b="0" i="0">
                <a:solidFill>
                  <a:schemeClr val="bg1"/>
                </a:solidFill>
                <a:latin typeface="+mn-lt"/>
              </a:rPr>
              <a:t>0,0,0</a:t>
            </a:r>
          </a:p>
        </p:txBody>
      </p:sp>
      <p:grpSp>
        <p:nvGrpSpPr>
          <p:cNvPr id="9" name="Group 8">
            <a:extLst>
              <a:ext uri="{FF2B5EF4-FFF2-40B4-BE49-F238E27FC236}">
                <a16:creationId xmlns:a16="http://schemas.microsoft.com/office/drawing/2014/main" id="{7DE6F460-F039-D6C9-4766-2EBE35E29331}"/>
              </a:ext>
            </a:extLst>
          </p:cNvPr>
          <p:cNvGrpSpPr/>
          <p:nvPr userDrawn="1"/>
        </p:nvGrpSpPr>
        <p:grpSpPr>
          <a:xfrm>
            <a:off x="9000709" y="1585514"/>
            <a:ext cx="2820982" cy="2819431"/>
            <a:chOff x="9000709" y="1585514"/>
            <a:chExt cx="2820982" cy="2819431"/>
          </a:xfrm>
        </p:grpSpPr>
        <p:sp>
          <p:nvSpPr>
            <p:cNvPr id="20" name="Rounded Rectangle 19">
              <a:extLst>
                <a:ext uri="{FF2B5EF4-FFF2-40B4-BE49-F238E27FC236}">
                  <a16:creationId xmlns:a16="http://schemas.microsoft.com/office/drawing/2014/main" id="{D0CEBEA7-0194-591F-D96F-CFC59DBEF499}"/>
                </a:ext>
              </a:extLst>
            </p:cNvPr>
            <p:cNvSpPr/>
            <p:nvPr/>
          </p:nvSpPr>
          <p:spPr>
            <a:xfrm>
              <a:off x="9000709" y="1585514"/>
              <a:ext cx="2820982" cy="2819431"/>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lnSpc>
                  <a:spcPts val="2160"/>
                </a:lnSpc>
              </a:pPr>
              <a:r>
                <a:rPr lang="en-US" sz="1800">
                  <a:solidFill>
                    <a:schemeClr val="tx2"/>
                  </a:solidFill>
                </a:rPr>
                <a:t>*Use the </a:t>
              </a:r>
              <a:br>
                <a:rPr lang="en-US" sz="1800">
                  <a:solidFill>
                    <a:schemeClr val="tx2"/>
                  </a:solidFill>
                </a:rPr>
              </a:br>
              <a:r>
                <a:rPr lang="en-US" sz="1800">
                  <a:solidFill>
                    <a:schemeClr val="tx2"/>
                  </a:solidFill>
                </a:rPr>
                <a:t>eyedropper tool    </a:t>
              </a:r>
              <a:br>
                <a:rPr lang="en-US" sz="1800">
                  <a:solidFill>
                    <a:schemeClr val="tx2"/>
                  </a:solidFill>
                </a:rPr>
              </a:br>
              <a:r>
                <a:rPr lang="en-US" sz="1800">
                  <a:solidFill>
                    <a:schemeClr val="tx2"/>
                  </a:solidFill>
                </a:rPr>
                <a:t>to select and apply </a:t>
              </a:r>
              <a:br>
                <a:rPr lang="en-US" sz="1800">
                  <a:solidFill>
                    <a:schemeClr val="tx2"/>
                  </a:solidFill>
                </a:rPr>
              </a:br>
              <a:r>
                <a:rPr lang="en-US" sz="1800">
                  <a:solidFill>
                    <a:schemeClr val="tx2"/>
                  </a:solidFill>
                </a:rPr>
                <a:t>these colors, as they</a:t>
              </a:r>
              <a:br>
                <a:rPr lang="en-US" sz="1800">
                  <a:solidFill>
                    <a:schemeClr val="tx2"/>
                  </a:solidFill>
                </a:rPr>
              </a:br>
              <a:r>
                <a:rPr lang="en-US" sz="1800">
                  <a:solidFill>
                    <a:schemeClr val="tx2"/>
                  </a:solidFill>
                </a:rPr>
                <a:t>are not part</a:t>
              </a:r>
              <a:br>
                <a:rPr lang="en-US" sz="1800">
                  <a:solidFill>
                    <a:schemeClr val="tx2"/>
                  </a:solidFill>
                </a:rPr>
              </a:br>
              <a:r>
                <a:rPr lang="en-US" sz="1800">
                  <a:solidFill>
                    <a:schemeClr val="tx2"/>
                  </a:solidFill>
                </a:rPr>
                <a:t>of the theme.</a:t>
              </a:r>
            </a:p>
          </p:txBody>
        </p:sp>
        <p:grpSp>
          <p:nvGrpSpPr>
            <p:cNvPr id="21" name="Group 20">
              <a:extLst>
                <a:ext uri="{FF2B5EF4-FFF2-40B4-BE49-F238E27FC236}">
                  <a16:creationId xmlns:a16="http://schemas.microsoft.com/office/drawing/2014/main" id="{86EE2006-349D-9617-D3D3-8250EF988FCA}"/>
                </a:ext>
              </a:extLst>
            </p:cNvPr>
            <p:cNvGrpSpPr/>
            <p:nvPr/>
          </p:nvGrpSpPr>
          <p:grpSpPr>
            <a:xfrm>
              <a:off x="11242573" y="2420732"/>
              <a:ext cx="213243" cy="270310"/>
              <a:chOff x="10365684" y="3826566"/>
              <a:chExt cx="213243" cy="270310"/>
            </a:xfrm>
          </p:grpSpPr>
          <p:sp>
            <p:nvSpPr>
              <p:cNvPr id="22" name="Freeform 21">
                <a:extLst>
                  <a:ext uri="{FF2B5EF4-FFF2-40B4-BE49-F238E27FC236}">
                    <a16:creationId xmlns:a16="http://schemas.microsoft.com/office/drawing/2014/main" id="{456409D6-352F-00F6-A0D3-7A2E6B127598}"/>
                  </a:ext>
                </a:extLst>
              </p:cNvPr>
              <p:cNvSpPr/>
              <p:nvPr/>
            </p:nvSpPr>
            <p:spPr>
              <a:xfrm>
                <a:off x="10365684" y="3906691"/>
                <a:ext cx="155891" cy="190185"/>
              </a:xfrm>
              <a:custGeom>
                <a:avLst/>
                <a:gdLst>
                  <a:gd name="connsiteX0" fmla="*/ 113850 w 155891"/>
                  <a:gd name="connsiteY0" fmla="*/ 0 h 190185"/>
                  <a:gd name="connsiteX1" fmla="*/ 17125 w 155891"/>
                  <a:gd name="connsiteY1" fmla="*/ 127350 h 190185"/>
                  <a:gd name="connsiteX2" fmla="*/ 11749 w 155891"/>
                  <a:gd name="connsiteY2" fmla="*/ 143870 h 190185"/>
                  <a:gd name="connsiteX3" fmla="*/ 2185 w 155891"/>
                  <a:gd name="connsiteY3" fmla="*/ 172973 h 190185"/>
                  <a:gd name="connsiteX4" fmla="*/ 2185 w 155891"/>
                  <a:gd name="connsiteY4" fmla="*/ 172973 h 190185"/>
                  <a:gd name="connsiteX5" fmla="*/ 4229 w 155891"/>
                  <a:gd name="connsiteY5" fmla="*/ 187998 h 190185"/>
                  <a:gd name="connsiteX6" fmla="*/ 4229 w 155891"/>
                  <a:gd name="connsiteY6" fmla="*/ 187998 h 190185"/>
                  <a:gd name="connsiteX7" fmla="*/ 19241 w 155891"/>
                  <a:gd name="connsiteY7" fmla="*/ 185952 h 190185"/>
                  <a:gd name="connsiteX8" fmla="*/ 19241 w 155891"/>
                  <a:gd name="connsiteY8" fmla="*/ 185952 h 190185"/>
                  <a:gd name="connsiteX9" fmla="*/ 44699 w 155891"/>
                  <a:gd name="connsiteY9" fmla="*/ 168942 h 190185"/>
                  <a:gd name="connsiteX10" fmla="*/ 59166 w 155891"/>
                  <a:gd name="connsiteY10" fmla="*/ 159340 h 190185"/>
                  <a:gd name="connsiteX11" fmla="*/ 155892 w 155891"/>
                  <a:gd name="connsiteY11" fmla="*/ 31990 h 19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5891" h="190185">
                    <a:moveTo>
                      <a:pt x="113850" y="0"/>
                    </a:moveTo>
                    <a:lnTo>
                      <a:pt x="17125" y="127350"/>
                    </a:lnTo>
                    <a:cubicBezTo>
                      <a:pt x="13376" y="132286"/>
                      <a:pt x="11627" y="138118"/>
                      <a:pt x="11749" y="143870"/>
                    </a:cubicBezTo>
                    <a:cubicBezTo>
                      <a:pt x="11970" y="154367"/>
                      <a:pt x="8533" y="164616"/>
                      <a:pt x="2185" y="172973"/>
                    </a:cubicBezTo>
                    <a:lnTo>
                      <a:pt x="2185" y="172973"/>
                    </a:lnTo>
                    <a:cubicBezTo>
                      <a:pt x="-1396" y="177688"/>
                      <a:pt x="-479" y="184414"/>
                      <a:pt x="4229" y="187998"/>
                    </a:cubicBezTo>
                    <a:lnTo>
                      <a:pt x="4229" y="187998"/>
                    </a:lnTo>
                    <a:cubicBezTo>
                      <a:pt x="8940" y="191582"/>
                      <a:pt x="15660" y="190667"/>
                      <a:pt x="19241" y="185952"/>
                    </a:cubicBezTo>
                    <a:lnTo>
                      <a:pt x="19241" y="185952"/>
                    </a:lnTo>
                    <a:cubicBezTo>
                      <a:pt x="25589" y="177595"/>
                      <a:pt x="34534" y="171539"/>
                      <a:pt x="44699" y="168942"/>
                    </a:cubicBezTo>
                    <a:cubicBezTo>
                      <a:pt x="50269" y="167519"/>
                      <a:pt x="55415" y="164275"/>
                      <a:pt x="59166" y="159340"/>
                    </a:cubicBezTo>
                    <a:lnTo>
                      <a:pt x="155892" y="31990"/>
                    </a:lnTo>
                  </a:path>
                </a:pathLst>
              </a:custGeom>
              <a:noFill/>
              <a:ln w="7579" cap="flat">
                <a:solidFill>
                  <a:schemeClr val="accent3"/>
                </a:solid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1E460BE5-0C7D-A5DD-6C2C-670C7E294EA8}"/>
                  </a:ext>
                </a:extLst>
              </p:cNvPr>
              <p:cNvSpPr/>
              <p:nvPr/>
            </p:nvSpPr>
            <p:spPr>
              <a:xfrm>
                <a:off x="10462057" y="3826566"/>
                <a:ext cx="116870" cy="124997"/>
              </a:xfrm>
              <a:custGeom>
                <a:avLst/>
                <a:gdLst>
                  <a:gd name="connsiteX0" fmla="*/ 88056 w 116870"/>
                  <a:gd name="connsiteY0" fmla="*/ 67881 h 124997"/>
                  <a:gd name="connsiteX1" fmla="*/ 112305 w 116870"/>
                  <a:gd name="connsiteY1" fmla="*/ 35955 h 124997"/>
                  <a:gd name="connsiteX2" fmla="*/ 108033 w 116870"/>
                  <a:gd name="connsiteY2" fmla="*/ 4569 h 124997"/>
                  <a:gd name="connsiteX3" fmla="*/ 108033 w 116870"/>
                  <a:gd name="connsiteY3" fmla="*/ 4569 h 124997"/>
                  <a:gd name="connsiteX4" fmla="*/ 76676 w 116870"/>
                  <a:gd name="connsiteY4" fmla="*/ 8845 h 124997"/>
                  <a:gd name="connsiteX5" fmla="*/ 52427 w 116870"/>
                  <a:gd name="connsiteY5" fmla="*/ 40771 h 124997"/>
                  <a:gd name="connsiteX6" fmla="*/ 36719 w 116870"/>
                  <a:gd name="connsiteY6" fmla="*/ 47183 h 124997"/>
                  <a:gd name="connsiteX7" fmla="*/ 879 w 116870"/>
                  <a:gd name="connsiteY7" fmla="*/ 62078 h 124997"/>
                  <a:gd name="connsiteX8" fmla="*/ 879 w 116870"/>
                  <a:gd name="connsiteY8" fmla="*/ 62078 h 124997"/>
                  <a:gd name="connsiteX9" fmla="*/ 1700 w 116870"/>
                  <a:gd name="connsiteY9" fmla="*/ 68120 h 124997"/>
                  <a:gd name="connsiteX10" fmla="*/ 75293 w 116870"/>
                  <a:gd name="connsiteY10" fmla="*/ 124118 h 124997"/>
                  <a:gd name="connsiteX11" fmla="*/ 81331 w 116870"/>
                  <a:gd name="connsiteY11" fmla="*/ 123295 h 124997"/>
                  <a:gd name="connsiteX12" fmla="*/ 81331 w 116870"/>
                  <a:gd name="connsiteY12" fmla="*/ 123295 h 124997"/>
                  <a:gd name="connsiteX13" fmla="*/ 86084 w 116870"/>
                  <a:gd name="connsiteY13" fmla="*/ 84747 h 124997"/>
                  <a:gd name="connsiteX14" fmla="*/ 88053 w 116870"/>
                  <a:gd name="connsiteY14" fmla="*/ 67881 h 124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870" h="124997">
                    <a:moveTo>
                      <a:pt x="88056" y="67881"/>
                    </a:moveTo>
                    <a:lnTo>
                      <a:pt x="112305" y="35955"/>
                    </a:lnTo>
                    <a:cubicBezTo>
                      <a:pt x="119786" y="26107"/>
                      <a:pt x="117872" y="12056"/>
                      <a:pt x="108033" y="4569"/>
                    </a:cubicBezTo>
                    <a:lnTo>
                      <a:pt x="108033" y="4569"/>
                    </a:lnTo>
                    <a:cubicBezTo>
                      <a:pt x="98195" y="-2918"/>
                      <a:pt x="84156" y="-1003"/>
                      <a:pt x="76676" y="8845"/>
                    </a:cubicBezTo>
                    <a:lnTo>
                      <a:pt x="52427" y="40771"/>
                    </a:lnTo>
                    <a:cubicBezTo>
                      <a:pt x="48747" y="45613"/>
                      <a:pt x="42742" y="47989"/>
                      <a:pt x="36719" y="47183"/>
                    </a:cubicBezTo>
                    <a:cubicBezTo>
                      <a:pt x="23424" y="45403"/>
                      <a:pt x="9577" y="50626"/>
                      <a:pt x="879" y="62078"/>
                    </a:cubicBezTo>
                    <a:lnTo>
                      <a:pt x="879" y="62078"/>
                    </a:lnTo>
                    <a:cubicBezTo>
                      <a:pt x="-562" y="63975"/>
                      <a:pt x="-192" y="66678"/>
                      <a:pt x="1700" y="68120"/>
                    </a:cubicBezTo>
                    <a:lnTo>
                      <a:pt x="75293" y="124118"/>
                    </a:lnTo>
                    <a:cubicBezTo>
                      <a:pt x="77189" y="125560"/>
                      <a:pt x="79890" y="125190"/>
                      <a:pt x="81331" y="123295"/>
                    </a:cubicBezTo>
                    <a:lnTo>
                      <a:pt x="81331" y="123295"/>
                    </a:lnTo>
                    <a:cubicBezTo>
                      <a:pt x="90029" y="111844"/>
                      <a:pt x="91355" y="97093"/>
                      <a:pt x="86084" y="84747"/>
                    </a:cubicBezTo>
                    <a:cubicBezTo>
                      <a:pt x="83696" y="79154"/>
                      <a:pt x="84377" y="72723"/>
                      <a:pt x="88053" y="67881"/>
                    </a:cubicBezTo>
                    <a:close/>
                  </a:path>
                </a:pathLst>
              </a:custGeom>
              <a:solidFill>
                <a:schemeClr val="accent3"/>
              </a:solidFill>
              <a:ln w="256" cap="flat">
                <a:noFill/>
                <a:prstDash val="solid"/>
                <a:miter/>
              </a:ln>
            </p:spPr>
            <p:txBody>
              <a:bodyPr rtlCol="0" anchor="ctr"/>
              <a:lstStyle/>
              <a:p>
                <a:endParaRPr lang="en-US"/>
              </a:p>
            </p:txBody>
          </p:sp>
        </p:grpSp>
      </p:grpSp>
      <p:sp>
        <p:nvSpPr>
          <p:cNvPr id="24" name="Title 1">
            <a:extLst>
              <a:ext uri="{FF2B5EF4-FFF2-40B4-BE49-F238E27FC236}">
                <a16:creationId xmlns:a16="http://schemas.microsoft.com/office/drawing/2014/main" id="{65119192-0C91-7840-979B-91546FF0291D}"/>
              </a:ext>
            </a:extLst>
          </p:cNvPr>
          <p:cNvSpPr txBox="1">
            <a:spLocks/>
          </p:cNvSpPr>
          <p:nvPr userDrawn="1"/>
        </p:nvSpPr>
        <p:spPr>
          <a:xfrm>
            <a:off x="356616" y="274320"/>
            <a:ext cx="11466576"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Template Palette Colors</a:t>
            </a:r>
            <a:br>
              <a:rPr lang="en-US" sz="1400"/>
            </a:br>
            <a:r>
              <a:rPr lang="en-US" sz="2000" b="0">
                <a:latin typeface="+mn-lt"/>
              </a:rPr>
              <a:t>RGB Values</a:t>
            </a:r>
            <a:endParaRPr lang="en-US" sz="2800" b="0"/>
          </a:p>
        </p:txBody>
      </p:sp>
      <p:sp>
        <p:nvSpPr>
          <p:cNvPr id="31" name="Rectangle: Rounded Corners 13">
            <a:extLst>
              <a:ext uri="{FF2B5EF4-FFF2-40B4-BE49-F238E27FC236}">
                <a16:creationId xmlns:a16="http://schemas.microsoft.com/office/drawing/2014/main" id="{8E25FC46-ECFF-700E-E004-3F093220C98B}"/>
              </a:ext>
            </a:extLst>
          </p:cNvPr>
          <p:cNvSpPr/>
          <p:nvPr userDrawn="1"/>
        </p:nvSpPr>
        <p:spPr>
          <a:xfrm>
            <a:off x="5046357" y="3408313"/>
            <a:ext cx="1013780" cy="10137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Autumn Leaf</a:t>
            </a:r>
          </a:p>
          <a:p>
            <a:pPr lvl="0" algn="ctr"/>
            <a:r>
              <a:rPr lang="en-US" sz="1000" b="0" i="0">
                <a:solidFill>
                  <a:schemeClr val="bg1"/>
                </a:solidFill>
                <a:latin typeface="+mn-lt"/>
              </a:rPr>
              <a:t>235,117,0</a:t>
            </a:r>
          </a:p>
        </p:txBody>
      </p:sp>
      <p:sp>
        <p:nvSpPr>
          <p:cNvPr id="32" name="Rectangle: Rounded Corners 12">
            <a:extLst>
              <a:ext uri="{FF2B5EF4-FFF2-40B4-BE49-F238E27FC236}">
                <a16:creationId xmlns:a16="http://schemas.microsoft.com/office/drawing/2014/main" id="{B91B3D21-5583-DDF3-2FCE-21373417A0AE}"/>
              </a:ext>
            </a:extLst>
          </p:cNvPr>
          <p:cNvSpPr/>
          <p:nvPr userDrawn="1"/>
        </p:nvSpPr>
        <p:spPr>
          <a:xfrm>
            <a:off x="3485197" y="3408313"/>
            <a:ext cx="1013780" cy="10137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Burgundy</a:t>
            </a:r>
          </a:p>
          <a:p>
            <a:pPr lvl="0" algn="ctr"/>
            <a:r>
              <a:rPr lang="en-US" sz="1000" b="0" i="0">
                <a:solidFill>
                  <a:schemeClr val="bg1"/>
                </a:solidFill>
                <a:latin typeface="+mn-lt"/>
              </a:rPr>
              <a:t>163,51,59</a:t>
            </a:r>
          </a:p>
        </p:txBody>
      </p:sp>
      <p:sp>
        <p:nvSpPr>
          <p:cNvPr id="33" name="Rectangle: Rounded Corners 11">
            <a:extLst>
              <a:ext uri="{FF2B5EF4-FFF2-40B4-BE49-F238E27FC236}">
                <a16:creationId xmlns:a16="http://schemas.microsoft.com/office/drawing/2014/main" id="{67239028-7F77-0FBC-1E07-09F7B90E36FE}"/>
              </a:ext>
            </a:extLst>
          </p:cNvPr>
          <p:cNvSpPr/>
          <p:nvPr userDrawn="1"/>
        </p:nvSpPr>
        <p:spPr>
          <a:xfrm>
            <a:off x="1921767" y="3408313"/>
            <a:ext cx="1013780" cy="10137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Cerulean Blue</a:t>
            </a:r>
          </a:p>
          <a:p>
            <a:pPr lvl="0" algn="ctr"/>
            <a:r>
              <a:rPr lang="en-US" sz="1000" b="0" i="0">
                <a:solidFill>
                  <a:schemeClr val="bg1"/>
                </a:solidFill>
                <a:latin typeface="+mn-lt"/>
              </a:rPr>
              <a:t>0,102,128</a:t>
            </a:r>
          </a:p>
        </p:txBody>
      </p:sp>
      <p:sp>
        <p:nvSpPr>
          <p:cNvPr id="34" name="Rectangle: Rounded Corners 11">
            <a:extLst>
              <a:ext uri="{FF2B5EF4-FFF2-40B4-BE49-F238E27FC236}">
                <a16:creationId xmlns:a16="http://schemas.microsoft.com/office/drawing/2014/main" id="{29ACA9F1-9516-998B-DBD5-4333F39465EE}"/>
              </a:ext>
            </a:extLst>
          </p:cNvPr>
          <p:cNvSpPr/>
          <p:nvPr userDrawn="1"/>
        </p:nvSpPr>
        <p:spPr>
          <a:xfrm>
            <a:off x="6607517" y="3408313"/>
            <a:ext cx="1013780" cy="1013780"/>
          </a:xfrm>
          <a:prstGeom prst="ellipse">
            <a:avLst/>
          </a:prstGeom>
          <a:solidFill>
            <a:srgbClr val="FFC72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1"/>
                </a:solidFill>
                <a:latin typeface="+mn-lt"/>
              </a:rPr>
              <a:t>Sunflower*</a:t>
            </a:r>
          </a:p>
          <a:p>
            <a:pPr lvl="0" algn="ctr"/>
            <a:r>
              <a:rPr lang="en-US" sz="1000" b="0" i="0">
                <a:solidFill>
                  <a:schemeClr val="tx1"/>
                </a:solidFill>
                <a:latin typeface="+mn-lt"/>
              </a:rPr>
              <a:t>255,199,43</a:t>
            </a:r>
          </a:p>
        </p:txBody>
      </p:sp>
    </p:spTree>
    <p:extLst>
      <p:ext uri="{BB962C8B-B14F-4D97-AF65-F5344CB8AC3E}">
        <p14:creationId xmlns:p14="http://schemas.microsoft.com/office/powerpoint/2010/main" val="25010592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15166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Text Placeholder 9">
            <a:extLst>
              <a:ext uri="{FF2B5EF4-FFF2-40B4-BE49-F238E27FC236}">
                <a16:creationId xmlns:a16="http://schemas.microsoft.com/office/drawing/2014/main" id="{227BCF9A-8A35-9C8B-5EAE-9F9D930A4EBA}"/>
              </a:ext>
            </a:extLst>
          </p:cNvPr>
          <p:cNvSpPr>
            <a:spLocks noGrp="1"/>
          </p:cNvSpPr>
          <p:nvPr>
            <p:ph type="body" sz="quarter" idx="10"/>
          </p:nvPr>
        </p:nvSpPr>
        <p:spPr>
          <a:xfrm>
            <a:off x="838200" y="6321793"/>
            <a:ext cx="9854184" cy="341610"/>
          </a:xfrm>
        </p:spPr>
        <p:txBody>
          <a:bodyPr anchor="b">
            <a:normAutofit/>
          </a:bodyPr>
          <a:lstStyle>
            <a:lvl1pPr marL="0" indent="0">
              <a:buNone/>
              <a:defRPr sz="1066"/>
            </a:lvl1pPr>
          </a:lstStyle>
          <a:p>
            <a:pPr lvl="0"/>
            <a:r>
              <a:rPr lang="en-US"/>
              <a:t>Click to edit Master text styles</a:t>
            </a:r>
          </a:p>
        </p:txBody>
      </p:sp>
    </p:spTree>
    <p:extLst>
      <p:ext uri="{BB962C8B-B14F-4D97-AF65-F5344CB8AC3E}">
        <p14:creationId xmlns:p14="http://schemas.microsoft.com/office/powerpoint/2010/main" val="7138738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11363" y="706793"/>
            <a:ext cx="11047220" cy="883365"/>
          </a:xfrm>
        </p:spPr>
        <p:txBody>
          <a:bodyPr>
            <a:normAutofit/>
          </a:bodyPr>
          <a:lstStyle>
            <a:lvl1pPr>
              <a:defRPr sz="2598"/>
            </a:lvl1pPr>
          </a:lstStyle>
          <a:p>
            <a:r>
              <a:rPr lang="en-US"/>
              <a:t>Click to edit Master title style</a:t>
            </a:r>
          </a:p>
        </p:txBody>
      </p:sp>
      <p:sp>
        <p:nvSpPr>
          <p:cNvPr id="10" name="Text Placeholder 9">
            <a:extLst>
              <a:ext uri="{FF2B5EF4-FFF2-40B4-BE49-F238E27FC236}">
                <a16:creationId xmlns:a16="http://schemas.microsoft.com/office/drawing/2014/main" id="{227BCF9A-8A35-9C8B-5EAE-9F9D930A4EBA}"/>
              </a:ext>
            </a:extLst>
          </p:cNvPr>
          <p:cNvSpPr>
            <a:spLocks noGrp="1"/>
          </p:cNvSpPr>
          <p:nvPr>
            <p:ph type="body" sz="quarter" idx="10"/>
          </p:nvPr>
        </p:nvSpPr>
        <p:spPr>
          <a:xfrm>
            <a:off x="611363" y="5812508"/>
            <a:ext cx="9854184" cy="341610"/>
          </a:xfrm>
        </p:spPr>
        <p:txBody>
          <a:bodyPr anchor="b">
            <a:normAutofit/>
          </a:bodyPr>
          <a:lstStyle>
            <a:lvl1pPr marL="0" indent="0">
              <a:buNone/>
              <a:defRPr sz="1066"/>
            </a:lvl1pPr>
          </a:lstStyle>
          <a:p>
            <a:pPr lvl="0"/>
            <a:r>
              <a:rPr lang="en-US"/>
              <a:t>Click to edit Master text styles</a:t>
            </a:r>
          </a:p>
        </p:txBody>
      </p:sp>
    </p:spTree>
    <p:extLst>
      <p:ext uri="{BB962C8B-B14F-4D97-AF65-F5344CB8AC3E}">
        <p14:creationId xmlns:p14="http://schemas.microsoft.com/office/powerpoint/2010/main" val="2234610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01C9E-0C8A-2DB7-7C3E-CE4B3B6C96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BEC72E-83E1-787C-9387-41CCB415F9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5301DD-46CA-0B3E-CB33-D8A1FF00D18E}"/>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5" name="Footer Placeholder 4">
            <a:extLst>
              <a:ext uri="{FF2B5EF4-FFF2-40B4-BE49-F238E27FC236}">
                <a16:creationId xmlns:a16="http://schemas.microsoft.com/office/drawing/2014/main" id="{E69DA276-7615-67D6-6768-C496523082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EDF69-0A41-AA98-EB56-491C9A2B7A25}"/>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40942876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7F7DA-1945-D64E-642C-329DF657D0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7110CD-FD2C-60A5-7DED-A38B74AC64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B54A04-730E-A232-C14C-7122E6195085}"/>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5" name="Footer Placeholder 4">
            <a:extLst>
              <a:ext uri="{FF2B5EF4-FFF2-40B4-BE49-F238E27FC236}">
                <a16:creationId xmlns:a16="http://schemas.microsoft.com/office/drawing/2014/main" id="{25F92D2A-0DDA-17E6-6D0C-56085CF1E6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664820-5CE2-8FC7-055F-0A5A65CA2436}"/>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25291369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ADEB7-20A0-FAC5-DABF-96F2942522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52D3BC-8BEF-65E6-7D37-AB710C5E1E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44BC86-D374-AF00-C4A6-A683D739D2DE}"/>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5" name="Footer Placeholder 4">
            <a:extLst>
              <a:ext uri="{FF2B5EF4-FFF2-40B4-BE49-F238E27FC236}">
                <a16:creationId xmlns:a16="http://schemas.microsoft.com/office/drawing/2014/main" id="{6895814A-9DDB-FA69-A045-9E32325C5D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0944FA-FE6D-DDC2-7F7D-8EDF335DA400}"/>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32798788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57C4C-E682-6BCD-8874-86001FAA14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782791-0D32-983D-2A93-FCF0660DC2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D1B018-52A5-4DB6-3D0C-27097AA199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3E859F-112B-E200-9316-E2B21BCD0681}"/>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6" name="Footer Placeholder 5">
            <a:extLst>
              <a:ext uri="{FF2B5EF4-FFF2-40B4-BE49-F238E27FC236}">
                <a16:creationId xmlns:a16="http://schemas.microsoft.com/office/drawing/2014/main" id="{DFC00163-F2C3-9B0C-298C-4E06F81652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C13F7C-5C96-7007-C4B2-73056E20409F}"/>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18654873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5F35-7293-A77B-C651-BD90213CA3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36A89B-E92C-CE22-3AAF-51C7470CE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699EB1-CBB1-22E4-B85A-285D64D2DC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0B4C69-0946-8CE3-6EBD-1BCE2211BB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3251AB-9E73-2284-59C7-BCCF34DA62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631DAC-9586-7DAC-86D8-A361A96FEB65}"/>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8" name="Footer Placeholder 7">
            <a:extLst>
              <a:ext uri="{FF2B5EF4-FFF2-40B4-BE49-F238E27FC236}">
                <a16:creationId xmlns:a16="http://schemas.microsoft.com/office/drawing/2014/main" id="{DD5AE3E6-FAAF-C043-804A-0A763ADCE0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36D478-A262-BC46-E485-1AD928763EE7}"/>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42199003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3ED6B-68DB-F16A-64B5-B1C208923F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D6BC80-BA6C-0A08-87A2-FDEC5A1E2B46}"/>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4" name="Footer Placeholder 3">
            <a:extLst>
              <a:ext uri="{FF2B5EF4-FFF2-40B4-BE49-F238E27FC236}">
                <a16:creationId xmlns:a16="http://schemas.microsoft.com/office/drawing/2014/main" id="{C53CC815-41CE-56FC-348C-796078FD3F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12BE0D-B73E-816F-2FC9-A3D045AA2974}"/>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35441066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C282F6-7ECF-F3AD-283D-5B2EEA07DF36}"/>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3" name="Footer Placeholder 2">
            <a:extLst>
              <a:ext uri="{FF2B5EF4-FFF2-40B4-BE49-F238E27FC236}">
                <a16:creationId xmlns:a16="http://schemas.microsoft.com/office/drawing/2014/main" id="{A228862D-71C1-04CA-0116-B313EB4A0E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774D87-0B79-6925-6C52-7208E7D50810}"/>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36847504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BCB9A-F51D-5B48-1601-63AFB1315B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A7592F-5937-9530-AC00-09181855B3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548DDC-97FA-1845-54E7-1038AB517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45472-F679-CAFB-24C5-1FF503758440}"/>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6" name="Footer Placeholder 5">
            <a:extLst>
              <a:ext uri="{FF2B5EF4-FFF2-40B4-BE49-F238E27FC236}">
                <a16:creationId xmlns:a16="http://schemas.microsoft.com/office/drawing/2014/main" id="{7664AEF4-95F6-A173-998D-77408A9F48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371E4F-01C9-7936-DBF4-CFC927A6911A}"/>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370140108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55F81-C0F0-8CD3-043A-721D1FACAF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206FFF-4BDC-7FB4-74AD-49F199771C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775149-7DBB-7CC8-12A1-9B6B958435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B2CCA2-7226-E99B-4F7E-7DD64542D76C}"/>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6" name="Footer Placeholder 5">
            <a:extLst>
              <a:ext uri="{FF2B5EF4-FFF2-40B4-BE49-F238E27FC236}">
                <a16:creationId xmlns:a16="http://schemas.microsoft.com/office/drawing/2014/main" id="{D8A073BA-92BE-AD39-477F-B9F0E17EDE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27B627-AF89-EA75-64C7-8515C86395CE}"/>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4204405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3C5F0-43C3-7957-55A5-12279A35F2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068E82B-510A-C671-7647-069EBE6A9D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9994CF-4778-C203-E74C-80E83E703D2B}"/>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5" name="Footer Placeholder 4">
            <a:extLst>
              <a:ext uri="{FF2B5EF4-FFF2-40B4-BE49-F238E27FC236}">
                <a16:creationId xmlns:a16="http://schemas.microsoft.com/office/drawing/2014/main" id="{3A8044CC-2AFD-82DF-69F8-5D4915AA74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E74095-D9A3-79C7-2524-06165F7D2091}"/>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16719586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0721F1-E6C4-D600-ABD7-FADD0B69FB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CE927D-16B8-98D7-392F-B4E18078AE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51334C-5C1C-C5D8-F223-6414FFC9F161}"/>
              </a:ext>
            </a:extLst>
          </p:cNvPr>
          <p:cNvSpPr>
            <a:spLocks noGrp="1"/>
          </p:cNvSpPr>
          <p:nvPr>
            <p:ph type="dt" sz="half" idx="10"/>
          </p:nvPr>
        </p:nvSpPr>
        <p:spPr/>
        <p:txBody>
          <a:bodyPr/>
          <a:lstStyle/>
          <a:p>
            <a:fld id="{5336312A-C092-46DC-86A3-07C672F1E0CD}" type="datetimeFigureOut">
              <a:rPr lang="en-US" smtClean="0"/>
              <a:t>6/24/2025</a:t>
            </a:fld>
            <a:endParaRPr lang="en-US"/>
          </a:p>
        </p:txBody>
      </p:sp>
      <p:sp>
        <p:nvSpPr>
          <p:cNvPr id="5" name="Footer Placeholder 4">
            <a:extLst>
              <a:ext uri="{FF2B5EF4-FFF2-40B4-BE49-F238E27FC236}">
                <a16:creationId xmlns:a16="http://schemas.microsoft.com/office/drawing/2014/main" id="{B843230D-1C22-C1DA-54D2-1713D01411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233DD1-1C0D-D6C4-BE33-BFF4DED42FC3}"/>
              </a:ext>
            </a:extLst>
          </p:cNvPr>
          <p:cNvSpPr>
            <a:spLocks noGrp="1"/>
          </p:cNvSpPr>
          <p:nvPr>
            <p:ph type="sldNum" sz="quarter" idx="12"/>
          </p:nvPr>
        </p:nvSpPr>
        <p:spPr/>
        <p:txBody>
          <a:bodyPr/>
          <a:lstStyle/>
          <a:p>
            <a:fld id="{DB9CF9EF-7503-418D-B8CC-802DDC70DFE8}" type="slidenum">
              <a:rPr lang="en-US" smtClean="0"/>
              <a:t>‹#›</a:t>
            </a:fld>
            <a:endParaRPr lang="en-US"/>
          </a:p>
        </p:txBody>
      </p:sp>
    </p:spTree>
    <p:extLst>
      <p:ext uri="{BB962C8B-B14F-4D97-AF65-F5344CB8AC3E}">
        <p14:creationId xmlns:p14="http://schemas.microsoft.com/office/powerpoint/2010/main" val="363691358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 Opt 1">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311B3D8A-5618-EA48-7E64-8B1AD4661464}"/>
              </a:ext>
            </a:extLst>
          </p:cNvPr>
          <p:cNvSpPr>
            <a:spLocks noGrp="1"/>
          </p:cNvSpPr>
          <p:nvPr>
            <p:ph type="pic" sz="quarter" idx="10" hasCustomPrompt="1"/>
          </p:nvPr>
        </p:nvSpPr>
        <p:spPr>
          <a:xfrm>
            <a:off x="2799026" y="1083758"/>
            <a:ext cx="6572677" cy="4666120"/>
          </a:xfrm>
          <a:prstGeom prst="roundRect">
            <a:avLst>
              <a:gd name="adj" fmla="val 2505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7472" y="384048"/>
            <a:ext cx="11480991" cy="2022092"/>
          </a:xfrm>
          <a:prstGeom prst="rect">
            <a:avLst/>
          </a:prstGeom>
        </p:spPr>
        <p:txBody>
          <a:bodyPr wrap="square" anchor="t" anchorCtr="0">
            <a:spAutoFit/>
          </a:bodyPr>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9560BEB5-E012-AA36-11BA-77C093678C8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
        <p:nvSpPr>
          <p:cNvPr id="10" name="Text Placeholder 2">
            <a:extLst>
              <a:ext uri="{FF2B5EF4-FFF2-40B4-BE49-F238E27FC236}">
                <a16:creationId xmlns:a16="http://schemas.microsoft.com/office/drawing/2014/main" id="{EA0819B7-9A43-4B60-0A7E-50685BE88D1D}"/>
              </a:ext>
            </a:extLst>
          </p:cNvPr>
          <p:cNvSpPr>
            <a:spLocks noGrp="1"/>
          </p:cNvSpPr>
          <p:nvPr>
            <p:ph type="body" idx="11" hasCustomPrompt="1"/>
          </p:nvPr>
        </p:nvSpPr>
        <p:spPr>
          <a:xfrm>
            <a:off x="6263640" y="6236208"/>
            <a:ext cx="5577840" cy="369332"/>
          </a:xfrm>
          <a:prstGeom prst="rect">
            <a:avLst/>
          </a:prstGeom>
        </p:spPr>
        <p:txBody>
          <a:bodyPr wrap="square" anchor="b"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Tree>
    <p:extLst>
      <p:ext uri="{BB962C8B-B14F-4D97-AF65-F5344CB8AC3E}">
        <p14:creationId xmlns:p14="http://schemas.microsoft.com/office/powerpoint/2010/main" val="3714659438"/>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 Opt 2">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F3D9174-7AA4-BB53-C02C-DC9F2F9FB602}"/>
              </a:ext>
            </a:extLst>
          </p:cNvPr>
          <p:cNvSpPr>
            <a:spLocks noGrp="1"/>
          </p:cNvSpPr>
          <p:nvPr>
            <p:ph type="body" idx="13" hasCustomPrompt="1"/>
          </p:nvPr>
        </p:nvSpPr>
        <p:spPr>
          <a:xfrm>
            <a:off x="357341" y="4672584"/>
            <a:ext cx="4480560"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9" name="Text Placeholder 2">
            <a:extLst>
              <a:ext uri="{FF2B5EF4-FFF2-40B4-BE49-F238E27FC236}">
                <a16:creationId xmlns:a16="http://schemas.microsoft.com/office/drawing/2014/main" id="{3DDBD6DD-6A4C-EB9D-584C-1AA76A17A9E6}"/>
              </a:ext>
            </a:extLst>
          </p:cNvPr>
          <p:cNvSpPr>
            <a:spLocks noGrp="1"/>
          </p:cNvSpPr>
          <p:nvPr>
            <p:ph type="body" idx="14" hasCustomPrompt="1"/>
          </p:nvPr>
        </p:nvSpPr>
        <p:spPr>
          <a:xfrm>
            <a:off x="357341" y="4133088"/>
            <a:ext cx="4480560" cy="369332"/>
          </a:xfrm>
          <a:prstGeom prst="rect">
            <a:avLst/>
          </a:prstGeom>
        </p:spPr>
        <p:txBody>
          <a:bodyPr wrap="square" anchor="b"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15" name="Picture Placeholder 19">
            <a:extLst>
              <a:ext uri="{FF2B5EF4-FFF2-40B4-BE49-F238E27FC236}">
                <a16:creationId xmlns:a16="http://schemas.microsoft.com/office/drawing/2014/main" id="{FFEA2CDB-599F-8F24-F98D-D4E56DD17A80}"/>
              </a:ext>
            </a:extLst>
          </p:cNvPr>
          <p:cNvSpPr>
            <a:spLocks noGrp="1"/>
          </p:cNvSpPr>
          <p:nvPr>
            <p:ph type="pic" sz="quarter" idx="10" hasCustomPrompt="1"/>
          </p:nvPr>
        </p:nvSpPr>
        <p:spPr>
          <a:xfrm>
            <a:off x="4891197" y="2962656"/>
            <a:ext cx="6949440" cy="3602736"/>
          </a:xfrm>
          <a:prstGeom prst="roundRect">
            <a:avLst>
              <a:gd name="adj" fmla="val 2745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8010" y="382200"/>
            <a:ext cx="11480453" cy="2022092"/>
          </a:xfrm>
          <a:prstGeom prst="rect">
            <a:avLst/>
          </a:prstGeom>
        </p:spPr>
        <p:txBody>
          <a:bodyPr anchor="t" anchorCtr="0"/>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27156274-B1ED-5EA2-BDD1-A4E2F25208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Tree>
    <p:extLst>
      <p:ext uri="{BB962C8B-B14F-4D97-AF65-F5344CB8AC3E}">
        <p14:creationId xmlns:p14="http://schemas.microsoft.com/office/powerpoint/2010/main" val="814062979"/>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 Op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989146"/>
            <a:ext cx="8275320" cy="987552"/>
          </a:xfrm>
          <a:prstGeom prst="rect">
            <a:avLst/>
          </a:prstGeom>
        </p:spPr>
        <p:txBody>
          <a:bodyPr anchor="t" anchorCtr="0"/>
          <a:lstStyle>
            <a:lvl1pPr algn="l">
              <a:lnSpc>
                <a:spcPct val="100000"/>
              </a:lnSpc>
              <a:defRPr sz="3200"/>
            </a:lvl1pPr>
          </a:lstStyle>
          <a:p>
            <a:r>
              <a:rPr lang="en-US"/>
              <a:t>Click to edit Master title style</a:t>
            </a:r>
          </a:p>
        </p:txBody>
      </p:sp>
      <p:sp>
        <p:nvSpPr>
          <p:cNvPr id="13" name="Picture Placeholder 19">
            <a:extLst>
              <a:ext uri="{FF2B5EF4-FFF2-40B4-BE49-F238E27FC236}">
                <a16:creationId xmlns:a16="http://schemas.microsoft.com/office/drawing/2014/main" id="{66D3E027-B383-515C-29D6-FD3E101002F5}"/>
              </a:ext>
            </a:extLst>
          </p:cNvPr>
          <p:cNvSpPr>
            <a:spLocks noGrp="1"/>
          </p:cNvSpPr>
          <p:nvPr>
            <p:ph type="pic" sz="quarter" idx="10" hasCustomPrompt="1"/>
          </p:nvPr>
        </p:nvSpPr>
        <p:spPr>
          <a:xfrm>
            <a:off x="375989" y="377091"/>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pic>
        <p:nvPicPr>
          <p:cNvPr id="7" name="Graphic 6">
            <a:extLst>
              <a:ext uri="{FF2B5EF4-FFF2-40B4-BE49-F238E27FC236}">
                <a16:creationId xmlns:a16="http://schemas.microsoft.com/office/drawing/2014/main" id="{39E8A2D9-E465-F3C1-A0F9-C041B67045F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
        <p:nvSpPr>
          <p:cNvPr id="3" name="Text Placeholder 2">
            <a:extLst>
              <a:ext uri="{FF2B5EF4-FFF2-40B4-BE49-F238E27FC236}">
                <a16:creationId xmlns:a16="http://schemas.microsoft.com/office/drawing/2014/main" id="{B58E6C10-8FB0-184C-8BB9-78D4F77A9F35}"/>
              </a:ext>
            </a:extLst>
          </p:cNvPr>
          <p:cNvSpPr>
            <a:spLocks noGrp="1"/>
          </p:cNvSpPr>
          <p:nvPr>
            <p:ph type="body" idx="14" hasCustomPrompt="1"/>
          </p:nvPr>
        </p:nvSpPr>
        <p:spPr>
          <a:xfrm>
            <a:off x="357701" y="5431536"/>
            <a:ext cx="6217920"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4" name="Text Placeholder 2">
            <a:extLst>
              <a:ext uri="{FF2B5EF4-FFF2-40B4-BE49-F238E27FC236}">
                <a16:creationId xmlns:a16="http://schemas.microsoft.com/office/drawing/2014/main" id="{0D832AC4-6070-5355-C616-331ED01B3E8F}"/>
              </a:ext>
            </a:extLst>
          </p:cNvPr>
          <p:cNvSpPr>
            <a:spLocks noGrp="1"/>
          </p:cNvSpPr>
          <p:nvPr>
            <p:ph type="body" idx="16" hasCustomPrompt="1"/>
          </p:nvPr>
        </p:nvSpPr>
        <p:spPr>
          <a:xfrm>
            <a:off x="6210300" y="6428232"/>
            <a:ext cx="5622690" cy="184666"/>
          </a:xfrm>
          <a:prstGeom prst="rect">
            <a:avLst/>
          </a:prstGeom>
        </p:spPr>
        <p:txBody>
          <a:bodyPr wrap="square" anchor="t" anchorCtr="0">
            <a:spAutoFit/>
          </a:bodyPr>
          <a:lstStyle>
            <a:lvl1pPr marL="0" indent="0" algn="r">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Tree>
    <p:extLst>
      <p:ext uri="{BB962C8B-B14F-4D97-AF65-F5344CB8AC3E}">
        <p14:creationId xmlns:p14="http://schemas.microsoft.com/office/powerpoint/2010/main" val="916511680"/>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 Op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1328548"/>
            <a:ext cx="6217920" cy="1461362"/>
          </a:xfrm>
          <a:prstGeom prst="rect">
            <a:avLst/>
          </a:prstGeom>
        </p:spPr>
        <p:txBody>
          <a:bodyPr anchor="t" anchorCtr="0"/>
          <a:lstStyle>
            <a:lvl1pPr algn="l">
              <a:lnSpc>
                <a:spcPct val="100000"/>
              </a:lnSpc>
              <a:defRPr sz="2900"/>
            </a:lvl1pPr>
          </a:lstStyle>
          <a:p>
            <a:r>
              <a:rPr lang="en-US"/>
              <a:t>Click to edit Master title style</a:t>
            </a:r>
          </a:p>
        </p:txBody>
      </p:sp>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5244" y="398265"/>
            <a:ext cx="1365460" cy="274320"/>
          </a:xfrm>
          <a:prstGeom prst="rect">
            <a:avLst/>
          </a:prstGeom>
        </p:spPr>
      </p:pic>
      <p:sp>
        <p:nvSpPr>
          <p:cNvPr id="10" name="Picture Placeholder 19">
            <a:extLst>
              <a:ext uri="{FF2B5EF4-FFF2-40B4-BE49-F238E27FC236}">
                <a16:creationId xmlns:a16="http://schemas.microsoft.com/office/drawing/2014/main" id="{3CCFCB42-4E0C-861D-E892-A901CB3F493C}"/>
              </a:ext>
            </a:extLst>
          </p:cNvPr>
          <p:cNvSpPr>
            <a:spLocks noGrp="1"/>
          </p:cNvSpPr>
          <p:nvPr>
            <p:ph type="pic" sz="quarter" idx="10" hasCustomPrompt="1"/>
          </p:nvPr>
        </p:nvSpPr>
        <p:spPr>
          <a:xfrm>
            <a:off x="375989" y="3040043"/>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ext Placeholder 2">
            <a:extLst>
              <a:ext uri="{FF2B5EF4-FFF2-40B4-BE49-F238E27FC236}">
                <a16:creationId xmlns:a16="http://schemas.microsoft.com/office/drawing/2014/main" id="{1D075570-D4CE-41D5-41A0-78431ABDE4C9}"/>
              </a:ext>
            </a:extLst>
          </p:cNvPr>
          <p:cNvSpPr>
            <a:spLocks noGrp="1"/>
          </p:cNvSpPr>
          <p:nvPr>
            <p:ph type="body" idx="11" hasCustomPrompt="1"/>
          </p:nvPr>
        </p:nvSpPr>
        <p:spPr>
          <a:xfrm>
            <a:off x="6260333" y="338328"/>
            <a:ext cx="5577840" cy="369332"/>
          </a:xfrm>
          <a:prstGeom prst="rect">
            <a:avLst/>
          </a:prstGeom>
        </p:spPr>
        <p:txBody>
          <a:bodyPr wrap="square" anchor="ctr"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First/Name</a:t>
            </a:r>
          </a:p>
          <a:p>
            <a:pPr lvl="0"/>
            <a:r>
              <a:rPr lang="en-US"/>
              <a:t>Role</a:t>
            </a:r>
          </a:p>
        </p:txBody>
      </p:sp>
    </p:spTree>
    <p:extLst>
      <p:ext uri="{BB962C8B-B14F-4D97-AF65-F5344CB8AC3E}">
        <p14:creationId xmlns:p14="http://schemas.microsoft.com/office/powerpoint/2010/main" val="28886857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 Op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419856"/>
            <a:ext cx="5509699" cy="984885"/>
          </a:xfrm>
          <a:prstGeom prst="rect">
            <a:avLst/>
          </a:prstGeom>
        </p:spPr>
        <p:txBody>
          <a:bodyPr wrap="square" anchor="b" anchorCtr="0">
            <a:noAutofit/>
          </a:bodyPr>
          <a:lstStyle>
            <a:lvl1pPr algn="l">
              <a:lnSpc>
                <a:spcPct val="100000"/>
              </a:lnSpc>
              <a:defRPr sz="3200"/>
            </a:lvl1pPr>
          </a:lstStyle>
          <a:p>
            <a:r>
              <a:rPr lang="en-US"/>
              <a:t>Click to edit Master title style</a:t>
            </a:r>
          </a:p>
        </p:txBody>
      </p:sp>
      <p:pic>
        <p:nvPicPr>
          <p:cNvPr id="4" name="Graphic 3">
            <a:extLst>
              <a:ext uri="{FF2B5EF4-FFF2-40B4-BE49-F238E27FC236}">
                <a16:creationId xmlns:a16="http://schemas.microsoft.com/office/drawing/2014/main" id="{BFBC07C9-9EC4-FD37-485B-2ACCCB747D1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5244" y="398265"/>
            <a:ext cx="1365460" cy="274320"/>
          </a:xfrm>
          <a:prstGeom prst="rect">
            <a:avLst/>
          </a:prstGeom>
        </p:spPr>
      </p:pic>
      <p:sp>
        <p:nvSpPr>
          <p:cNvPr id="9" name="Text Placeholder 2">
            <a:extLst>
              <a:ext uri="{FF2B5EF4-FFF2-40B4-BE49-F238E27FC236}">
                <a16:creationId xmlns:a16="http://schemas.microsoft.com/office/drawing/2014/main" id="{A891DCC4-C3F9-2AE6-BAD6-6C334DC4E1A4}"/>
              </a:ext>
            </a:extLst>
          </p:cNvPr>
          <p:cNvSpPr>
            <a:spLocks noGrp="1"/>
          </p:cNvSpPr>
          <p:nvPr>
            <p:ph type="body" idx="17" hasCustomPrompt="1"/>
          </p:nvPr>
        </p:nvSpPr>
        <p:spPr>
          <a:xfrm>
            <a:off x="357701"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10" name="Text Placeholder 2">
            <a:extLst>
              <a:ext uri="{FF2B5EF4-FFF2-40B4-BE49-F238E27FC236}">
                <a16:creationId xmlns:a16="http://schemas.microsoft.com/office/drawing/2014/main" id="{F1CE25C0-49F7-F51E-D41F-6966DB9F7A0C}"/>
              </a:ext>
            </a:extLst>
          </p:cNvPr>
          <p:cNvSpPr>
            <a:spLocks noGrp="1"/>
          </p:cNvSpPr>
          <p:nvPr>
            <p:ph type="body" idx="18" hasCustomPrompt="1"/>
          </p:nvPr>
        </p:nvSpPr>
        <p:spPr>
          <a:xfrm>
            <a:off x="357701"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5" name="Picture Placeholder 19">
            <a:extLst>
              <a:ext uri="{FF2B5EF4-FFF2-40B4-BE49-F238E27FC236}">
                <a16:creationId xmlns:a16="http://schemas.microsoft.com/office/drawing/2014/main" id="{CEE8AD99-B024-8416-9EAC-29D034050B4E}"/>
              </a:ext>
            </a:extLst>
          </p:cNvPr>
          <p:cNvSpPr>
            <a:spLocks noGrp="1"/>
          </p:cNvSpPr>
          <p:nvPr>
            <p:ph type="pic" sz="quarter" idx="10" hasCustomPrompt="1"/>
          </p:nvPr>
        </p:nvSpPr>
        <p:spPr>
          <a:xfrm>
            <a:off x="6324602" y="382438"/>
            <a:ext cx="5506019"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Tree>
    <p:extLst>
      <p:ext uri="{BB962C8B-B14F-4D97-AF65-F5344CB8AC3E}">
        <p14:creationId xmlns:p14="http://schemas.microsoft.com/office/powerpoint/2010/main" val="192696048"/>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 Opt 6">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323290" y="398265"/>
            <a:ext cx="1365460" cy="274320"/>
          </a:xfrm>
          <a:prstGeom prst="rect">
            <a:avLst/>
          </a:prstGeom>
        </p:spPr>
      </p:pic>
      <p:sp>
        <p:nvSpPr>
          <p:cNvPr id="13" name="Picture Placeholder 19">
            <a:extLst>
              <a:ext uri="{FF2B5EF4-FFF2-40B4-BE49-F238E27FC236}">
                <a16:creationId xmlns:a16="http://schemas.microsoft.com/office/drawing/2014/main" id="{0EDBA81F-94D2-2591-1C3B-E027AB9132AD}"/>
              </a:ext>
            </a:extLst>
          </p:cNvPr>
          <p:cNvSpPr>
            <a:spLocks noGrp="1"/>
          </p:cNvSpPr>
          <p:nvPr>
            <p:ph type="pic" sz="quarter" idx="10" hasCustomPrompt="1"/>
          </p:nvPr>
        </p:nvSpPr>
        <p:spPr>
          <a:xfrm>
            <a:off x="373884" y="382440"/>
            <a:ext cx="5504688"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4" name="Text Placeholder 2">
            <a:extLst>
              <a:ext uri="{FF2B5EF4-FFF2-40B4-BE49-F238E27FC236}">
                <a16:creationId xmlns:a16="http://schemas.microsoft.com/office/drawing/2014/main" id="{ED189E61-FAAF-8F78-70F5-8B93F992AE12}"/>
              </a:ext>
            </a:extLst>
          </p:cNvPr>
          <p:cNvSpPr>
            <a:spLocks noGrp="1"/>
          </p:cNvSpPr>
          <p:nvPr>
            <p:ph type="body" idx="16" hasCustomPrompt="1"/>
          </p:nvPr>
        </p:nvSpPr>
        <p:spPr>
          <a:xfrm>
            <a:off x="6323290"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7" name="Text Placeholder 2">
            <a:extLst>
              <a:ext uri="{FF2B5EF4-FFF2-40B4-BE49-F238E27FC236}">
                <a16:creationId xmlns:a16="http://schemas.microsoft.com/office/drawing/2014/main" id="{DCF77A57-8A59-F693-8FA6-516533C40E14}"/>
              </a:ext>
            </a:extLst>
          </p:cNvPr>
          <p:cNvSpPr>
            <a:spLocks noGrp="1"/>
          </p:cNvSpPr>
          <p:nvPr>
            <p:ph type="body" idx="15" hasCustomPrompt="1"/>
          </p:nvPr>
        </p:nvSpPr>
        <p:spPr>
          <a:xfrm>
            <a:off x="6323290"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3" name="Title 1">
            <a:extLst>
              <a:ext uri="{FF2B5EF4-FFF2-40B4-BE49-F238E27FC236}">
                <a16:creationId xmlns:a16="http://schemas.microsoft.com/office/drawing/2014/main" id="{59A5831F-EB68-3E7A-AFAA-8AB72A36BD38}"/>
              </a:ext>
            </a:extLst>
          </p:cNvPr>
          <p:cNvSpPr>
            <a:spLocks noGrp="1"/>
          </p:cNvSpPr>
          <p:nvPr>
            <p:ph type="ctrTitle"/>
          </p:nvPr>
        </p:nvSpPr>
        <p:spPr>
          <a:xfrm>
            <a:off x="6323290" y="3419856"/>
            <a:ext cx="5513832" cy="984885"/>
          </a:xfrm>
          <a:prstGeom prst="rect">
            <a:avLst/>
          </a:prstGeom>
        </p:spPr>
        <p:txBody>
          <a:bodyPr wrap="square" anchor="b" anchorCtr="0">
            <a:spAutoFit/>
          </a:bodyPr>
          <a:lstStyle>
            <a:lvl1pPr algn="l">
              <a:lnSpc>
                <a:spcPct val="100000"/>
              </a:lnSpc>
              <a:defRPr sz="3200"/>
            </a:lvl1pPr>
          </a:lstStyle>
          <a:p>
            <a:r>
              <a:rPr lang="en-US"/>
              <a:t>Click to edit Master title style</a:t>
            </a:r>
          </a:p>
        </p:txBody>
      </p:sp>
    </p:spTree>
    <p:extLst>
      <p:ext uri="{BB962C8B-B14F-4D97-AF65-F5344CB8AC3E}">
        <p14:creationId xmlns:p14="http://schemas.microsoft.com/office/powerpoint/2010/main" val="853077289"/>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sclosures">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89B011-6F43-3AC5-F16F-20EDE6F9AAFC}"/>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119BD35-056A-16A4-53A8-0EE2E6A3559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Disclosures</a:t>
            </a:r>
          </a:p>
        </p:txBody>
      </p:sp>
      <p:sp>
        <p:nvSpPr>
          <p:cNvPr id="3" name="Content Placeholder 2">
            <a:extLst>
              <a:ext uri="{FF2B5EF4-FFF2-40B4-BE49-F238E27FC236}">
                <a16:creationId xmlns:a16="http://schemas.microsoft.com/office/drawing/2014/main" id="{0C690803-8E9F-15AC-21E8-6118205AE425}"/>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28C3B29-4062-9FE5-49D4-9AE8FDD03E94}"/>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17577524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s - Opt 1">
    <p:spTree>
      <p:nvGrpSpPr>
        <p:cNvPr id="1" name=""/>
        <p:cNvGrpSpPr/>
        <p:nvPr/>
      </p:nvGrpSpPr>
      <p:grpSpPr>
        <a:xfrm>
          <a:off x="0" y="0"/>
          <a:ext cx="0" cy="0"/>
          <a:chOff x="0" y="0"/>
          <a:chExt cx="0" cy="0"/>
        </a:xfrm>
      </p:grpSpPr>
      <p:sp>
        <p:nvSpPr>
          <p:cNvPr id="4" name="Text Placeholder 17">
            <a:extLst>
              <a:ext uri="{FF2B5EF4-FFF2-40B4-BE49-F238E27FC236}">
                <a16:creationId xmlns:a16="http://schemas.microsoft.com/office/drawing/2014/main" id="{3FA1A732-50FE-F5CD-D04C-B2FD7997D746}"/>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3EE7D864-EADC-5116-D541-B1E0F0628259}"/>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3" name="Text Placeholder 17">
            <a:extLst>
              <a:ext uri="{FF2B5EF4-FFF2-40B4-BE49-F238E27FC236}">
                <a16:creationId xmlns:a16="http://schemas.microsoft.com/office/drawing/2014/main" id="{12E62E8D-0B31-488B-FA40-17664346132A}"/>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30" name="Straight Connector 29">
            <a:extLst>
              <a:ext uri="{FF2B5EF4-FFF2-40B4-BE49-F238E27FC236}">
                <a16:creationId xmlns:a16="http://schemas.microsoft.com/office/drawing/2014/main" id="{20387077-38D9-348E-AB71-325DB3DB9F17}"/>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Text Placeholder 17">
            <a:extLst>
              <a:ext uri="{FF2B5EF4-FFF2-40B4-BE49-F238E27FC236}">
                <a16:creationId xmlns:a16="http://schemas.microsoft.com/office/drawing/2014/main" id="{B1CF0F32-8635-F82C-3ADC-3AFE15C2F30B}"/>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2" name="Text Placeholder 17">
            <a:extLst>
              <a:ext uri="{FF2B5EF4-FFF2-40B4-BE49-F238E27FC236}">
                <a16:creationId xmlns:a16="http://schemas.microsoft.com/office/drawing/2014/main" id="{5BF28A7E-2E68-B970-0464-DE422C9ADD88}"/>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3" name="Text Placeholder 17">
            <a:extLst>
              <a:ext uri="{FF2B5EF4-FFF2-40B4-BE49-F238E27FC236}">
                <a16:creationId xmlns:a16="http://schemas.microsoft.com/office/drawing/2014/main" id="{BD5444B5-E4C3-1B61-8909-FDE74EDD711E}"/>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4" name="Straight Connector 33">
            <a:extLst>
              <a:ext uri="{FF2B5EF4-FFF2-40B4-BE49-F238E27FC236}">
                <a16:creationId xmlns:a16="http://schemas.microsoft.com/office/drawing/2014/main" id="{0F6EDBF8-B0E5-B27B-A21E-10D034A21363}"/>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17">
            <a:extLst>
              <a:ext uri="{FF2B5EF4-FFF2-40B4-BE49-F238E27FC236}">
                <a16:creationId xmlns:a16="http://schemas.microsoft.com/office/drawing/2014/main" id="{3299F940-9F9D-F540-CCC8-3AF495D73951}"/>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6" name="Text Placeholder 17">
            <a:extLst>
              <a:ext uri="{FF2B5EF4-FFF2-40B4-BE49-F238E27FC236}">
                <a16:creationId xmlns:a16="http://schemas.microsoft.com/office/drawing/2014/main" id="{BE4CC3D0-82B2-289A-6E62-30DA74F00D26}"/>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7" name="Text Placeholder 17">
            <a:extLst>
              <a:ext uri="{FF2B5EF4-FFF2-40B4-BE49-F238E27FC236}">
                <a16:creationId xmlns:a16="http://schemas.microsoft.com/office/drawing/2014/main" id="{A005B7D7-E400-6CF3-0ADB-B35012DDDAAF}"/>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8" name="Straight Connector 37">
            <a:extLst>
              <a:ext uri="{FF2B5EF4-FFF2-40B4-BE49-F238E27FC236}">
                <a16:creationId xmlns:a16="http://schemas.microsoft.com/office/drawing/2014/main" id="{E42D2B37-F728-4FC9-7846-83F5FE1CF63F}"/>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Text Placeholder 17">
            <a:extLst>
              <a:ext uri="{FF2B5EF4-FFF2-40B4-BE49-F238E27FC236}">
                <a16:creationId xmlns:a16="http://schemas.microsoft.com/office/drawing/2014/main" id="{D1FAB0D6-CA3D-8610-A357-667AE7A9CE7C}"/>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0" name="Text Placeholder 17">
            <a:extLst>
              <a:ext uri="{FF2B5EF4-FFF2-40B4-BE49-F238E27FC236}">
                <a16:creationId xmlns:a16="http://schemas.microsoft.com/office/drawing/2014/main" id="{BA8DA334-873C-770C-6392-13E574ABB633}"/>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1" name="Text Placeholder 17">
            <a:extLst>
              <a:ext uri="{FF2B5EF4-FFF2-40B4-BE49-F238E27FC236}">
                <a16:creationId xmlns:a16="http://schemas.microsoft.com/office/drawing/2014/main" id="{DBB75980-D6A0-AF8A-C5D4-101518001B06}"/>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2" name="Straight Connector 41">
            <a:extLst>
              <a:ext uri="{FF2B5EF4-FFF2-40B4-BE49-F238E27FC236}">
                <a16:creationId xmlns:a16="http://schemas.microsoft.com/office/drawing/2014/main" id="{066CFAE1-AAA2-B534-DEBC-695ABB08F7A8}"/>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3" name="Text Placeholder 17">
            <a:extLst>
              <a:ext uri="{FF2B5EF4-FFF2-40B4-BE49-F238E27FC236}">
                <a16:creationId xmlns:a16="http://schemas.microsoft.com/office/drawing/2014/main" id="{8708D808-B03A-6AFD-9CD9-F809C9CB5887}"/>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4" name="Text Placeholder 17">
            <a:extLst>
              <a:ext uri="{FF2B5EF4-FFF2-40B4-BE49-F238E27FC236}">
                <a16:creationId xmlns:a16="http://schemas.microsoft.com/office/drawing/2014/main" id="{6AC676E0-4705-9A05-BE82-C7773DC04410}"/>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5" name="Text Placeholder 17">
            <a:extLst>
              <a:ext uri="{FF2B5EF4-FFF2-40B4-BE49-F238E27FC236}">
                <a16:creationId xmlns:a16="http://schemas.microsoft.com/office/drawing/2014/main" id="{44F1224D-28F5-CFA6-80C9-028594B71928}"/>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6" name="Straight Connector 45">
            <a:extLst>
              <a:ext uri="{FF2B5EF4-FFF2-40B4-BE49-F238E27FC236}">
                <a16:creationId xmlns:a16="http://schemas.microsoft.com/office/drawing/2014/main" id="{AFDBC548-3501-DC1E-E554-DB69DF9706EB}"/>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4D7DE34D-55B7-4DB9-E042-C2773A37B456}"/>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429338"/>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s - Opt 2">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sp>
        <p:nvSpPr>
          <p:cNvPr id="4" name="Text Placeholder 17">
            <a:extLst>
              <a:ext uri="{FF2B5EF4-FFF2-40B4-BE49-F238E27FC236}">
                <a16:creationId xmlns:a16="http://schemas.microsoft.com/office/drawing/2014/main" id="{432C49D9-4F6F-EDE7-972B-7AC955CE677A}"/>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8E80D400-447C-A28E-F3CD-3C0EAB6E3735}"/>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8" name="Text Placeholder 17">
            <a:extLst>
              <a:ext uri="{FF2B5EF4-FFF2-40B4-BE49-F238E27FC236}">
                <a16:creationId xmlns:a16="http://schemas.microsoft.com/office/drawing/2014/main" id="{87B52608-EDC9-FBEA-351F-9D1FB164774C}"/>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9" name="Straight Connector 8">
            <a:extLst>
              <a:ext uri="{FF2B5EF4-FFF2-40B4-BE49-F238E27FC236}">
                <a16:creationId xmlns:a16="http://schemas.microsoft.com/office/drawing/2014/main" id="{FA51BA71-843F-E604-8460-D6B56CB4D8DF}"/>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17">
            <a:extLst>
              <a:ext uri="{FF2B5EF4-FFF2-40B4-BE49-F238E27FC236}">
                <a16:creationId xmlns:a16="http://schemas.microsoft.com/office/drawing/2014/main" id="{FD1D5107-127F-CB2B-FA4D-E92CCE59C599}"/>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1" name="Text Placeholder 17">
            <a:extLst>
              <a:ext uri="{FF2B5EF4-FFF2-40B4-BE49-F238E27FC236}">
                <a16:creationId xmlns:a16="http://schemas.microsoft.com/office/drawing/2014/main" id="{DAB91E73-56C2-824D-62D2-31C94C612557}"/>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2" name="Text Placeholder 17">
            <a:extLst>
              <a:ext uri="{FF2B5EF4-FFF2-40B4-BE49-F238E27FC236}">
                <a16:creationId xmlns:a16="http://schemas.microsoft.com/office/drawing/2014/main" id="{4D0F0D18-4DF1-8062-C278-F4B7611FDA80}"/>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3" name="Straight Connector 12">
            <a:extLst>
              <a:ext uri="{FF2B5EF4-FFF2-40B4-BE49-F238E27FC236}">
                <a16:creationId xmlns:a16="http://schemas.microsoft.com/office/drawing/2014/main" id="{C201F849-E6DC-5807-9769-30FADE8BA63F}"/>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Text Placeholder 17">
            <a:extLst>
              <a:ext uri="{FF2B5EF4-FFF2-40B4-BE49-F238E27FC236}">
                <a16:creationId xmlns:a16="http://schemas.microsoft.com/office/drawing/2014/main" id="{26DA4313-F18A-1AC9-B916-1E809948FDEE}"/>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5" name="Text Placeholder 17">
            <a:extLst>
              <a:ext uri="{FF2B5EF4-FFF2-40B4-BE49-F238E27FC236}">
                <a16:creationId xmlns:a16="http://schemas.microsoft.com/office/drawing/2014/main" id="{98A45697-678E-48DC-974C-CA3CC9108C55}"/>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6" name="Text Placeholder 17">
            <a:extLst>
              <a:ext uri="{FF2B5EF4-FFF2-40B4-BE49-F238E27FC236}">
                <a16:creationId xmlns:a16="http://schemas.microsoft.com/office/drawing/2014/main" id="{6DA8F463-2FA7-DA84-EF93-71EDC296BAF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7" name="Straight Connector 16">
            <a:extLst>
              <a:ext uri="{FF2B5EF4-FFF2-40B4-BE49-F238E27FC236}">
                <a16:creationId xmlns:a16="http://schemas.microsoft.com/office/drawing/2014/main" id="{607C3289-04BC-9554-CF59-57EC3951BF0E}"/>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EBF3DDD0-22E7-000D-146A-B231BEDF576D}"/>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9" name="Text Placeholder 17">
            <a:extLst>
              <a:ext uri="{FF2B5EF4-FFF2-40B4-BE49-F238E27FC236}">
                <a16:creationId xmlns:a16="http://schemas.microsoft.com/office/drawing/2014/main" id="{5C7DE4FB-42D0-E28E-C9C8-B420E09AD531}"/>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0" name="Text Placeholder 17">
            <a:extLst>
              <a:ext uri="{FF2B5EF4-FFF2-40B4-BE49-F238E27FC236}">
                <a16:creationId xmlns:a16="http://schemas.microsoft.com/office/drawing/2014/main" id="{95604432-9AD7-598E-641C-06C67FA485B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21" name="Straight Connector 20">
            <a:extLst>
              <a:ext uri="{FF2B5EF4-FFF2-40B4-BE49-F238E27FC236}">
                <a16:creationId xmlns:a16="http://schemas.microsoft.com/office/drawing/2014/main" id="{4A4C4002-E92D-B339-D5CC-C6A8DA24332D}"/>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05BFD8F-D692-F5DE-2FFF-FDD2E0E58721}"/>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4711622"/>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s - Op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042E741-CAC6-664C-84CD-3BAC08B9D53D}"/>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2" name="Straight Connector 1">
            <a:extLst>
              <a:ext uri="{FF2B5EF4-FFF2-40B4-BE49-F238E27FC236}">
                <a16:creationId xmlns:a16="http://schemas.microsoft.com/office/drawing/2014/main" id="{17C4735F-FDD2-2FC4-5E83-F12C4B873202}"/>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 Placeholder 17">
            <a:extLst>
              <a:ext uri="{FF2B5EF4-FFF2-40B4-BE49-F238E27FC236}">
                <a16:creationId xmlns:a16="http://schemas.microsoft.com/office/drawing/2014/main" id="{D4913A53-AC18-CE35-83F6-1FEB00B226D8}"/>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 name="Text Placeholder 17">
            <a:extLst>
              <a:ext uri="{FF2B5EF4-FFF2-40B4-BE49-F238E27FC236}">
                <a16:creationId xmlns:a16="http://schemas.microsoft.com/office/drawing/2014/main" id="{C2728A09-D888-A28E-36E6-CC138B24DEBF}"/>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5" name="Text Placeholder 17">
            <a:extLst>
              <a:ext uri="{FF2B5EF4-FFF2-40B4-BE49-F238E27FC236}">
                <a16:creationId xmlns:a16="http://schemas.microsoft.com/office/drawing/2014/main" id="{6B3D9EAA-1CD5-3071-3473-B50CDA37D71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7" name="Straight Connector 6">
            <a:extLst>
              <a:ext uri="{FF2B5EF4-FFF2-40B4-BE49-F238E27FC236}">
                <a16:creationId xmlns:a16="http://schemas.microsoft.com/office/drawing/2014/main" id="{0FBBF35B-B312-CA0B-B7BD-E68201CDA4B4}"/>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 Placeholder 17">
            <a:extLst>
              <a:ext uri="{FF2B5EF4-FFF2-40B4-BE49-F238E27FC236}">
                <a16:creationId xmlns:a16="http://schemas.microsoft.com/office/drawing/2014/main" id="{3E88F02B-21A9-7B35-5208-960EC6B3724F}"/>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9" name="Text Placeholder 17">
            <a:extLst>
              <a:ext uri="{FF2B5EF4-FFF2-40B4-BE49-F238E27FC236}">
                <a16:creationId xmlns:a16="http://schemas.microsoft.com/office/drawing/2014/main" id="{3CB83662-9F5B-969E-B37A-1899DC8C0FAC}"/>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0" name="Text Placeholder 17">
            <a:extLst>
              <a:ext uri="{FF2B5EF4-FFF2-40B4-BE49-F238E27FC236}">
                <a16:creationId xmlns:a16="http://schemas.microsoft.com/office/drawing/2014/main" id="{528A1D9E-4D5B-5036-BC8A-39F3BDB4747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1" name="Straight Connector 10">
            <a:extLst>
              <a:ext uri="{FF2B5EF4-FFF2-40B4-BE49-F238E27FC236}">
                <a16:creationId xmlns:a16="http://schemas.microsoft.com/office/drawing/2014/main" id="{88CED963-9E28-BA19-70A0-A1367F1BFC11}"/>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17">
            <a:extLst>
              <a:ext uri="{FF2B5EF4-FFF2-40B4-BE49-F238E27FC236}">
                <a16:creationId xmlns:a16="http://schemas.microsoft.com/office/drawing/2014/main" id="{8A44C202-F0DA-26D8-5BEB-0346D848675C}"/>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3" name="Text Placeholder 17">
            <a:extLst>
              <a:ext uri="{FF2B5EF4-FFF2-40B4-BE49-F238E27FC236}">
                <a16:creationId xmlns:a16="http://schemas.microsoft.com/office/drawing/2014/main" id="{D9D0BA97-6FE1-79B9-A17A-5B7E00FF9EA2}"/>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4" name="Text Placeholder 17">
            <a:extLst>
              <a:ext uri="{FF2B5EF4-FFF2-40B4-BE49-F238E27FC236}">
                <a16:creationId xmlns:a16="http://schemas.microsoft.com/office/drawing/2014/main" id="{FB90C277-F5F8-BA5F-E1FC-4620DA2D6923}"/>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5" name="Straight Connector 14">
            <a:extLst>
              <a:ext uri="{FF2B5EF4-FFF2-40B4-BE49-F238E27FC236}">
                <a16:creationId xmlns:a16="http://schemas.microsoft.com/office/drawing/2014/main" id="{82874A42-88EC-4E10-038E-D236C7872F61}"/>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200611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63143A7-05D1-3997-E3D4-C010D81A4611}"/>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endParaRPr lang="en-US"/>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02189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 Content Col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673811076"/>
      </p:ext>
    </p:extLst>
  </p:cSld>
  <p:clrMapOvr>
    <a:masterClrMapping/>
  </p:clrMapOvr>
  <p:extLst>
    <p:ext uri="{DCECCB84-F9BA-43D5-87BE-67443E8EF086}">
      <p15:sldGuideLst xmlns:p15="http://schemas.microsoft.com/office/powerpoint/2012/main">
        <p15:guide id="1" orient="horz" pos="928">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 Content Col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endParaRPr lang="en-US"/>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6332918"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4316676"/>
      </p:ext>
    </p:extLst>
  </p:cSld>
  <p:clrMapOvr>
    <a:masterClrMapping/>
  </p:clrMapOvr>
  <p:extLst>
    <p:ext uri="{DCECCB84-F9BA-43D5-87BE-67443E8EF086}">
      <p15:sldGuideLst xmlns:p15="http://schemas.microsoft.com/office/powerpoint/2012/main">
        <p15:guide id="1" orient="horz" pos="92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 Content Col 3">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endParaRPr lang="en-US"/>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4342324"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69665941-19D2-FBD8-540C-16A6854AA8CB}"/>
              </a:ext>
            </a:extLst>
          </p:cNvPr>
          <p:cNvSpPr>
            <a:spLocks noGrp="1"/>
          </p:cNvSpPr>
          <p:nvPr>
            <p:ph idx="12"/>
          </p:nvPr>
        </p:nvSpPr>
        <p:spPr>
          <a:xfrm>
            <a:off x="8326310"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1630474"/>
      </p:ext>
    </p:extLst>
  </p:cSld>
  <p:clrMapOvr>
    <a:masterClrMapping/>
  </p:clrMapOvr>
  <p:extLst>
    <p:ext uri="{DCECCB84-F9BA-43D5-87BE-67443E8EF086}">
      <p15:sldGuideLst xmlns:p15="http://schemas.microsoft.com/office/powerpoint/2012/main">
        <p15:guide id="1" orient="horz" pos="92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Subtitle + Content Col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A370B3BE-11C7-C6D1-137B-D87948576C5C}"/>
              </a:ext>
            </a:extLst>
          </p:cNvPr>
          <p:cNvSpPr>
            <a:spLocks noGrp="1"/>
          </p:cNvSpPr>
          <p:nvPr>
            <p:ph type="body" idx="10"/>
          </p:nvPr>
        </p:nvSpPr>
        <p:spPr>
          <a:xfrm>
            <a:off x="6332918" y="1434965"/>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2918"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0216F187-BD10-0F81-5A6A-A6C1827014CF}"/>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7" name="Straight Connector 6">
            <a:extLst>
              <a:ext uri="{FF2B5EF4-FFF2-40B4-BE49-F238E27FC236}">
                <a16:creationId xmlns:a16="http://schemas.microsoft.com/office/drawing/2014/main" id="{3A3D2B01-CD3B-A5FF-3978-9502CFBFEF0C}"/>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0B1103-140E-0566-C5B6-64EDA438FE61}"/>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106C5980-CF33-76A9-15C2-1648AC1BA0DB}"/>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22273366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Subtitle + Content Col 3">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2">
            <a:extLst>
              <a:ext uri="{FF2B5EF4-FFF2-40B4-BE49-F238E27FC236}">
                <a16:creationId xmlns:a16="http://schemas.microsoft.com/office/drawing/2014/main" id="{50C94F9D-BC47-9469-2129-B2638B1165AB}"/>
              </a:ext>
            </a:extLst>
          </p:cNvPr>
          <p:cNvSpPr>
            <a:spLocks noGrp="1"/>
          </p:cNvSpPr>
          <p:nvPr>
            <p:ph type="body" idx="10"/>
          </p:nvPr>
        </p:nvSpPr>
        <p:spPr>
          <a:xfrm>
            <a:off x="4345305"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Content Placeholder 3">
            <a:extLst>
              <a:ext uri="{FF2B5EF4-FFF2-40B4-BE49-F238E27FC236}">
                <a16:creationId xmlns:a16="http://schemas.microsoft.com/office/drawing/2014/main" id="{7C6A7793-55BE-EF41-5B2C-4C84C7F04572}"/>
              </a:ext>
            </a:extLst>
          </p:cNvPr>
          <p:cNvSpPr>
            <a:spLocks noGrp="1"/>
          </p:cNvSpPr>
          <p:nvPr>
            <p:ph sz="half" idx="11"/>
          </p:nvPr>
        </p:nvSpPr>
        <p:spPr>
          <a:xfrm>
            <a:off x="4345305"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832631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832631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Placeholder 1">
            <a:extLst>
              <a:ext uri="{FF2B5EF4-FFF2-40B4-BE49-F238E27FC236}">
                <a16:creationId xmlns:a16="http://schemas.microsoft.com/office/drawing/2014/main" id="{CE396B71-6A7A-4CFE-8F5A-69D6FC28D1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5" name="Straight Connector 14">
            <a:extLst>
              <a:ext uri="{FF2B5EF4-FFF2-40B4-BE49-F238E27FC236}">
                <a16:creationId xmlns:a16="http://schemas.microsoft.com/office/drawing/2014/main" id="{B8A790AF-BBD1-A959-C789-84CA7E2A91A0}"/>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359A254-6BC2-9859-F7C1-F96C7976F9C6}"/>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15C251-E9CA-DC31-4739-8D6692D91D7A}"/>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DEB14AFD-28FB-E067-E146-4E25F13C68E3}"/>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40479729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 Subtitle + Content Col 4">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140486"/>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38927742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 Icon +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832467"/>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endParaRPr lang="en-US"/>
          </a:p>
        </p:txBody>
      </p:sp>
      <p:sp>
        <p:nvSpPr>
          <p:cNvPr id="22" name="Picture Placeholder 21">
            <a:extLst>
              <a:ext uri="{FF2B5EF4-FFF2-40B4-BE49-F238E27FC236}">
                <a16:creationId xmlns:a16="http://schemas.microsoft.com/office/drawing/2014/main" id="{F4662C97-8F2C-64B2-F026-ACD96847176B}"/>
              </a:ext>
            </a:extLst>
          </p:cNvPr>
          <p:cNvSpPr>
            <a:spLocks noGrp="1" noChangeAspect="1"/>
          </p:cNvSpPr>
          <p:nvPr>
            <p:ph type="pic" sz="quarter" idx="55"/>
          </p:nvPr>
        </p:nvSpPr>
        <p:spPr>
          <a:xfrm>
            <a:off x="358524" y="1429220"/>
            <a:ext cx="457200" cy="457200"/>
          </a:xfrm>
        </p:spPr>
        <p:txBody>
          <a:bodyPr wrap="square">
            <a:noAutofit/>
          </a:bodyPr>
          <a:lstStyle>
            <a:lvl1pPr>
              <a:defRPr sz="600"/>
            </a:lvl1pPr>
          </a:lstStyle>
          <a:p>
            <a:endParaRPr lang="en-US"/>
          </a:p>
        </p:txBody>
      </p:sp>
      <p:sp>
        <p:nvSpPr>
          <p:cNvPr id="24" name="Picture Placeholder 21">
            <a:extLst>
              <a:ext uri="{FF2B5EF4-FFF2-40B4-BE49-F238E27FC236}">
                <a16:creationId xmlns:a16="http://schemas.microsoft.com/office/drawing/2014/main" id="{15A18B4E-15F7-EA00-C6CA-A246BCE804B6}"/>
              </a:ext>
            </a:extLst>
          </p:cNvPr>
          <p:cNvSpPr>
            <a:spLocks noGrp="1" noChangeAspect="1"/>
          </p:cNvSpPr>
          <p:nvPr>
            <p:ph type="pic" sz="quarter" idx="56"/>
          </p:nvPr>
        </p:nvSpPr>
        <p:spPr>
          <a:xfrm>
            <a:off x="3343637" y="1429220"/>
            <a:ext cx="457200" cy="457200"/>
          </a:xfrm>
        </p:spPr>
        <p:txBody>
          <a:bodyPr wrap="square">
            <a:noAutofit/>
          </a:bodyPr>
          <a:lstStyle>
            <a:lvl1pPr>
              <a:defRPr sz="600"/>
            </a:lvl1pPr>
          </a:lstStyle>
          <a:p>
            <a:endParaRPr lang="en-US"/>
          </a:p>
        </p:txBody>
      </p:sp>
      <p:sp>
        <p:nvSpPr>
          <p:cNvPr id="25" name="Picture Placeholder 21">
            <a:extLst>
              <a:ext uri="{FF2B5EF4-FFF2-40B4-BE49-F238E27FC236}">
                <a16:creationId xmlns:a16="http://schemas.microsoft.com/office/drawing/2014/main" id="{63820E14-78A0-0B3A-8D48-E5DB901D8646}"/>
              </a:ext>
            </a:extLst>
          </p:cNvPr>
          <p:cNvSpPr>
            <a:spLocks noGrp="1" noChangeAspect="1"/>
          </p:cNvSpPr>
          <p:nvPr>
            <p:ph type="pic" sz="quarter" idx="57"/>
          </p:nvPr>
        </p:nvSpPr>
        <p:spPr>
          <a:xfrm>
            <a:off x="6328750" y="1429220"/>
            <a:ext cx="457200" cy="457200"/>
          </a:xfrm>
        </p:spPr>
        <p:txBody>
          <a:bodyPr wrap="square">
            <a:noAutofit/>
          </a:bodyPr>
          <a:lstStyle>
            <a:lvl1pPr>
              <a:defRPr sz="600"/>
            </a:lvl1pPr>
          </a:lstStyle>
          <a:p>
            <a:endParaRPr lang="en-US"/>
          </a:p>
        </p:txBody>
      </p:sp>
      <p:sp>
        <p:nvSpPr>
          <p:cNvPr id="26" name="Picture Placeholder 21">
            <a:extLst>
              <a:ext uri="{FF2B5EF4-FFF2-40B4-BE49-F238E27FC236}">
                <a16:creationId xmlns:a16="http://schemas.microsoft.com/office/drawing/2014/main" id="{4DB234A8-087D-A43D-4509-0CBA12779075}"/>
              </a:ext>
            </a:extLst>
          </p:cNvPr>
          <p:cNvSpPr>
            <a:spLocks noGrp="1" noChangeAspect="1"/>
          </p:cNvSpPr>
          <p:nvPr>
            <p:ph type="pic" sz="quarter" idx="58"/>
          </p:nvPr>
        </p:nvSpPr>
        <p:spPr>
          <a:xfrm>
            <a:off x="9313862" y="1429220"/>
            <a:ext cx="457200" cy="457200"/>
          </a:xfrm>
        </p:spPr>
        <p:txBody>
          <a:bodyPr wrap="square">
            <a:noAutofit/>
          </a:bodyPr>
          <a:lstStyle>
            <a:lvl1pPr>
              <a:defRPr sz="600"/>
            </a:lvl1pPr>
          </a:lstStyle>
          <a:p>
            <a:endParaRPr lang="en-US"/>
          </a:p>
        </p:txBody>
      </p:sp>
    </p:spTree>
    <p:extLst>
      <p:ext uri="{BB962C8B-B14F-4D97-AF65-F5344CB8AC3E}">
        <p14:creationId xmlns:p14="http://schemas.microsoft.com/office/powerpoint/2010/main" val="99744454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Divider - Red">
    <p:bg>
      <p:bgPr>
        <a:solidFill>
          <a:srgbClr val="A3333B"/>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756A1EE-6F7F-2700-1886-5A254A86C604}"/>
              </a:ext>
            </a:extLst>
          </p:cNvPr>
          <p:cNvSpPr>
            <a:spLocks noGrp="1"/>
          </p:cNvSpPr>
          <p:nvPr>
            <p:ph type="ctrTitle" hasCustomPrompt="1"/>
          </p:nvPr>
        </p:nvSpPr>
        <p:spPr>
          <a:xfrm>
            <a:off x="336165" y="3000232"/>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pic>
        <p:nvPicPr>
          <p:cNvPr id="4" name="Graphic 3">
            <a:extLst>
              <a:ext uri="{FF2B5EF4-FFF2-40B4-BE49-F238E27FC236}">
                <a16:creationId xmlns:a16="http://schemas.microsoft.com/office/drawing/2014/main" id="{C266C33E-267D-2B6B-B896-3F1049DB1A3F}"/>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2" name="Slide Number Placeholder 5">
            <a:extLst>
              <a:ext uri="{FF2B5EF4-FFF2-40B4-BE49-F238E27FC236}">
                <a16:creationId xmlns:a16="http://schemas.microsoft.com/office/drawing/2014/main" id="{AC7408C9-F530-FCD6-6AE8-206FBD06EACC}"/>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3" name="TextBox 2">
            <a:extLst>
              <a:ext uri="{FF2B5EF4-FFF2-40B4-BE49-F238E27FC236}">
                <a16:creationId xmlns:a16="http://schemas.microsoft.com/office/drawing/2014/main" id="{D69B62A4-B69B-BABA-6FD6-3A955DF5E1AC}"/>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5" name="Graphic 4">
            <a:extLst>
              <a:ext uri="{FF2B5EF4-FFF2-40B4-BE49-F238E27FC236}">
                <a16:creationId xmlns:a16="http://schemas.microsoft.com/office/drawing/2014/main" id="{34542FB0-0A8D-7956-286D-D2878D0C6C1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782611890"/>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ubsection Slide - Re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A7E6F121-54BB-B51D-BBBE-EB6B961382C1}"/>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5"/>
                </a:solidFill>
                <a:latin typeface="+mj-lt"/>
              </a:rPr>
              <a:pPr>
                <a:defRPr/>
              </a:pPr>
              <a:t>‹#›</a:t>
            </a:fld>
            <a:endParaRPr lang="en-US" sz="900" b="0">
              <a:solidFill>
                <a:schemeClr val="accent5"/>
              </a:solidFill>
              <a:latin typeface="+mj-lt"/>
            </a:endParaRPr>
          </a:p>
        </p:txBody>
      </p:sp>
      <p:sp>
        <p:nvSpPr>
          <p:cNvPr id="6" name="TextBox 5">
            <a:extLst>
              <a:ext uri="{FF2B5EF4-FFF2-40B4-BE49-F238E27FC236}">
                <a16:creationId xmlns:a16="http://schemas.microsoft.com/office/drawing/2014/main" id="{1D7EF867-490E-CC8D-7416-073290280B2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5"/>
                </a:solidFill>
                <a:latin typeface="+mj-lt"/>
              </a:rPr>
              <a:t>Confidential. For internal use only.</a:t>
            </a:r>
          </a:p>
        </p:txBody>
      </p:sp>
      <p:pic>
        <p:nvPicPr>
          <p:cNvPr id="7" name="Graphic 6">
            <a:extLst>
              <a:ext uri="{FF2B5EF4-FFF2-40B4-BE49-F238E27FC236}">
                <a16:creationId xmlns:a16="http://schemas.microsoft.com/office/drawing/2014/main" id="{686B9C51-E87D-7FB8-6D29-FD3C98B80EA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8" name="Title 1">
            <a:extLst>
              <a:ext uri="{FF2B5EF4-FFF2-40B4-BE49-F238E27FC236}">
                <a16:creationId xmlns:a16="http://schemas.microsoft.com/office/drawing/2014/main" id="{7F30AAFD-7DE3-02BC-AE7F-5E4EF92B3417}"/>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5"/>
                </a:solidFill>
              </a:defRPr>
            </a:lvl1pPr>
          </a:lstStyle>
          <a:p>
            <a:r>
              <a:rPr lang="en-US"/>
              <a:t>Section name</a:t>
            </a:r>
          </a:p>
        </p:txBody>
      </p:sp>
    </p:spTree>
    <p:extLst>
      <p:ext uri="{BB962C8B-B14F-4D97-AF65-F5344CB8AC3E}">
        <p14:creationId xmlns:p14="http://schemas.microsoft.com/office/powerpoint/2010/main" val="309091273"/>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ection Divider -  Midnight Blue">
    <p:bg>
      <p:bgPr>
        <a:solidFill>
          <a:schemeClr val="accent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64B2753-283B-E853-6760-753B2B19B72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92FECB00-AC7C-C060-3DF3-2A6C33A35F4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5" name="TextBox 4">
            <a:extLst>
              <a:ext uri="{FF2B5EF4-FFF2-40B4-BE49-F238E27FC236}">
                <a16:creationId xmlns:a16="http://schemas.microsoft.com/office/drawing/2014/main" id="{63B8BDDC-612D-5EC4-07A7-A46BE934CB3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6" name="Graphic 5">
            <a:extLst>
              <a:ext uri="{FF2B5EF4-FFF2-40B4-BE49-F238E27FC236}">
                <a16:creationId xmlns:a16="http://schemas.microsoft.com/office/drawing/2014/main" id="{45540644-E2DD-6148-7941-C32962A456F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7" name="Title 1">
            <a:extLst>
              <a:ext uri="{FF2B5EF4-FFF2-40B4-BE49-F238E27FC236}">
                <a16:creationId xmlns:a16="http://schemas.microsoft.com/office/drawing/2014/main" id="{45628D6B-2CFA-AB61-B2EA-B2E2FA697945}"/>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2476647654"/>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Subsection Slide - Midnight Blue">
    <p:bg>
      <p:bgPr>
        <a:solidFill>
          <a:schemeClr val="accent3">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CF3A46A4-C5CE-E391-2E95-3891B466474D}"/>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5" name="TextBox 4">
            <a:extLst>
              <a:ext uri="{FF2B5EF4-FFF2-40B4-BE49-F238E27FC236}">
                <a16:creationId xmlns:a16="http://schemas.microsoft.com/office/drawing/2014/main" id="{86C854D5-BA19-4AE8-3CF3-55D266ABC58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6" name="Graphic 5">
            <a:extLst>
              <a:ext uri="{FF2B5EF4-FFF2-40B4-BE49-F238E27FC236}">
                <a16:creationId xmlns:a16="http://schemas.microsoft.com/office/drawing/2014/main" id="{A7B1D883-E781-C6FE-8716-9F15742B3FD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D6B955C1-69D5-A4BC-61A2-B0653E79618B}"/>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3"/>
                </a:solidFill>
              </a:defRPr>
            </a:lvl1pPr>
          </a:lstStyle>
          <a:p>
            <a:r>
              <a:rPr lang="en-US"/>
              <a:t>Section name</a:t>
            </a:r>
          </a:p>
        </p:txBody>
      </p:sp>
    </p:spTree>
    <p:extLst>
      <p:ext uri="{BB962C8B-B14F-4D97-AF65-F5344CB8AC3E}">
        <p14:creationId xmlns:p14="http://schemas.microsoft.com/office/powerpoint/2010/main" val="2894446235"/>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Section Divider - Dark Blue">
    <p:bg>
      <p:bgPr>
        <a:solidFill>
          <a:srgbClr val="003A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2284832298"/>
      </p:ext>
    </p:extLst>
  </p:cSld>
  <p:clrMapOvr>
    <a:masterClrMapping/>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Subsection Slide - Dark Blue">
    <p:bg>
      <p:bgPr>
        <a:solidFill>
          <a:srgbClr val="C9D8E3"/>
        </a:solid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tx2"/>
                </a:solidFill>
              </a:defRPr>
            </a:lvl1pPr>
          </a:lstStyle>
          <a:p>
            <a:r>
              <a:rPr lang="en-US"/>
              <a:t>Section name</a:t>
            </a:r>
          </a:p>
        </p:txBody>
      </p:sp>
      <p:pic>
        <p:nvPicPr>
          <p:cNvPr id="4" name="Graphic 3">
            <a:extLst>
              <a:ext uri="{FF2B5EF4-FFF2-40B4-BE49-F238E27FC236}">
                <a16:creationId xmlns:a16="http://schemas.microsoft.com/office/drawing/2014/main" id="{9B9C1CD9-8527-704F-DF7E-BC7EA69184D9}"/>
              </a:ext>
            </a:extLst>
          </p:cNvPr>
          <p:cNvPicPr>
            <a:picLocks noGrp="1" noRo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1" y="369234"/>
            <a:ext cx="11832336" cy="5665949"/>
          </a:xfrm>
          <a:prstGeom prst="rect">
            <a:avLst/>
          </a:prstGeom>
        </p:spPr>
      </p:pic>
    </p:spTree>
    <p:extLst>
      <p:ext uri="{BB962C8B-B14F-4D97-AF65-F5344CB8AC3E}">
        <p14:creationId xmlns:p14="http://schemas.microsoft.com/office/powerpoint/2010/main" val="2643582529"/>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Section Divider - Cerulean Blue">
    <p:bg>
      <p:bgPr>
        <a:solidFill>
          <a:schemeClr val="accent4"/>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09BEDFC-A7C0-7C59-815B-FD73566460F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5F1050C0-78C5-A8CE-9372-DD480198E64F}"/>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F4C4CB57-4CBA-0053-E8E3-D458E2C7F321}"/>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17A30941-74C5-53DE-2701-9B7BDD1E57B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99B6EF97-2D8C-0DA3-04A1-D1C1FC5756F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733064269"/>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Subsection Slide - Cerulean Blue">
    <p:bg>
      <p:bgPr>
        <a:solidFill>
          <a:schemeClr val="accent4">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8D1B293C-239E-416E-04E2-888E2D77D650}"/>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4"/>
                </a:solidFill>
                <a:latin typeface="+mj-lt"/>
              </a:rPr>
              <a:pPr>
                <a:defRPr/>
              </a:pPr>
              <a:t>‹#›</a:t>
            </a:fld>
            <a:endParaRPr lang="en-US" sz="900" b="0">
              <a:solidFill>
                <a:schemeClr val="accent4"/>
              </a:solidFill>
              <a:latin typeface="+mj-lt"/>
            </a:endParaRPr>
          </a:p>
        </p:txBody>
      </p:sp>
      <p:sp>
        <p:nvSpPr>
          <p:cNvPr id="6" name="TextBox 5">
            <a:extLst>
              <a:ext uri="{FF2B5EF4-FFF2-40B4-BE49-F238E27FC236}">
                <a16:creationId xmlns:a16="http://schemas.microsoft.com/office/drawing/2014/main" id="{49D33B24-BB96-42E0-9911-49FE19EF7BE0}"/>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4"/>
                </a:solidFill>
                <a:latin typeface="+mj-lt"/>
              </a:rPr>
              <a:t>Confidential. For internal use only.</a:t>
            </a:r>
          </a:p>
        </p:txBody>
      </p:sp>
      <p:pic>
        <p:nvPicPr>
          <p:cNvPr id="7" name="Graphic 6">
            <a:extLst>
              <a:ext uri="{FF2B5EF4-FFF2-40B4-BE49-F238E27FC236}">
                <a16:creationId xmlns:a16="http://schemas.microsoft.com/office/drawing/2014/main" id="{7B238638-02E3-B42A-95A7-8441FAE709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86787D85-7089-5356-E5D2-962648E17116}"/>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4"/>
                </a:solidFill>
              </a:defRPr>
            </a:lvl1pPr>
          </a:lstStyle>
          <a:p>
            <a:r>
              <a:rPr lang="en-US"/>
              <a:t>Section name</a:t>
            </a:r>
          </a:p>
        </p:txBody>
      </p:sp>
    </p:spTree>
    <p:extLst>
      <p:ext uri="{BB962C8B-B14F-4D97-AF65-F5344CB8AC3E}">
        <p14:creationId xmlns:p14="http://schemas.microsoft.com/office/powerpoint/2010/main" val="2605734883"/>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Section Divider - Greystone">
    <p:bg>
      <p:bgPr>
        <a:solidFill>
          <a:srgbClr val="8278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2506304196"/>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Subsection Slide - Greystone">
    <p:bg>
      <p:bgPr>
        <a:solidFill>
          <a:srgbClr val="E5E3E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0C0CEB6D-D512-1A50-AB30-C9C4A4A2CACA}"/>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827870"/>
                </a:solidFill>
                <a:latin typeface="+mj-lt"/>
              </a:rPr>
              <a:pPr>
                <a:defRPr/>
              </a:pPr>
              <a:t>‹#›</a:t>
            </a:fld>
            <a:endParaRPr lang="en-US" sz="900" b="0">
              <a:solidFill>
                <a:srgbClr val="827870"/>
              </a:solidFill>
              <a:latin typeface="+mj-lt"/>
            </a:endParaRPr>
          </a:p>
        </p:txBody>
      </p:sp>
      <p:sp>
        <p:nvSpPr>
          <p:cNvPr id="6" name="TextBox 5">
            <a:extLst>
              <a:ext uri="{FF2B5EF4-FFF2-40B4-BE49-F238E27FC236}">
                <a16:creationId xmlns:a16="http://schemas.microsoft.com/office/drawing/2014/main" id="{F4D87066-1D62-6896-0682-93532C9ACD6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827870"/>
                </a:solidFill>
                <a:latin typeface="+mj-lt"/>
              </a:rPr>
              <a:t>Confidential. For internal use only.</a:t>
            </a:r>
          </a:p>
        </p:txBody>
      </p:sp>
      <p:pic>
        <p:nvPicPr>
          <p:cNvPr id="7" name="Graphic 6">
            <a:extLst>
              <a:ext uri="{FF2B5EF4-FFF2-40B4-BE49-F238E27FC236}">
                <a16:creationId xmlns:a16="http://schemas.microsoft.com/office/drawing/2014/main" id="{AC3FA546-CC9B-F864-D491-E17E717072E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5F846CA5-5975-F475-50ED-B9445351573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827870"/>
                </a:solidFill>
              </a:defRPr>
            </a:lvl1pPr>
          </a:lstStyle>
          <a:p>
            <a:r>
              <a:rPr lang="en-US"/>
              <a:t>Section name</a:t>
            </a:r>
          </a:p>
        </p:txBody>
      </p:sp>
    </p:spTree>
    <p:extLst>
      <p:ext uri="{BB962C8B-B14F-4D97-AF65-F5344CB8AC3E}">
        <p14:creationId xmlns:p14="http://schemas.microsoft.com/office/powerpoint/2010/main" val="2745762698"/>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ection Divider - Slate">
    <p:bg>
      <p:bgPr>
        <a:solidFill>
          <a:srgbClr val="96A3A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93324EF-6923-5372-6E76-72B1763D406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2519E8DD-7108-E906-4ADE-B910107967A7}"/>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236FE376-17C2-15E7-59F8-5D940B4E07F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712E6497-FD62-AB59-35DF-58A748CFC2C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903B7FB6-FA1C-3D4D-D2AA-872C45A839F0}"/>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1671118821"/>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Subsection Slide - Slate">
    <p:bg>
      <p:bgPr>
        <a:solidFill>
          <a:srgbClr val="EAECEE"/>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9A55BC30-12F7-920F-B953-D6C3BD71FF0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46525B"/>
                </a:solidFill>
                <a:latin typeface="+mj-lt"/>
              </a:rPr>
              <a:pPr>
                <a:defRPr/>
              </a:pPr>
              <a:t>‹#›</a:t>
            </a:fld>
            <a:endParaRPr lang="en-US" sz="900" b="0">
              <a:solidFill>
                <a:srgbClr val="46525B"/>
              </a:solidFill>
              <a:latin typeface="+mj-lt"/>
            </a:endParaRPr>
          </a:p>
        </p:txBody>
      </p:sp>
      <p:sp>
        <p:nvSpPr>
          <p:cNvPr id="6" name="TextBox 5">
            <a:extLst>
              <a:ext uri="{FF2B5EF4-FFF2-40B4-BE49-F238E27FC236}">
                <a16:creationId xmlns:a16="http://schemas.microsoft.com/office/drawing/2014/main" id="{3F798C63-8A75-BFAE-4353-7BD49B51732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46525B"/>
                </a:solidFill>
                <a:latin typeface="+mj-lt"/>
              </a:rPr>
              <a:t>Confidential. For internal use only.</a:t>
            </a:r>
          </a:p>
        </p:txBody>
      </p:sp>
      <p:pic>
        <p:nvPicPr>
          <p:cNvPr id="7" name="Graphic 6">
            <a:extLst>
              <a:ext uri="{FF2B5EF4-FFF2-40B4-BE49-F238E27FC236}">
                <a16:creationId xmlns:a16="http://schemas.microsoft.com/office/drawing/2014/main" id="{D24C071D-7DBE-0CEF-6235-5ED884D2C38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BF1A651F-537F-A5CA-53BB-F8702406A7C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46525B"/>
                </a:solidFill>
              </a:defRPr>
            </a:lvl1pPr>
          </a:lstStyle>
          <a:p>
            <a:r>
              <a:rPr lang="en-US"/>
              <a:t>Section name</a:t>
            </a:r>
          </a:p>
        </p:txBody>
      </p:sp>
    </p:spTree>
    <p:extLst>
      <p:ext uri="{BB962C8B-B14F-4D97-AF65-F5344CB8AC3E}">
        <p14:creationId xmlns:p14="http://schemas.microsoft.com/office/powerpoint/2010/main" val="743876784"/>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Quot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31ADCFF-5913-3968-36A4-EC52BF575E73}"/>
              </a:ext>
            </a:extLst>
          </p:cNvPr>
          <p:cNvSpPr>
            <a:spLocks noGrp="1"/>
          </p:cNvSpPr>
          <p:nvPr>
            <p:ph type="pic" sz="quarter" idx="10" hasCustomPrompt="1"/>
          </p:nvPr>
        </p:nvSpPr>
        <p:spPr>
          <a:xfrm>
            <a:off x="0" y="0"/>
            <a:ext cx="6094413"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13" name="Title 1">
            <a:extLst>
              <a:ext uri="{FF2B5EF4-FFF2-40B4-BE49-F238E27FC236}">
                <a16:creationId xmlns:a16="http://schemas.microsoft.com/office/drawing/2014/main" id="{DDE57426-48ED-56E2-AACD-B35E3F084552}"/>
              </a:ext>
            </a:extLst>
          </p:cNvPr>
          <p:cNvSpPr>
            <a:spLocks noGrp="1"/>
          </p:cNvSpPr>
          <p:nvPr>
            <p:ph type="ctrTitle"/>
          </p:nvPr>
        </p:nvSpPr>
        <p:spPr>
          <a:xfrm>
            <a:off x="6816392" y="1792224"/>
            <a:ext cx="4709160" cy="861774"/>
          </a:xfrm>
          <a:prstGeom prst="rect">
            <a:avLst/>
          </a:prstGeom>
        </p:spPr>
        <p:txBody>
          <a:bodyPr anchor="t" anchorCtr="0">
            <a:spAutoFit/>
          </a:bodyPr>
          <a:lstStyle>
            <a:lvl1pPr algn="ctr">
              <a:lnSpc>
                <a:spcPct val="100000"/>
              </a:lnSpc>
              <a:defRPr sz="2800"/>
            </a:lvl1pPr>
          </a:lstStyle>
          <a:p>
            <a:r>
              <a:rPr lang="en-US"/>
              <a:t>Click to edit Master title style</a:t>
            </a:r>
          </a:p>
        </p:txBody>
      </p:sp>
      <p:sp>
        <p:nvSpPr>
          <p:cNvPr id="14" name="Text Placeholder 2">
            <a:extLst>
              <a:ext uri="{FF2B5EF4-FFF2-40B4-BE49-F238E27FC236}">
                <a16:creationId xmlns:a16="http://schemas.microsoft.com/office/drawing/2014/main" id="{6EDD81C3-DE7C-6067-908F-CECCBE575E73}"/>
              </a:ext>
            </a:extLst>
          </p:cNvPr>
          <p:cNvSpPr>
            <a:spLocks noGrp="1"/>
          </p:cNvSpPr>
          <p:nvPr>
            <p:ph type="body" idx="1" hasCustomPrompt="1"/>
          </p:nvPr>
        </p:nvSpPr>
        <p:spPr>
          <a:xfrm>
            <a:off x="6816392" y="1334701"/>
            <a:ext cx="4709160" cy="184666"/>
          </a:xfrm>
          <a:prstGeom prst="rect">
            <a:avLst/>
          </a:prstGeom>
        </p:spPr>
        <p:txBody>
          <a:bodyPr>
            <a:spAutoFit/>
          </a:bodyPr>
          <a:lstStyle>
            <a:lvl1pPr marL="0" indent="0" algn="ctr">
              <a:buNone/>
              <a:defRPr sz="1200" b="1" i="0" cap="all" spc="100" baseline="0">
                <a:solidFill>
                  <a:schemeClr val="accent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TITLE</a:t>
            </a:r>
          </a:p>
        </p:txBody>
      </p:sp>
      <p:grpSp>
        <p:nvGrpSpPr>
          <p:cNvPr id="19" name="Group 18">
            <a:extLst>
              <a:ext uri="{FF2B5EF4-FFF2-40B4-BE49-F238E27FC236}">
                <a16:creationId xmlns:a16="http://schemas.microsoft.com/office/drawing/2014/main" id="{7BE8BEBF-768D-008C-1F11-3C7BF5CA69B2}"/>
              </a:ext>
            </a:extLst>
          </p:cNvPr>
          <p:cNvGrpSpPr/>
          <p:nvPr userDrawn="1"/>
        </p:nvGrpSpPr>
        <p:grpSpPr>
          <a:xfrm>
            <a:off x="8938430" y="5041937"/>
            <a:ext cx="465085" cy="128016"/>
            <a:chOff x="8936909" y="5041937"/>
            <a:chExt cx="465085" cy="128016"/>
          </a:xfrm>
        </p:grpSpPr>
        <p:pic>
          <p:nvPicPr>
            <p:cNvPr id="16" name="Graphic 15">
              <a:extLst>
                <a:ext uri="{FF2B5EF4-FFF2-40B4-BE49-F238E27FC236}">
                  <a16:creationId xmlns:a16="http://schemas.microsoft.com/office/drawing/2014/main" id="{80B528C3-7BBC-2EE4-0511-7F9AB4DDFE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36909" y="5041937"/>
              <a:ext cx="128016" cy="128016"/>
            </a:xfrm>
            <a:prstGeom prst="rect">
              <a:avLst/>
            </a:prstGeom>
          </p:spPr>
        </p:pic>
        <p:pic>
          <p:nvPicPr>
            <p:cNvPr id="17" name="Graphic 16">
              <a:extLst>
                <a:ext uri="{FF2B5EF4-FFF2-40B4-BE49-F238E27FC236}">
                  <a16:creationId xmlns:a16="http://schemas.microsoft.com/office/drawing/2014/main" id="{E636AE99-A618-65FF-210B-72884013A0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05443" y="5041937"/>
              <a:ext cx="128016" cy="128016"/>
            </a:xfrm>
            <a:prstGeom prst="rect">
              <a:avLst/>
            </a:prstGeom>
          </p:spPr>
        </p:pic>
        <p:pic>
          <p:nvPicPr>
            <p:cNvPr id="18" name="Graphic 17">
              <a:extLst>
                <a:ext uri="{FF2B5EF4-FFF2-40B4-BE49-F238E27FC236}">
                  <a16:creationId xmlns:a16="http://schemas.microsoft.com/office/drawing/2014/main" id="{4DED3061-4650-D6B9-8923-9B5BE7416B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73978" y="5041937"/>
              <a:ext cx="128016" cy="128016"/>
            </a:xfrm>
            <a:prstGeom prst="rect">
              <a:avLst/>
            </a:prstGeom>
          </p:spPr>
        </p:pic>
      </p:grpSp>
      <p:sp>
        <p:nvSpPr>
          <p:cNvPr id="3" name="Slide Number Placeholder 5">
            <a:extLst>
              <a:ext uri="{FF2B5EF4-FFF2-40B4-BE49-F238E27FC236}">
                <a16:creationId xmlns:a16="http://schemas.microsoft.com/office/drawing/2014/main" id="{AC43E156-7952-6DBD-9F32-252B130D3E3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4" name="TextBox 3">
            <a:extLst>
              <a:ext uri="{FF2B5EF4-FFF2-40B4-BE49-F238E27FC236}">
                <a16:creationId xmlns:a16="http://schemas.microsoft.com/office/drawing/2014/main" id="{B41722FB-74A1-9FF3-29B4-B3E085199D46}"/>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22A3574A-CAA1-E51C-8819-DC53C465327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38716391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 2 Images + 2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24600"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24600"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Title Placeholder 1">
            <a:extLst>
              <a:ext uri="{FF2B5EF4-FFF2-40B4-BE49-F238E27FC236}">
                <a16:creationId xmlns:a16="http://schemas.microsoft.com/office/drawing/2014/main" id="{621BBECE-92DC-7EA1-3903-FB23CE383FD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3" name="Straight Connector 2">
            <a:extLst>
              <a:ext uri="{FF2B5EF4-FFF2-40B4-BE49-F238E27FC236}">
                <a16:creationId xmlns:a16="http://schemas.microsoft.com/office/drawing/2014/main" id="{D5BBE5A2-CF9A-371B-E8C3-6C2628CB6650}"/>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89296EC-E661-1202-DBA6-58631298B3AF}"/>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58787DA3-B155-E3AE-190B-A0FBBA04A9B4}"/>
              </a:ext>
            </a:extLst>
          </p:cNvPr>
          <p:cNvSpPr>
            <a:spLocks noGrp="1"/>
          </p:cNvSpPr>
          <p:nvPr>
            <p:ph type="ftr" sz="quarter" idx="14"/>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95414966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 3 Images + 3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7"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4340948"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4342760"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8317600"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8317601"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507FF8CF-628E-944A-803D-CD81A057D742}"/>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6" name="Straight Connector 5">
            <a:extLst>
              <a:ext uri="{FF2B5EF4-FFF2-40B4-BE49-F238E27FC236}">
                <a16:creationId xmlns:a16="http://schemas.microsoft.com/office/drawing/2014/main" id="{352BFB4F-A79F-389F-4EF6-5494E339D0EC}"/>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E7D797E-06ED-88E9-1145-75E2FB6F2C4B}"/>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3F70B02-516A-08FD-3050-6AE9BFD09E46}"/>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667B2D2C-53F2-B18B-1EC0-BC5BF7BB0F6B}"/>
              </a:ext>
            </a:extLst>
          </p:cNvPr>
          <p:cNvSpPr>
            <a:spLocks noGrp="1"/>
          </p:cNvSpPr>
          <p:nvPr>
            <p:ph type="ftr" sz="quarter" idx="16"/>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29911716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 4 Images + 4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0674"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31881"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9313862"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9313862"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Content Placeholder 3">
            <a:extLst>
              <a:ext uri="{FF2B5EF4-FFF2-40B4-BE49-F238E27FC236}">
                <a16:creationId xmlns:a16="http://schemas.microsoft.com/office/drawing/2014/main" id="{027FDE6E-BA1C-FBC4-CCD9-5E2985A81536}"/>
              </a:ext>
            </a:extLst>
          </p:cNvPr>
          <p:cNvSpPr>
            <a:spLocks noGrp="1"/>
          </p:cNvSpPr>
          <p:nvPr>
            <p:ph sz="half" idx="16"/>
          </p:nvPr>
        </p:nvSpPr>
        <p:spPr>
          <a:xfrm>
            <a:off x="3347486"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6">
            <a:extLst>
              <a:ext uri="{FF2B5EF4-FFF2-40B4-BE49-F238E27FC236}">
                <a16:creationId xmlns:a16="http://schemas.microsoft.com/office/drawing/2014/main" id="{D4A1D311-68A0-D2D1-2A27-F01E8F128DFF}"/>
              </a:ext>
            </a:extLst>
          </p:cNvPr>
          <p:cNvSpPr>
            <a:spLocks noGrp="1"/>
          </p:cNvSpPr>
          <p:nvPr>
            <p:ph type="pic" sz="quarter" idx="17" hasCustomPrompt="1"/>
          </p:nvPr>
        </p:nvSpPr>
        <p:spPr>
          <a:xfrm>
            <a:off x="3349900"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9" name="Title Placeholder 1">
            <a:extLst>
              <a:ext uri="{FF2B5EF4-FFF2-40B4-BE49-F238E27FC236}">
                <a16:creationId xmlns:a16="http://schemas.microsoft.com/office/drawing/2014/main" id="{92FCE371-9BA5-9EEF-B057-3A076A6EED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1" name="Straight Connector 10">
            <a:extLst>
              <a:ext uri="{FF2B5EF4-FFF2-40B4-BE49-F238E27FC236}">
                <a16:creationId xmlns:a16="http://schemas.microsoft.com/office/drawing/2014/main" id="{F8CAF55D-D81A-58D9-C35E-72EB375AFD7E}"/>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8FA512E-FBA2-F8D5-3744-654FAEBA2376}"/>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E27C1C-376E-06FA-BB8E-F8014299BE34}"/>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A11388F-B34B-FE5A-E09A-AF30C4A0D39A}"/>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D5E38A60-DC64-1FD1-9AE4-DD0A678E6314}"/>
              </a:ext>
            </a:extLst>
          </p:cNvPr>
          <p:cNvSpPr>
            <a:spLocks noGrp="1"/>
          </p:cNvSpPr>
          <p:nvPr>
            <p:ph type="ftr" sz="quarter" idx="18"/>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42781676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Content + Half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9" y="1507152"/>
            <a:ext cx="5503101"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6324602" y="1507152"/>
            <a:ext cx="5506019" cy="4518744"/>
          </a:xfrm>
          <a:prstGeom prst="roundRect">
            <a:avLst>
              <a:gd name="adj" fmla="val 9586"/>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itle Placeholder 1">
            <a:extLst>
              <a:ext uri="{FF2B5EF4-FFF2-40B4-BE49-F238E27FC236}">
                <a16:creationId xmlns:a16="http://schemas.microsoft.com/office/drawing/2014/main" id="{A94755F7-8433-86D0-15BB-77EF12947AE6}"/>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F4639577-4C98-6CC3-E2C3-948F8D74041F}"/>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16BB514-8470-ADC5-A4BF-F7A39CB8A848}"/>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7659559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Right Half Image + Title +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6324600" y="2505241"/>
            <a:ext cx="5503862" cy="1400383"/>
          </a:xfrm>
          <a:prstGeom prst="rect">
            <a:avLst/>
          </a:prstGeom>
        </p:spPr>
        <p:txBody>
          <a:bodyPr wrap="square">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368454" y="332509"/>
            <a:ext cx="5507038" cy="6151418"/>
          </a:xfrm>
          <a:prstGeom prst="roundRect">
            <a:avLst>
              <a:gd name="adj" fmla="val 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8B256340-140C-DB26-727F-895FCD2C3496}"/>
              </a:ext>
            </a:extLst>
          </p:cNvPr>
          <p:cNvSpPr>
            <a:spLocks noGrp="1"/>
          </p:cNvSpPr>
          <p:nvPr>
            <p:ph type="title"/>
          </p:nvPr>
        </p:nvSpPr>
        <p:spPr>
          <a:xfrm>
            <a:off x="6316510" y="271427"/>
            <a:ext cx="5511952" cy="369332"/>
          </a:xfrm>
          <a:prstGeom prst="rect">
            <a:avLst/>
          </a:prstGeom>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220707150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Full Page Image + Quote">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p:nvPr>
        </p:nvSpPr>
        <p:spPr>
          <a:xfrm>
            <a:off x="-5593" y="0"/>
            <a:ext cx="12192000" cy="6858000"/>
          </a:xfrm>
          <a:prstGeom prst="rect">
            <a:avLst/>
          </a:prstGeom>
        </p:spPr>
        <p:txBody>
          <a:bodyPr/>
          <a:lstStyle/>
          <a:p>
            <a:endParaRPr lang="en-US"/>
          </a:p>
        </p:txBody>
      </p:sp>
      <p:sp>
        <p:nvSpPr>
          <p:cNvPr id="3" name="Title 1">
            <a:extLst>
              <a:ext uri="{FF2B5EF4-FFF2-40B4-BE49-F238E27FC236}">
                <a16:creationId xmlns:a16="http://schemas.microsoft.com/office/drawing/2014/main" id="{24441EED-2A6A-F3A1-9576-7DC4A0CCD8A5}"/>
              </a:ext>
            </a:extLst>
          </p:cNvPr>
          <p:cNvSpPr>
            <a:spLocks noGrp="1"/>
          </p:cNvSpPr>
          <p:nvPr>
            <p:ph type="ctrTitle"/>
          </p:nvPr>
        </p:nvSpPr>
        <p:spPr>
          <a:xfrm>
            <a:off x="1845578" y="1682496"/>
            <a:ext cx="8513064" cy="430887"/>
          </a:xfrm>
          <a:prstGeom prst="rect">
            <a:avLst/>
          </a:prstGeom>
        </p:spPr>
        <p:txBody>
          <a:bodyPr wrap="square" anchor="t" anchorCtr="0">
            <a:spAutoFit/>
          </a:bodyPr>
          <a:lstStyle>
            <a:lvl1pPr algn="ctr">
              <a:lnSpc>
                <a:spcPct val="100000"/>
              </a:lnSpc>
              <a:defRPr sz="2800">
                <a:solidFill>
                  <a:schemeClr val="bg1"/>
                </a:solidFill>
              </a:defRPr>
            </a:lvl1pPr>
          </a:lstStyle>
          <a:p>
            <a:r>
              <a:rPr lang="en-US"/>
              <a:t>Click to edit Master title style</a:t>
            </a:r>
          </a:p>
        </p:txBody>
      </p:sp>
      <p:sp>
        <p:nvSpPr>
          <p:cNvPr id="5" name="Text Placeholder 2">
            <a:extLst>
              <a:ext uri="{FF2B5EF4-FFF2-40B4-BE49-F238E27FC236}">
                <a16:creationId xmlns:a16="http://schemas.microsoft.com/office/drawing/2014/main" id="{3D1E1C31-E91E-92AD-A0BE-E929F9FB32CD}"/>
              </a:ext>
            </a:extLst>
          </p:cNvPr>
          <p:cNvSpPr>
            <a:spLocks noGrp="1"/>
          </p:cNvSpPr>
          <p:nvPr>
            <p:ph type="body" idx="1"/>
          </p:nvPr>
        </p:nvSpPr>
        <p:spPr>
          <a:xfrm>
            <a:off x="1842614" y="1192088"/>
            <a:ext cx="8513064" cy="184666"/>
          </a:xfrm>
          <a:prstGeom prst="rect">
            <a:avLst/>
          </a:prstGeom>
        </p:spPr>
        <p:txBody>
          <a:bodyPr>
            <a:spAutoFit/>
          </a:bodyPr>
          <a:lstStyle>
            <a:lvl1pPr marL="0" indent="0" algn="ctr">
              <a:buNone/>
              <a:defRPr sz="1200" b="1" i="0" cap="all"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a:t>
            </a:r>
          </a:p>
        </p:txBody>
      </p:sp>
      <p:sp>
        <p:nvSpPr>
          <p:cNvPr id="18" name="Text Placeholder 2">
            <a:extLst>
              <a:ext uri="{FF2B5EF4-FFF2-40B4-BE49-F238E27FC236}">
                <a16:creationId xmlns:a16="http://schemas.microsoft.com/office/drawing/2014/main" id="{965483DD-1790-95E8-68CD-9B4262C2E0CD}"/>
              </a:ext>
            </a:extLst>
          </p:cNvPr>
          <p:cNvSpPr>
            <a:spLocks noGrp="1"/>
          </p:cNvSpPr>
          <p:nvPr>
            <p:ph type="body" idx="51" hasCustomPrompt="1"/>
          </p:nvPr>
        </p:nvSpPr>
        <p:spPr>
          <a:xfrm>
            <a:off x="1842614" y="5034246"/>
            <a:ext cx="8513064" cy="184666"/>
          </a:xfrm>
          <a:prstGeom prst="rect">
            <a:avLst/>
          </a:prstGeom>
        </p:spPr>
        <p:txBody>
          <a:bodyPr>
            <a:spAutoFit/>
          </a:bodyPr>
          <a:lstStyle>
            <a:lvl1pPr marL="0" indent="0" algn="ctr">
              <a:buNone/>
              <a:defRPr sz="1200" b="1" i="0" cap="none"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Author</a:t>
            </a:r>
          </a:p>
        </p:txBody>
      </p:sp>
      <p:sp>
        <p:nvSpPr>
          <p:cNvPr id="8" name="Logo">
            <a:extLst>
              <a:ext uri="{FF2B5EF4-FFF2-40B4-BE49-F238E27FC236}">
                <a16:creationId xmlns:a16="http://schemas.microsoft.com/office/drawing/2014/main" id="{43565025-24CE-46D0-87C2-8CFFAB6C6F7D}"/>
              </a:ext>
            </a:extLst>
          </p:cNvPr>
          <p:cNvSpPr>
            <a:spLocks noGrp="1"/>
          </p:cNvSpPr>
          <p:nvPr>
            <p:ph type="pic" sz="quarter" idx="52"/>
          </p:nvPr>
        </p:nvSpPr>
        <p:spPr>
          <a:xfrm>
            <a:off x="5775960" y="5558773"/>
            <a:ext cx="640080" cy="164592"/>
          </a:xfrm>
          <a:prstGeom prst="rect">
            <a:avLst/>
          </a:prstGeo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blipFill>
                  <a:blip r:embed="rId4">
                    <a:extLst>
                      <a:ext uri="{96DAC541-7B7A-43D3-8B79-37D633B846F1}">
                        <asvg:svgBlip xmlns:asvg="http://schemas.microsoft.com/office/drawing/2016/SVG/main" r:embed="rId5"/>
                      </a:ext>
                    </a:extLst>
                  </a:blip>
                  <a:stretch>
                    <a:fillRect/>
                  </a:stretch>
                </a:blipFill>
              </a:defRPr>
            </a:lvl1pPr>
          </a:lstStyle>
          <a:p>
            <a:endParaRPr lang="en-US"/>
          </a:p>
        </p:txBody>
      </p:sp>
      <p:sp>
        <p:nvSpPr>
          <p:cNvPr id="6" name="Slide Number Placeholder 5">
            <a:extLst>
              <a:ext uri="{FF2B5EF4-FFF2-40B4-BE49-F238E27FC236}">
                <a16:creationId xmlns:a16="http://schemas.microsoft.com/office/drawing/2014/main" id="{6C937995-9F38-2E0B-0E21-BC0223A4C95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9" name="TextBox 8">
            <a:extLst>
              <a:ext uri="{FF2B5EF4-FFF2-40B4-BE49-F238E27FC236}">
                <a16:creationId xmlns:a16="http://schemas.microsoft.com/office/drawing/2014/main" id="{D27C1691-A57B-C325-3F52-D88122CCD8D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10" name="Graphic 9">
            <a:extLst>
              <a:ext uri="{FF2B5EF4-FFF2-40B4-BE49-F238E27FC236}">
                <a16:creationId xmlns:a16="http://schemas.microsoft.com/office/drawing/2014/main" id="{58D658C6-ABDD-482C-E285-31145B3E041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85113075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llage Opt 1">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8" y="3907354"/>
            <a:ext cx="3977640" cy="2950646"/>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364300" y="3882258"/>
            <a:ext cx="1792304" cy="138499"/>
          </a:xfrm>
          <a:prstGeom prst="rect">
            <a:avLst/>
          </a:prstGeom>
        </p:spPr>
        <p:txBody>
          <a:bodyPr wrap="square">
            <a:spAutoFit/>
          </a:bodyPr>
          <a:lstStyle>
            <a:lvl1pP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360362" y="1038184"/>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6349525" y="0"/>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364300" y="4123801"/>
            <a:ext cx="1792304" cy="138499"/>
          </a:xfrm>
          <a:prstGeom prst="rect">
            <a:avLst/>
          </a:prstGeom>
        </p:spPr>
        <p:txBody>
          <a:bodyPr wrap="square">
            <a:spAutoFit/>
          </a:bodyPr>
          <a:lstStyle>
            <a:lvl1pPr>
              <a:spcBef>
                <a:spcPts val="600"/>
              </a:spcBef>
              <a:defRPr sz="900" b="0">
                <a:solidFill>
                  <a:schemeClr val="tx1"/>
                </a:solidFill>
                <a:latin typeface="+mn-lt"/>
              </a:defRPr>
            </a:lvl1pPr>
          </a:lstStyle>
          <a:p>
            <a:pPr lvl="0"/>
            <a:r>
              <a:rPr lang="en-US"/>
              <a:t>Click to edit Master title style</a:t>
            </a:r>
          </a:p>
        </p:txBody>
      </p:sp>
    </p:spTree>
    <p:extLst>
      <p:ext uri="{BB962C8B-B14F-4D97-AF65-F5344CB8AC3E}">
        <p14:creationId xmlns:p14="http://schemas.microsoft.com/office/powerpoint/2010/main" val="3991105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Collage Opt 2">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7" y="0"/>
            <a:ext cx="5068391" cy="3759774"/>
          </a:xfrm>
          <a:prstGeom prst="roundRect">
            <a:avLst>
              <a:gd name="adj" fmla="val 0"/>
            </a:avLst>
          </a:prstGeom>
          <a:ln>
            <a:noFill/>
          </a:ln>
        </p:spPr>
        <p:txBody>
          <a:bodyPr anchor="t"/>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10036159" y="5036803"/>
            <a:ext cx="1792304" cy="138499"/>
          </a:xfrm>
          <a:prstGeom prst="rect">
            <a:avLst/>
          </a:prstGeom>
        </p:spPr>
        <p:txBody>
          <a:bodyPr wrap="square">
            <a:spAutoFit/>
          </a:bodyPr>
          <a:lstStyle>
            <a:lvl1pPr algn="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9359583" y="2192729"/>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0" y="2345821"/>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10036159" y="5278346"/>
            <a:ext cx="1792304" cy="138499"/>
          </a:xfrm>
          <a:prstGeom prst="rect">
            <a:avLst/>
          </a:prstGeom>
        </p:spPr>
        <p:txBody>
          <a:bodyPr wrap="square">
            <a:spAutoFit/>
          </a:bodyPr>
          <a:lstStyle>
            <a:lvl1pPr algn="r">
              <a:spcBef>
                <a:spcPts val="600"/>
              </a:spcBef>
              <a:defRPr sz="900" b="0">
                <a:solidFill>
                  <a:schemeClr val="tx1"/>
                </a:solidFill>
                <a:latin typeface="+mn-lt"/>
              </a:defRPr>
            </a:lvl1pPr>
          </a:lstStyle>
          <a:p>
            <a:pPr lvl="0"/>
            <a:r>
              <a:rPr lang="en-US"/>
              <a:t>Click to edit Master title style</a:t>
            </a:r>
          </a:p>
        </p:txBody>
      </p:sp>
      <p:sp>
        <p:nvSpPr>
          <p:cNvPr id="9" name="Slide Number Placeholder 5">
            <a:extLst>
              <a:ext uri="{FF2B5EF4-FFF2-40B4-BE49-F238E27FC236}">
                <a16:creationId xmlns:a16="http://schemas.microsoft.com/office/drawing/2014/main" id="{F471A725-A3EC-B225-E372-033F53F5259E}"/>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10" name="TextBox 9">
            <a:extLst>
              <a:ext uri="{FF2B5EF4-FFF2-40B4-BE49-F238E27FC236}">
                <a16:creationId xmlns:a16="http://schemas.microsoft.com/office/drawing/2014/main" id="{383B2AF2-8C0E-0CB1-184F-D9F6C51E1D0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11" name="Graphic 10">
            <a:extLst>
              <a:ext uri="{FF2B5EF4-FFF2-40B4-BE49-F238E27FC236}">
                <a16:creationId xmlns:a16="http://schemas.microsoft.com/office/drawing/2014/main" id="{944DF9FC-B6E9-EF55-EBA1-2CAC298493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57330111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Full Pag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hasCustomPrompt="1"/>
          </p:nvPr>
        </p:nvSpPr>
        <p:spPr>
          <a:xfrm>
            <a:off x="0" y="0"/>
            <a:ext cx="12192000"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6" name="Slide Number Placeholder 5">
            <a:extLst>
              <a:ext uri="{FF2B5EF4-FFF2-40B4-BE49-F238E27FC236}">
                <a16:creationId xmlns:a16="http://schemas.microsoft.com/office/drawing/2014/main" id="{808481C6-F7B8-3A9A-7E9C-9F2A89ABFD7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7" name="TextBox 6">
            <a:extLst>
              <a:ext uri="{FF2B5EF4-FFF2-40B4-BE49-F238E27FC236}">
                <a16:creationId xmlns:a16="http://schemas.microsoft.com/office/drawing/2014/main" id="{73F4373E-D0BF-7EA0-35D4-001BBC4F58DA}"/>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8" name="Graphic 7">
            <a:extLst>
              <a:ext uri="{FF2B5EF4-FFF2-40B4-BE49-F238E27FC236}">
                <a16:creationId xmlns:a16="http://schemas.microsoft.com/office/drawing/2014/main" id="{05E3DDCC-7E28-9A16-A63C-52BC270616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405343359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han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84D8-9A0A-EB78-FF95-8A65E8CF448B}"/>
              </a:ext>
            </a:extLst>
          </p:cNvPr>
          <p:cNvSpPr>
            <a:spLocks noGrp="1"/>
          </p:cNvSpPr>
          <p:nvPr>
            <p:ph type="title" hasCustomPrompt="1"/>
          </p:nvPr>
        </p:nvSpPr>
        <p:spPr>
          <a:xfrm>
            <a:off x="321200" y="1232746"/>
            <a:ext cx="8456479" cy="2135200"/>
          </a:xfrm>
          <a:prstGeom prst="rect">
            <a:avLst/>
          </a:prstGeom>
        </p:spPr>
        <p:txBody>
          <a:bodyPr/>
          <a:lstStyle>
            <a:lvl1pPr>
              <a:defRPr sz="15000"/>
            </a:lvl1pPr>
          </a:lstStyle>
          <a:p>
            <a:r>
              <a:rPr lang="en-US"/>
              <a:t>Thanks!</a:t>
            </a:r>
          </a:p>
        </p:txBody>
      </p:sp>
      <p:pic>
        <p:nvPicPr>
          <p:cNvPr id="16" name="Graphic 15">
            <a:extLst>
              <a:ext uri="{FF2B5EF4-FFF2-40B4-BE49-F238E27FC236}">
                <a16:creationId xmlns:a16="http://schemas.microsoft.com/office/drawing/2014/main" id="{44319368-2F9F-E4F8-F09D-F7668A3CEA34}"/>
              </a:ext>
            </a:extLst>
          </p:cNvPr>
          <p:cNvPicPr>
            <a:picLocks noChangeAspect="1"/>
          </p:cNvPicPr>
          <p:nvPr userDrawn="1"/>
        </p:nvPicPr>
        <p:blipFill>
          <a:blip r:embed="rId2">
            <a:extLst>
              <a:ext uri="{96DAC541-7B7A-43D3-8B79-37D633B846F1}">
                <asvg:svgBlip xmlns:asvg="http://schemas.microsoft.com/office/drawing/2016/SVG/main" r:embed="rId3"/>
              </a:ext>
            </a:extLst>
          </a:blip>
          <a:srcRect r="27614"/>
          <a:stretch>
            <a:fillRect/>
          </a:stretch>
        </p:blipFill>
        <p:spPr>
          <a:xfrm>
            <a:off x="9506712" y="2509064"/>
            <a:ext cx="2700528" cy="3730752"/>
          </a:xfrm>
          <a:custGeom>
            <a:avLst/>
            <a:gdLst>
              <a:gd name="connsiteX0" fmla="*/ 0 w 2700528"/>
              <a:gd name="connsiteY0" fmla="*/ 0 h 3730752"/>
              <a:gd name="connsiteX1" fmla="*/ 2700528 w 2700528"/>
              <a:gd name="connsiteY1" fmla="*/ 0 h 3730752"/>
              <a:gd name="connsiteX2" fmla="*/ 2700528 w 2700528"/>
              <a:gd name="connsiteY2" fmla="*/ 3730752 h 3730752"/>
              <a:gd name="connsiteX3" fmla="*/ 0 w 2700528"/>
              <a:gd name="connsiteY3" fmla="*/ 3730752 h 3730752"/>
            </a:gdLst>
            <a:ahLst/>
            <a:cxnLst>
              <a:cxn ang="0">
                <a:pos x="connsiteX0" y="connsiteY0"/>
              </a:cxn>
              <a:cxn ang="0">
                <a:pos x="connsiteX1" y="connsiteY1"/>
              </a:cxn>
              <a:cxn ang="0">
                <a:pos x="connsiteX2" y="connsiteY2"/>
              </a:cxn>
              <a:cxn ang="0">
                <a:pos x="connsiteX3" y="connsiteY3"/>
              </a:cxn>
            </a:cxnLst>
            <a:rect l="l" t="t" r="r" b="b"/>
            <a:pathLst>
              <a:path w="2700528" h="3730752">
                <a:moveTo>
                  <a:pt x="0" y="0"/>
                </a:moveTo>
                <a:lnTo>
                  <a:pt x="2700528" y="0"/>
                </a:lnTo>
                <a:lnTo>
                  <a:pt x="2700528" y="3730752"/>
                </a:lnTo>
                <a:lnTo>
                  <a:pt x="0" y="3730752"/>
                </a:lnTo>
                <a:close/>
              </a:path>
            </a:pathLst>
          </a:custGeom>
        </p:spPr>
      </p:pic>
      <p:pic>
        <p:nvPicPr>
          <p:cNvPr id="5" name="Graphic 4">
            <a:extLst>
              <a:ext uri="{FF2B5EF4-FFF2-40B4-BE49-F238E27FC236}">
                <a16:creationId xmlns:a16="http://schemas.microsoft.com/office/drawing/2014/main" id="{1ADEB899-AC43-11A3-D988-519ED476447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62769" y="6315912"/>
            <a:ext cx="1365460" cy="274320"/>
          </a:xfrm>
          <a:prstGeom prst="rect">
            <a:avLst/>
          </a:prstGeom>
        </p:spPr>
      </p:pic>
      <p:sp>
        <p:nvSpPr>
          <p:cNvPr id="6" name="Content Placeholder 3">
            <a:extLst>
              <a:ext uri="{FF2B5EF4-FFF2-40B4-BE49-F238E27FC236}">
                <a16:creationId xmlns:a16="http://schemas.microsoft.com/office/drawing/2014/main" id="{A4F21EFC-856E-BF60-96D3-33A189F92810}"/>
              </a:ext>
            </a:extLst>
          </p:cNvPr>
          <p:cNvSpPr>
            <a:spLocks noGrp="1"/>
          </p:cNvSpPr>
          <p:nvPr>
            <p:ph sz="half" idx="13" hasCustomPrompt="1"/>
          </p:nvPr>
        </p:nvSpPr>
        <p:spPr>
          <a:xfrm>
            <a:off x="364300" y="4703429"/>
            <a:ext cx="1792304" cy="138499"/>
          </a:xfrm>
          <a:prstGeom prst="rect">
            <a:avLst/>
          </a:prstGeom>
        </p:spPr>
        <p:txBody>
          <a:bodyPr wrap="square">
            <a:spAutoFit/>
          </a:bodyPr>
          <a:lstStyle>
            <a:lvl1pPr>
              <a:spcBef>
                <a:spcPts val="600"/>
              </a:spcBef>
              <a:spcAft>
                <a:spcPts val="400"/>
              </a:spcAft>
              <a:defRPr sz="900" b="0">
                <a:solidFill>
                  <a:schemeClr val="tx2"/>
                </a:solidFill>
                <a:latin typeface="+mj-lt"/>
              </a:defRPr>
            </a:lvl1pPr>
          </a:lstStyle>
          <a:p>
            <a:pPr lvl="0"/>
            <a:r>
              <a:rPr lang="en-US"/>
              <a:t>Click to edit Master title style</a:t>
            </a:r>
          </a:p>
        </p:txBody>
      </p:sp>
      <p:sp>
        <p:nvSpPr>
          <p:cNvPr id="7" name="Content Placeholder 3">
            <a:extLst>
              <a:ext uri="{FF2B5EF4-FFF2-40B4-BE49-F238E27FC236}">
                <a16:creationId xmlns:a16="http://schemas.microsoft.com/office/drawing/2014/main" id="{0BC96F78-FAA4-58BD-E701-1ACE1647E789}"/>
              </a:ext>
            </a:extLst>
          </p:cNvPr>
          <p:cNvSpPr>
            <a:spLocks noGrp="1"/>
          </p:cNvSpPr>
          <p:nvPr>
            <p:ph sz="half" idx="2" hasCustomPrompt="1"/>
          </p:nvPr>
        </p:nvSpPr>
        <p:spPr>
          <a:xfrm>
            <a:off x="364300" y="5777723"/>
            <a:ext cx="1792304" cy="138499"/>
          </a:xfrm>
          <a:prstGeom prst="rect">
            <a:avLst/>
          </a:prstGeom>
        </p:spPr>
        <p:txBody>
          <a:bodyPr wrap="square">
            <a:spAutoFit/>
          </a:bodyPr>
          <a:lstStyle>
            <a:lvl1pPr>
              <a:spcBef>
                <a:spcPts val="600"/>
              </a:spcBef>
              <a:defRPr sz="900" b="1" i="0">
                <a:solidFill>
                  <a:schemeClr val="accent1"/>
                </a:solidFill>
                <a:latin typeface="Poppins Medium" pitchFamily="2" charset="77"/>
                <a:cs typeface="Poppins Medium" pitchFamily="2" charset="77"/>
              </a:defRPr>
            </a:lvl1pPr>
          </a:lstStyle>
          <a:p>
            <a:pPr lvl="0"/>
            <a:r>
              <a:rPr lang="en-US"/>
              <a:t>Click to edit Master title style</a:t>
            </a:r>
          </a:p>
        </p:txBody>
      </p:sp>
    </p:spTree>
    <p:extLst>
      <p:ext uri="{BB962C8B-B14F-4D97-AF65-F5344CB8AC3E}">
        <p14:creationId xmlns:p14="http://schemas.microsoft.com/office/powerpoint/2010/main" val="135067085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mplate Guideline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endParaRPr lang="en-US"/>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D2517866-9EA2-F8FE-3E5E-BF5BD8AF5C0E}"/>
              </a:ext>
            </a:extLst>
          </p:cNvPr>
          <p:cNvSpPr>
            <a:spLocks noGrp="1"/>
          </p:cNvSpPr>
          <p:nvPr userDrawn="1"/>
        </p:nvSpPr>
        <p:spPr>
          <a:xfrm>
            <a:off x="361156" y="1463040"/>
            <a:ext cx="5495544" cy="4547136"/>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r:embed="rId2">
                  <a:extLst>
                    <a:ext uri="{96DAC541-7B7A-43D3-8B79-37D633B846F1}">
                      <asvg:svgBlip xmlns:asvg="http://schemas.microsoft.com/office/drawing/2016/SVG/main" r:embed="rId3"/>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r:embed="rId4">
                  <a:extLst>
                    <a:ext uri="{96DAC541-7B7A-43D3-8B79-37D633B846F1}">
                      <asvg:svgBlip xmlns:asvg="http://schemas.microsoft.com/office/drawing/2016/SVG/main" r:embed="rId5"/>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latin typeface="+mj-lt"/>
              </a:rPr>
              <a:t>Do NOT change the corporate template</a:t>
            </a:r>
          </a:p>
          <a:p>
            <a:pPr lvl="1"/>
            <a:r>
              <a:rPr lang="en-US"/>
              <a:t>Do NOT move headlines</a:t>
            </a:r>
          </a:p>
          <a:p>
            <a:pPr lvl="1"/>
            <a:r>
              <a:rPr lang="en-US"/>
              <a:t>Do NOT change bullet colors</a:t>
            </a:r>
          </a:p>
          <a:p>
            <a:pPr>
              <a:spcBef>
                <a:spcPts val="1600"/>
              </a:spcBef>
            </a:pPr>
            <a:r>
              <a:rPr lang="en-US" b="1">
                <a:latin typeface="+mj-lt"/>
              </a:rPr>
              <a:t>Typography</a:t>
            </a:r>
          </a:p>
          <a:p>
            <a:pPr lvl="1"/>
            <a:r>
              <a:rPr lang="en-US"/>
              <a:t>Headlines:  28 pt Poppins Medium, Midnight Blue</a:t>
            </a:r>
          </a:p>
          <a:p>
            <a:pPr lvl="1"/>
            <a:r>
              <a:rPr lang="en-US"/>
              <a:t>Subheads:  20 pt Poppins Regular, Midnight Blue</a:t>
            </a:r>
          </a:p>
          <a:p>
            <a:pPr lvl="1"/>
            <a:r>
              <a:rPr lang="en-US"/>
              <a:t>Body Copy:  Body Copy, 12-9 pt Poppins Regular, Black</a:t>
            </a:r>
          </a:p>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Logos, Legal &amp; Slide Numbers</a:t>
            </a:r>
          </a:p>
          <a:p>
            <a:pPr lvl="1"/>
            <a:r>
              <a:rPr lang="en-US"/>
              <a:t>The </a:t>
            </a:r>
            <a:r>
              <a:rPr lang="en-US" err="1"/>
              <a:t>BeOne</a:t>
            </a:r>
            <a:r>
              <a:rPr lang="en-US"/>
              <a:t> symbol and page numbers must appear on every slide; </a:t>
            </a:r>
            <a:br>
              <a:rPr lang="en-US"/>
            </a:br>
            <a:r>
              <a:rPr lang="en-US"/>
              <a:t>do not adjust the position</a:t>
            </a:r>
          </a:p>
          <a:p>
            <a:pPr lvl="1"/>
            <a:r>
              <a:rPr lang="en-US"/>
              <a:t>Confidential information statement should be included in the bottom </a:t>
            </a:r>
            <a:br>
              <a:rPr lang="en-US"/>
            </a:br>
            <a:r>
              <a:rPr lang="en-US"/>
              <a:t>right corner alongside the slide number and </a:t>
            </a:r>
            <a:r>
              <a:rPr lang="en-US" err="1"/>
              <a:t>BeOne</a:t>
            </a:r>
            <a:r>
              <a:rPr lang="en-US"/>
              <a:t> symbol</a:t>
            </a:r>
          </a:p>
          <a:p>
            <a:pPr lvl="1"/>
            <a:r>
              <a:rPr lang="en-US"/>
              <a:t>Include footnotes and references in the bottom left area indicated</a:t>
            </a:r>
            <a:br>
              <a:rPr lang="en-US"/>
            </a:br>
            <a:r>
              <a:rPr lang="en-US"/>
              <a:t>on each slide. Footnotes should be Poppins Regular, 7pt, Black, Text 1,</a:t>
            </a:r>
            <a:br>
              <a:rPr lang="en-US"/>
            </a:br>
            <a:r>
              <a:rPr lang="en-US"/>
              <a:t>Lighter 35%</a:t>
            </a:r>
          </a:p>
          <a:p>
            <a:endParaRPr lang="en-US"/>
          </a:p>
        </p:txBody>
      </p:sp>
      <p:sp>
        <p:nvSpPr>
          <p:cNvPr id="18" name="Content Placeholder 8">
            <a:extLst>
              <a:ext uri="{FF2B5EF4-FFF2-40B4-BE49-F238E27FC236}">
                <a16:creationId xmlns:a16="http://schemas.microsoft.com/office/drawing/2014/main" id="{73D56C51-DC24-F4F0-1245-C31AB01F01A6}"/>
              </a:ext>
            </a:extLst>
          </p:cNvPr>
          <p:cNvSpPr>
            <a:spLocks noGrp="1"/>
          </p:cNvSpPr>
          <p:nvPr userDrawn="1"/>
        </p:nvSpPr>
        <p:spPr>
          <a:xfrm>
            <a:off x="6327648" y="1463040"/>
            <a:ext cx="5495544" cy="454714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r:embed="rId2">
                  <a:extLst>
                    <a:ext uri="{96DAC541-7B7A-43D3-8B79-37D633B846F1}">
                      <asvg:svgBlip xmlns:asvg="http://schemas.microsoft.com/office/drawing/2016/SVG/main" r:embed="rId3"/>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r:embed="rId4">
                  <a:extLst>
                    <a:ext uri="{96DAC541-7B7A-43D3-8B79-37D633B846F1}">
                      <asvg:svgBlip xmlns:asvg="http://schemas.microsoft.com/office/drawing/2016/SVG/main" r:embed="rId5"/>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Editing &amp; Formatting</a:t>
            </a:r>
          </a:p>
          <a:p>
            <a:pPr lvl="1"/>
            <a:r>
              <a:rPr lang="en-US"/>
              <a:t>Capitalize first letter of first word in bullets</a:t>
            </a:r>
          </a:p>
          <a:p>
            <a:pPr lvl="1"/>
            <a:r>
              <a:rPr lang="en-US"/>
              <a:t>No period at end of bullets</a:t>
            </a:r>
          </a:p>
          <a:p>
            <a:pPr lvl="1"/>
            <a:r>
              <a:rPr lang="en-US"/>
              <a:t>Please ensure all fonts are set to Poppins for text, charts, etc.</a:t>
            </a:r>
          </a:p>
          <a:p>
            <a:pPr lvl="1"/>
            <a:r>
              <a:rPr lang="en-US"/>
              <a:t>All bullets should use Red</a:t>
            </a:r>
          </a:p>
          <a:p>
            <a:pPr lvl="1"/>
            <a:r>
              <a:rPr lang="en-US"/>
              <a:t>Please use Oxford Blue &amp; Dark Blue for charts and graphs</a:t>
            </a:r>
          </a:p>
          <a:p>
            <a:pPr lvl="1"/>
            <a:r>
              <a:rPr lang="en-US"/>
              <a:t>Please refer to instructions for updating/adding images to slides that have been incorporated into the placeholder images throughout the template</a:t>
            </a:r>
          </a:p>
          <a:p>
            <a:pPr marL="0" lvl="1" indent="0">
              <a:spcBef>
                <a:spcPts val="1600"/>
              </a:spcBef>
              <a:buNone/>
            </a:pPr>
            <a:r>
              <a:rPr lang="en-US" sz="1200" b="1" i="0" kern="1200">
                <a:solidFill>
                  <a:schemeClr val="tx1"/>
                </a:solidFill>
                <a:latin typeface="+mj-lt"/>
                <a:ea typeface="Verdana" panose="020B0604030504040204" pitchFamily="34" charset="0"/>
                <a:cs typeface="Verdana" panose="020B0604030504040204" pitchFamily="34" charset="0"/>
              </a:rPr>
              <a:t>Best Practices</a:t>
            </a:r>
          </a:p>
          <a:p>
            <a:pPr lvl="1"/>
            <a:r>
              <a:rPr lang="en-US"/>
              <a:t>When pasting content from a different deck, click “Reset,” located under “Layout” in the Home tool bar to match slide formatting to current layout</a:t>
            </a:r>
          </a:p>
          <a:p>
            <a:pPr lvl="1"/>
            <a:r>
              <a:rPr lang="en-US"/>
              <a:t>Delete extra “Themes” in the “Layout” panel to ensure consistency </a:t>
            </a:r>
            <a:br>
              <a:rPr lang="en-US"/>
            </a:br>
            <a:r>
              <a:rPr lang="en-US"/>
              <a:t>and reduce file size</a:t>
            </a:r>
          </a:p>
          <a:p>
            <a:pPr lvl="1"/>
            <a:r>
              <a:rPr lang="en-US"/>
              <a:t>Sample layouts are included in this document to aid slide design</a:t>
            </a:r>
          </a:p>
          <a:p>
            <a:endParaRPr lang="en-US"/>
          </a:p>
        </p:txBody>
      </p:sp>
      <p:sp>
        <p:nvSpPr>
          <p:cNvPr id="19" name="Title 1">
            <a:extLst>
              <a:ext uri="{FF2B5EF4-FFF2-40B4-BE49-F238E27FC236}">
                <a16:creationId xmlns:a16="http://schemas.microsoft.com/office/drawing/2014/main" id="{7C96BC8F-ED84-A0DB-2D03-249239276FB0}"/>
              </a:ext>
            </a:extLst>
          </p:cNvPr>
          <p:cNvSpPr txBox="1">
            <a:spLocks/>
          </p:cNvSpPr>
          <p:nvPr userDrawn="1"/>
        </p:nvSpPr>
        <p:spPr>
          <a:xfrm>
            <a:off x="356616" y="274320"/>
            <a:ext cx="11466576" cy="430887"/>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Quick Start</a:t>
            </a:r>
          </a:p>
        </p:txBody>
      </p:sp>
    </p:spTree>
    <p:extLst>
      <p:ext uri="{BB962C8B-B14F-4D97-AF65-F5344CB8AC3E}">
        <p14:creationId xmlns:p14="http://schemas.microsoft.com/office/powerpoint/2010/main" val="299347827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emplate Palette Colo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endParaRPr lang="en-US"/>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Box 53">
            <a:extLst>
              <a:ext uri="{FF2B5EF4-FFF2-40B4-BE49-F238E27FC236}">
                <a16:creationId xmlns:a16="http://schemas.microsoft.com/office/drawing/2014/main" id="{F3ED04DA-B50D-319B-EF24-190136BCF092}"/>
              </a:ext>
            </a:extLst>
          </p:cNvPr>
          <p:cNvSpPr txBox="1">
            <a:spLocks noChangeArrowheads="1"/>
          </p:cNvSpPr>
          <p:nvPr userDrawn="1"/>
        </p:nvSpPr>
        <p:spPr bwMode="gray">
          <a:xfrm>
            <a:off x="358337" y="1438948"/>
            <a:ext cx="1298228"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200" b="1" i="0">
                <a:solidFill>
                  <a:schemeClr val="tx2"/>
                </a:solidFill>
                <a:latin typeface="+mj-lt"/>
              </a:rPr>
              <a:t>Primary Colors</a:t>
            </a:r>
          </a:p>
        </p:txBody>
      </p:sp>
      <p:sp>
        <p:nvSpPr>
          <p:cNvPr id="6" name="Rectangle: Rounded Corners 8">
            <a:extLst>
              <a:ext uri="{FF2B5EF4-FFF2-40B4-BE49-F238E27FC236}">
                <a16:creationId xmlns:a16="http://schemas.microsoft.com/office/drawing/2014/main" id="{ACCCE185-2AFD-9461-CAE0-200067EF2B88}"/>
              </a:ext>
            </a:extLst>
          </p:cNvPr>
          <p:cNvSpPr/>
          <p:nvPr userDrawn="1"/>
        </p:nvSpPr>
        <p:spPr>
          <a:xfrm>
            <a:off x="1921767" y="1772570"/>
            <a:ext cx="1013780" cy="1013780"/>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r>
              <a:rPr lang="en-US" sz="1000" b="0" i="0">
                <a:solidFill>
                  <a:schemeClr val="bg1"/>
                </a:solidFill>
                <a:latin typeface="+mn-lt"/>
              </a:rPr>
              <a:t>Oxford Blue</a:t>
            </a:r>
          </a:p>
          <a:p>
            <a:pPr lvl="0" algn="ctr"/>
            <a:r>
              <a:rPr lang="en-US" sz="1000" b="0" i="0">
                <a:solidFill>
                  <a:schemeClr val="bg1"/>
                </a:solidFill>
                <a:latin typeface="+mn-lt"/>
              </a:rPr>
              <a:t>15,36,69</a:t>
            </a:r>
          </a:p>
        </p:txBody>
      </p:sp>
      <p:sp>
        <p:nvSpPr>
          <p:cNvPr id="7" name="Rectangle: Rounded Corners 10">
            <a:extLst>
              <a:ext uri="{FF2B5EF4-FFF2-40B4-BE49-F238E27FC236}">
                <a16:creationId xmlns:a16="http://schemas.microsoft.com/office/drawing/2014/main" id="{1C710C03-B535-ADE8-2DDB-5AA91DDBEBD8}"/>
              </a:ext>
            </a:extLst>
          </p:cNvPr>
          <p:cNvSpPr/>
          <p:nvPr userDrawn="1"/>
        </p:nvSpPr>
        <p:spPr>
          <a:xfrm>
            <a:off x="3482927" y="1772570"/>
            <a:ext cx="1013780" cy="1013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Midnight Blue</a:t>
            </a:r>
          </a:p>
          <a:p>
            <a:pPr lvl="0" algn="ctr"/>
            <a:r>
              <a:rPr lang="en-US" sz="1000" b="0" i="0">
                <a:solidFill>
                  <a:schemeClr val="bg1"/>
                </a:solidFill>
                <a:latin typeface="+mn-lt"/>
              </a:rPr>
              <a:t>40,51,74</a:t>
            </a:r>
          </a:p>
        </p:txBody>
      </p:sp>
      <p:sp>
        <p:nvSpPr>
          <p:cNvPr id="8" name="Rectangle: Rounded Corners 15">
            <a:extLst>
              <a:ext uri="{FF2B5EF4-FFF2-40B4-BE49-F238E27FC236}">
                <a16:creationId xmlns:a16="http://schemas.microsoft.com/office/drawing/2014/main" id="{CC28E212-70AF-1C31-1496-728504AE3DCC}"/>
              </a:ext>
            </a:extLst>
          </p:cNvPr>
          <p:cNvSpPr/>
          <p:nvPr userDrawn="1"/>
        </p:nvSpPr>
        <p:spPr>
          <a:xfrm>
            <a:off x="358337" y="1772570"/>
            <a:ext cx="1013780" cy="10137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Red</a:t>
            </a:r>
          </a:p>
          <a:p>
            <a:pPr lvl="0" algn="ctr"/>
            <a:r>
              <a:rPr lang="en-US" sz="1000" b="0" i="0">
                <a:solidFill>
                  <a:schemeClr val="bg1"/>
                </a:solidFill>
                <a:latin typeface="+mn-lt"/>
              </a:rPr>
              <a:t>214,43,30</a:t>
            </a:r>
          </a:p>
        </p:txBody>
      </p:sp>
      <p:sp>
        <p:nvSpPr>
          <p:cNvPr id="10" name="Text Box 53">
            <a:extLst>
              <a:ext uri="{FF2B5EF4-FFF2-40B4-BE49-F238E27FC236}">
                <a16:creationId xmlns:a16="http://schemas.microsoft.com/office/drawing/2014/main" id="{D391FF2E-F5A7-62D1-B3B4-3B8CE40E25A7}"/>
              </a:ext>
            </a:extLst>
          </p:cNvPr>
          <p:cNvSpPr txBox="1">
            <a:spLocks noChangeArrowheads="1"/>
          </p:cNvSpPr>
          <p:nvPr userDrawn="1"/>
        </p:nvSpPr>
        <p:spPr bwMode="gray">
          <a:xfrm>
            <a:off x="358337" y="3074691"/>
            <a:ext cx="1561160"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Secondary Colors</a:t>
            </a:r>
          </a:p>
        </p:txBody>
      </p:sp>
      <p:sp>
        <p:nvSpPr>
          <p:cNvPr id="12" name="Rectangle: Rounded Corners 11">
            <a:extLst>
              <a:ext uri="{FF2B5EF4-FFF2-40B4-BE49-F238E27FC236}">
                <a16:creationId xmlns:a16="http://schemas.microsoft.com/office/drawing/2014/main" id="{E78166D4-88E8-450F-2F63-3C83A0F41D05}"/>
              </a:ext>
            </a:extLst>
          </p:cNvPr>
          <p:cNvSpPr/>
          <p:nvPr userDrawn="1"/>
        </p:nvSpPr>
        <p:spPr>
          <a:xfrm>
            <a:off x="358337" y="3408313"/>
            <a:ext cx="1013780" cy="1013780"/>
          </a:xfrm>
          <a:prstGeom prst="ellipse">
            <a:avLst/>
          </a:prstGeom>
          <a:solidFill>
            <a:srgbClr val="003A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Dark Blue*</a:t>
            </a:r>
          </a:p>
          <a:p>
            <a:pPr lvl="0" algn="ctr"/>
            <a:r>
              <a:rPr lang="en-US" sz="1000" b="0" i="0">
                <a:solidFill>
                  <a:schemeClr val="bg1"/>
                </a:solidFill>
                <a:latin typeface="+mn-lt"/>
              </a:rPr>
              <a:t>0,58,112</a:t>
            </a:r>
          </a:p>
        </p:txBody>
      </p:sp>
      <p:sp>
        <p:nvSpPr>
          <p:cNvPr id="13" name="Rectangle: Rounded Corners 13">
            <a:extLst>
              <a:ext uri="{FF2B5EF4-FFF2-40B4-BE49-F238E27FC236}">
                <a16:creationId xmlns:a16="http://schemas.microsoft.com/office/drawing/2014/main" id="{79D4F712-CBFF-73CF-7BB9-38D26D61B93A}"/>
              </a:ext>
            </a:extLst>
          </p:cNvPr>
          <p:cNvSpPr/>
          <p:nvPr userDrawn="1"/>
        </p:nvSpPr>
        <p:spPr>
          <a:xfrm>
            <a:off x="1921767" y="5044057"/>
            <a:ext cx="1013780" cy="1013780"/>
          </a:xfrm>
          <a:prstGeom prst="ellipse">
            <a:avLst/>
          </a:prstGeom>
          <a:solidFill>
            <a:srgbClr val="D9D9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2"/>
                </a:solidFill>
                <a:latin typeface="+mn-lt"/>
              </a:rPr>
              <a:t>Cloud*</a:t>
            </a:r>
          </a:p>
          <a:p>
            <a:pPr lvl="0" algn="ctr"/>
            <a:r>
              <a:rPr lang="en-US" sz="1000" b="0" i="0">
                <a:solidFill>
                  <a:schemeClr val="tx2"/>
                </a:solidFill>
                <a:latin typeface="+mn-lt"/>
              </a:rPr>
              <a:t>217,217,214</a:t>
            </a:r>
          </a:p>
        </p:txBody>
      </p:sp>
      <p:sp>
        <p:nvSpPr>
          <p:cNvPr id="14" name="Text Box 53">
            <a:extLst>
              <a:ext uri="{FF2B5EF4-FFF2-40B4-BE49-F238E27FC236}">
                <a16:creationId xmlns:a16="http://schemas.microsoft.com/office/drawing/2014/main" id="{AB0E5B66-15BD-D995-9918-2EB6D2AF4191}"/>
              </a:ext>
            </a:extLst>
          </p:cNvPr>
          <p:cNvSpPr txBox="1">
            <a:spLocks noChangeArrowheads="1"/>
          </p:cNvSpPr>
          <p:nvPr userDrawn="1"/>
        </p:nvSpPr>
        <p:spPr bwMode="gray">
          <a:xfrm>
            <a:off x="358336" y="4710435"/>
            <a:ext cx="1254406"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Neutral Colors</a:t>
            </a:r>
          </a:p>
        </p:txBody>
      </p:sp>
      <p:sp>
        <p:nvSpPr>
          <p:cNvPr id="15" name="Rectangle: Rounded Corners 12">
            <a:extLst>
              <a:ext uri="{FF2B5EF4-FFF2-40B4-BE49-F238E27FC236}">
                <a16:creationId xmlns:a16="http://schemas.microsoft.com/office/drawing/2014/main" id="{18A8E9BD-8BB0-523B-9ADC-3094B07EEFE0}"/>
              </a:ext>
            </a:extLst>
          </p:cNvPr>
          <p:cNvSpPr/>
          <p:nvPr userDrawn="1"/>
        </p:nvSpPr>
        <p:spPr>
          <a:xfrm>
            <a:off x="360607" y="5044057"/>
            <a:ext cx="1013780" cy="1013780"/>
          </a:xfrm>
          <a:prstGeom prst="ellipse">
            <a:avLst/>
          </a:prstGeom>
          <a:solidFill>
            <a:srgbClr val="8278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Greystone*</a:t>
            </a:r>
          </a:p>
          <a:p>
            <a:pPr lvl="0" algn="ctr"/>
            <a:r>
              <a:rPr lang="en-US" sz="1000" b="0" i="0">
                <a:solidFill>
                  <a:schemeClr val="bg1"/>
                </a:solidFill>
                <a:latin typeface="+mn-lt"/>
              </a:rPr>
              <a:t>130,120,112</a:t>
            </a:r>
          </a:p>
        </p:txBody>
      </p:sp>
      <p:sp>
        <p:nvSpPr>
          <p:cNvPr id="17" name="Rectangle: Rounded Corners 13">
            <a:extLst>
              <a:ext uri="{FF2B5EF4-FFF2-40B4-BE49-F238E27FC236}">
                <a16:creationId xmlns:a16="http://schemas.microsoft.com/office/drawing/2014/main" id="{78D5C597-A8EE-83B8-E57C-D7AA569D56E7}"/>
              </a:ext>
            </a:extLst>
          </p:cNvPr>
          <p:cNvSpPr/>
          <p:nvPr userDrawn="1"/>
        </p:nvSpPr>
        <p:spPr>
          <a:xfrm>
            <a:off x="3482927" y="5044057"/>
            <a:ext cx="1013780" cy="1013780"/>
          </a:xfrm>
          <a:prstGeom prst="ellipse">
            <a:avLst/>
          </a:prstGeom>
          <a:solidFill>
            <a:srgbClr val="96A3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Slate*</a:t>
            </a:r>
          </a:p>
          <a:p>
            <a:pPr lvl="0" algn="ctr"/>
            <a:r>
              <a:rPr lang="en-US" sz="1000" b="0" i="0">
                <a:solidFill>
                  <a:schemeClr val="bg1"/>
                </a:solidFill>
                <a:latin typeface="+mn-lt"/>
              </a:rPr>
              <a:t>150,163,173</a:t>
            </a:r>
          </a:p>
        </p:txBody>
      </p:sp>
      <p:sp>
        <p:nvSpPr>
          <p:cNvPr id="18" name="Rectangle: Rounded Corners 13">
            <a:extLst>
              <a:ext uri="{FF2B5EF4-FFF2-40B4-BE49-F238E27FC236}">
                <a16:creationId xmlns:a16="http://schemas.microsoft.com/office/drawing/2014/main" id="{EF5891AC-4356-57DE-FBF8-10FEEEFD5351}"/>
              </a:ext>
            </a:extLst>
          </p:cNvPr>
          <p:cNvSpPr/>
          <p:nvPr userDrawn="1"/>
        </p:nvSpPr>
        <p:spPr>
          <a:xfrm>
            <a:off x="5044087" y="5044057"/>
            <a:ext cx="1013780" cy="1013780"/>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Black</a:t>
            </a:r>
          </a:p>
          <a:p>
            <a:pPr lvl="0" algn="ctr"/>
            <a:r>
              <a:rPr lang="en-US" sz="1000" b="0" i="0">
                <a:solidFill>
                  <a:schemeClr val="bg1"/>
                </a:solidFill>
                <a:latin typeface="+mn-lt"/>
              </a:rPr>
              <a:t>0,0,0</a:t>
            </a:r>
          </a:p>
        </p:txBody>
      </p:sp>
      <p:grpSp>
        <p:nvGrpSpPr>
          <p:cNvPr id="9" name="Group 8">
            <a:extLst>
              <a:ext uri="{FF2B5EF4-FFF2-40B4-BE49-F238E27FC236}">
                <a16:creationId xmlns:a16="http://schemas.microsoft.com/office/drawing/2014/main" id="{7DE6F460-F039-D6C9-4766-2EBE35E29331}"/>
              </a:ext>
            </a:extLst>
          </p:cNvPr>
          <p:cNvGrpSpPr/>
          <p:nvPr userDrawn="1"/>
        </p:nvGrpSpPr>
        <p:grpSpPr>
          <a:xfrm>
            <a:off x="9000709" y="1585514"/>
            <a:ext cx="2820982" cy="2819431"/>
            <a:chOff x="9000709" y="1585514"/>
            <a:chExt cx="2820982" cy="2819431"/>
          </a:xfrm>
        </p:grpSpPr>
        <p:sp>
          <p:nvSpPr>
            <p:cNvPr id="20" name="Rounded Rectangle 19">
              <a:extLst>
                <a:ext uri="{FF2B5EF4-FFF2-40B4-BE49-F238E27FC236}">
                  <a16:creationId xmlns:a16="http://schemas.microsoft.com/office/drawing/2014/main" id="{D0CEBEA7-0194-591F-D96F-CFC59DBEF499}"/>
                </a:ext>
              </a:extLst>
            </p:cNvPr>
            <p:cNvSpPr/>
            <p:nvPr/>
          </p:nvSpPr>
          <p:spPr>
            <a:xfrm>
              <a:off x="9000709" y="1585514"/>
              <a:ext cx="2820982" cy="2819431"/>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lnSpc>
                  <a:spcPts val="2160"/>
                </a:lnSpc>
              </a:pPr>
              <a:r>
                <a:rPr lang="en-US" sz="1800">
                  <a:solidFill>
                    <a:schemeClr val="tx2"/>
                  </a:solidFill>
                </a:rPr>
                <a:t>*Use the </a:t>
              </a:r>
              <a:br>
                <a:rPr lang="en-US" sz="1800">
                  <a:solidFill>
                    <a:schemeClr val="tx2"/>
                  </a:solidFill>
                </a:rPr>
              </a:br>
              <a:r>
                <a:rPr lang="en-US" sz="1800">
                  <a:solidFill>
                    <a:schemeClr val="tx2"/>
                  </a:solidFill>
                </a:rPr>
                <a:t>eyedropper tool    </a:t>
              </a:r>
              <a:br>
                <a:rPr lang="en-US" sz="1800">
                  <a:solidFill>
                    <a:schemeClr val="tx2"/>
                  </a:solidFill>
                </a:rPr>
              </a:br>
              <a:r>
                <a:rPr lang="en-US" sz="1800">
                  <a:solidFill>
                    <a:schemeClr val="tx2"/>
                  </a:solidFill>
                </a:rPr>
                <a:t>to select and apply </a:t>
              </a:r>
              <a:br>
                <a:rPr lang="en-US" sz="1800">
                  <a:solidFill>
                    <a:schemeClr val="tx2"/>
                  </a:solidFill>
                </a:rPr>
              </a:br>
              <a:r>
                <a:rPr lang="en-US" sz="1800">
                  <a:solidFill>
                    <a:schemeClr val="tx2"/>
                  </a:solidFill>
                </a:rPr>
                <a:t>these colors, as they</a:t>
              </a:r>
              <a:br>
                <a:rPr lang="en-US" sz="1800">
                  <a:solidFill>
                    <a:schemeClr val="tx2"/>
                  </a:solidFill>
                </a:rPr>
              </a:br>
              <a:r>
                <a:rPr lang="en-US" sz="1800">
                  <a:solidFill>
                    <a:schemeClr val="tx2"/>
                  </a:solidFill>
                </a:rPr>
                <a:t>are not part</a:t>
              </a:r>
              <a:br>
                <a:rPr lang="en-US" sz="1800">
                  <a:solidFill>
                    <a:schemeClr val="tx2"/>
                  </a:solidFill>
                </a:rPr>
              </a:br>
              <a:r>
                <a:rPr lang="en-US" sz="1800">
                  <a:solidFill>
                    <a:schemeClr val="tx2"/>
                  </a:solidFill>
                </a:rPr>
                <a:t>of the theme.</a:t>
              </a:r>
            </a:p>
          </p:txBody>
        </p:sp>
        <p:grpSp>
          <p:nvGrpSpPr>
            <p:cNvPr id="21" name="Group 20">
              <a:extLst>
                <a:ext uri="{FF2B5EF4-FFF2-40B4-BE49-F238E27FC236}">
                  <a16:creationId xmlns:a16="http://schemas.microsoft.com/office/drawing/2014/main" id="{86EE2006-349D-9617-D3D3-8250EF988FCA}"/>
                </a:ext>
              </a:extLst>
            </p:cNvPr>
            <p:cNvGrpSpPr/>
            <p:nvPr/>
          </p:nvGrpSpPr>
          <p:grpSpPr>
            <a:xfrm>
              <a:off x="11242573" y="2420732"/>
              <a:ext cx="213243" cy="270310"/>
              <a:chOff x="10365684" y="3826566"/>
              <a:chExt cx="213243" cy="270310"/>
            </a:xfrm>
          </p:grpSpPr>
          <p:sp>
            <p:nvSpPr>
              <p:cNvPr id="22" name="Freeform 21">
                <a:extLst>
                  <a:ext uri="{FF2B5EF4-FFF2-40B4-BE49-F238E27FC236}">
                    <a16:creationId xmlns:a16="http://schemas.microsoft.com/office/drawing/2014/main" id="{456409D6-352F-00F6-A0D3-7A2E6B127598}"/>
                  </a:ext>
                </a:extLst>
              </p:cNvPr>
              <p:cNvSpPr/>
              <p:nvPr/>
            </p:nvSpPr>
            <p:spPr>
              <a:xfrm>
                <a:off x="10365684" y="3906691"/>
                <a:ext cx="155891" cy="190185"/>
              </a:xfrm>
              <a:custGeom>
                <a:avLst/>
                <a:gdLst>
                  <a:gd name="connsiteX0" fmla="*/ 113850 w 155891"/>
                  <a:gd name="connsiteY0" fmla="*/ 0 h 190185"/>
                  <a:gd name="connsiteX1" fmla="*/ 17125 w 155891"/>
                  <a:gd name="connsiteY1" fmla="*/ 127350 h 190185"/>
                  <a:gd name="connsiteX2" fmla="*/ 11749 w 155891"/>
                  <a:gd name="connsiteY2" fmla="*/ 143870 h 190185"/>
                  <a:gd name="connsiteX3" fmla="*/ 2185 w 155891"/>
                  <a:gd name="connsiteY3" fmla="*/ 172973 h 190185"/>
                  <a:gd name="connsiteX4" fmla="*/ 2185 w 155891"/>
                  <a:gd name="connsiteY4" fmla="*/ 172973 h 190185"/>
                  <a:gd name="connsiteX5" fmla="*/ 4229 w 155891"/>
                  <a:gd name="connsiteY5" fmla="*/ 187998 h 190185"/>
                  <a:gd name="connsiteX6" fmla="*/ 4229 w 155891"/>
                  <a:gd name="connsiteY6" fmla="*/ 187998 h 190185"/>
                  <a:gd name="connsiteX7" fmla="*/ 19241 w 155891"/>
                  <a:gd name="connsiteY7" fmla="*/ 185952 h 190185"/>
                  <a:gd name="connsiteX8" fmla="*/ 19241 w 155891"/>
                  <a:gd name="connsiteY8" fmla="*/ 185952 h 190185"/>
                  <a:gd name="connsiteX9" fmla="*/ 44699 w 155891"/>
                  <a:gd name="connsiteY9" fmla="*/ 168942 h 190185"/>
                  <a:gd name="connsiteX10" fmla="*/ 59166 w 155891"/>
                  <a:gd name="connsiteY10" fmla="*/ 159340 h 190185"/>
                  <a:gd name="connsiteX11" fmla="*/ 155892 w 155891"/>
                  <a:gd name="connsiteY11" fmla="*/ 31990 h 19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5891" h="190185">
                    <a:moveTo>
                      <a:pt x="113850" y="0"/>
                    </a:moveTo>
                    <a:lnTo>
                      <a:pt x="17125" y="127350"/>
                    </a:lnTo>
                    <a:cubicBezTo>
                      <a:pt x="13376" y="132286"/>
                      <a:pt x="11627" y="138118"/>
                      <a:pt x="11749" y="143870"/>
                    </a:cubicBezTo>
                    <a:cubicBezTo>
                      <a:pt x="11970" y="154367"/>
                      <a:pt x="8533" y="164616"/>
                      <a:pt x="2185" y="172973"/>
                    </a:cubicBezTo>
                    <a:lnTo>
                      <a:pt x="2185" y="172973"/>
                    </a:lnTo>
                    <a:cubicBezTo>
                      <a:pt x="-1396" y="177688"/>
                      <a:pt x="-479" y="184414"/>
                      <a:pt x="4229" y="187998"/>
                    </a:cubicBezTo>
                    <a:lnTo>
                      <a:pt x="4229" y="187998"/>
                    </a:lnTo>
                    <a:cubicBezTo>
                      <a:pt x="8940" y="191582"/>
                      <a:pt x="15660" y="190667"/>
                      <a:pt x="19241" y="185952"/>
                    </a:cubicBezTo>
                    <a:lnTo>
                      <a:pt x="19241" y="185952"/>
                    </a:lnTo>
                    <a:cubicBezTo>
                      <a:pt x="25589" y="177595"/>
                      <a:pt x="34534" y="171539"/>
                      <a:pt x="44699" y="168942"/>
                    </a:cubicBezTo>
                    <a:cubicBezTo>
                      <a:pt x="50269" y="167519"/>
                      <a:pt x="55415" y="164275"/>
                      <a:pt x="59166" y="159340"/>
                    </a:cubicBezTo>
                    <a:lnTo>
                      <a:pt x="155892" y="31990"/>
                    </a:lnTo>
                  </a:path>
                </a:pathLst>
              </a:custGeom>
              <a:noFill/>
              <a:ln w="7579" cap="flat">
                <a:solidFill>
                  <a:schemeClr val="accent3"/>
                </a:solid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1E460BE5-0C7D-A5DD-6C2C-670C7E294EA8}"/>
                  </a:ext>
                </a:extLst>
              </p:cNvPr>
              <p:cNvSpPr/>
              <p:nvPr/>
            </p:nvSpPr>
            <p:spPr>
              <a:xfrm>
                <a:off x="10462057" y="3826566"/>
                <a:ext cx="116870" cy="124997"/>
              </a:xfrm>
              <a:custGeom>
                <a:avLst/>
                <a:gdLst>
                  <a:gd name="connsiteX0" fmla="*/ 88056 w 116870"/>
                  <a:gd name="connsiteY0" fmla="*/ 67881 h 124997"/>
                  <a:gd name="connsiteX1" fmla="*/ 112305 w 116870"/>
                  <a:gd name="connsiteY1" fmla="*/ 35955 h 124997"/>
                  <a:gd name="connsiteX2" fmla="*/ 108033 w 116870"/>
                  <a:gd name="connsiteY2" fmla="*/ 4569 h 124997"/>
                  <a:gd name="connsiteX3" fmla="*/ 108033 w 116870"/>
                  <a:gd name="connsiteY3" fmla="*/ 4569 h 124997"/>
                  <a:gd name="connsiteX4" fmla="*/ 76676 w 116870"/>
                  <a:gd name="connsiteY4" fmla="*/ 8845 h 124997"/>
                  <a:gd name="connsiteX5" fmla="*/ 52427 w 116870"/>
                  <a:gd name="connsiteY5" fmla="*/ 40771 h 124997"/>
                  <a:gd name="connsiteX6" fmla="*/ 36719 w 116870"/>
                  <a:gd name="connsiteY6" fmla="*/ 47183 h 124997"/>
                  <a:gd name="connsiteX7" fmla="*/ 879 w 116870"/>
                  <a:gd name="connsiteY7" fmla="*/ 62078 h 124997"/>
                  <a:gd name="connsiteX8" fmla="*/ 879 w 116870"/>
                  <a:gd name="connsiteY8" fmla="*/ 62078 h 124997"/>
                  <a:gd name="connsiteX9" fmla="*/ 1700 w 116870"/>
                  <a:gd name="connsiteY9" fmla="*/ 68120 h 124997"/>
                  <a:gd name="connsiteX10" fmla="*/ 75293 w 116870"/>
                  <a:gd name="connsiteY10" fmla="*/ 124118 h 124997"/>
                  <a:gd name="connsiteX11" fmla="*/ 81331 w 116870"/>
                  <a:gd name="connsiteY11" fmla="*/ 123295 h 124997"/>
                  <a:gd name="connsiteX12" fmla="*/ 81331 w 116870"/>
                  <a:gd name="connsiteY12" fmla="*/ 123295 h 124997"/>
                  <a:gd name="connsiteX13" fmla="*/ 86084 w 116870"/>
                  <a:gd name="connsiteY13" fmla="*/ 84747 h 124997"/>
                  <a:gd name="connsiteX14" fmla="*/ 88053 w 116870"/>
                  <a:gd name="connsiteY14" fmla="*/ 67881 h 124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870" h="124997">
                    <a:moveTo>
                      <a:pt x="88056" y="67881"/>
                    </a:moveTo>
                    <a:lnTo>
                      <a:pt x="112305" y="35955"/>
                    </a:lnTo>
                    <a:cubicBezTo>
                      <a:pt x="119786" y="26107"/>
                      <a:pt x="117872" y="12056"/>
                      <a:pt x="108033" y="4569"/>
                    </a:cubicBezTo>
                    <a:lnTo>
                      <a:pt x="108033" y="4569"/>
                    </a:lnTo>
                    <a:cubicBezTo>
                      <a:pt x="98195" y="-2918"/>
                      <a:pt x="84156" y="-1003"/>
                      <a:pt x="76676" y="8845"/>
                    </a:cubicBezTo>
                    <a:lnTo>
                      <a:pt x="52427" y="40771"/>
                    </a:lnTo>
                    <a:cubicBezTo>
                      <a:pt x="48747" y="45613"/>
                      <a:pt x="42742" y="47989"/>
                      <a:pt x="36719" y="47183"/>
                    </a:cubicBezTo>
                    <a:cubicBezTo>
                      <a:pt x="23424" y="45403"/>
                      <a:pt x="9577" y="50626"/>
                      <a:pt x="879" y="62078"/>
                    </a:cubicBezTo>
                    <a:lnTo>
                      <a:pt x="879" y="62078"/>
                    </a:lnTo>
                    <a:cubicBezTo>
                      <a:pt x="-562" y="63975"/>
                      <a:pt x="-192" y="66678"/>
                      <a:pt x="1700" y="68120"/>
                    </a:cubicBezTo>
                    <a:lnTo>
                      <a:pt x="75293" y="124118"/>
                    </a:lnTo>
                    <a:cubicBezTo>
                      <a:pt x="77189" y="125560"/>
                      <a:pt x="79890" y="125190"/>
                      <a:pt x="81331" y="123295"/>
                    </a:cubicBezTo>
                    <a:lnTo>
                      <a:pt x="81331" y="123295"/>
                    </a:lnTo>
                    <a:cubicBezTo>
                      <a:pt x="90029" y="111844"/>
                      <a:pt x="91355" y="97093"/>
                      <a:pt x="86084" y="84747"/>
                    </a:cubicBezTo>
                    <a:cubicBezTo>
                      <a:pt x="83696" y="79154"/>
                      <a:pt x="84377" y="72723"/>
                      <a:pt x="88053" y="67881"/>
                    </a:cubicBezTo>
                    <a:close/>
                  </a:path>
                </a:pathLst>
              </a:custGeom>
              <a:solidFill>
                <a:schemeClr val="accent3"/>
              </a:solidFill>
              <a:ln w="256" cap="flat">
                <a:noFill/>
                <a:prstDash val="solid"/>
                <a:miter/>
              </a:ln>
            </p:spPr>
            <p:txBody>
              <a:bodyPr rtlCol="0" anchor="ctr"/>
              <a:lstStyle/>
              <a:p>
                <a:endParaRPr lang="en-US"/>
              </a:p>
            </p:txBody>
          </p:sp>
        </p:grpSp>
      </p:grpSp>
      <p:sp>
        <p:nvSpPr>
          <p:cNvPr id="24" name="Title 1">
            <a:extLst>
              <a:ext uri="{FF2B5EF4-FFF2-40B4-BE49-F238E27FC236}">
                <a16:creationId xmlns:a16="http://schemas.microsoft.com/office/drawing/2014/main" id="{65119192-0C91-7840-979B-91546FF0291D}"/>
              </a:ext>
            </a:extLst>
          </p:cNvPr>
          <p:cNvSpPr txBox="1">
            <a:spLocks/>
          </p:cNvSpPr>
          <p:nvPr userDrawn="1"/>
        </p:nvSpPr>
        <p:spPr>
          <a:xfrm>
            <a:off x="356616" y="274320"/>
            <a:ext cx="11466576"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Template Palette Colors</a:t>
            </a:r>
            <a:br>
              <a:rPr lang="en-US" sz="1400"/>
            </a:br>
            <a:r>
              <a:rPr lang="en-US" sz="2000" b="0">
                <a:latin typeface="+mn-lt"/>
              </a:rPr>
              <a:t>RGB Values</a:t>
            </a:r>
            <a:endParaRPr lang="en-US" sz="2800" b="0"/>
          </a:p>
        </p:txBody>
      </p:sp>
      <p:sp>
        <p:nvSpPr>
          <p:cNvPr id="31" name="Rectangle: Rounded Corners 13">
            <a:extLst>
              <a:ext uri="{FF2B5EF4-FFF2-40B4-BE49-F238E27FC236}">
                <a16:creationId xmlns:a16="http://schemas.microsoft.com/office/drawing/2014/main" id="{8E25FC46-ECFF-700E-E004-3F093220C98B}"/>
              </a:ext>
            </a:extLst>
          </p:cNvPr>
          <p:cNvSpPr/>
          <p:nvPr userDrawn="1"/>
        </p:nvSpPr>
        <p:spPr>
          <a:xfrm>
            <a:off x="5046357" y="3408313"/>
            <a:ext cx="1013780" cy="10137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Autumn Leaf</a:t>
            </a:r>
          </a:p>
          <a:p>
            <a:pPr lvl="0" algn="ctr"/>
            <a:r>
              <a:rPr lang="en-US" sz="1000" b="0" i="0">
                <a:solidFill>
                  <a:schemeClr val="bg1"/>
                </a:solidFill>
                <a:latin typeface="+mn-lt"/>
              </a:rPr>
              <a:t>235,117,0</a:t>
            </a:r>
          </a:p>
        </p:txBody>
      </p:sp>
      <p:sp>
        <p:nvSpPr>
          <p:cNvPr id="32" name="Rectangle: Rounded Corners 12">
            <a:extLst>
              <a:ext uri="{FF2B5EF4-FFF2-40B4-BE49-F238E27FC236}">
                <a16:creationId xmlns:a16="http://schemas.microsoft.com/office/drawing/2014/main" id="{B91B3D21-5583-DDF3-2FCE-21373417A0AE}"/>
              </a:ext>
            </a:extLst>
          </p:cNvPr>
          <p:cNvSpPr/>
          <p:nvPr userDrawn="1"/>
        </p:nvSpPr>
        <p:spPr>
          <a:xfrm>
            <a:off x="3485197" y="3408313"/>
            <a:ext cx="1013780" cy="10137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Burgundy</a:t>
            </a:r>
          </a:p>
          <a:p>
            <a:pPr lvl="0" algn="ctr"/>
            <a:r>
              <a:rPr lang="en-US" sz="1000" b="0" i="0">
                <a:solidFill>
                  <a:schemeClr val="bg1"/>
                </a:solidFill>
                <a:latin typeface="+mn-lt"/>
              </a:rPr>
              <a:t>163,51,59</a:t>
            </a:r>
          </a:p>
        </p:txBody>
      </p:sp>
      <p:sp>
        <p:nvSpPr>
          <p:cNvPr id="33" name="Rectangle: Rounded Corners 11">
            <a:extLst>
              <a:ext uri="{FF2B5EF4-FFF2-40B4-BE49-F238E27FC236}">
                <a16:creationId xmlns:a16="http://schemas.microsoft.com/office/drawing/2014/main" id="{67239028-7F77-0FBC-1E07-09F7B90E36FE}"/>
              </a:ext>
            </a:extLst>
          </p:cNvPr>
          <p:cNvSpPr/>
          <p:nvPr userDrawn="1"/>
        </p:nvSpPr>
        <p:spPr>
          <a:xfrm>
            <a:off x="1921767" y="3408313"/>
            <a:ext cx="1013780" cy="10137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Cerulean Blue</a:t>
            </a:r>
          </a:p>
          <a:p>
            <a:pPr lvl="0" algn="ctr"/>
            <a:r>
              <a:rPr lang="en-US" sz="1000" b="0" i="0">
                <a:solidFill>
                  <a:schemeClr val="bg1"/>
                </a:solidFill>
                <a:latin typeface="+mn-lt"/>
              </a:rPr>
              <a:t>0,102,128</a:t>
            </a:r>
          </a:p>
        </p:txBody>
      </p:sp>
      <p:sp>
        <p:nvSpPr>
          <p:cNvPr id="34" name="Rectangle: Rounded Corners 11">
            <a:extLst>
              <a:ext uri="{FF2B5EF4-FFF2-40B4-BE49-F238E27FC236}">
                <a16:creationId xmlns:a16="http://schemas.microsoft.com/office/drawing/2014/main" id="{29ACA9F1-9516-998B-DBD5-4333F39465EE}"/>
              </a:ext>
            </a:extLst>
          </p:cNvPr>
          <p:cNvSpPr/>
          <p:nvPr userDrawn="1"/>
        </p:nvSpPr>
        <p:spPr>
          <a:xfrm>
            <a:off x="6607517" y="3408313"/>
            <a:ext cx="1013780" cy="1013780"/>
          </a:xfrm>
          <a:prstGeom prst="ellipse">
            <a:avLst/>
          </a:prstGeom>
          <a:solidFill>
            <a:srgbClr val="FFC72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1"/>
                </a:solidFill>
                <a:latin typeface="+mn-lt"/>
              </a:rPr>
              <a:t>Sunflower*</a:t>
            </a:r>
          </a:p>
          <a:p>
            <a:pPr lvl="0" algn="ctr"/>
            <a:r>
              <a:rPr lang="en-US" sz="1000" b="0" i="0">
                <a:solidFill>
                  <a:schemeClr val="tx1"/>
                </a:solidFill>
                <a:latin typeface="+mn-lt"/>
              </a:rPr>
              <a:t>255,199,43</a:t>
            </a:r>
          </a:p>
        </p:txBody>
      </p:sp>
    </p:spTree>
    <p:extLst>
      <p:ext uri="{BB962C8B-B14F-4D97-AF65-F5344CB8AC3E}">
        <p14:creationId xmlns:p14="http://schemas.microsoft.com/office/powerpoint/2010/main" val="364848128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2306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Text Placeholder 9">
            <a:extLst>
              <a:ext uri="{FF2B5EF4-FFF2-40B4-BE49-F238E27FC236}">
                <a16:creationId xmlns:a16="http://schemas.microsoft.com/office/drawing/2014/main" id="{227BCF9A-8A35-9C8B-5EAE-9F9D930A4EBA}"/>
              </a:ext>
            </a:extLst>
          </p:cNvPr>
          <p:cNvSpPr>
            <a:spLocks noGrp="1"/>
          </p:cNvSpPr>
          <p:nvPr>
            <p:ph type="body" sz="quarter" idx="10"/>
          </p:nvPr>
        </p:nvSpPr>
        <p:spPr>
          <a:xfrm>
            <a:off x="838200" y="6321793"/>
            <a:ext cx="9854184" cy="341610"/>
          </a:xfrm>
        </p:spPr>
        <p:txBody>
          <a:bodyPr anchor="b">
            <a:normAutofit/>
          </a:bodyPr>
          <a:lstStyle>
            <a:lvl1pPr marL="0" indent="0">
              <a:buNone/>
              <a:defRPr sz="1066"/>
            </a:lvl1pPr>
          </a:lstStyle>
          <a:p>
            <a:pPr lvl="0"/>
            <a:r>
              <a:rPr lang="en-US"/>
              <a:t>Click to edit Master text styles</a:t>
            </a:r>
          </a:p>
        </p:txBody>
      </p:sp>
    </p:spTree>
    <p:extLst>
      <p:ext uri="{BB962C8B-B14F-4D97-AF65-F5344CB8AC3E}">
        <p14:creationId xmlns:p14="http://schemas.microsoft.com/office/powerpoint/2010/main" val="71387383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11363" y="706793"/>
            <a:ext cx="11047220" cy="883365"/>
          </a:xfrm>
        </p:spPr>
        <p:txBody>
          <a:bodyPr>
            <a:normAutofit/>
          </a:bodyPr>
          <a:lstStyle>
            <a:lvl1pPr>
              <a:defRPr sz="2598"/>
            </a:lvl1pPr>
          </a:lstStyle>
          <a:p>
            <a:r>
              <a:rPr lang="en-US"/>
              <a:t>Click to edit Master title style</a:t>
            </a:r>
          </a:p>
        </p:txBody>
      </p:sp>
      <p:sp>
        <p:nvSpPr>
          <p:cNvPr id="10" name="Text Placeholder 9">
            <a:extLst>
              <a:ext uri="{FF2B5EF4-FFF2-40B4-BE49-F238E27FC236}">
                <a16:creationId xmlns:a16="http://schemas.microsoft.com/office/drawing/2014/main" id="{227BCF9A-8A35-9C8B-5EAE-9F9D930A4EBA}"/>
              </a:ext>
            </a:extLst>
          </p:cNvPr>
          <p:cNvSpPr>
            <a:spLocks noGrp="1"/>
          </p:cNvSpPr>
          <p:nvPr>
            <p:ph type="body" sz="quarter" idx="10"/>
          </p:nvPr>
        </p:nvSpPr>
        <p:spPr>
          <a:xfrm>
            <a:off x="611363" y="5812508"/>
            <a:ext cx="9854184" cy="341610"/>
          </a:xfrm>
        </p:spPr>
        <p:txBody>
          <a:bodyPr anchor="b">
            <a:normAutofit/>
          </a:bodyPr>
          <a:lstStyle>
            <a:lvl1pPr marL="0" indent="0">
              <a:buNone/>
              <a:defRPr sz="1066"/>
            </a:lvl1pPr>
          </a:lstStyle>
          <a:p>
            <a:pPr lvl="0"/>
            <a:r>
              <a:rPr lang="en-US"/>
              <a:t>Click to edit Master text styles</a:t>
            </a:r>
          </a:p>
        </p:txBody>
      </p:sp>
    </p:spTree>
    <p:extLst>
      <p:ext uri="{BB962C8B-B14F-4D97-AF65-F5344CB8AC3E}">
        <p14:creationId xmlns:p14="http://schemas.microsoft.com/office/powerpoint/2010/main" val="223461039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 Opt 1">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311B3D8A-5618-EA48-7E64-8B1AD4661464}"/>
              </a:ext>
            </a:extLst>
          </p:cNvPr>
          <p:cNvSpPr>
            <a:spLocks noGrp="1"/>
          </p:cNvSpPr>
          <p:nvPr>
            <p:ph type="pic" sz="quarter" idx="10" hasCustomPrompt="1"/>
          </p:nvPr>
        </p:nvSpPr>
        <p:spPr>
          <a:xfrm>
            <a:off x="2799026" y="1083758"/>
            <a:ext cx="6572677" cy="4666120"/>
          </a:xfrm>
          <a:prstGeom prst="roundRect">
            <a:avLst>
              <a:gd name="adj" fmla="val 2505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7472" y="384048"/>
            <a:ext cx="11480991" cy="2022092"/>
          </a:xfrm>
          <a:prstGeom prst="rect">
            <a:avLst/>
          </a:prstGeom>
        </p:spPr>
        <p:txBody>
          <a:bodyPr wrap="square" anchor="t" anchorCtr="0">
            <a:spAutoFit/>
          </a:bodyPr>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9560BEB5-E012-AA36-11BA-77C093678C8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
        <p:nvSpPr>
          <p:cNvPr id="10" name="Text Placeholder 2">
            <a:extLst>
              <a:ext uri="{FF2B5EF4-FFF2-40B4-BE49-F238E27FC236}">
                <a16:creationId xmlns:a16="http://schemas.microsoft.com/office/drawing/2014/main" id="{EA0819B7-9A43-4B60-0A7E-50685BE88D1D}"/>
              </a:ext>
            </a:extLst>
          </p:cNvPr>
          <p:cNvSpPr>
            <a:spLocks noGrp="1"/>
          </p:cNvSpPr>
          <p:nvPr>
            <p:ph type="body" idx="11" hasCustomPrompt="1"/>
          </p:nvPr>
        </p:nvSpPr>
        <p:spPr>
          <a:xfrm>
            <a:off x="6263640" y="6236208"/>
            <a:ext cx="5577840" cy="369332"/>
          </a:xfrm>
          <a:prstGeom prst="rect">
            <a:avLst/>
          </a:prstGeom>
        </p:spPr>
        <p:txBody>
          <a:bodyPr wrap="square" anchor="b"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Tree>
    <p:extLst>
      <p:ext uri="{BB962C8B-B14F-4D97-AF65-F5344CB8AC3E}">
        <p14:creationId xmlns:p14="http://schemas.microsoft.com/office/powerpoint/2010/main" val="4081536410"/>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 Opt 2">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F3D9174-7AA4-BB53-C02C-DC9F2F9FB602}"/>
              </a:ext>
            </a:extLst>
          </p:cNvPr>
          <p:cNvSpPr>
            <a:spLocks noGrp="1"/>
          </p:cNvSpPr>
          <p:nvPr>
            <p:ph type="body" idx="13" hasCustomPrompt="1"/>
          </p:nvPr>
        </p:nvSpPr>
        <p:spPr>
          <a:xfrm>
            <a:off x="357341" y="4672584"/>
            <a:ext cx="4480560"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9" name="Text Placeholder 2">
            <a:extLst>
              <a:ext uri="{FF2B5EF4-FFF2-40B4-BE49-F238E27FC236}">
                <a16:creationId xmlns:a16="http://schemas.microsoft.com/office/drawing/2014/main" id="{3DDBD6DD-6A4C-EB9D-584C-1AA76A17A9E6}"/>
              </a:ext>
            </a:extLst>
          </p:cNvPr>
          <p:cNvSpPr>
            <a:spLocks noGrp="1"/>
          </p:cNvSpPr>
          <p:nvPr>
            <p:ph type="body" idx="14" hasCustomPrompt="1"/>
          </p:nvPr>
        </p:nvSpPr>
        <p:spPr>
          <a:xfrm>
            <a:off x="357341" y="4133088"/>
            <a:ext cx="4480560" cy="369332"/>
          </a:xfrm>
          <a:prstGeom prst="rect">
            <a:avLst/>
          </a:prstGeom>
        </p:spPr>
        <p:txBody>
          <a:bodyPr wrap="square" anchor="b"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15" name="Picture Placeholder 19">
            <a:extLst>
              <a:ext uri="{FF2B5EF4-FFF2-40B4-BE49-F238E27FC236}">
                <a16:creationId xmlns:a16="http://schemas.microsoft.com/office/drawing/2014/main" id="{FFEA2CDB-599F-8F24-F98D-D4E56DD17A80}"/>
              </a:ext>
            </a:extLst>
          </p:cNvPr>
          <p:cNvSpPr>
            <a:spLocks noGrp="1"/>
          </p:cNvSpPr>
          <p:nvPr>
            <p:ph type="pic" sz="quarter" idx="10" hasCustomPrompt="1"/>
          </p:nvPr>
        </p:nvSpPr>
        <p:spPr>
          <a:xfrm>
            <a:off x="4891197" y="2962656"/>
            <a:ext cx="6949440" cy="3602736"/>
          </a:xfrm>
          <a:prstGeom prst="roundRect">
            <a:avLst>
              <a:gd name="adj" fmla="val 2745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 / Please ensure that the picture has a light top and left edge to allow for enough contrast with the title.</a:t>
            </a:r>
          </a:p>
        </p:txBody>
      </p:sp>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48010" y="382200"/>
            <a:ext cx="11480453" cy="2022092"/>
          </a:xfrm>
          <a:prstGeom prst="rect">
            <a:avLst/>
          </a:prstGeom>
        </p:spPr>
        <p:txBody>
          <a:bodyPr anchor="t" anchorCtr="0"/>
          <a:lstStyle>
            <a:lvl1pPr algn="l">
              <a:lnSpc>
                <a:spcPct val="90000"/>
              </a:lnSpc>
              <a:defRPr sz="7200"/>
            </a:lvl1pPr>
          </a:lstStyle>
          <a:p>
            <a:r>
              <a:rPr lang="en-US"/>
              <a:t>Click to edit Master title style</a:t>
            </a:r>
          </a:p>
        </p:txBody>
      </p:sp>
      <p:pic>
        <p:nvPicPr>
          <p:cNvPr id="7" name="Graphic 6">
            <a:extLst>
              <a:ext uri="{FF2B5EF4-FFF2-40B4-BE49-F238E27FC236}">
                <a16:creationId xmlns:a16="http://schemas.microsoft.com/office/drawing/2014/main" id="{27156274-B1ED-5EA2-BDD1-A4E2F25208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Tree>
    <p:extLst>
      <p:ext uri="{BB962C8B-B14F-4D97-AF65-F5344CB8AC3E}">
        <p14:creationId xmlns:p14="http://schemas.microsoft.com/office/powerpoint/2010/main" val="3498277447"/>
      </p:ext>
    </p:extLst>
  </p:cSld>
  <p:clrMapOvr>
    <a:masterClrMapping/>
  </p:clrMapOvr>
  <p:extLst>
    <p:ext uri="{DCECCB84-F9BA-43D5-87BE-67443E8EF086}">
      <p15:sldGuideLst xmlns:p15="http://schemas.microsoft.com/office/powerpoint/2012/main"/>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 Op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989146"/>
            <a:ext cx="8275320" cy="987552"/>
          </a:xfrm>
          <a:prstGeom prst="rect">
            <a:avLst/>
          </a:prstGeom>
        </p:spPr>
        <p:txBody>
          <a:bodyPr anchor="t" anchorCtr="0"/>
          <a:lstStyle>
            <a:lvl1pPr algn="l">
              <a:lnSpc>
                <a:spcPct val="100000"/>
              </a:lnSpc>
              <a:defRPr sz="3200"/>
            </a:lvl1pPr>
          </a:lstStyle>
          <a:p>
            <a:r>
              <a:rPr lang="en-US"/>
              <a:t>Click to edit Master title style</a:t>
            </a:r>
          </a:p>
        </p:txBody>
      </p:sp>
      <p:sp>
        <p:nvSpPr>
          <p:cNvPr id="13" name="Picture Placeholder 19">
            <a:extLst>
              <a:ext uri="{FF2B5EF4-FFF2-40B4-BE49-F238E27FC236}">
                <a16:creationId xmlns:a16="http://schemas.microsoft.com/office/drawing/2014/main" id="{66D3E027-B383-515C-29D6-FD3E101002F5}"/>
              </a:ext>
            </a:extLst>
          </p:cNvPr>
          <p:cNvSpPr>
            <a:spLocks noGrp="1"/>
          </p:cNvSpPr>
          <p:nvPr>
            <p:ph type="pic" sz="quarter" idx="10" hasCustomPrompt="1"/>
          </p:nvPr>
        </p:nvSpPr>
        <p:spPr>
          <a:xfrm>
            <a:off x="375989" y="377091"/>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pic>
        <p:nvPicPr>
          <p:cNvPr id="7" name="Graphic 6">
            <a:extLst>
              <a:ext uri="{FF2B5EF4-FFF2-40B4-BE49-F238E27FC236}">
                <a16:creationId xmlns:a16="http://schemas.microsoft.com/office/drawing/2014/main" id="{39E8A2D9-E465-F3C1-A0F9-C041B67045F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2769" y="6315912"/>
            <a:ext cx="1365460" cy="274320"/>
          </a:xfrm>
          <a:prstGeom prst="rect">
            <a:avLst/>
          </a:prstGeom>
        </p:spPr>
      </p:pic>
      <p:sp>
        <p:nvSpPr>
          <p:cNvPr id="3" name="Text Placeholder 2">
            <a:extLst>
              <a:ext uri="{FF2B5EF4-FFF2-40B4-BE49-F238E27FC236}">
                <a16:creationId xmlns:a16="http://schemas.microsoft.com/office/drawing/2014/main" id="{B58E6C10-8FB0-184C-8BB9-78D4F77A9F35}"/>
              </a:ext>
            </a:extLst>
          </p:cNvPr>
          <p:cNvSpPr>
            <a:spLocks noGrp="1"/>
          </p:cNvSpPr>
          <p:nvPr>
            <p:ph type="body" idx="14" hasCustomPrompt="1"/>
          </p:nvPr>
        </p:nvSpPr>
        <p:spPr>
          <a:xfrm>
            <a:off x="357701" y="5431536"/>
            <a:ext cx="6217920"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4" name="Text Placeholder 2">
            <a:extLst>
              <a:ext uri="{FF2B5EF4-FFF2-40B4-BE49-F238E27FC236}">
                <a16:creationId xmlns:a16="http://schemas.microsoft.com/office/drawing/2014/main" id="{0D832AC4-6070-5355-C616-331ED01B3E8F}"/>
              </a:ext>
            </a:extLst>
          </p:cNvPr>
          <p:cNvSpPr>
            <a:spLocks noGrp="1"/>
          </p:cNvSpPr>
          <p:nvPr>
            <p:ph type="body" idx="16" hasCustomPrompt="1"/>
          </p:nvPr>
        </p:nvSpPr>
        <p:spPr>
          <a:xfrm>
            <a:off x="6210300" y="6428232"/>
            <a:ext cx="5622690" cy="184666"/>
          </a:xfrm>
          <a:prstGeom prst="rect">
            <a:avLst/>
          </a:prstGeom>
        </p:spPr>
        <p:txBody>
          <a:bodyPr wrap="square" anchor="t" anchorCtr="0">
            <a:spAutoFit/>
          </a:bodyPr>
          <a:lstStyle>
            <a:lvl1pPr marL="0" indent="0" algn="r">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Tree>
    <p:extLst>
      <p:ext uri="{BB962C8B-B14F-4D97-AF65-F5344CB8AC3E}">
        <p14:creationId xmlns:p14="http://schemas.microsoft.com/office/powerpoint/2010/main" val="3022695763"/>
      </p:ext>
    </p:extLst>
  </p:cSld>
  <p:clrMapOvr>
    <a:masterClrMapping/>
  </p:clrMapOvr>
  <p:extLst>
    <p:ext uri="{DCECCB84-F9BA-43D5-87BE-67443E8EF086}">
      <p15:sldGuideLst xmlns:p15="http://schemas.microsoft.com/office/powerpoint/2012/main"/>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Slide - Op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1328548"/>
            <a:ext cx="6217920" cy="1461362"/>
          </a:xfrm>
          <a:prstGeom prst="rect">
            <a:avLst/>
          </a:prstGeom>
        </p:spPr>
        <p:txBody>
          <a:bodyPr anchor="t" anchorCtr="0"/>
          <a:lstStyle>
            <a:lvl1pPr algn="l">
              <a:lnSpc>
                <a:spcPct val="100000"/>
              </a:lnSpc>
              <a:defRPr sz="2900"/>
            </a:lvl1pPr>
          </a:lstStyle>
          <a:p>
            <a:r>
              <a:rPr lang="en-US"/>
              <a:t>Click to edit Master title style</a:t>
            </a:r>
          </a:p>
        </p:txBody>
      </p:sp>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5244" y="398265"/>
            <a:ext cx="1365460" cy="274320"/>
          </a:xfrm>
          <a:prstGeom prst="rect">
            <a:avLst/>
          </a:prstGeom>
        </p:spPr>
      </p:pic>
      <p:sp>
        <p:nvSpPr>
          <p:cNvPr id="10" name="Picture Placeholder 19">
            <a:extLst>
              <a:ext uri="{FF2B5EF4-FFF2-40B4-BE49-F238E27FC236}">
                <a16:creationId xmlns:a16="http://schemas.microsoft.com/office/drawing/2014/main" id="{3CCFCB42-4E0C-861D-E892-A901CB3F493C}"/>
              </a:ext>
            </a:extLst>
          </p:cNvPr>
          <p:cNvSpPr>
            <a:spLocks noGrp="1"/>
          </p:cNvSpPr>
          <p:nvPr>
            <p:ph type="pic" sz="quarter" idx="10" hasCustomPrompt="1"/>
          </p:nvPr>
        </p:nvSpPr>
        <p:spPr>
          <a:xfrm>
            <a:off x="375989" y="3040043"/>
            <a:ext cx="11433024" cy="3427088"/>
          </a:xfrm>
          <a:prstGeom prst="roundRect">
            <a:avLst>
              <a:gd name="adj" fmla="val 21581"/>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ext Placeholder 2">
            <a:extLst>
              <a:ext uri="{FF2B5EF4-FFF2-40B4-BE49-F238E27FC236}">
                <a16:creationId xmlns:a16="http://schemas.microsoft.com/office/drawing/2014/main" id="{1D075570-D4CE-41D5-41A0-78431ABDE4C9}"/>
              </a:ext>
            </a:extLst>
          </p:cNvPr>
          <p:cNvSpPr>
            <a:spLocks noGrp="1"/>
          </p:cNvSpPr>
          <p:nvPr>
            <p:ph type="body" idx="11" hasCustomPrompt="1"/>
          </p:nvPr>
        </p:nvSpPr>
        <p:spPr>
          <a:xfrm>
            <a:off x="6260333" y="338328"/>
            <a:ext cx="5577840" cy="369332"/>
          </a:xfrm>
          <a:prstGeom prst="rect">
            <a:avLst/>
          </a:prstGeom>
        </p:spPr>
        <p:txBody>
          <a:bodyPr wrap="square" anchor="ctr" anchorCtr="0">
            <a:spAutoFit/>
          </a:bodyPr>
          <a:lstStyle>
            <a:lvl1pPr marL="0" indent="0" algn="r">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First/Name</a:t>
            </a:r>
          </a:p>
          <a:p>
            <a:pPr lvl="0"/>
            <a:r>
              <a:rPr lang="en-US"/>
              <a:t>Role</a:t>
            </a:r>
          </a:p>
        </p:txBody>
      </p:sp>
    </p:spTree>
    <p:extLst>
      <p:ext uri="{BB962C8B-B14F-4D97-AF65-F5344CB8AC3E}">
        <p14:creationId xmlns:p14="http://schemas.microsoft.com/office/powerpoint/2010/main" val="3434482800"/>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Slide - Op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DEA2-8A41-98FC-D70B-A6D8B4C58DB6}"/>
              </a:ext>
            </a:extLst>
          </p:cNvPr>
          <p:cNvSpPr>
            <a:spLocks noGrp="1"/>
          </p:cNvSpPr>
          <p:nvPr>
            <p:ph type="ctrTitle"/>
          </p:nvPr>
        </p:nvSpPr>
        <p:spPr>
          <a:xfrm>
            <a:off x="357701" y="3419856"/>
            <a:ext cx="5509699" cy="984885"/>
          </a:xfrm>
          <a:prstGeom prst="rect">
            <a:avLst/>
          </a:prstGeom>
        </p:spPr>
        <p:txBody>
          <a:bodyPr wrap="square" anchor="b" anchorCtr="0">
            <a:noAutofit/>
          </a:bodyPr>
          <a:lstStyle>
            <a:lvl1pPr algn="l">
              <a:lnSpc>
                <a:spcPct val="100000"/>
              </a:lnSpc>
              <a:defRPr sz="3200"/>
            </a:lvl1pPr>
          </a:lstStyle>
          <a:p>
            <a:r>
              <a:rPr lang="en-US"/>
              <a:t>Click to edit Master title style</a:t>
            </a:r>
          </a:p>
        </p:txBody>
      </p:sp>
      <p:pic>
        <p:nvPicPr>
          <p:cNvPr id="4" name="Graphic 3">
            <a:extLst>
              <a:ext uri="{FF2B5EF4-FFF2-40B4-BE49-F238E27FC236}">
                <a16:creationId xmlns:a16="http://schemas.microsoft.com/office/drawing/2014/main" id="{BFBC07C9-9EC4-FD37-485B-2ACCCB747D1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365244" y="398265"/>
            <a:ext cx="1365460" cy="274320"/>
          </a:xfrm>
          <a:prstGeom prst="rect">
            <a:avLst/>
          </a:prstGeom>
        </p:spPr>
      </p:pic>
      <p:sp>
        <p:nvSpPr>
          <p:cNvPr id="9" name="Text Placeholder 2">
            <a:extLst>
              <a:ext uri="{FF2B5EF4-FFF2-40B4-BE49-F238E27FC236}">
                <a16:creationId xmlns:a16="http://schemas.microsoft.com/office/drawing/2014/main" id="{A891DCC4-C3F9-2AE6-BAD6-6C334DC4E1A4}"/>
              </a:ext>
            </a:extLst>
          </p:cNvPr>
          <p:cNvSpPr>
            <a:spLocks noGrp="1"/>
          </p:cNvSpPr>
          <p:nvPr>
            <p:ph type="body" idx="17" hasCustomPrompt="1"/>
          </p:nvPr>
        </p:nvSpPr>
        <p:spPr>
          <a:xfrm>
            <a:off x="357701"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10" name="Text Placeholder 2">
            <a:extLst>
              <a:ext uri="{FF2B5EF4-FFF2-40B4-BE49-F238E27FC236}">
                <a16:creationId xmlns:a16="http://schemas.microsoft.com/office/drawing/2014/main" id="{F1CE25C0-49F7-F51E-D41F-6966DB9F7A0C}"/>
              </a:ext>
            </a:extLst>
          </p:cNvPr>
          <p:cNvSpPr>
            <a:spLocks noGrp="1"/>
          </p:cNvSpPr>
          <p:nvPr>
            <p:ph type="body" idx="18" hasCustomPrompt="1"/>
          </p:nvPr>
        </p:nvSpPr>
        <p:spPr>
          <a:xfrm>
            <a:off x="357701"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5" name="Picture Placeholder 19">
            <a:extLst>
              <a:ext uri="{FF2B5EF4-FFF2-40B4-BE49-F238E27FC236}">
                <a16:creationId xmlns:a16="http://schemas.microsoft.com/office/drawing/2014/main" id="{CEE8AD99-B024-8416-9EAC-29D034050B4E}"/>
              </a:ext>
            </a:extLst>
          </p:cNvPr>
          <p:cNvSpPr>
            <a:spLocks noGrp="1"/>
          </p:cNvSpPr>
          <p:nvPr>
            <p:ph type="pic" sz="quarter" idx="10" hasCustomPrompt="1"/>
          </p:nvPr>
        </p:nvSpPr>
        <p:spPr>
          <a:xfrm>
            <a:off x="6324602" y="382438"/>
            <a:ext cx="5506019"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Tree>
    <p:extLst>
      <p:ext uri="{BB962C8B-B14F-4D97-AF65-F5344CB8AC3E}">
        <p14:creationId xmlns:p14="http://schemas.microsoft.com/office/powerpoint/2010/main" val="795805898"/>
      </p:ext>
    </p:extLst>
  </p:cSld>
  <p:clrMapOvr>
    <a:masterClrMapping/>
  </p:clrMapOvr>
  <p:extLst>
    <p:ext uri="{DCECCB84-F9BA-43D5-87BE-67443E8EF086}">
      <p15:sldGuideLst xmlns:p15="http://schemas.microsoft.com/office/powerpoint/2012/main"/>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Title Slide - Opt 6">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D8AAA0-1AF3-1EC0-604E-0B63EA80EEB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323290" y="398265"/>
            <a:ext cx="1365460" cy="274320"/>
          </a:xfrm>
          <a:prstGeom prst="rect">
            <a:avLst/>
          </a:prstGeom>
        </p:spPr>
      </p:pic>
      <p:sp>
        <p:nvSpPr>
          <p:cNvPr id="13" name="Picture Placeholder 19">
            <a:extLst>
              <a:ext uri="{FF2B5EF4-FFF2-40B4-BE49-F238E27FC236}">
                <a16:creationId xmlns:a16="http://schemas.microsoft.com/office/drawing/2014/main" id="{0EDBA81F-94D2-2591-1C3B-E027AB9132AD}"/>
              </a:ext>
            </a:extLst>
          </p:cNvPr>
          <p:cNvSpPr>
            <a:spLocks noGrp="1"/>
          </p:cNvSpPr>
          <p:nvPr>
            <p:ph type="pic" sz="quarter" idx="10" hasCustomPrompt="1"/>
          </p:nvPr>
        </p:nvSpPr>
        <p:spPr>
          <a:xfrm>
            <a:off x="373884" y="382440"/>
            <a:ext cx="5504688" cy="6181344"/>
          </a:xfrm>
          <a:prstGeom prst="roundRect">
            <a:avLst>
              <a:gd name="adj" fmla="val 13633"/>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4" name="Text Placeholder 2">
            <a:extLst>
              <a:ext uri="{FF2B5EF4-FFF2-40B4-BE49-F238E27FC236}">
                <a16:creationId xmlns:a16="http://schemas.microsoft.com/office/drawing/2014/main" id="{ED189E61-FAAF-8F78-70F5-8B93F992AE12}"/>
              </a:ext>
            </a:extLst>
          </p:cNvPr>
          <p:cNvSpPr>
            <a:spLocks noGrp="1"/>
          </p:cNvSpPr>
          <p:nvPr>
            <p:ph type="body" idx="16" hasCustomPrompt="1"/>
          </p:nvPr>
        </p:nvSpPr>
        <p:spPr>
          <a:xfrm>
            <a:off x="6323290" y="6428232"/>
            <a:ext cx="5513832" cy="184666"/>
          </a:xfrm>
          <a:prstGeom prst="rect">
            <a:avLst/>
          </a:prstGeom>
        </p:spPr>
        <p:txBody>
          <a:bodyPr wrap="square" anchor="t" anchorCtr="0">
            <a:spAutoFit/>
          </a:bodyPr>
          <a:lstStyle>
            <a:lvl1pPr marL="0" indent="0" algn="l">
              <a:spcBef>
                <a:spcPts val="0"/>
              </a:spcBef>
              <a:buNone/>
              <a:defRPr sz="1200" b="0" i="0" cap="all"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en-US"/>
              <a:t>Month day, year</a:t>
            </a:r>
          </a:p>
        </p:txBody>
      </p:sp>
      <p:sp>
        <p:nvSpPr>
          <p:cNvPr id="7" name="Text Placeholder 2">
            <a:extLst>
              <a:ext uri="{FF2B5EF4-FFF2-40B4-BE49-F238E27FC236}">
                <a16:creationId xmlns:a16="http://schemas.microsoft.com/office/drawing/2014/main" id="{DCF77A57-8A59-F693-8FA6-516533C40E14}"/>
              </a:ext>
            </a:extLst>
          </p:cNvPr>
          <p:cNvSpPr>
            <a:spLocks noGrp="1"/>
          </p:cNvSpPr>
          <p:nvPr>
            <p:ph type="body" idx="15" hasCustomPrompt="1"/>
          </p:nvPr>
        </p:nvSpPr>
        <p:spPr>
          <a:xfrm>
            <a:off x="6323290" y="4988650"/>
            <a:ext cx="5513832" cy="369332"/>
          </a:xfrm>
          <a:prstGeom prst="rect">
            <a:avLst/>
          </a:prstGeom>
        </p:spPr>
        <p:txBody>
          <a:bodyPr wrap="square" anchor="t" anchorCtr="0">
            <a:spAutoFit/>
          </a:bodyPr>
          <a:lstStyle>
            <a:lvl1pPr marL="0" indent="0" algn="l">
              <a:spcBef>
                <a:spcPts val="0"/>
              </a:spcBef>
              <a:buNone/>
              <a:defRPr sz="1200" b="0" i="0" cap="none" baseline="0">
                <a:solidFill>
                  <a:schemeClr val="tx2"/>
                </a:solidFill>
                <a:latin typeface="+mj-lt"/>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Speaker First/Last Name</a:t>
            </a:r>
            <a:br>
              <a:rPr lang="en-US"/>
            </a:br>
            <a:r>
              <a:rPr lang="en-US"/>
              <a:t>Role</a:t>
            </a:r>
          </a:p>
        </p:txBody>
      </p:sp>
      <p:sp>
        <p:nvSpPr>
          <p:cNvPr id="3" name="Title 1">
            <a:extLst>
              <a:ext uri="{FF2B5EF4-FFF2-40B4-BE49-F238E27FC236}">
                <a16:creationId xmlns:a16="http://schemas.microsoft.com/office/drawing/2014/main" id="{59A5831F-EB68-3E7A-AFAA-8AB72A36BD38}"/>
              </a:ext>
            </a:extLst>
          </p:cNvPr>
          <p:cNvSpPr>
            <a:spLocks noGrp="1"/>
          </p:cNvSpPr>
          <p:nvPr>
            <p:ph type="ctrTitle"/>
          </p:nvPr>
        </p:nvSpPr>
        <p:spPr>
          <a:xfrm>
            <a:off x="6323290" y="3419856"/>
            <a:ext cx="5513832" cy="984885"/>
          </a:xfrm>
          <a:prstGeom prst="rect">
            <a:avLst/>
          </a:prstGeom>
        </p:spPr>
        <p:txBody>
          <a:bodyPr wrap="square" anchor="b" anchorCtr="0">
            <a:spAutoFit/>
          </a:bodyPr>
          <a:lstStyle>
            <a:lvl1pPr algn="l">
              <a:lnSpc>
                <a:spcPct val="100000"/>
              </a:lnSpc>
              <a:defRPr sz="3200"/>
            </a:lvl1pPr>
          </a:lstStyle>
          <a:p>
            <a:r>
              <a:rPr lang="en-US"/>
              <a:t>Click to edit Master title style</a:t>
            </a:r>
          </a:p>
        </p:txBody>
      </p:sp>
    </p:spTree>
    <p:extLst>
      <p:ext uri="{BB962C8B-B14F-4D97-AF65-F5344CB8AC3E}">
        <p14:creationId xmlns:p14="http://schemas.microsoft.com/office/powerpoint/2010/main" val="2313370134"/>
      </p:ext>
    </p:extLst>
  </p:cSld>
  <p:clrMapOvr>
    <a:masterClrMapping/>
  </p:clrMapOvr>
  <p:extLst>
    <p:ext uri="{DCECCB84-F9BA-43D5-87BE-67443E8EF086}">
      <p15:sldGuideLst xmlns:p15="http://schemas.microsoft.com/office/powerpoint/2012/main"/>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Disclosures">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89B011-6F43-3AC5-F16F-20EDE6F9AAFC}"/>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4119BD35-056A-16A4-53A8-0EE2E6A3559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Disclosures</a:t>
            </a:r>
          </a:p>
        </p:txBody>
      </p:sp>
      <p:sp>
        <p:nvSpPr>
          <p:cNvPr id="3" name="Content Placeholder 2">
            <a:extLst>
              <a:ext uri="{FF2B5EF4-FFF2-40B4-BE49-F238E27FC236}">
                <a16:creationId xmlns:a16="http://schemas.microsoft.com/office/drawing/2014/main" id="{0C690803-8E9F-15AC-21E8-6118205AE425}"/>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128C3B29-4062-9FE5-49D4-9AE8FDD03E94}"/>
              </a:ext>
            </a:extLst>
          </p:cNvPr>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112810638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s - Opt 1">
    <p:spTree>
      <p:nvGrpSpPr>
        <p:cNvPr id="1" name=""/>
        <p:cNvGrpSpPr/>
        <p:nvPr/>
      </p:nvGrpSpPr>
      <p:grpSpPr>
        <a:xfrm>
          <a:off x="0" y="0"/>
          <a:ext cx="0" cy="0"/>
          <a:chOff x="0" y="0"/>
          <a:chExt cx="0" cy="0"/>
        </a:xfrm>
      </p:grpSpPr>
      <p:sp>
        <p:nvSpPr>
          <p:cNvPr id="4" name="Text Placeholder 17">
            <a:extLst>
              <a:ext uri="{FF2B5EF4-FFF2-40B4-BE49-F238E27FC236}">
                <a16:creationId xmlns:a16="http://schemas.microsoft.com/office/drawing/2014/main" id="{3FA1A732-50FE-F5CD-D04C-B2FD7997D746}"/>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3EE7D864-EADC-5116-D541-B1E0F0628259}"/>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3" name="Text Placeholder 17">
            <a:extLst>
              <a:ext uri="{FF2B5EF4-FFF2-40B4-BE49-F238E27FC236}">
                <a16:creationId xmlns:a16="http://schemas.microsoft.com/office/drawing/2014/main" id="{12E62E8D-0B31-488B-FA40-17664346132A}"/>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30" name="Straight Connector 29">
            <a:extLst>
              <a:ext uri="{FF2B5EF4-FFF2-40B4-BE49-F238E27FC236}">
                <a16:creationId xmlns:a16="http://schemas.microsoft.com/office/drawing/2014/main" id="{20387077-38D9-348E-AB71-325DB3DB9F17}"/>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Text Placeholder 17">
            <a:extLst>
              <a:ext uri="{FF2B5EF4-FFF2-40B4-BE49-F238E27FC236}">
                <a16:creationId xmlns:a16="http://schemas.microsoft.com/office/drawing/2014/main" id="{B1CF0F32-8635-F82C-3ADC-3AFE15C2F30B}"/>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2" name="Text Placeholder 17">
            <a:extLst>
              <a:ext uri="{FF2B5EF4-FFF2-40B4-BE49-F238E27FC236}">
                <a16:creationId xmlns:a16="http://schemas.microsoft.com/office/drawing/2014/main" id="{5BF28A7E-2E68-B970-0464-DE422C9ADD88}"/>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3" name="Text Placeholder 17">
            <a:extLst>
              <a:ext uri="{FF2B5EF4-FFF2-40B4-BE49-F238E27FC236}">
                <a16:creationId xmlns:a16="http://schemas.microsoft.com/office/drawing/2014/main" id="{BD5444B5-E4C3-1B61-8909-FDE74EDD711E}"/>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4" name="Straight Connector 33">
            <a:extLst>
              <a:ext uri="{FF2B5EF4-FFF2-40B4-BE49-F238E27FC236}">
                <a16:creationId xmlns:a16="http://schemas.microsoft.com/office/drawing/2014/main" id="{0F6EDBF8-B0E5-B27B-A21E-10D034A21363}"/>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Text Placeholder 17">
            <a:extLst>
              <a:ext uri="{FF2B5EF4-FFF2-40B4-BE49-F238E27FC236}">
                <a16:creationId xmlns:a16="http://schemas.microsoft.com/office/drawing/2014/main" id="{3299F940-9F9D-F540-CCC8-3AF495D73951}"/>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36" name="Text Placeholder 17">
            <a:extLst>
              <a:ext uri="{FF2B5EF4-FFF2-40B4-BE49-F238E27FC236}">
                <a16:creationId xmlns:a16="http://schemas.microsoft.com/office/drawing/2014/main" id="{BE4CC3D0-82B2-289A-6E62-30DA74F00D26}"/>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37" name="Text Placeholder 17">
            <a:extLst>
              <a:ext uri="{FF2B5EF4-FFF2-40B4-BE49-F238E27FC236}">
                <a16:creationId xmlns:a16="http://schemas.microsoft.com/office/drawing/2014/main" id="{A005B7D7-E400-6CF3-0ADB-B35012DDDAAF}"/>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38" name="Straight Connector 37">
            <a:extLst>
              <a:ext uri="{FF2B5EF4-FFF2-40B4-BE49-F238E27FC236}">
                <a16:creationId xmlns:a16="http://schemas.microsoft.com/office/drawing/2014/main" id="{E42D2B37-F728-4FC9-7846-83F5FE1CF63F}"/>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Text Placeholder 17">
            <a:extLst>
              <a:ext uri="{FF2B5EF4-FFF2-40B4-BE49-F238E27FC236}">
                <a16:creationId xmlns:a16="http://schemas.microsoft.com/office/drawing/2014/main" id="{D1FAB0D6-CA3D-8610-A357-667AE7A9CE7C}"/>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0" name="Text Placeholder 17">
            <a:extLst>
              <a:ext uri="{FF2B5EF4-FFF2-40B4-BE49-F238E27FC236}">
                <a16:creationId xmlns:a16="http://schemas.microsoft.com/office/drawing/2014/main" id="{BA8DA334-873C-770C-6392-13E574ABB633}"/>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1" name="Text Placeholder 17">
            <a:extLst>
              <a:ext uri="{FF2B5EF4-FFF2-40B4-BE49-F238E27FC236}">
                <a16:creationId xmlns:a16="http://schemas.microsoft.com/office/drawing/2014/main" id="{DBB75980-D6A0-AF8A-C5D4-101518001B06}"/>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2" name="Straight Connector 41">
            <a:extLst>
              <a:ext uri="{FF2B5EF4-FFF2-40B4-BE49-F238E27FC236}">
                <a16:creationId xmlns:a16="http://schemas.microsoft.com/office/drawing/2014/main" id="{066CFAE1-AAA2-B534-DEBC-695ABB08F7A8}"/>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3" name="Text Placeholder 17">
            <a:extLst>
              <a:ext uri="{FF2B5EF4-FFF2-40B4-BE49-F238E27FC236}">
                <a16:creationId xmlns:a16="http://schemas.microsoft.com/office/drawing/2014/main" id="{8708D808-B03A-6AFD-9CD9-F809C9CB5887}"/>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4" name="Text Placeholder 17">
            <a:extLst>
              <a:ext uri="{FF2B5EF4-FFF2-40B4-BE49-F238E27FC236}">
                <a16:creationId xmlns:a16="http://schemas.microsoft.com/office/drawing/2014/main" id="{6AC676E0-4705-9A05-BE82-C7773DC04410}"/>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45" name="Text Placeholder 17">
            <a:extLst>
              <a:ext uri="{FF2B5EF4-FFF2-40B4-BE49-F238E27FC236}">
                <a16:creationId xmlns:a16="http://schemas.microsoft.com/office/drawing/2014/main" id="{44F1224D-28F5-CFA6-80C9-028594B71928}"/>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46" name="Straight Connector 45">
            <a:extLst>
              <a:ext uri="{FF2B5EF4-FFF2-40B4-BE49-F238E27FC236}">
                <a16:creationId xmlns:a16="http://schemas.microsoft.com/office/drawing/2014/main" id="{AFDBC548-3501-DC1E-E554-DB69DF9706EB}"/>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4D7DE34D-55B7-4DB9-E042-C2773A37B456}"/>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8824644"/>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tents - Opt 2">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68EAFC20-B735-1DA2-D854-385FA28A0EF8}"/>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sp>
        <p:nvSpPr>
          <p:cNvPr id="4" name="Text Placeholder 17">
            <a:extLst>
              <a:ext uri="{FF2B5EF4-FFF2-40B4-BE49-F238E27FC236}">
                <a16:creationId xmlns:a16="http://schemas.microsoft.com/office/drawing/2014/main" id="{432C49D9-4F6F-EDE7-972B-7AC955CE677A}"/>
              </a:ext>
            </a:extLst>
          </p:cNvPr>
          <p:cNvSpPr>
            <a:spLocks noGrp="1"/>
          </p:cNvSpPr>
          <p:nvPr>
            <p:ph type="body" sz="quarter" idx="46"/>
          </p:nvPr>
        </p:nvSpPr>
        <p:spPr>
          <a:xfrm>
            <a:off x="1875332" y="1579076"/>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5" name="Text Placeholder 17">
            <a:extLst>
              <a:ext uri="{FF2B5EF4-FFF2-40B4-BE49-F238E27FC236}">
                <a16:creationId xmlns:a16="http://schemas.microsoft.com/office/drawing/2014/main" id="{8E80D400-447C-A28E-F3CD-3C0EAB6E3735}"/>
              </a:ext>
            </a:extLst>
          </p:cNvPr>
          <p:cNvSpPr>
            <a:spLocks noGrp="1"/>
          </p:cNvSpPr>
          <p:nvPr>
            <p:ph type="body" sz="quarter" idx="47" hasCustomPrompt="1"/>
          </p:nvPr>
        </p:nvSpPr>
        <p:spPr>
          <a:xfrm>
            <a:off x="366916" y="1487736"/>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8" name="Text Placeholder 17">
            <a:extLst>
              <a:ext uri="{FF2B5EF4-FFF2-40B4-BE49-F238E27FC236}">
                <a16:creationId xmlns:a16="http://schemas.microsoft.com/office/drawing/2014/main" id="{87B52608-EDC9-FBEA-351F-9D1FB164774C}"/>
              </a:ext>
            </a:extLst>
          </p:cNvPr>
          <p:cNvSpPr>
            <a:spLocks noGrp="1"/>
          </p:cNvSpPr>
          <p:nvPr>
            <p:ph type="body" sz="quarter" idx="48"/>
          </p:nvPr>
        </p:nvSpPr>
        <p:spPr>
          <a:xfrm>
            <a:off x="6350747" y="161677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9" name="Straight Connector 8">
            <a:extLst>
              <a:ext uri="{FF2B5EF4-FFF2-40B4-BE49-F238E27FC236}">
                <a16:creationId xmlns:a16="http://schemas.microsoft.com/office/drawing/2014/main" id="{FA51BA71-843F-E604-8460-D6B56CB4D8DF}"/>
              </a:ext>
            </a:extLst>
          </p:cNvPr>
          <p:cNvCxnSpPr>
            <a:cxnSpLocks/>
          </p:cNvCxnSpPr>
          <p:nvPr userDrawn="1"/>
        </p:nvCxnSpPr>
        <p:spPr>
          <a:xfrm>
            <a:off x="366916" y="22055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 Placeholder 17">
            <a:extLst>
              <a:ext uri="{FF2B5EF4-FFF2-40B4-BE49-F238E27FC236}">
                <a16:creationId xmlns:a16="http://schemas.microsoft.com/office/drawing/2014/main" id="{FD1D5107-127F-CB2B-FA4D-E92CCE59C599}"/>
              </a:ext>
            </a:extLst>
          </p:cNvPr>
          <p:cNvSpPr>
            <a:spLocks noGrp="1"/>
          </p:cNvSpPr>
          <p:nvPr>
            <p:ph type="body" sz="quarter" idx="49"/>
          </p:nvPr>
        </p:nvSpPr>
        <p:spPr>
          <a:xfrm>
            <a:off x="1875332" y="2542197"/>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1" name="Text Placeholder 17">
            <a:extLst>
              <a:ext uri="{FF2B5EF4-FFF2-40B4-BE49-F238E27FC236}">
                <a16:creationId xmlns:a16="http://schemas.microsoft.com/office/drawing/2014/main" id="{DAB91E73-56C2-824D-62D2-31C94C612557}"/>
              </a:ext>
            </a:extLst>
          </p:cNvPr>
          <p:cNvSpPr>
            <a:spLocks noGrp="1"/>
          </p:cNvSpPr>
          <p:nvPr>
            <p:ph type="body" sz="quarter" idx="50" hasCustomPrompt="1"/>
          </p:nvPr>
        </p:nvSpPr>
        <p:spPr>
          <a:xfrm>
            <a:off x="366916" y="2450857"/>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2" name="Text Placeholder 17">
            <a:extLst>
              <a:ext uri="{FF2B5EF4-FFF2-40B4-BE49-F238E27FC236}">
                <a16:creationId xmlns:a16="http://schemas.microsoft.com/office/drawing/2014/main" id="{4D0F0D18-4DF1-8062-C278-F4B7611FDA80}"/>
              </a:ext>
            </a:extLst>
          </p:cNvPr>
          <p:cNvSpPr>
            <a:spLocks noGrp="1"/>
          </p:cNvSpPr>
          <p:nvPr>
            <p:ph type="body" sz="quarter" idx="51"/>
          </p:nvPr>
        </p:nvSpPr>
        <p:spPr>
          <a:xfrm>
            <a:off x="6350747" y="2579901"/>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3" name="Straight Connector 12">
            <a:extLst>
              <a:ext uri="{FF2B5EF4-FFF2-40B4-BE49-F238E27FC236}">
                <a16:creationId xmlns:a16="http://schemas.microsoft.com/office/drawing/2014/main" id="{C201F849-E6DC-5807-9769-30FADE8BA63F}"/>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Text Placeholder 17">
            <a:extLst>
              <a:ext uri="{FF2B5EF4-FFF2-40B4-BE49-F238E27FC236}">
                <a16:creationId xmlns:a16="http://schemas.microsoft.com/office/drawing/2014/main" id="{26DA4313-F18A-1AC9-B916-1E809948FDEE}"/>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5" name="Text Placeholder 17">
            <a:extLst>
              <a:ext uri="{FF2B5EF4-FFF2-40B4-BE49-F238E27FC236}">
                <a16:creationId xmlns:a16="http://schemas.microsoft.com/office/drawing/2014/main" id="{98A45697-678E-48DC-974C-CA3CC9108C55}"/>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6" name="Text Placeholder 17">
            <a:extLst>
              <a:ext uri="{FF2B5EF4-FFF2-40B4-BE49-F238E27FC236}">
                <a16:creationId xmlns:a16="http://schemas.microsoft.com/office/drawing/2014/main" id="{6DA8F463-2FA7-DA84-EF93-71EDC296BAF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7" name="Straight Connector 16">
            <a:extLst>
              <a:ext uri="{FF2B5EF4-FFF2-40B4-BE49-F238E27FC236}">
                <a16:creationId xmlns:a16="http://schemas.microsoft.com/office/drawing/2014/main" id="{607C3289-04BC-9554-CF59-57EC3951BF0E}"/>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Text Placeholder 17">
            <a:extLst>
              <a:ext uri="{FF2B5EF4-FFF2-40B4-BE49-F238E27FC236}">
                <a16:creationId xmlns:a16="http://schemas.microsoft.com/office/drawing/2014/main" id="{EBF3DDD0-22E7-000D-146A-B231BEDF576D}"/>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9" name="Text Placeholder 17">
            <a:extLst>
              <a:ext uri="{FF2B5EF4-FFF2-40B4-BE49-F238E27FC236}">
                <a16:creationId xmlns:a16="http://schemas.microsoft.com/office/drawing/2014/main" id="{5C7DE4FB-42D0-E28E-C9C8-B420E09AD531}"/>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20" name="Text Placeholder 17">
            <a:extLst>
              <a:ext uri="{FF2B5EF4-FFF2-40B4-BE49-F238E27FC236}">
                <a16:creationId xmlns:a16="http://schemas.microsoft.com/office/drawing/2014/main" id="{95604432-9AD7-598E-641C-06C67FA485B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21" name="Straight Connector 20">
            <a:extLst>
              <a:ext uri="{FF2B5EF4-FFF2-40B4-BE49-F238E27FC236}">
                <a16:creationId xmlns:a16="http://schemas.microsoft.com/office/drawing/2014/main" id="{4A4C4002-E92D-B339-D5CC-C6A8DA24332D}"/>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05BFD8F-D692-F5DE-2FFF-FDD2E0E58721}"/>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172709"/>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tents - Opt 3">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042E741-CAC6-664C-84CD-3BAC08B9D53D}"/>
              </a:ext>
            </a:extLst>
          </p:cNvPr>
          <p:cNvSpPr txBox="1">
            <a:spLocks/>
          </p:cNvSpPr>
          <p:nvPr userDrawn="1"/>
        </p:nvSpPr>
        <p:spPr>
          <a:xfrm>
            <a:off x="346126" y="311961"/>
            <a:ext cx="5623999"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a:t>Contents</a:t>
            </a:r>
          </a:p>
        </p:txBody>
      </p:sp>
      <p:cxnSp>
        <p:nvCxnSpPr>
          <p:cNvPr id="2" name="Straight Connector 1">
            <a:extLst>
              <a:ext uri="{FF2B5EF4-FFF2-40B4-BE49-F238E27FC236}">
                <a16:creationId xmlns:a16="http://schemas.microsoft.com/office/drawing/2014/main" id="{17C4735F-FDD2-2FC4-5E83-F12C4B873202}"/>
              </a:ext>
            </a:extLst>
          </p:cNvPr>
          <p:cNvCxnSpPr>
            <a:cxnSpLocks/>
          </p:cNvCxnSpPr>
          <p:nvPr userDrawn="1"/>
        </p:nvCxnSpPr>
        <p:spPr>
          <a:xfrm>
            <a:off x="366916" y="31672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Text Placeholder 17">
            <a:extLst>
              <a:ext uri="{FF2B5EF4-FFF2-40B4-BE49-F238E27FC236}">
                <a16:creationId xmlns:a16="http://schemas.microsoft.com/office/drawing/2014/main" id="{D4913A53-AC18-CE35-83F6-1FEB00B226D8}"/>
              </a:ext>
            </a:extLst>
          </p:cNvPr>
          <p:cNvSpPr>
            <a:spLocks noGrp="1"/>
          </p:cNvSpPr>
          <p:nvPr>
            <p:ph type="body" sz="quarter" idx="52"/>
          </p:nvPr>
        </p:nvSpPr>
        <p:spPr>
          <a:xfrm>
            <a:off x="1875332" y="3505318"/>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4" name="Text Placeholder 17">
            <a:extLst>
              <a:ext uri="{FF2B5EF4-FFF2-40B4-BE49-F238E27FC236}">
                <a16:creationId xmlns:a16="http://schemas.microsoft.com/office/drawing/2014/main" id="{C2728A09-D888-A28E-36E6-CC138B24DEBF}"/>
              </a:ext>
            </a:extLst>
          </p:cNvPr>
          <p:cNvSpPr>
            <a:spLocks noGrp="1"/>
          </p:cNvSpPr>
          <p:nvPr>
            <p:ph type="body" sz="quarter" idx="53" hasCustomPrompt="1"/>
          </p:nvPr>
        </p:nvSpPr>
        <p:spPr>
          <a:xfrm>
            <a:off x="366916" y="3413978"/>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5" name="Text Placeholder 17">
            <a:extLst>
              <a:ext uri="{FF2B5EF4-FFF2-40B4-BE49-F238E27FC236}">
                <a16:creationId xmlns:a16="http://schemas.microsoft.com/office/drawing/2014/main" id="{6B3D9EAA-1CD5-3071-3473-B50CDA37D719}"/>
              </a:ext>
            </a:extLst>
          </p:cNvPr>
          <p:cNvSpPr>
            <a:spLocks noGrp="1"/>
          </p:cNvSpPr>
          <p:nvPr>
            <p:ph type="body" sz="quarter" idx="54"/>
          </p:nvPr>
        </p:nvSpPr>
        <p:spPr>
          <a:xfrm>
            <a:off x="6350747" y="3543023"/>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7" name="Straight Connector 6">
            <a:extLst>
              <a:ext uri="{FF2B5EF4-FFF2-40B4-BE49-F238E27FC236}">
                <a16:creationId xmlns:a16="http://schemas.microsoft.com/office/drawing/2014/main" id="{0FBBF35B-B312-CA0B-B7BD-E68201CDA4B4}"/>
              </a:ext>
            </a:extLst>
          </p:cNvPr>
          <p:cNvCxnSpPr>
            <a:cxnSpLocks/>
          </p:cNvCxnSpPr>
          <p:nvPr userDrawn="1"/>
        </p:nvCxnSpPr>
        <p:spPr>
          <a:xfrm>
            <a:off x="366916" y="412903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Text Placeholder 17">
            <a:extLst>
              <a:ext uri="{FF2B5EF4-FFF2-40B4-BE49-F238E27FC236}">
                <a16:creationId xmlns:a16="http://schemas.microsoft.com/office/drawing/2014/main" id="{3E88F02B-21A9-7B35-5208-960EC6B3724F}"/>
              </a:ext>
            </a:extLst>
          </p:cNvPr>
          <p:cNvSpPr>
            <a:spLocks noGrp="1"/>
          </p:cNvSpPr>
          <p:nvPr>
            <p:ph type="body" sz="quarter" idx="55"/>
          </p:nvPr>
        </p:nvSpPr>
        <p:spPr>
          <a:xfrm>
            <a:off x="1875332" y="4468439"/>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9" name="Text Placeholder 17">
            <a:extLst>
              <a:ext uri="{FF2B5EF4-FFF2-40B4-BE49-F238E27FC236}">
                <a16:creationId xmlns:a16="http://schemas.microsoft.com/office/drawing/2014/main" id="{3CB83662-9F5B-969E-B37A-1899DC8C0FAC}"/>
              </a:ext>
            </a:extLst>
          </p:cNvPr>
          <p:cNvSpPr>
            <a:spLocks noGrp="1"/>
          </p:cNvSpPr>
          <p:nvPr>
            <p:ph type="body" sz="quarter" idx="56" hasCustomPrompt="1"/>
          </p:nvPr>
        </p:nvSpPr>
        <p:spPr>
          <a:xfrm>
            <a:off x="366916" y="4377099"/>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0" name="Text Placeholder 17">
            <a:extLst>
              <a:ext uri="{FF2B5EF4-FFF2-40B4-BE49-F238E27FC236}">
                <a16:creationId xmlns:a16="http://schemas.microsoft.com/office/drawing/2014/main" id="{528A1D9E-4D5B-5036-BC8A-39F3BDB4747C}"/>
              </a:ext>
            </a:extLst>
          </p:cNvPr>
          <p:cNvSpPr>
            <a:spLocks noGrp="1"/>
          </p:cNvSpPr>
          <p:nvPr>
            <p:ph type="body" sz="quarter" idx="57"/>
          </p:nvPr>
        </p:nvSpPr>
        <p:spPr>
          <a:xfrm>
            <a:off x="6350747" y="4506145"/>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1" name="Straight Connector 10">
            <a:extLst>
              <a:ext uri="{FF2B5EF4-FFF2-40B4-BE49-F238E27FC236}">
                <a16:creationId xmlns:a16="http://schemas.microsoft.com/office/drawing/2014/main" id="{88CED963-9E28-BA19-70A0-A1367F1BFC11}"/>
              </a:ext>
            </a:extLst>
          </p:cNvPr>
          <p:cNvCxnSpPr>
            <a:cxnSpLocks/>
          </p:cNvCxnSpPr>
          <p:nvPr userDrawn="1"/>
        </p:nvCxnSpPr>
        <p:spPr>
          <a:xfrm>
            <a:off x="366916" y="5090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2" name="Text Placeholder 17">
            <a:extLst>
              <a:ext uri="{FF2B5EF4-FFF2-40B4-BE49-F238E27FC236}">
                <a16:creationId xmlns:a16="http://schemas.microsoft.com/office/drawing/2014/main" id="{8A44C202-F0DA-26D8-5BEB-0346D848675C}"/>
              </a:ext>
            </a:extLst>
          </p:cNvPr>
          <p:cNvSpPr>
            <a:spLocks noGrp="1"/>
          </p:cNvSpPr>
          <p:nvPr>
            <p:ph type="body" sz="quarter" idx="58"/>
          </p:nvPr>
        </p:nvSpPr>
        <p:spPr>
          <a:xfrm>
            <a:off x="1875332" y="5431562"/>
            <a:ext cx="4106368" cy="246221"/>
          </a:xfrm>
          <a:prstGeom prst="rect">
            <a:avLst/>
          </a:prstGeom>
        </p:spPr>
        <p:txBody>
          <a:bodyPr anchor="ctr">
            <a:spAutoFit/>
          </a:bodyPr>
          <a:lstStyle>
            <a:lvl1pPr marL="0" indent="0">
              <a:spcBef>
                <a:spcPts val="0"/>
              </a:spcBef>
              <a:buNone/>
              <a:defRPr sz="1600" b="0" i="0">
                <a:solidFill>
                  <a:srgbClr val="283349"/>
                </a:solidFill>
                <a:latin typeface="+mj-lt"/>
              </a:defRPr>
            </a:lvl1pPr>
            <a:lvl2pPr marL="457200" indent="0">
              <a:buNone/>
              <a:defRPr/>
            </a:lvl2pPr>
          </a:lstStyle>
          <a:p>
            <a:pPr lvl="0"/>
            <a:r>
              <a:rPr lang="en-US"/>
              <a:t>Click to edit Master text styles</a:t>
            </a:r>
          </a:p>
        </p:txBody>
      </p:sp>
      <p:sp>
        <p:nvSpPr>
          <p:cNvPr id="13" name="Text Placeholder 17">
            <a:extLst>
              <a:ext uri="{FF2B5EF4-FFF2-40B4-BE49-F238E27FC236}">
                <a16:creationId xmlns:a16="http://schemas.microsoft.com/office/drawing/2014/main" id="{D9D0BA97-6FE1-79B9-A17A-5B7E00FF9EA2}"/>
              </a:ext>
            </a:extLst>
          </p:cNvPr>
          <p:cNvSpPr>
            <a:spLocks noGrp="1"/>
          </p:cNvSpPr>
          <p:nvPr>
            <p:ph type="body" sz="quarter" idx="59" hasCustomPrompt="1"/>
          </p:nvPr>
        </p:nvSpPr>
        <p:spPr>
          <a:xfrm>
            <a:off x="366916" y="5340222"/>
            <a:ext cx="738177" cy="429768"/>
          </a:xfrm>
          <a:prstGeom prst="rect">
            <a:avLst/>
          </a:prstGeom>
        </p:spPr>
        <p:txBody>
          <a:bodyPr anchor="ctr">
            <a:spAutoFit/>
          </a:bodyPr>
          <a:lstStyle>
            <a:lvl1pPr marL="0" indent="0" algn="l">
              <a:lnSpc>
                <a:spcPct val="100000"/>
              </a:lnSpc>
              <a:spcBef>
                <a:spcPts val="0"/>
              </a:spcBef>
              <a:buNone/>
              <a:defRPr sz="2800" b="1" i="0">
                <a:solidFill>
                  <a:schemeClr val="accent1"/>
                </a:solidFill>
                <a:latin typeface="+mj-lt"/>
                <a:cs typeface="Helvetica Now Display" panose="020B0504030202020204" pitchFamily="34" charset="77"/>
              </a:defRPr>
            </a:lvl1pPr>
            <a:lvl2pPr marL="457200" indent="0">
              <a:buNone/>
              <a:defRPr/>
            </a:lvl2pPr>
          </a:lstStyle>
          <a:p>
            <a:pPr lvl="0"/>
            <a:r>
              <a:rPr lang="en-US"/>
              <a:t>##</a:t>
            </a:r>
          </a:p>
        </p:txBody>
      </p:sp>
      <p:sp>
        <p:nvSpPr>
          <p:cNvPr id="14" name="Text Placeholder 17">
            <a:extLst>
              <a:ext uri="{FF2B5EF4-FFF2-40B4-BE49-F238E27FC236}">
                <a16:creationId xmlns:a16="http://schemas.microsoft.com/office/drawing/2014/main" id="{FB90C277-F5F8-BA5F-E1FC-4620DA2D6923}"/>
              </a:ext>
            </a:extLst>
          </p:cNvPr>
          <p:cNvSpPr>
            <a:spLocks noGrp="1"/>
          </p:cNvSpPr>
          <p:nvPr>
            <p:ph type="body" sz="quarter" idx="60"/>
          </p:nvPr>
        </p:nvSpPr>
        <p:spPr>
          <a:xfrm>
            <a:off x="6350747" y="5469269"/>
            <a:ext cx="5481065" cy="170816"/>
          </a:xfrm>
          <a:prstGeom prst="rect">
            <a:avLst/>
          </a:prstGeom>
        </p:spPr>
        <p:txBody>
          <a:bodyPr anchor="ctr">
            <a:spAutoFit/>
          </a:bodyPr>
          <a:lstStyle>
            <a:lvl1pPr marL="0" indent="0">
              <a:spcBef>
                <a:spcPts val="0"/>
              </a:spcBef>
              <a:buNone/>
              <a:defRPr sz="1200" b="0" i="0">
                <a:solidFill>
                  <a:schemeClr val="tx1"/>
                </a:solidFill>
                <a:latin typeface="+mj-lt"/>
              </a:defRPr>
            </a:lvl1pPr>
            <a:lvl2pPr marL="457200" indent="0">
              <a:buNone/>
              <a:defRPr/>
            </a:lvl2pPr>
          </a:lstStyle>
          <a:p>
            <a:pPr lvl="0"/>
            <a:r>
              <a:rPr lang="en-US"/>
              <a:t>Click to edit Master text styles</a:t>
            </a:r>
          </a:p>
        </p:txBody>
      </p:sp>
      <p:cxnSp>
        <p:nvCxnSpPr>
          <p:cNvPr id="15" name="Straight Connector 14">
            <a:extLst>
              <a:ext uri="{FF2B5EF4-FFF2-40B4-BE49-F238E27FC236}">
                <a16:creationId xmlns:a16="http://schemas.microsoft.com/office/drawing/2014/main" id="{82874A42-88EC-4E10-038E-D236C7872F61}"/>
              </a:ext>
            </a:extLst>
          </p:cNvPr>
          <p:cNvCxnSpPr>
            <a:cxnSpLocks/>
          </p:cNvCxnSpPr>
          <p:nvPr userDrawn="1"/>
        </p:nvCxnSpPr>
        <p:spPr>
          <a:xfrm>
            <a:off x="366916" y="6052535"/>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35381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63143A7-05D1-3997-E3D4-C010D81A4611}"/>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endParaRPr lang="en-US"/>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737881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Content Col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11470125"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1980287922"/>
      </p:ext>
    </p:extLst>
  </p:cSld>
  <p:clrMapOvr>
    <a:masterClrMapping/>
  </p:clrMapOvr>
  <p:extLst>
    <p:ext uri="{DCECCB84-F9BA-43D5-87BE-67443E8EF086}">
      <p15:sldGuideLst xmlns:p15="http://schemas.microsoft.com/office/powerpoint/2012/main">
        <p15:guide id="1" orient="horz" pos="928">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Content Col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endParaRPr lang="en-US"/>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6332918" y="1459884"/>
            <a:ext cx="5495544"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0418798"/>
      </p:ext>
    </p:extLst>
  </p:cSld>
  <p:clrMapOvr>
    <a:masterClrMapping/>
  </p:clrMapOvr>
  <p:extLst>
    <p:ext uri="{DCECCB84-F9BA-43D5-87BE-67443E8EF086}">
      <p15:sldGuideLst xmlns:p15="http://schemas.microsoft.com/office/powerpoint/2012/main">
        <p15:guide id="1" orient="horz" pos="928">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 Content Col 3">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67ADF7-45CB-3998-769C-3E30A60AA65F}"/>
              </a:ext>
            </a:extLst>
          </p:cNvPr>
          <p:cNvSpPr>
            <a:spLocks noGrp="1"/>
          </p:cNvSpPr>
          <p:nvPr>
            <p:ph idx="1"/>
          </p:nvPr>
        </p:nvSpPr>
        <p:spPr>
          <a:xfrm>
            <a:off x="358337"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BD558EAA-3243-0037-3BFF-C297B998FCF7}"/>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Title Placeholder 1">
            <a:extLst>
              <a:ext uri="{FF2B5EF4-FFF2-40B4-BE49-F238E27FC236}">
                <a16:creationId xmlns:a16="http://schemas.microsoft.com/office/drawing/2014/main" id="{01062856-4A49-5C09-163B-65AC1B2255E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sp>
        <p:nvSpPr>
          <p:cNvPr id="5" name="Footer Placeholder 4">
            <a:extLst>
              <a:ext uri="{FF2B5EF4-FFF2-40B4-BE49-F238E27FC236}">
                <a16:creationId xmlns:a16="http://schemas.microsoft.com/office/drawing/2014/main" id="{593F4E7E-ACEE-5CA0-F83B-0FD72C48D8EC}"/>
              </a:ext>
            </a:extLst>
          </p:cNvPr>
          <p:cNvSpPr>
            <a:spLocks noGrp="1"/>
          </p:cNvSpPr>
          <p:nvPr>
            <p:ph type="ftr" sz="quarter" idx="10"/>
          </p:nvPr>
        </p:nvSpPr>
        <p:spPr/>
        <p:txBody>
          <a:bodyPr/>
          <a:lstStyle>
            <a:lvl1pPr>
              <a:defRPr>
                <a:solidFill>
                  <a:schemeClr val="tx1">
                    <a:lumMod val="65000"/>
                    <a:lumOff val="35000"/>
                  </a:schemeClr>
                </a:solidFill>
              </a:defRPr>
            </a:lvl1pPr>
          </a:lstStyle>
          <a:p>
            <a:endParaRPr lang="en-US"/>
          </a:p>
        </p:txBody>
      </p:sp>
      <p:sp>
        <p:nvSpPr>
          <p:cNvPr id="2" name="Content Placeholder 2">
            <a:extLst>
              <a:ext uri="{FF2B5EF4-FFF2-40B4-BE49-F238E27FC236}">
                <a16:creationId xmlns:a16="http://schemas.microsoft.com/office/drawing/2014/main" id="{85271A2D-93F3-0E1C-FE8D-9DBE638DCEB4}"/>
              </a:ext>
            </a:extLst>
          </p:cNvPr>
          <p:cNvSpPr>
            <a:spLocks noGrp="1"/>
          </p:cNvSpPr>
          <p:nvPr>
            <p:ph idx="11"/>
          </p:nvPr>
        </p:nvSpPr>
        <p:spPr>
          <a:xfrm>
            <a:off x="4342324"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69665941-19D2-FBD8-540C-16A6854AA8CB}"/>
              </a:ext>
            </a:extLst>
          </p:cNvPr>
          <p:cNvSpPr>
            <a:spLocks noGrp="1"/>
          </p:cNvSpPr>
          <p:nvPr>
            <p:ph idx="12"/>
          </p:nvPr>
        </p:nvSpPr>
        <p:spPr>
          <a:xfrm>
            <a:off x="8326310" y="1459884"/>
            <a:ext cx="3502152" cy="4297680"/>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0532620"/>
      </p:ext>
    </p:extLst>
  </p:cSld>
  <p:clrMapOvr>
    <a:masterClrMapping/>
  </p:clrMapOvr>
  <p:extLst>
    <p:ext uri="{DCECCB84-F9BA-43D5-87BE-67443E8EF086}">
      <p15:sldGuideLst xmlns:p15="http://schemas.microsoft.com/office/powerpoint/2012/main">
        <p15:guide id="1" orient="horz" pos="92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 Subtitle + Content Col 2">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A370B3BE-11C7-C6D1-137B-D87948576C5C}"/>
              </a:ext>
            </a:extLst>
          </p:cNvPr>
          <p:cNvSpPr>
            <a:spLocks noGrp="1"/>
          </p:cNvSpPr>
          <p:nvPr>
            <p:ph type="body" idx="10"/>
          </p:nvPr>
        </p:nvSpPr>
        <p:spPr>
          <a:xfrm>
            <a:off x="6332918" y="1434965"/>
            <a:ext cx="5495544"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2918" y="2130861"/>
            <a:ext cx="5495544"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0216F187-BD10-0F81-5A6A-A6C1827014CF}"/>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7" name="Straight Connector 6">
            <a:extLst>
              <a:ext uri="{FF2B5EF4-FFF2-40B4-BE49-F238E27FC236}">
                <a16:creationId xmlns:a16="http://schemas.microsoft.com/office/drawing/2014/main" id="{3A3D2B01-CD3B-A5FF-3978-9502CFBFEF0C}"/>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0B1103-140E-0566-C5B6-64EDA438FE61}"/>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106C5980-CF33-76A9-15C2-1648AC1BA0DB}"/>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81419885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Subtitle + Content Col 3">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6430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30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2">
            <a:extLst>
              <a:ext uri="{FF2B5EF4-FFF2-40B4-BE49-F238E27FC236}">
                <a16:creationId xmlns:a16="http://schemas.microsoft.com/office/drawing/2014/main" id="{50C94F9D-BC47-9469-2129-B2638B1165AB}"/>
              </a:ext>
            </a:extLst>
          </p:cNvPr>
          <p:cNvSpPr>
            <a:spLocks noGrp="1"/>
          </p:cNvSpPr>
          <p:nvPr>
            <p:ph type="body" idx="10"/>
          </p:nvPr>
        </p:nvSpPr>
        <p:spPr>
          <a:xfrm>
            <a:off x="4345305"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Content Placeholder 3">
            <a:extLst>
              <a:ext uri="{FF2B5EF4-FFF2-40B4-BE49-F238E27FC236}">
                <a16:creationId xmlns:a16="http://schemas.microsoft.com/office/drawing/2014/main" id="{7C6A7793-55BE-EF41-5B2C-4C84C7F04572}"/>
              </a:ext>
            </a:extLst>
          </p:cNvPr>
          <p:cNvSpPr>
            <a:spLocks noGrp="1"/>
          </p:cNvSpPr>
          <p:nvPr>
            <p:ph sz="half" idx="11"/>
          </p:nvPr>
        </p:nvSpPr>
        <p:spPr>
          <a:xfrm>
            <a:off x="4345305"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8326310" y="1444590"/>
            <a:ext cx="3502152" cy="246221"/>
          </a:xfrm>
          <a:prstGeom prst="rect">
            <a:avLst/>
          </a:prstGeom>
        </p:spPr>
        <p:txBody>
          <a:bodyPr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8326310" y="2130861"/>
            <a:ext cx="3502152" cy="1538883"/>
          </a:xfrm>
          <a:prstGeom prst="rect">
            <a:avLst/>
          </a:prstGeo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Placeholder 1">
            <a:extLst>
              <a:ext uri="{FF2B5EF4-FFF2-40B4-BE49-F238E27FC236}">
                <a16:creationId xmlns:a16="http://schemas.microsoft.com/office/drawing/2014/main" id="{CE396B71-6A7A-4CFE-8F5A-69D6FC28D1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5" name="Straight Connector 14">
            <a:extLst>
              <a:ext uri="{FF2B5EF4-FFF2-40B4-BE49-F238E27FC236}">
                <a16:creationId xmlns:a16="http://schemas.microsoft.com/office/drawing/2014/main" id="{B8A790AF-BBD1-A959-C789-84CA7E2A91A0}"/>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359A254-6BC2-9859-F7C1-F96C7976F9C6}"/>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15C251-E9CA-DC31-4739-8D6692D91D7A}"/>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DEB14AFD-28FB-E067-E146-4E25F13C68E3}"/>
              </a:ext>
            </a:extLst>
          </p:cNvPr>
          <p:cNvSpPr>
            <a:spLocks noGrp="1"/>
          </p:cNvSpPr>
          <p:nvPr>
            <p:ph type="ftr" sz="quarter" idx="14"/>
          </p:nvPr>
        </p:nvSpPr>
        <p:spPr/>
        <p:txBody>
          <a:bodyPr/>
          <a:lstStyle/>
          <a:p>
            <a:endParaRPr lang="en-US"/>
          </a:p>
        </p:txBody>
      </p:sp>
    </p:spTree>
    <p:extLst>
      <p:ext uri="{BB962C8B-B14F-4D97-AF65-F5344CB8AC3E}">
        <p14:creationId xmlns:p14="http://schemas.microsoft.com/office/powerpoint/2010/main" val="96056375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Subtitle + Content Col 4">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140486"/>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1444590"/>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140486"/>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endParaRPr lang="en-US"/>
          </a:p>
        </p:txBody>
      </p:sp>
    </p:spTree>
    <p:extLst>
      <p:ext uri="{BB962C8B-B14F-4D97-AF65-F5344CB8AC3E}">
        <p14:creationId xmlns:p14="http://schemas.microsoft.com/office/powerpoint/2010/main" val="96823620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Icon +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4ADF22-3763-B092-AB79-75841181CECE}"/>
              </a:ext>
            </a:extLst>
          </p:cNvPr>
          <p:cNvSpPr>
            <a:spLocks noGrp="1"/>
          </p:cNvSpPr>
          <p:nvPr>
            <p:ph type="body" idx="1"/>
          </p:nvPr>
        </p:nvSpPr>
        <p:spPr>
          <a:xfrm>
            <a:off x="358524"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58524" y="2832467"/>
            <a:ext cx="2514600" cy="1536192"/>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4356D6D3-F794-2D15-C509-A1DCF57FA7EB}"/>
              </a:ext>
            </a:extLst>
          </p:cNvPr>
          <p:cNvSpPr>
            <a:spLocks noGrp="1"/>
          </p:cNvSpPr>
          <p:nvPr>
            <p:ph type="body" idx="12"/>
          </p:nvPr>
        </p:nvSpPr>
        <p:spPr>
          <a:xfrm>
            <a:off x="9313862"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a:extLst>
              <a:ext uri="{FF2B5EF4-FFF2-40B4-BE49-F238E27FC236}">
                <a16:creationId xmlns:a16="http://schemas.microsoft.com/office/drawing/2014/main" id="{ADF927A1-454B-ACE6-4FDF-D003AC770C92}"/>
              </a:ext>
            </a:extLst>
          </p:cNvPr>
          <p:cNvSpPr>
            <a:spLocks noGrp="1"/>
          </p:cNvSpPr>
          <p:nvPr>
            <p:ph sz="half" idx="13"/>
          </p:nvPr>
        </p:nvSpPr>
        <p:spPr>
          <a:xfrm>
            <a:off x="9313862"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2">
            <a:extLst>
              <a:ext uri="{FF2B5EF4-FFF2-40B4-BE49-F238E27FC236}">
                <a16:creationId xmlns:a16="http://schemas.microsoft.com/office/drawing/2014/main" id="{C076A34B-8A94-9109-1698-2C9D5B57BAB0}"/>
              </a:ext>
            </a:extLst>
          </p:cNvPr>
          <p:cNvSpPr>
            <a:spLocks noGrp="1"/>
          </p:cNvSpPr>
          <p:nvPr>
            <p:ph type="body" idx="14"/>
          </p:nvPr>
        </p:nvSpPr>
        <p:spPr>
          <a:xfrm>
            <a:off x="3343637"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E5DA31FC-3C33-59C2-46E0-6EC87A24B571}"/>
              </a:ext>
            </a:extLst>
          </p:cNvPr>
          <p:cNvSpPr>
            <a:spLocks noGrp="1"/>
          </p:cNvSpPr>
          <p:nvPr>
            <p:ph sz="half" idx="15"/>
          </p:nvPr>
        </p:nvSpPr>
        <p:spPr>
          <a:xfrm>
            <a:off x="3343637"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a:extLst>
              <a:ext uri="{FF2B5EF4-FFF2-40B4-BE49-F238E27FC236}">
                <a16:creationId xmlns:a16="http://schemas.microsoft.com/office/drawing/2014/main" id="{2C8351CF-C267-E5DC-D96C-947B004B6997}"/>
              </a:ext>
            </a:extLst>
          </p:cNvPr>
          <p:cNvSpPr>
            <a:spLocks noGrp="1"/>
          </p:cNvSpPr>
          <p:nvPr>
            <p:ph type="body" idx="16"/>
          </p:nvPr>
        </p:nvSpPr>
        <p:spPr>
          <a:xfrm>
            <a:off x="6328750" y="2136571"/>
            <a:ext cx="2514600" cy="492443"/>
          </a:xfrm>
          <a:prstGeom prst="rect">
            <a:avLst/>
          </a:prstGeom>
        </p:spPr>
        <p:txBody>
          <a:bodyPr wrap="square" anchor="t" anchorCtr="0">
            <a:sp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1" name="Content Placeholder 3">
            <a:extLst>
              <a:ext uri="{FF2B5EF4-FFF2-40B4-BE49-F238E27FC236}">
                <a16:creationId xmlns:a16="http://schemas.microsoft.com/office/drawing/2014/main" id="{39FD7B36-D576-B611-6B8C-E9CF2F352FEE}"/>
              </a:ext>
            </a:extLst>
          </p:cNvPr>
          <p:cNvSpPr>
            <a:spLocks noGrp="1"/>
          </p:cNvSpPr>
          <p:nvPr>
            <p:ph sz="half" idx="17"/>
          </p:nvPr>
        </p:nvSpPr>
        <p:spPr>
          <a:xfrm>
            <a:off x="6328750" y="2832467"/>
            <a:ext cx="2514600" cy="15388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D26280C-5599-1A9C-5B12-5011ED66B31C}"/>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589BAF7E-4A85-430C-CD95-B6BDEF8DD9D3}"/>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DD6599-C39C-1A80-998A-9E7067533548}"/>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0A0C43-186D-AA6D-33E1-017B83D2233F}"/>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43BD98-E355-4B29-6906-C75F756344B6}"/>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BCC81EF-BABB-A6C5-1D8B-2A9F981D26D8}"/>
              </a:ext>
            </a:extLst>
          </p:cNvPr>
          <p:cNvSpPr>
            <a:spLocks noGrp="1"/>
          </p:cNvSpPr>
          <p:nvPr>
            <p:ph type="ftr" sz="quarter" idx="18"/>
          </p:nvPr>
        </p:nvSpPr>
        <p:spPr/>
        <p:txBody>
          <a:bodyPr/>
          <a:lstStyle/>
          <a:p>
            <a:endParaRPr lang="en-US"/>
          </a:p>
        </p:txBody>
      </p:sp>
      <p:sp>
        <p:nvSpPr>
          <p:cNvPr id="22" name="Picture Placeholder 21">
            <a:extLst>
              <a:ext uri="{FF2B5EF4-FFF2-40B4-BE49-F238E27FC236}">
                <a16:creationId xmlns:a16="http://schemas.microsoft.com/office/drawing/2014/main" id="{F4662C97-8F2C-64B2-F026-ACD96847176B}"/>
              </a:ext>
            </a:extLst>
          </p:cNvPr>
          <p:cNvSpPr>
            <a:spLocks noGrp="1" noChangeAspect="1"/>
          </p:cNvSpPr>
          <p:nvPr>
            <p:ph type="pic" sz="quarter" idx="55"/>
          </p:nvPr>
        </p:nvSpPr>
        <p:spPr>
          <a:xfrm>
            <a:off x="358524" y="1429220"/>
            <a:ext cx="457200" cy="457200"/>
          </a:xfrm>
        </p:spPr>
        <p:txBody>
          <a:bodyPr wrap="square">
            <a:noAutofit/>
          </a:bodyPr>
          <a:lstStyle>
            <a:lvl1pPr>
              <a:defRPr sz="600"/>
            </a:lvl1pPr>
          </a:lstStyle>
          <a:p>
            <a:endParaRPr lang="en-US"/>
          </a:p>
        </p:txBody>
      </p:sp>
      <p:sp>
        <p:nvSpPr>
          <p:cNvPr id="24" name="Picture Placeholder 21">
            <a:extLst>
              <a:ext uri="{FF2B5EF4-FFF2-40B4-BE49-F238E27FC236}">
                <a16:creationId xmlns:a16="http://schemas.microsoft.com/office/drawing/2014/main" id="{15A18B4E-15F7-EA00-C6CA-A246BCE804B6}"/>
              </a:ext>
            </a:extLst>
          </p:cNvPr>
          <p:cNvSpPr>
            <a:spLocks noGrp="1" noChangeAspect="1"/>
          </p:cNvSpPr>
          <p:nvPr>
            <p:ph type="pic" sz="quarter" idx="56"/>
          </p:nvPr>
        </p:nvSpPr>
        <p:spPr>
          <a:xfrm>
            <a:off x="3343637" y="1429220"/>
            <a:ext cx="457200" cy="457200"/>
          </a:xfrm>
        </p:spPr>
        <p:txBody>
          <a:bodyPr wrap="square">
            <a:noAutofit/>
          </a:bodyPr>
          <a:lstStyle>
            <a:lvl1pPr>
              <a:defRPr sz="600"/>
            </a:lvl1pPr>
          </a:lstStyle>
          <a:p>
            <a:endParaRPr lang="en-US"/>
          </a:p>
        </p:txBody>
      </p:sp>
      <p:sp>
        <p:nvSpPr>
          <p:cNvPr id="25" name="Picture Placeholder 21">
            <a:extLst>
              <a:ext uri="{FF2B5EF4-FFF2-40B4-BE49-F238E27FC236}">
                <a16:creationId xmlns:a16="http://schemas.microsoft.com/office/drawing/2014/main" id="{63820E14-78A0-0B3A-8D48-E5DB901D8646}"/>
              </a:ext>
            </a:extLst>
          </p:cNvPr>
          <p:cNvSpPr>
            <a:spLocks noGrp="1" noChangeAspect="1"/>
          </p:cNvSpPr>
          <p:nvPr>
            <p:ph type="pic" sz="quarter" idx="57"/>
          </p:nvPr>
        </p:nvSpPr>
        <p:spPr>
          <a:xfrm>
            <a:off x="6328750" y="1429220"/>
            <a:ext cx="457200" cy="457200"/>
          </a:xfrm>
        </p:spPr>
        <p:txBody>
          <a:bodyPr wrap="square">
            <a:noAutofit/>
          </a:bodyPr>
          <a:lstStyle>
            <a:lvl1pPr>
              <a:defRPr sz="600"/>
            </a:lvl1pPr>
          </a:lstStyle>
          <a:p>
            <a:endParaRPr lang="en-US"/>
          </a:p>
        </p:txBody>
      </p:sp>
      <p:sp>
        <p:nvSpPr>
          <p:cNvPr id="26" name="Picture Placeholder 21">
            <a:extLst>
              <a:ext uri="{FF2B5EF4-FFF2-40B4-BE49-F238E27FC236}">
                <a16:creationId xmlns:a16="http://schemas.microsoft.com/office/drawing/2014/main" id="{4DB234A8-087D-A43D-4509-0CBA12779075}"/>
              </a:ext>
            </a:extLst>
          </p:cNvPr>
          <p:cNvSpPr>
            <a:spLocks noGrp="1" noChangeAspect="1"/>
          </p:cNvSpPr>
          <p:nvPr>
            <p:ph type="pic" sz="quarter" idx="58"/>
          </p:nvPr>
        </p:nvSpPr>
        <p:spPr>
          <a:xfrm>
            <a:off x="9313862" y="1429220"/>
            <a:ext cx="457200" cy="457200"/>
          </a:xfrm>
        </p:spPr>
        <p:txBody>
          <a:bodyPr wrap="square">
            <a:noAutofit/>
          </a:bodyPr>
          <a:lstStyle>
            <a:lvl1pPr>
              <a:defRPr sz="600"/>
            </a:lvl1pPr>
          </a:lstStyle>
          <a:p>
            <a:endParaRPr lang="en-US"/>
          </a:p>
        </p:txBody>
      </p:sp>
    </p:spTree>
    <p:extLst>
      <p:ext uri="{BB962C8B-B14F-4D97-AF65-F5344CB8AC3E}">
        <p14:creationId xmlns:p14="http://schemas.microsoft.com/office/powerpoint/2010/main" val="353442014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Section Divider - Red">
    <p:bg>
      <p:bgPr>
        <a:solidFill>
          <a:srgbClr val="A3333B"/>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756A1EE-6F7F-2700-1886-5A254A86C604}"/>
              </a:ext>
            </a:extLst>
          </p:cNvPr>
          <p:cNvSpPr>
            <a:spLocks noGrp="1"/>
          </p:cNvSpPr>
          <p:nvPr>
            <p:ph type="ctrTitle" hasCustomPrompt="1"/>
          </p:nvPr>
        </p:nvSpPr>
        <p:spPr>
          <a:xfrm>
            <a:off x="336165" y="3000232"/>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pic>
        <p:nvPicPr>
          <p:cNvPr id="4" name="Graphic 3">
            <a:extLst>
              <a:ext uri="{FF2B5EF4-FFF2-40B4-BE49-F238E27FC236}">
                <a16:creationId xmlns:a16="http://schemas.microsoft.com/office/drawing/2014/main" id="{C266C33E-267D-2B6B-B896-3F1049DB1A3F}"/>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2" name="Slide Number Placeholder 5">
            <a:extLst>
              <a:ext uri="{FF2B5EF4-FFF2-40B4-BE49-F238E27FC236}">
                <a16:creationId xmlns:a16="http://schemas.microsoft.com/office/drawing/2014/main" id="{AC7408C9-F530-FCD6-6AE8-206FBD06EACC}"/>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3" name="TextBox 2">
            <a:extLst>
              <a:ext uri="{FF2B5EF4-FFF2-40B4-BE49-F238E27FC236}">
                <a16:creationId xmlns:a16="http://schemas.microsoft.com/office/drawing/2014/main" id="{D69B62A4-B69B-BABA-6FD6-3A955DF5E1AC}"/>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5" name="Graphic 4">
            <a:extLst>
              <a:ext uri="{FF2B5EF4-FFF2-40B4-BE49-F238E27FC236}">
                <a16:creationId xmlns:a16="http://schemas.microsoft.com/office/drawing/2014/main" id="{34542FB0-0A8D-7956-286D-D2878D0C6C1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1875667125"/>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Subsection Slide - Re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A7E6F121-54BB-B51D-BBBE-EB6B961382C1}"/>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5"/>
                </a:solidFill>
                <a:latin typeface="+mj-lt"/>
              </a:rPr>
              <a:pPr>
                <a:defRPr/>
              </a:pPr>
              <a:t>‹#›</a:t>
            </a:fld>
            <a:endParaRPr lang="en-US" sz="900" b="0">
              <a:solidFill>
                <a:schemeClr val="accent5"/>
              </a:solidFill>
              <a:latin typeface="+mj-lt"/>
            </a:endParaRPr>
          </a:p>
        </p:txBody>
      </p:sp>
      <p:sp>
        <p:nvSpPr>
          <p:cNvPr id="6" name="TextBox 5">
            <a:extLst>
              <a:ext uri="{FF2B5EF4-FFF2-40B4-BE49-F238E27FC236}">
                <a16:creationId xmlns:a16="http://schemas.microsoft.com/office/drawing/2014/main" id="{1D7EF867-490E-CC8D-7416-073290280B2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5"/>
                </a:solidFill>
                <a:latin typeface="+mj-lt"/>
              </a:rPr>
              <a:t>Confidential. For internal use only.</a:t>
            </a:r>
          </a:p>
        </p:txBody>
      </p:sp>
      <p:pic>
        <p:nvPicPr>
          <p:cNvPr id="7" name="Graphic 6">
            <a:extLst>
              <a:ext uri="{FF2B5EF4-FFF2-40B4-BE49-F238E27FC236}">
                <a16:creationId xmlns:a16="http://schemas.microsoft.com/office/drawing/2014/main" id="{686B9C51-E87D-7FB8-6D29-FD3C98B80EA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8" name="Title 1">
            <a:extLst>
              <a:ext uri="{FF2B5EF4-FFF2-40B4-BE49-F238E27FC236}">
                <a16:creationId xmlns:a16="http://schemas.microsoft.com/office/drawing/2014/main" id="{7F30AAFD-7DE3-02BC-AE7F-5E4EF92B3417}"/>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5"/>
                </a:solidFill>
              </a:defRPr>
            </a:lvl1pPr>
          </a:lstStyle>
          <a:p>
            <a:r>
              <a:rPr lang="en-US"/>
              <a:t>Section name</a:t>
            </a:r>
          </a:p>
        </p:txBody>
      </p:sp>
    </p:spTree>
    <p:extLst>
      <p:ext uri="{BB962C8B-B14F-4D97-AF65-F5344CB8AC3E}">
        <p14:creationId xmlns:p14="http://schemas.microsoft.com/office/powerpoint/2010/main" val="1382941031"/>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Section Divider -  Midnight Blue">
    <p:bg>
      <p:bgPr>
        <a:solidFill>
          <a:schemeClr val="accent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64B2753-283B-E853-6760-753B2B19B72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92FECB00-AC7C-C060-3DF3-2A6C33A35F4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5" name="TextBox 4">
            <a:extLst>
              <a:ext uri="{FF2B5EF4-FFF2-40B4-BE49-F238E27FC236}">
                <a16:creationId xmlns:a16="http://schemas.microsoft.com/office/drawing/2014/main" id="{63B8BDDC-612D-5EC4-07A7-A46BE934CB3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6" name="Graphic 5">
            <a:extLst>
              <a:ext uri="{FF2B5EF4-FFF2-40B4-BE49-F238E27FC236}">
                <a16:creationId xmlns:a16="http://schemas.microsoft.com/office/drawing/2014/main" id="{45540644-E2DD-6148-7941-C32962A456F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7" name="Title 1">
            <a:extLst>
              <a:ext uri="{FF2B5EF4-FFF2-40B4-BE49-F238E27FC236}">
                <a16:creationId xmlns:a16="http://schemas.microsoft.com/office/drawing/2014/main" id="{45628D6B-2CFA-AB61-B2EA-B2E2FA697945}"/>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2728425769"/>
      </p:ext>
    </p:extLst>
  </p:cSld>
  <p:clrMapOvr>
    <a:masterClrMapping/>
  </p:clrMapOvr>
  <p:extLst>
    <p:ext uri="{DCECCB84-F9BA-43D5-87BE-67443E8EF086}">
      <p15:sldGuideLst xmlns:p15="http://schemas.microsoft.com/office/powerpoint/2012/main"/>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Subsection Slide - Midnight Blue">
    <p:bg>
      <p:bgPr>
        <a:solidFill>
          <a:schemeClr val="accent3">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CF3A46A4-C5CE-E391-2E95-3891B466474D}"/>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5" name="TextBox 4">
            <a:extLst>
              <a:ext uri="{FF2B5EF4-FFF2-40B4-BE49-F238E27FC236}">
                <a16:creationId xmlns:a16="http://schemas.microsoft.com/office/drawing/2014/main" id="{86C854D5-BA19-4AE8-3CF3-55D266ABC58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6" name="Graphic 5">
            <a:extLst>
              <a:ext uri="{FF2B5EF4-FFF2-40B4-BE49-F238E27FC236}">
                <a16:creationId xmlns:a16="http://schemas.microsoft.com/office/drawing/2014/main" id="{A7B1D883-E781-C6FE-8716-9F15742B3FD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D6B955C1-69D5-A4BC-61A2-B0653E79618B}"/>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3"/>
                </a:solidFill>
              </a:defRPr>
            </a:lvl1pPr>
          </a:lstStyle>
          <a:p>
            <a:r>
              <a:rPr lang="en-US"/>
              <a:t>Section name</a:t>
            </a:r>
          </a:p>
        </p:txBody>
      </p:sp>
    </p:spTree>
    <p:extLst>
      <p:ext uri="{BB962C8B-B14F-4D97-AF65-F5344CB8AC3E}">
        <p14:creationId xmlns:p14="http://schemas.microsoft.com/office/powerpoint/2010/main" val="2108662734"/>
      </p:ext>
    </p:extLst>
  </p:cSld>
  <p:clrMapOvr>
    <a:masterClrMapping/>
  </p:clrMapOvr>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Section Divider - Dark Blue">
    <p:bg>
      <p:bgPr>
        <a:solidFill>
          <a:srgbClr val="003A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4184770667"/>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ubsection Slide - Dark Blue">
    <p:bg>
      <p:bgPr>
        <a:solidFill>
          <a:srgbClr val="C9D8E3"/>
        </a:solidFill>
        <a:effectLst/>
      </p:bgPr>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tx2"/>
                </a:solidFill>
              </a:defRPr>
            </a:lvl1pPr>
          </a:lstStyle>
          <a:p>
            <a:r>
              <a:rPr lang="en-US"/>
              <a:t>Section name</a:t>
            </a:r>
          </a:p>
        </p:txBody>
      </p:sp>
      <p:pic>
        <p:nvPicPr>
          <p:cNvPr id="4" name="Graphic 3">
            <a:extLst>
              <a:ext uri="{FF2B5EF4-FFF2-40B4-BE49-F238E27FC236}">
                <a16:creationId xmlns:a16="http://schemas.microsoft.com/office/drawing/2014/main" id="{9B9C1CD9-8527-704F-DF7E-BC7EA69184D9}"/>
              </a:ext>
            </a:extLst>
          </p:cNvPr>
          <p:cNvPicPr>
            <a:picLocks noGrp="1" noRo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1" y="369234"/>
            <a:ext cx="11832336" cy="5665949"/>
          </a:xfrm>
          <a:prstGeom prst="rect">
            <a:avLst/>
          </a:prstGeom>
        </p:spPr>
      </p:pic>
    </p:spTree>
    <p:extLst>
      <p:ext uri="{BB962C8B-B14F-4D97-AF65-F5344CB8AC3E}">
        <p14:creationId xmlns:p14="http://schemas.microsoft.com/office/powerpoint/2010/main" val="1089820093"/>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Section Divider - Cerulean Blue">
    <p:bg>
      <p:bgPr>
        <a:solidFill>
          <a:schemeClr val="accent4"/>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09BEDFC-A7C0-7C59-815B-FD73566460F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5F1050C0-78C5-A8CE-9372-DD480198E64F}"/>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F4C4CB57-4CBA-0053-E8E3-D458E2C7F321}"/>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17A30941-74C5-53DE-2701-9B7BDD1E57B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99B6EF97-2D8C-0DA3-04A1-D1C1FC5756F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1231715867"/>
      </p:ext>
    </p:extLst>
  </p:cSld>
  <p:clrMapOvr>
    <a:masterClrMapping/>
  </p:clrMapOvr>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Subsection Slide - Cerulean Blue">
    <p:bg>
      <p:bgPr>
        <a:solidFill>
          <a:schemeClr val="accent4">
            <a:alpha val="21000"/>
          </a:schemeClr>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5" name="Slide Number Placeholder 5">
            <a:extLst>
              <a:ext uri="{FF2B5EF4-FFF2-40B4-BE49-F238E27FC236}">
                <a16:creationId xmlns:a16="http://schemas.microsoft.com/office/drawing/2014/main" id="{8D1B293C-239E-416E-04E2-888E2D77D650}"/>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accent4"/>
                </a:solidFill>
                <a:latin typeface="+mj-lt"/>
              </a:rPr>
              <a:pPr>
                <a:defRPr/>
              </a:pPr>
              <a:t>‹#›</a:t>
            </a:fld>
            <a:endParaRPr lang="en-US" sz="900" b="0">
              <a:solidFill>
                <a:schemeClr val="accent4"/>
              </a:solidFill>
              <a:latin typeface="+mj-lt"/>
            </a:endParaRPr>
          </a:p>
        </p:txBody>
      </p:sp>
      <p:sp>
        <p:nvSpPr>
          <p:cNvPr id="6" name="TextBox 5">
            <a:extLst>
              <a:ext uri="{FF2B5EF4-FFF2-40B4-BE49-F238E27FC236}">
                <a16:creationId xmlns:a16="http://schemas.microsoft.com/office/drawing/2014/main" id="{49D33B24-BB96-42E0-9911-49FE19EF7BE0}"/>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accent4"/>
                </a:solidFill>
                <a:latin typeface="+mj-lt"/>
              </a:rPr>
              <a:t>Confidential. For internal use only.</a:t>
            </a:r>
          </a:p>
        </p:txBody>
      </p:sp>
      <p:pic>
        <p:nvPicPr>
          <p:cNvPr id="7" name="Graphic 6">
            <a:extLst>
              <a:ext uri="{FF2B5EF4-FFF2-40B4-BE49-F238E27FC236}">
                <a16:creationId xmlns:a16="http://schemas.microsoft.com/office/drawing/2014/main" id="{7B238638-02E3-B42A-95A7-8441FAE709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4" name="Title 1">
            <a:extLst>
              <a:ext uri="{FF2B5EF4-FFF2-40B4-BE49-F238E27FC236}">
                <a16:creationId xmlns:a16="http://schemas.microsoft.com/office/drawing/2014/main" id="{86787D85-7089-5356-E5D2-962648E17116}"/>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accent4"/>
                </a:solidFill>
              </a:defRPr>
            </a:lvl1pPr>
          </a:lstStyle>
          <a:p>
            <a:r>
              <a:rPr lang="en-US"/>
              <a:t>Section name</a:t>
            </a:r>
          </a:p>
        </p:txBody>
      </p:sp>
    </p:spTree>
    <p:extLst>
      <p:ext uri="{BB962C8B-B14F-4D97-AF65-F5344CB8AC3E}">
        <p14:creationId xmlns:p14="http://schemas.microsoft.com/office/powerpoint/2010/main" val="3236380442"/>
      </p:ext>
    </p:extLst>
  </p:cSld>
  <p:clrMapOvr>
    <a:masterClrMapping/>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Section Divider - Greystone">
    <p:bg>
      <p:bgPr>
        <a:solidFill>
          <a:srgbClr val="82787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8DF0027C-FD14-0E29-D20C-56E08A5F0BA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A7B52049-7238-9405-ABBF-06388AFC0CF4}"/>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8D640988-0EBB-4CDC-379D-D1E7C9BE37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69CDB6B9-50A4-BC13-6571-6DC019EBF14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4086338676"/>
      </p:ext>
    </p:extLst>
  </p:cSld>
  <p:clrMapOvr>
    <a:masterClrMapping/>
  </p:clrMapOvr>
  <p:extLst>
    <p:ext uri="{DCECCB84-F9BA-43D5-87BE-67443E8EF086}">
      <p15:sldGuideLst xmlns:p15="http://schemas.microsoft.com/office/powerpoint/2012/main"/>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Subsection Slide - Greystone">
    <p:bg>
      <p:bgPr>
        <a:solidFill>
          <a:srgbClr val="E5E3E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3706B9D1-6819-D5D0-D37A-538F602ECDE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0C0CEB6D-D512-1A50-AB30-C9C4A4A2CACA}"/>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827870"/>
                </a:solidFill>
                <a:latin typeface="+mj-lt"/>
              </a:rPr>
              <a:pPr>
                <a:defRPr/>
              </a:pPr>
              <a:t>‹#›</a:t>
            </a:fld>
            <a:endParaRPr lang="en-US" sz="900" b="0">
              <a:solidFill>
                <a:srgbClr val="827870"/>
              </a:solidFill>
              <a:latin typeface="+mj-lt"/>
            </a:endParaRPr>
          </a:p>
        </p:txBody>
      </p:sp>
      <p:sp>
        <p:nvSpPr>
          <p:cNvPr id="6" name="TextBox 5">
            <a:extLst>
              <a:ext uri="{FF2B5EF4-FFF2-40B4-BE49-F238E27FC236}">
                <a16:creationId xmlns:a16="http://schemas.microsoft.com/office/drawing/2014/main" id="{F4D87066-1D62-6896-0682-93532C9ACD6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827870"/>
                </a:solidFill>
                <a:latin typeface="+mj-lt"/>
              </a:rPr>
              <a:t>Confidential. For internal use only.</a:t>
            </a:r>
          </a:p>
        </p:txBody>
      </p:sp>
      <p:pic>
        <p:nvPicPr>
          <p:cNvPr id="7" name="Graphic 6">
            <a:extLst>
              <a:ext uri="{FF2B5EF4-FFF2-40B4-BE49-F238E27FC236}">
                <a16:creationId xmlns:a16="http://schemas.microsoft.com/office/drawing/2014/main" id="{AC3FA546-CC9B-F864-D491-E17E717072E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5F846CA5-5975-F475-50ED-B9445351573F}"/>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827870"/>
                </a:solidFill>
              </a:defRPr>
            </a:lvl1pPr>
          </a:lstStyle>
          <a:p>
            <a:r>
              <a:rPr lang="en-US"/>
              <a:t>Section name</a:t>
            </a:r>
          </a:p>
        </p:txBody>
      </p:sp>
    </p:spTree>
    <p:extLst>
      <p:ext uri="{BB962C8B-B14F-4D97-AF65-F5344CB8AC3E}">
        <p14:creationId xmlns:p14="http://schemas.microsoft.com/office/powerpoint/2010/main" val="1914924199"/>
      </p:ext>
    </p:extLst>
  </p:cSld>
  <p:clrMapOvr>
    <a:masterClrMapping/>
  </p:clrMapOvr>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Section Divider - Slate">
    <p:bg>
      <p:bgPr>
        <a:solidFill>
          <a:srgbClr val="96A3AD"/>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93324EF-6923-5372-6E76-72B1763D406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3" name="Slide Number Placeholder 5">
            <a:extLst>
              <a:ext uri="{FF2B5EF4-FFF2-40B4-BE49-F238E27FC236}">
                <a16:creationId xmlns:a16="http://schemas.microsoft.com/office/drawing/2014/main" id="{2519E8DD-7108-E906-4ADE-B910107967A7}"/>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6" name="TextBox 5">
            <a:extLst>
              <a:ext uri="{FF2B5EF4-FFF2-40B4-BE49-F238E27FC236}">
                <a16:creationId xmlns:a16="http://schemas.microsoft.com/office/drawing/2014/main" id="{236FE376-17C2-15E7-59F8-5D940B4E07FD}"/>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7" name="Graphic 6">
            <a:extLst>
              <a:ext uri="{FF2B5EF4-FFF2-40B4-BE49-F238E27FC236}">
                <a16:creationId xmlns:a16="http://schemas.microsoft.com/office/drawing/2014/main" id="{712E6497-FD62-AB59-35DF-58A748CFC2C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2" name="Title 1">
            <a:extLst>
              <a:ext uri="{FF2B5EF4-FFF2-40B4-BE49-F238E27FC236}">
                <a16:creationId xmlns:a16="http://schemas.microsoft.com/office/drawing/2014/main" id="{903B7FB6-FA1C-3D4D-D2AA-872C45A839F0}"/>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chemeClr val="bg1"/>
                </a:solidFill>
              </a:defRPr>
            </a:lvl1pPr>
          </a:lstStyle>
          <a:p>
            <a:r>
              <a:rPr lang="en-US"/>
              <a:t>Section name</a:t>
            </a:r>
          </a:p>
        </p:txBody>
      </p:sp>
    </p:spTree>
    <p:extLst>
      <p:ext uri="{BB962C8B-B14F-4D97-AF65-F5344CB8AC3E}">
        <p14:creationId xmlns:p14="http://schemas.microsoft.com/office/powerpoint/2010/main" val="2456882293"/>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Subsection Slide - Slate">
    <p:bg>
      <p:bgPr>
        <a:solidFill>
          <a:srgbClr val="EAECEE"/>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4399EDB8-FAC4-B10C-C681-E82C004ED1F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 y="369234"/>
            <a:ext cx="11832336" cy="5665949"/>
          </a:xfrm>
          <a:prstGeom prst="rect">
            <a:avLst/>
          </a:prstGeom>
        </p:spPr>
      </p:pic>
      <p:sp>
        <p:nvSpPr>
          <p:cNvPr id="4" name="Slide Number Placeholder 5">
            <a:extLst>
              <a:ext uri="{FF2B5EF4-FFF2-40B4-BE49-F238E27FC236}">
                <a16:creationId xmlns:a16="http://schemas.microsoft.com/office/drawing/2014/main" id="{9A55BC30-12F7-920F-B953-D6C3BD71FF06}"/>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rgbClr val="46525B"/>
                </a:solidFill>
                <a:latin typeface="+mj-lt"/>
              </a:rPr>
              <a:pPr>
                <a:defRPr/>
              </a:pPr>
              <a:t>‹#›</a:t>
            </a:fld>
            <a:endParaRPr lang="en-US" sz="900" b="0">
              <a:solidFill>
                <a:srgbClr val="46525B"/>
              </a:solidFill>
              <a:latin typeface="+mj-lt"/>
            </a:endParaRPr>
          </a:p>
        </p:txBody>
      </p:sp>
      <p:sp>
        <p:nvSpPr>
          <p:cNvPr id="6" name="TextBox 5">
            <a:extLst>
              <a:ext uri="{FF2B5EF4-FFF2-40B4-BE49-F238E27FC236}">
                <a16:creationId xmlns:a16="http://schemas.microsoft.com/office/drawing/2014/main" id="{3F798C63-8A75-BFAE-4353-7BD49B51732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rgbClr val="46525B"/>
                </a:solidFill>
                <a:latin typeface="+mj-lt"/>
              </a:rPr>
              <a:t>Confidential. For internal use only.</a:t>
            </a:r>
          </a:p>
        </p:txBody>
      </p:sp>
      <p:pic>
        <p:nvPicPr>
          <p:cNvPr id="7" name="Graphic 6">
            <a:extLst>
              <a:ext uri="{FF2B5EF4-FFF2-40B4-BE49-F238E27FC236}">
                <a16:creationId xmlns:a16="http://schemas.microsoft.com/office/drawing/2014/main" id="{D24C071D-7DBE-0CEF-6235-5ED884D2C38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
        <p:nvSpPr>
          <p:cNvPr id="3" name="Title 1">
            <a:extLst>
              <a:ext uri="{FF2B5EF4-FFF2-40B4-BE49-F238E27FC236}">
                <a16:creationId xmlns:a16="http://schemas.microsoft.com/office/drawing/2014/main" id="{BF1A651F-537F-A5CA-53BB-F8702406A7C8}"/>
              </a:ext>
            </a:extLst>
          </p:cNvPr>
          <p:cNvSpPr>
            <a:spLocks noGrp="1"/>
          </p:cNvSpPr>
          <p:nvPr>
            <p:ph type="ctrTitle" hasCustomPrompt="1"/>
          </p:nvPr>
        </p:nvSpPr>
        <p:spPr>
          <a:xfrm>
            <a:off x="336165" y="3000231"/>
            <a:ext cx="7031736" cy="738664"/>
          </a:xfrm>
          <a:prstGeom prst="rect">
            <a:avLst/>
          </a:prstGeom>
        </p:spPr>
        <p:txBody>
          <a:bodyPr anchor="ctr" anchorCtr="0"/>
          <a:lstStyle>
            <a:lvl1pPr algn="l">
              <a:lnSpc>
                <a:spcPct val="100000"/>
              </a:lnSpc>
              <a:defRPr sz="4800">
                <a:solidFill>
                  <a:srgbClr val="46525B"/>
                </a:solidFill>
              </a:defRPr>
            </a:lvl1pPr>
          </a:lstStyle>
          <a:p>
            <a:r>
              <a:rPr lang="en-US"/>
              <a:t>Section name</a:t>
            </a:r>
          </a:p>
        </p:txBody>
      </p:sp>
    </p:spTree>
    <p:extLst>
      <p:ext uri="{BB962C8B-B14F-4D97-AF65-F5344CB8AC3E}">
        <p14:creationId xmlns:p14="http://schemas.microsoft.com/office/powerpoint/2010/main" val="3374233947"/>
      </p:ext>
    </p:extLst>
  </p:cSld>
  <p:clrMapOvr>
    <a:masterClrMapping/>
  </p:clrMapOvr>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Quot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31ADCFF-5913-3968-36A4-EC52BF575E73}"/>
              </a:ext>
            </a:extLst>
          </p:cNvPr>
          <p:cNvSpPr>
            <a:spLocks noGrp="1"/>
          </p:cNvSpPr>
          <p:nvPr>
            <p:ph type="pic" sz="quarter" idx="10" hasCustomPrompt="1"/>
          </p:nvPr>
        </p:nvSpPr>
        <p:spPr>
          <a:xfrm>
            <a:off x="0" y="0"/>
            <a:ext cx="6094413"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13" name="Title 1">
            <a:extLst>
              <a:ext uri="{FF2B5EF4-FFF2-40B4-BE49-F238E27FC236}">
                <a16:creationId xmlns:a16="http://schemas.microsoft.com/office/drawing/2014/main" id="{DDE57426-48ED-56E2-AACD-B35E3F084552}"/>
              </a:ext>
            </a:extLst>
          </p:cNvPr>
          <p:cNvSpPr>
            <a:spLocks noGrp="1"/>
          </p:cNvSpPr>
          <p:nvPr>
            <p:ph type="ctrTitle"/>
          </p:nvPr>
        </p:nvSpPr>
        <p:spPr>
          <a:xfrm>
            <a:off x="6816392" y="1792224"/>
            <a:ext cx="4709160" cy="861774"/>
          </a:xfrm>
          <a:prstGeom prst="rect">
            <a:avLst/>
          </a:prstGeom>
        </p:spPr>
        <p:txBody>
          <a:bodyPr anchor="t" anchorCtr="0">
            <a:spAutoFit/>
          </a:bodyPr>
          <a:lstStyle>
            <a:lvl1pPr algn="ctr">
              <a:lnSpc>
                <a:spcPct val="100000"/>
              </a:lnSpc>
              <a:defRPr sz="2800"/>
            </a:lvl1pPr>
          </a:lstStyle>
          <a:p>
            <a:r>
              <a:rPr lang="en-US"/>
              <a:t>Click to edit Master title style</a:t>
            </a:r>
          </a:p>
        </p:txBody>
      </p:sp>
      <p:sp>
        <p:nvSpPr>
          <p:cNvPr id="14" name="Text Placeholder 2">
            <a:extLst>
              <a:ext uri="{FF2B5EF4-FFF2-40B4-BE49-F238E27FC236}">
                <a16:creationId xmlns:a16="http://schemas.microsoft.com/office/drawing/2014/main" id="{6EDD81C3-DE7C-6067-908F-CECCBE575E73}"/>
              </a:ext>
            </a:extLst>
          </p:cNvPr>
          <p:cNvSpPr>
            <a:spLocks noGrp="1"/>
          </p:cNvSpPr>
          <p:nvPr>
            <p:ph type="body" idx="1" hasCustomPrompt="1"/>
          </p:nvPr>
        </p:nvSpPr>
        <p:spPr>
          <a:xfrm>
            <a:off x="6816392" y="1334701"/>
            <a:ext cx="4709160" cy="184666"/>
          </a:xfrm>
          <a:prstGeom prst="rect">
            <a:avLst/>
          </a:prstGeom>
        </p:spPr>
        <p:txBody>
          <a:bodyPr>
            <a:spAutoFit/>
          </a:bodyPr>
          <a:lstStyle>
            <a:lvl1pPr marL="0" indent="0" algn="ctr">
              <a:buNone/>
              <a:defRPr sz="1200" b="1" i="0" cap="all" spc="100" baseline="0">
                <a:solidFill>
                  <a:schemeClr val="accent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TITLE</a:t>
            </a:r>
          </a:p>
        </p:txBody>
      </p:sp>
      <p:grpSp>
        <p:nvGrpSpPr>
          <p:cNvPr id="19" name="Group 18">
            <a:extLst>
              <a:ext uri="{FF2B5EF4-FFF2-40B4-BE49-F238E27FC236}">
                <a16:creationId xmlns:a16="http://schemas.microsoft.com/office/drawing/2014/main" id="{7BE8BEBF-768D-008C-1F11-3C7BF5CA69B2}"/>
              </a:ext>
            </a:extLst>
          </p:cNvPr>
          <p:cNvGrpSpPr/>
          <p:nvPr userDrawn="1"/>
        </p:nvGrpSpPr>
        <p:grpSpPr>
          <a:xfrm>
            <a:off x="8938430" y="5041937"/>
            <a:ext cx="465085" cy="128016"/>
            <a:chOff x="8936909" y="5041937"/>
            <a:chExt cx="465085" cy="128016"/>
          </a:xfrm>
        </p:grpSpPr>
        <p:pic>
          <p:nvPicPr>
            <p:cNvPr id="16" name="Graphic 15">
              <a:extLst>
                <a:ext uri="{FF2B5EF4-FFF2-40B4-BE49-F238E27FC236}">
                  <a16:creationId xmlns:a16="http://schemas.microsoft.com/office/drawing/2014/main" id="{80B528C3-7BBC-2EE4-0511-7F9AB4DDFE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36909" y="5041937"/>
              <a:ext cx="128016" cy="128016"/>
            </a:xfrm>
            <a:prstGeom prst="rect">
              <a:avLst/>
            </a:prstGeom>
          </p:spPr>
        </p:pic>
        <p:pic>
          <p:nvPicPr>
            <p:cNvPr id="17" name="Graphic 16">
              <a:extLst>
                <a:ext uri="{FF2B5EF4-FFF2-40B4-BE49-F238E27FC236}">
                  <a16:creationId xmlns:a16="http://schemas.microsoft.com/office/drawing/2014/main" id="{E636AE99-A618-65FF-210B-72884013A0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05443" y="5041937"/>
              <a:ext cx="128016" cy="128016"/>
            </a:xfrm>
            <a:prstGeom prst="rect">
              <a:avLst/>
            </a:prstGeom>
          </p:spPr>
        </p:pic>
        <p:pic>
          <p:nvPicPr>
            <p:cNvPr id="18" name="Graphic 17">
              <a:extLst>
                <a:ext uri="{FF2B5EF4-FFF2-40B4-BE49-F238E27FC236}">
                  <a16:creationId xmlns:a16="http://schemas.microsoft.com/office/drawing/2014/main" id="{4DED3061-4650-D6B9-8923-9B5BE7416B3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73978" y="5041937"/>
              <a:ext cx="128016" cy="128016"/>
            </a:xfrm>
            <a:prstGeom prst="rect">
              <a:avLst/>
            </a:prstGeom>
          </p:spPr>
        </p:pic>
      </p:grpSp>
      <p:sp>
        <p:nvSpPr>
          <p:cNvPr id="3" name="Slide Number Placeholder 5">
            <a:extLst>
              <a:ext uri="{FF2B5EF4-FFF2-40B4-BE49-F238E27FC236}">
                <a16:creationId xmlns:a16="http://schemas.microsoft.com/office/drawing/2014/main" id="{AC43E156-7952-6DBD-9F32-252B130D3E3B}"/>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4" name="TextBox 3">
            <a:extLst>
              <a:ext uri="{FF2B5EF4-FFF2-40B4-BE49-F238E27FC236}">
                <a16:creationId xmlns:a16="http://schemas.microsoft.com/office/drawing/2014/main" id="{B41722FB-74A1-9FF3-29B4-B3E085199D46}"/>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22A3574A-CAA1-E51C-8819-DC53C465327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306306842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 2 Images + 2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24600" y="4233291"/>
            <a:ext cx="5495544"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24600" y="1481138"/>
            <a:ext cx="5495544"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Title Placeholder 1">
            <a:extLst>
              <a:ext uri="{FF2B5EF4-FFF2-40B4-BE49-F238E27FC236}">
                <a16:creationId xmlns:a16="http://schemas.microsoft.com/office/drawing/2014/main" id="{621BBECE-92DC-7EA1-3903-FB23CE383FD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3" name="Straight Connector 2">
            <a:extLst>
              <a:ext uri="{FF2B5EF4-FFF2-40B4-BE49-F238E27FC236}">
                <a16:creationId xmlns:a16="http://schemas.microsoft.com/office/drawing/2014/main" id="{D5BBE5A2-CF9A-371B-E8C3-6C2628CB6650}"/>
              </a:ext>
            </a:extLst>
          </p:cNvPr>
          <p:cNvCxnSpPr>
            <a:cxnSpLocks/>
          </p:cNvCxnSpPr>
          <p:nvPr userDrawn="1"/>
        </p:nvCxnSpPr>
        <p:spPr>
          <a:xfrm>
            <a:off x="364300"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89296EC-E661-1202-DBA6-58631298B3AF}"/>
              </a:ext>
            </a:extLst>
          </p:cNvPr>
          <p:cNvCxnSpPr>
            <a:cxnSpLocks/>
          </p:cNvCxnSpPr>
          <p:nvPr userDrawn="1"/>
        </p:nvCxnSpPr>
        <p:spPr>
          <a:xfrm>
            <a:off x="6332918" y="1243783"/>
            <a:ext cx="54955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58787DA3-B155-E3AE-190B-A0FBBA04A9B4}"/>
              </a:ext>
            </a:extLst>
          </p:cNvPr>
          <p:cNvSpPr>
            <a:spLocks noGrp="1"/>
          </p:cNvSpPr>
          <p:nvPr>
            <p:ph type="ftr" sz="quarter" idx="14"/>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81931082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 3 Images + 3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7"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4340948"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4342760"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8317600" y="4233291"/>
            <a:ext cx="3511296"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8317601" y="1481138"/>
            <a:ext cx="3511296"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507FF8CF-628E-944A-803D-CD81A057D742}"/>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6" name="Straight Connector 5">
            <a:extLst>
              <a:ext uri="{FF2B5EF4-FFF2-40B4-BE49-F238E27FC236}">
                <a16:creationId xmlns:a16="http://schemas.microsoft.com/office/drawing/2014/main" id="{352BFB4F-A79F-389F-4EF6-5494E339D0EC}"/>
              </a:ext>
            </a:extLst>
          </p:cNvPr>
          <p:cNvCxnSpPr>
            <a:cxnSpLocks/>
          </p:cNvCxnSpPr>
          <p:nvPr userDrawn="1"/>
        </p:nvCxnSpPr>
        <p:spPr>
          <a:xfrm>
            <a:off x="36430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E7D797E-06ED-88E9-1145-75E2FB6F2C4B}"/>
              </a:ext>
            </a:extLst>
          </p:cNvPr>
          <p:cNvCxnSpPr>
            <a:cxnSpLocks/>
          </p:cNvCxnSpPr>
          <p:nvPr userDrawn="1"/>
        </p:nvCxnSpPr>
        <p:spPr>
          <a:xfrm>
            <a:off x="4344924"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3F70B02-516A-08FD-3050-6AE9BFD09E46}"/>
              </a:ext>
            </a:extLst>
          </p:cNvPr>
          <p:cNvCxnSpPr>
            <a:cxnSpLocks/>
          </p:cNvCxnSpPr>
          <p:nvPr userDrawn="1"/>
        </p:nvCxnSpPr>
        <p:spPr>
          <a:xfrm>
            <a:off x="8326310" y="1243783"/>
            <a:ext cx="3502152"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667B2D2C-53F2-B18B-1EC0-BC5BF7BB0F6B}"/>
              </a:ext>
            </a:extLst>
          </p:cNvPr>
          <p:cNvSpPr>
            <a:spLocks noGrp="1"/>
          </p:cNvSpPr>
          <p:nvPr>
            <p:ph type="ftr" sz="quarter" idx="16"/>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232592186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 4 Images + 4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8"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3">
            <a:extLst>
              <a:ext uri="{FF2B5EF4-FFF2-40B4-BE49-F238E27FC236}">
                <a16:creationId xmlns:a16="http://schemas.microsoft.com/office/drawing/2014/main" id="{6B84C3AF-B98F-D4FA-FE57-5457BCE9DCF8}"/>
              </a:ext>
            </a:extLst>
          </p:cNvPr>
          <p:cNvSpPr>
            <a:spLocks noGrp="1"/>
          </p:cNvSpPr>
          <p:nvPr>
            <p:ph sz="half" idx="11"/>
          </p:nvPr>
        </p:nvSpPr>
        <p:spPr>
          <a:xfrm>
            <a:off x="6330674"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AE615A5-273B-7942-00A0-3693B20154EB}"/>
              </a:ext>
            </a:extLst>
          </p:cNvPr>
          <p:cNvSpPr>
            <a:spLocks noGrp="1"/>
          </p:cNvSpPr>
          <p:nvPr>
            <p:ph type="pic" sz="quarter" idx="12" hasCustomPrompt="1"/>
          </p:nvPr>
        </p:nvSpPr>
        <p:spPr>
          <a:xfrm>
            <a:off x="367919"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8" name="Picture Placeholder 6">
            <a:extLst>
              <a:ext uri="{FF2B5EF4-FFF2-40B4-BE49-F238E27FC236}">
                <a16:creationId xmlns:a16="http://schemas.microsoft.com/office/drawing/2014/main" id="{37962172-9EE5-88BC-38ED-7AE26751ABED}"/>
              </a:ext>
            </a:extLst>
          </p:cNvPr>
          <p:cNvSpPr>
            <a:spLocks noGrp="1"/>
          </p:cNvSpPr>
          <p:nvPr>
            <p:ph type="pic" sz="quarter" idx="13" hasCustomPrompt="1"/>
          </p:nvPr>
        </p:nvSpPr>
        <p:spPr>
          <a:xfrm>
            <a:off x="6331881"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2" name="Content Placeholder 3">
            <a:extLst>
              <a:ext uri="{FF2B5EF4-FFF2-40B4-BE49-F238E27FC236}">
                <a16:creationId xmlns:a16="http://schemas.microsoft.com/office/drawing/2014/main" id="{C991B900-D8BD-DF96-0A5B-F03B4421E64B}"/>
              </a:ext>
            </a:extLst>
          </p:cNvPr>
          <p:cNvSpPr>
            <a:spLocks noGrp="1"/>
          </p:cNvSpPr>
          <p:nvPr>
            <p:ph sz="half" idx="14"/>
          </p:nvPr>
        </p:nvSpPr>
        <p:spPr>
          <a:xfrm>
            <a:off x="9313862"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6">
            <a:extLst>
              <a:ext uri="{FF2B5EF4-FFF2-40B4-BE49-F238E27FC236}">
                <a16:creationId xmlns:a16="http://schemas.microsoft.com/office/drawing/2014/main" id="{3351F025-DEBE-EDD9-5ED7-5E7EE191322B}"/>
              </a:ext>
            </a:extLst>
          </p:cNvPr>
          <p:cNvSpPr>
            <a:spLocks noGrp="1"/>
          </p:cNvSpPr>
          <p:nvPr>
            <p:ph type="pic" sz="quarter" idx="15" hasCustomPrompt="1"/>
          </p:nvPr>
        </p:nvSpPr>
        <p:spPr>
          <a:xfrm>
            <a:off x="9313862"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Content Placeholder 3">
            <a:extLst>
              <a:ext uri="{FF2B5EF4-FFF2-40B4-BE49-F238E27FC236}">
                <a16:creationId xmlns:a16="http://schemas.microsoft.com/office/drawing/2014/main" id="{027FDE6E-BA1C-FBC4-CCD9-5E2985A81536}"/>
              </a:ext>
            </a:extLst>
          </p:cNvPr>
          <p:cNvSpPr>
            <a:spLocks noGrp="1"/>
          </p:cNvSpPr>
          <p:nvPr>
            <p:ph sz="half" idx="16"/>
          </p:nvPr>
        </p:nvSpPr>
        <p:spPr>
          <a:xfrm>
            <a:off x="3347486" y="4233291"/>
            <a:ext cx="2514600" cy="1723549"/>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6">
            <a:extLst>
              <a:ext uri="{FF2B5EF4-FFF2-40B4-BE49-F238E27FC236}">
                <a16:creationId xmlns:a16="http://schemas.microsoft.com/office/drawing/2014/main" id="{D4A1D311-68A0-D2D1-2A27-F01E8F128DFF}"/>
              </a:ext>
            </a:extLst>
          </p:cNvPr>
          <p:cNvSpPr>
            <a:spLocks noGrp="1"/>
          </p:cNvSpPr>
          <p:nvPr>
            <p:ph type="pic" sz="quarter" idx="17" hasCustomPrompt="1"/>
          </p:nvPr>
        </p:nvSpPr>
        <p:spPr>
          <a:xfrm>
            <a:off x="3349900" y="1481138"/>
            <a:ext cx="2514600" cy="2542222"/>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9" name="Title Placeholder 1">
            <a:extLst>
              <a:ext uri="{FF2B5EF4-FFF2-40B4-BE49-F238E27FC236}">
                <a16:creationId xmlns:a16="http://schemas.microsoft.com/office/drawing/2014/main" id="{92FCE371-9BA5-9EEF-B057-3A076A6EED65}"/>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11" name="Straight Connector 10">
            <a:extLst>
              <a:ext uri="{FF2B5EF4-FFF2-40B4-BE49-F238E27FC236}">
                <a16:creationId xmlns:a16="http://schemas.microsoft.com/office/drawing/2014/main" id="{F8CAF55D-D81A-58D9-C35E-72EB375AFD7E}"/>
              </a:ext>
            </a:extLst>
          </p:cNvPr>
          <p:cNvCxnSpPr>
            <a:cxnSpLocks/>
          </p:cNvCxnSpPr>
          <p:nvPr userDrawn="1"/>
        </p:nvCxnSpPr>
        <p:spPr>
          <a:xfrm>
            <a:off x="364300"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8FA512E-FBA2-F8D5-3744-654FAEBA2376}"/>
              </a:ext>
            </a:extLst>
          </p:cNvPr>
          <p:cNvCxnSpPr>
            <a:cxnSpLocks/>
          </p:cNvCxnSpPr>
          <p:nvPr userDrawn="1"/>
        </p:nvCxnSpPr>
        <p:spPr>
          <a:xfrm>
            <a:off x="3349413"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E27C1C-376E-06FA-BB8E-F8014299BE34}"/>
              </a:ext>
            </a:extLst>
          </p:cNvPr>
          <p:cNvCxnSpPr>
            <a:cxnSpLocks/>
          </p:cNvCxnSpPr>
          <p:nvPr userDrawn="1"/>
        </p:nvCxnSpPr>
        <p:spPr>
          <a:xfrm>
            <a:off x="6334526"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A11388F-B34B-FE5A-E09A-AF30C4A0D39A}"/>
              </a:ext>
            </a:extLst>
          </p:cNvPr>
          <p:cNvCxnSpPr>
            <a:cxnSpLocks/>
          </p:cNvCxnSpPr>
          <p:nvPr userDrawn="1"/>
        </p:nvCxnSpPr>
        <p:spPr>
          <a:xfrm>
            <a:off x="9319638" y="1243783"/>
            <a:ext cx="250882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D5E38A60-DC64-1FD1-9AE4-DD0A678E6314}"/>
              </a:ext>
            </a:extLst>
          </p:cNvPr>
          <p:cNvSpPr>
            <a:spLocks noGrp="1"/>
          </p:cNvSpPr>
          <p:nvPr>
            <p:ph type="ftr" sz="quarter" idx="18"/>
          </p:nvPr>
        </p:nvSpPr>
        <p:spPr/>
        <p:txBody>
          <a:bodyPr/>
          <a:lstStyle>
            <a:lvl1pPr>
              <a:defRPr>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56012808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 Content + Half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364299" y="1507152"/>
            <a:ext cx="5503101" cy="1400383"/>
          </a:xfrm>
          <a:prstGeom prst="rect">
            <a:avLst/>
          </a:prstGeom>
        </p:spPr>
        <p:txBody>
          <a:bodyPr wrap="square">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6324602" y="1507152"/>
            <a:ext cx="5506019" cy="4518744"/>
          </a:xfrm>
          <a:prstGeom prst="roundRect">
            <a:avLst>
              <a:gd name="adj" fmla="val 9586"/>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3" name="Title Placeholder 1">
            <a:extLst>
              <a:ext uri="{FF2B5EF4-FFF2-40B4-BE49-F238E27FC236}">
                <a16:creationId xmlns:a16="http://schemas.microsoft.com/office/drawing/2014/main" id="{A94755F7-8433-86D0-15BB-77EF12947AE6}"/>
              </a:ext>
            </a:extLst>
          </p:cNvPr>
          <p:cNvSpPr>
            <a:spLocks noGrp="1"/>
          </p:cNvSpPr>
          <p:nvPr>
            <p:ph type="title"/>
          </p:nvPr>
        </p:nvSpPr>
        <p:spPr>
          <a:xfrm>
            <a:off x="358337" y="271427"/>
            <a:ext cx="11470125" cy="369332"/>
          </a:xfrm>
          <a:prstGeom prst="rect">
            <a:avLst/>
          </a:prstGeom>
        </p:spPr>
        <p:txBody>
          <a:bodyPr vert="horz" lIns="0" tIns="0" rIns="0" bIns="0" rtlCol="0" anchor="t" anchorCtr="0">
            <a:spAutoFit/>
          </a:bodyPr>
          <a:lstStyle/>
          <a:p>
            <a:r>
              <a:rPr lang="en-US"/>
              <a:t>Click to edit Master title style</a:t>
            </a:r>
          </a:p>
        </p:txBody>
      </p:sp>
      <p:cxnSp>
        <p:nvCxnSpPr>
          <p:cNvPr id="5" name="Straight Connector 4">
            <a:extLst>
              <a:ext uri="{FF2B5EF4-FFF2-40B4-BE49-F238E27FC236}">
                <a16:creationId xmlns:a16="http://schemas.microsoft.com/office/drawing/2014/main" id="{F4639577-4C98-6CC3-E2C3-948F8D74041F}"/>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E16BB514-8470-ADC5-A4BF-F7A39CB8A848}"/>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2757764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Right Half Image + Title +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A761B3F-C9BD-58D0-1611-8B7910E399DB}"/>
              </a:ext>
            </a:extLst>
          </p:cNvPr>
          <p:cNvSpPr>
            <a:spLocks noGrp="1"/>
          </p:cNvSpPr>
          <p:nvPr>
            <p:ph sz="half" idx="2"/>
          </p:nvPr>
        </p:nvSpPr>
        <p:spPr>
          <a:xfrm>
            <a:off x="6324600" y="2505241"/>
            <a:ext cx="5503862" cy="1400383"/>
          </a:xfrm>
          <a:prstGeom prst="rect">
            <a:avLst/>
          </a:prstGeom>
        </p:spPr>
        <p:txBody>
          <a:bodyPr wrap="square">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19">
            <a:extLst>
              <a:ext uri="{FF2B5EF4-FFF2-40B4-BE49-F238E27FC236}">
                <a16:creationId xmlns:a16="http://schemas.microsoft.com/office/drawing/2014/main" id="{3C346468-F85F-E171-651F-342E8AC77D7F}"/>
              </a:ext>
            </a:extLst>
          </p:cNvPr>
          <p:cNvSpPr>
            <a:spLocks noGrp="1"/>
          </p:cNvSpPr>
          <p:nvPr>
            <p:ph type="pic" sz="quarter" idx="10" hasCustomPrompt="1"/>
          </p:nvPr>
        </p:nvSpPr>
        <p:spPr>
          <a:xfrm>
            <a:off x="368454" y="332509"/>
            <a:ext cx="5507038" cy="6151418"/>
          </a:xfrm>
          <a:prstGeom prst="roundRect">
            <a:avLst>
              <a:gd name="adj" fmla="val 0"/>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5" name="Title Placeholder 1">
            <a:extLst>
              <a:ext uri="{FF2B5EF4-FFF2-40B4-BE49-F238E27FC236}">
                <a16:creationId xmlns:a16="http://schemas.microsoft.com/office/drawing/2014/main" id="{8B256340-140C-DB26-727F-895FCD2C3496}"/>
              </a:ext>
            </a:extLst>
          </p:cNvPr>
          <p:cNvSpPr>
            <a:spLocks noGrp="1"/>
          </p:cNvSpPr>
          <p:nvPr>
            <p:ph type="title"/>
          </p:nvPr>
        </p:nvSpPr>
        <p:spPr>
          <a:xfrm>
            <a:off x="6316510" y="271427"/>
            <a:ext cx="5511952" cy="369332"/>
          </a:xfrm>
          <a:prstGeom prst="rect">
            <a:avLst/>
          </a:prstGeom>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70316086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Full Page Image + Quote">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p:nvPr>
        </p:nvSpPr>
        <p:spPr>
          <a:xfrm>
            <a:off x="-5593" y="0"/>
            <a:ext cx="12192000" cy="6858000"/>
          </a:xfrm>
          <a:prstGeom prst="rect">
            <a:avLst/>
          </a:prstGeom>
        </p:spPr>
        <p:txBody>
          <a:bodyPr/>
          <a:lstStyle/>
          <a:p>
            <a:endParaRPr lang="en-US"/>
          </a:p>
        </p:txBody>
      </p:sp>
      <p:sp>
        <p:nvSpPr>
          <p:cNvPr id="3" name="Title 1">
            <a:extLst>
              <a:ext uri="{FF2B5EF4-FFF2-40B4-BE49-F238E27FC236}">
                <a16:creationId xmlns:a16="http://schemas.microsoft.com/office/drawing/2014/main" id="{24441EED-2A6A-F3A1-9576-7DC4A0CCD8A5}"/>
              </a:ext>
            </a:extLst>
          </p:cNvPr>
          <p:cNvSpPr>
            <a:spLocks noGrp="1"/>
          </p:cNvSpPr>
          <p:nvPr>
            <p:ph type="ctrTitle"/>
          </p:nvPr>
        </p:nvSpPr>
        <p:spPr>
          <a:xfrm>
            <a:off x="1845578" y="1682496"/>
            <a:ext cx="8513064" cy="430887"/>
          </a:xfrm>
          <a:prstGeom prst="rect">
            <a:avLst/>
          </a:prstGeom>
        </p:spPr>
        <p:txBody>
          <a:bodyPr wrap="square" anchor="t" anchorCtr="0">
            <a:spAutoFit/>
          </a:bodyPr>
          <a:lstStyle>
            <a:lvl1pPr algn="ctr">
              <a:lnSpc>
                <a:spcPct val="100000"/>
              </a:lnSpc>
              <a:defRPr sz="2800">
                <a:solidFill>
                  <a:schemeClr val="bg1"/>
                </a:solidFill>
              </a:defRPr>
            </a:lvl1pPr>
          </a:lstStyle>
          <a:p>
            <a:r>
              <a:rPr lang="en-US"/>
              <a:t>Click to edit Master title style</a:t>
            </a:r>
          </a:p>
        </p:txBody>
      </p:sp>
      <p:sp>
        <p:nvSpPr>
          <p:cNvPr id="5" name="Text Placeholder 2">
            <a:extLst>
              <a:ext uri="{FF2B5EF4-FFF2-40B4-BE49-F238E27FC236}">
                <a16:creationId xmlns:a16="http://schemas.microsoft.com/office/drawing/2014/main" id="{3D1E1C31-E91E-92AD-A0BE-E929F9FB32CD}"/>
              </a:ext>
            </a:extLst>
          </p:cNvPr>
          <p:cNvSpPr>
            <a:spLocks noGrp="1"/>
          </p:cNvSpPr>
          <p:nvPr>
            <p:ph type="body" idx="1"/>
          </p:nvPr>
        </p:nvSpPr>
        <p:spPr>
          <a:xfrm>
            <a:off x="1842614" y="1192088"/>
            <a:ext cx="8513064" cy="184666"/>
          </a:xfrm>
          <a:prstGeom prst="rect">
            <a:avLst/>
          </a:prstGeom>
        </p:spPr>
        <p:txBody>
          <a:bodyPr>
            <a:spAutoFit/>
          </a:bodyPr>
          <a:lstStyle>
            <a:lvl1pPr marL="0" indent="0" algn="ctr">
              <a:buNone/>
              <a:defRPr sz="1200" b="1" i="0" cap="all"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a:t>
            </a:r>
          </a:p>
        </p:txBody>
      </p:sp>
      <p:sp>
        <p:nvSpPr>
          <p:cNvPr id="18" name="Text Placeholder 2">
            <a:extLst>
              <a:ext uri="{FF2B5EF4-FFF2-40B4-BE49-F238E27FC236}">
                <a16:creationId xmlns:a16="http://schemas.microsoft.com/office/drawing/2014/main" id="{965483DD-1790-95E8-68CD-9B4262C2E0CD}"/>
              </a:ext>
            </a:extLst>
          </p:cNvPr>
          <p:cNvSpPr>
            <a:spLocks noGrp="1"/>
          </p:cNvSpPr>
          <p:nvPr>
            <p:ph type="body" idx="51" hasCustomPrompt="1"/>
          </p:nvPr>
        </p:nvSpPr>
        <p:spPr>
          <a:xfrm>
            <a:off x="1842614" y="5034246"/>
            <a:ext cx="8513064" cy="184666"/>
          </a:xfrm>
          <a:prstGeom prst="rect">
            <a:avLst/>
          </a:prstGeom>
        </p:spPr>
        <p:txBody>
          <a:bodyPr>
            <a:spAutoFit/>
          </a:bodyPr>
          <a:lstStyle>
            <a:lvl1pPr marL="0" indent="0" algn="ctr">
              <a:buNone/>
              <a:defRPr sz="1200" b="1" i="0" cap="none" spc="100" baseline="0">
                <a:solidFill>
                  <a:schemeClr val="bg1"/>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Author</a:t>
            </a:r>
          </a:p>
        </p:txBody>
      </p:sp>
      <p:sp>
        <p:nvSpPr>
          <p:cNvPr id="8" name="Logo">
            <a:extLst>
              <a:ext uri="{FF2B5EF4-FFF2-40B4-BE49-F238E27FC236}">
                <a16:creationId xmlns:a16="http://schemas.microsoft.com/office/drawing/2014/main" id="{43565025-24CE-46D0-87C2-8CFFAB6C6F7D}"/>
              </a:ext>
            </a:extLst>
          </p:cNvPr>
          <p:cNvSpPr>
            <a:spLocks noGrp="1"/>
          </p:cNvSpPr>
          <p:nvPr>
            <p:ph type="pic" sz="quarter" idx="52"/>
          </p:nvPr>
        </p:nvSpPr>
        <p:spPr>
          <a:xfrm>
            <a:off x="5775960" y="5558773"/>
            <a:ext cx="640080" cy="164592"/>
          </a:xfrm>
          <a:prstGeom prst="rect">
            <a:avLst/>
          </a:prstGeom>
          <a:blipFill>
            <a:blip r:embed="rId2">
              <a:extLst>
                <a:ext uri="{96DAC541-7B7A-43D3-8B79-37D633B846F1}">
                  <asvg:svgBlip xmlns:asvg="http://schemas.microsoft.com/office/drawing/2016/SVG/main" r:embed="rId3"/>
                </a:ext>
              </a:extLst>
            </a:blip>
            <a:stretch>
              <a:fillRect/>
            </a:stretch>
          </a:blipFill>
        </p:spPr>
        <p:txBody>
          <a:bodyPr>
            <a:normAutofit/>
          </a:bodyPr>
          <a:lstStyle>
            <a:lvl1pPr>
              <a:defRPr sz="100">
                <a:blipFill>
                  <a:blip r:embed="rId4">
                    <a:extLst>
                      <a:ext uri="{96DAC541-7B7A-43D3-8B79-37D633B846F1}">
                        <asvg:svgBlip xmlns:asvg="http://schemas.microsoft.com/office/drawing/2016/SVG/main" r:embed="rId5"/>
                      </a:ext>
                    </a:extLst>
                  </a:blip>
                  <a:stretch>
                    <a:fillRect/>
                  </a:stretch>
                </a:blipFill>
              </a:defRPr>
            </a:lvl1pPr>
          </a:lstStyle>
          <a:p>
            <a:endParaRPr lang="en-US"/>
          </a:p>
        </p:txBody>
      </p:sp>
      <p:sp>
        <p:nvSpPr>
          <p:cNvPr id="6" name="Slide Number Placeholder 5">
            <a:extLst>
              <a:ext uri="{FF2B5EF4-FFF2-40B4-BE49-F238E27FC236}">
                <a16:creationId xmlns:a16="http://schemas.microsoft.com/office/drawing/2014/main" id="{6C937995-9F38-2E0B-0E21-BC0223A4C95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9" name="TextBox 8">
            <a:extLst>
              <a:ext uri="{FF2B5EF4-FFF2-40B4-BE49-F238E27FC236}">
                <a16:creationId xmlns:a16="http://schemas.microsoft.com/office/drawing/2014/main" id="{D27C1691-A57B-C325-3F52-D88122CCD8D9}"/>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10" name="Graphic 9">
            <a:extLst>
              <a:ext uri="{FF2B5EF4-FFF2-40B4-BE49-F238E27FC236}">
                <a16:creationId xmlns:a16="http://schemas.microsoft.com/office/drawing/2014/main" id="{58D658C6-ABDD-482C-E285-31145B3E041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962999830"/>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llage Opt 1">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8" y="3907354"/>
            <a:ext cx="3977640" cy="2950646"/>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364300" y="3882258"/>
            <a:ext cx="1792304" cy="138499"/>
          </a:xfrm>
          <a:prstGeom prst="rect">
            <a:avLst/>
          </a:prstGeom>
        </p:spPr>
        <p:txBody>
          <a:bodyPr wrap="square">
            <a:spAutoFit/>
          </a:bodyPr>
          <a:lstStyle>
            <a:lvl1pP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360362" y="1038184"/>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6349525" y="0"/>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364300" y="4123801"/>
            <a:ext cx="1792304" cy="138499"/>
          </a:xfrm>
          <a:prstGeom prst="rect">
            <a:avLst/>
          </a:prstGeom>
        </p:spPr>
        <p:txBody>
          <a:bodyPr wrap="square">
            <a:spAutoFit/>
          </a:bodyPr>
          <a:lstStyle>
            <a:lvl1pPr>
              <a:spcBef>
                <a:spcPts val="600"/>
              </a:spcBef>
              <a:defRPr sz="900" b="0">
                <a:solidFill>
                  <a:schemeClr val="tx1"/>
                </a:solidFill>
                <a:latin typeface="+mn-lt"/>
              </a:defRPr>
            </a:lvl1pPr>
          </a:lstStyle>
          <a:p>
            <a:pPr lvl="0"/>
            <a:r>
              <a:rPr lang="en-US"/>
              <a:t>Click to edit Master title style</a:t>
            </a:r>
          </a:p>
        </p:txBody>
      </p:sp>
    </p:spTree>
    <p:extLst>
      <p:ext uri="{BB962C8B-B14F-4D97-AF65-F5344CB8AC3E}">
        <p14:creationId xmlns:p14="http://schemas.microsoft.com/office/powerpoint/2010/main" val="357122050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Collage Opt 2">
    <p:spTree>
      <p:nvGrpSpPr>
        <p:cNvPr id="1" name=""/>
        <p:cNvGrpSpPr/>
        <p:nvPr/>
      </p:nvGrpSpPr>
      <p:grpSpPr>
        <a:xfrm>
          <a:off x="0" y="0"/>
          <a:ext cx="0" cy="0"/>
          <a:chOff x="0" y="0"/>
          <a:chExt cx="0" cy="0"/>
        </a:xfrm>
      </p:grpSpPr>
      <p:sp>
        <p:nvSpPr>
          <p:cNvPr id="8" name="Picture Placeholder 19">
            <a:extLst>
              <a:ext uri="{FF2B5EF4-FFF2-40B4-BE49-F238E27FC236}">
                <a16:creationId xmlns:a16="http://schemas.microsoft.com/office/drawing/2014/main" id="{D6981A86-72D9-6390-E425-661E792B2011}"/>
              </a:ext>
            </a:extLst>
          </p:cNvPr>
          <p:cNvSpPr>
            <a:spLocks noGrp="1"/>
          </p:cNvSpPr>
          <p:nvPr>
            <p:ph type="pic" sz="quarter" idx="12" hasCustomPrompt="1"/>
          </p:nvPr>
        </p:nvSpPr>
        <p:spPr>
          <a:xfrm>
            <a:off x="3363227" y="0"/>
            <a:ext cx="5068391" cy="3759774"/>
          </a:xfrm>
          <a:prstGeom prst="roundRect">
            <a:avLst>
              <a:gd name="adj" fmla="val 0"/>
            </a:avLst>
          </a:prstGeom>
          <a:ln>
            <a:noFill/>
          </a:ln>
        </p:spPr>
        <p:txBody>
          <a:bodyPr anchor="t"/>
          <a:lstStyle>
            <a:lvl1pPr marL="171450" indent="-171450">
              <a:buFont typeface="Arial" panose="020B0604020202020204" pitchFamily="34" charset="0"/>
              <a:buChar char="•"/>
              <a:defRPr b="0"/>
            </a:lvl1pPr>
          </a:lstStyle>
          <a:p>
            <a:r>
              <a:rPr lang="en-US"/>
              <a:t>Press the center icon to upload a picture / The picture will crop to the frame.</a:t>
            </a:r>
          </a:p>
        </p:txBody>
      </p:sp>
      <p:sp>
        <p:nvSpPr>
          <p:cNvPr id="3" name="Content Placeholder 3">
            <a:extLst>
              <a:ext uri="{FF2B5EF4-FFF2-40B4-BE49-F238E27FC236}">
                <a16:creationId xmlns:a16="http://schemas.microsoft.com/office/drawing/2014/main" id="{753DC155-1A81-AD63-BC48-F7ED823B9183}"/>
              </a:ext>
            </a:extLst>
          </p:cNvPr>
          <p:cNvSpPr>
            <a:spLocks noGrp="1"/>
          </p:cNvSpPr>
          <p:nvPr>
            <p:ph sz="half" idx="2" hasCustomPrompt="1"/>
          </p:nvPr>
        </p:nvSpPr>
        <p:spPr>
          <a:xfrm>
            <a:off x="10036159" y="5036803"/>
            <a:ext cx="1792304" cy="138499"/>
          </a:xfrm>
          <a:prstGeom prst="rect">
            <a:avLst/>
          </a:prstGeom>
        </p:spPr>
        <p:txBody>
          <a:bodyPr wrap="square">
            <a:spAutoFit/>
          </a:bodyPr>
          <a:lstStyle>
            <a:lvl1pPr algn="r">
              <a:spcBef>
                <a:spcPts val="600"/>
              </a:spcBef>
              <a:defRPr sz="900" b="0">
                <a:solidFill>
                  <a:schemeClr val="tx1"/>
                </a:solidFill>
                <a:latin typeface="+mj-lt"/>
              </a:defRPr>
            </a:lvl1pPr>
          </a:lstStyle>
          <a:p>
            <a:pPr lvl="0"/>
            <a:r>
              <a:rPr lang="en-US"/>
              <a:t>Click to edit Master title style</a:t>
            </a:r>
          </a:p>
        </p:txBody>
      </p:sp>
      <p:sp>
        <p:nvSpPr>
          <p:cNvPr id="6" name="Picture Placeholder 19">
            <a:extLst>
              <a:ext uri="{FF2B5EF4-FFF2-40B4-BE49-F238E27FC236}">
                <a16:creationId xmlns:a16="http://schemas.microsoft.com/office/drawing/2014/main" id="{B050C76B-E118-F71E-A91C-7DD44A0812E7}"/>
              </a:ext>
            </a:extLst>
          </p:cNvPr>
          <p:cNvSpPr>
            <a:spLocks noGrp="1"/>
          </p:cNvSpPr>
          <p:nvPr>
            <p:ph type="pic" sz="quarter" idx="10" hasCustomPrompt="1"/>
          </p:nvPr>
        </p:nvSpPr>
        <p:spPr>
          <a:xfrm>
            <a:off x="9359583" y="2192729"/>
            <a:ext cx="2468880" cy="1954649"/>
          </a:xfrm>
          <a:prstGeom prst="roundRect">
            <a:avLst>
              <a:gd name="adj" fmla="val 21828"/>
            </a:avLst>
          </a:prstGeom>
          <a:ln>
            <a:noFill/>
          </a:ln>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7" name="Picture Placeholder 19">
            <a:extLst>
              <a:ext uri="{FF2B5EF4-FFF2-40B4-BE49-F238E27FC236}">
                <a16:creationId xmlns:a16="http://schemas.microsoft.com/office/drawing/2014/main" id="{C6CC91AA-7B99-B143-5235-BF12574C401B}"/>
              </a:ext>
            </a:extLst>
          </p:cNvPr>
          <p:cNvSpPr>
            <a:spLocks noGrp="1"/>
          </p:cNvSpPr>
          <p:nvPr>
            <p:ph type="pic" sz="quarter" idx="11" hasCustomPrompt="1"/>
          </p:nvPr>
        </p:nvSpPr>
        <p:spPr>
          <a:xfrm>
            <a:off x="0" y="2345821"/>
            <a:ext cx="5847973" cy="4512179"/>
          </a:xfrm>
          <a:prstGeom prst="roundRect">
            <a:avLst>
              <a:gd name="adj" fmla="val 0"/>
            </a:avLst>
          </a:prstGeom>
          <a:ln>
            <a:noFill/>
          </a:ln>
        </p:spPr>
        <p:txBody>
          <a:bodyPr/>
          <a:lstStyle>
            <a:lvl1pPr marL="171450" indent="-171450">
              <a:buFont typeface="Arial" panose="020B0604020202020204" pitchFamily="34" charset="0"/>
              <a:buChar char="•"/>
              <a:defRPr b="0"/>
            </a:lvl1pPr>
          </a:lstStyle>
          <a:p>
            <a:r>
              <a:rPr lang="en-US"/>
              <a:t>Press the center icon to upload a picture / The picture will crop to the frame / The star motif will need to be added to the picture before adding</a:t>
            </a:r>
            <a:br>
              <a:rPr lang="en-US"/>
            </a:br>
            <a:r>
              <a:rPr lang="en-US"/>
              <a:t>it the master slide.</a:t>
            </a:r>
          </a:p>
        </p:txBody>
      </p:sp>
      <p:sp>
        <p:nvSpPr>
          <p:cNvPr id="2" name="Content Placeholder 3">
            <a:extLst>
              <a:ext uri="{FF2B5EF4-FFF2-40B4-BE49-F238E27FC236}">
                <a16:creationId xmlns:a16="http://schemas.microsoft.com/office/drawing/2014/main" id="{A6A7FAFD-29D2-255A-3DA6-C84FC705503F}"/>
              </a:ext>
            </a:extLst>
          </p:cNvPr>
          <p:cNvSpPr>
            <a:spLocks noGrp="1"/>
          </p:cNvSpPr>
          <p:nvPr>
            <p:ph sz="half" idx="13" hasCustomPrompt="1"/>
          </p:nvPr>
        </p:nvSpPr>
        <p:spPr>
          <a:xfrm>
            <a:off x="10036159" y="5278346"/>
            <a:ext cx="1792304" cy="138499"/>
          </a:xfrm>
          <a:prstGeom prst="rect">
            <a:avLst/>
          </a:prstGeom>
        </p:spPr>
        <p:txBody>
          <a:bodyPr wrap="square">
            <a:spAutoFit/>
          </a:bodyPr>
          <a:lstStyle>
            <a:lvl1pPr algn="r">
              <a:spcBef>
                <a:spcPts val="600"/>
              </a:spcBef>
              <a:defRPr sz="900" b="0">
                <a:solidFill>
                  <a:schemeClr val="tx1"/>
                </a:solidFill>
                <a:latin typeface="+mn-lt"/>
              </a:defRPr>
            </a:lvl1pPr>
          </a:lstStyle>
          <a:p>
            <a:pPr lvl="0"/>
            <a:r>
              <a:rPr lang="en-US"/>
              <a:t>Click to edit Master title style</a:t>
            </a:r>
          </a:p>
        </p:txBody>
      </p:sp>
      <p:sp>
        <p:nvSpPr>
          <p:cNvPr id="9" name="Slide Number Placeholder 5">
            <a:extLst>
              <a:ext uri="{FF2B5EF4-FFF2-40B4-BE49-F238E27FC236}">
                <a16:creationId xmlns:a16="http://schemas.microsoft.com/office/drawing/2014/main" id="{F471A725-A3EC-B225-E372-033F53F5259E}"/>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10" name="TextBox 9">
            <a:extLst>
              <a:ext uri="{FF2B5EF4-FFF2-40B4-BE49-F238E27FC236}">
                <a16:creationId xmlns:a16="http://schemas.microsoft.com/office/drawing/2014/main" id="{383B2AF2-8C0E-0CB1-184F-D9F6C51E1D05}"/>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tx2"/>
                </a:solidFill>
                <a:latin typeface="+mj-lt"/>
              </a:rPr>
              <a:t>Confidential. For internal use only.</a:t>
            </a:r>
          </a:p>
        </p:txBody>
      </p:sp>
      <p:pic>
        <p:nvPicPr>
          <p:cNvPr id="11" name="Graphic 10">
            <a:extLst>
              <a:ext uri="{FF2B5EF4-FFF2-40B4-BE49-F238E27FC236}">
                <a16:creationId xmlns:a16="http://schemas.microsoft.com/office/drawing/2014/main" id="{944DF9FC-B6E9-EF55-EBA1-2CAC298493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293103069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Full Pag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480FB05-22FD-5698-8BBE-69FF7122DB30}"/>
              </a:ext>
            </a:extLst>
          </p:cNvPr>
          <p:cNvSpPr>
            <a:spLocks noGrp="1"/>
          </p:cNvSpPr>
          <p:nvPr>
            <p:ph type="pic" sz="quarter" idx="10" hasCustomPrompt="1"/>
          </p:nvPr>
        </p:nvSpPr>
        <p:spPr>
          <a:xfrm>
            <a:off x="0" y="0"/>
            <a:ext cx="12192000" cy="6858000"/>
          </a:xfrm>
          <a:prstGeom prst="rect">
            <a:avLst/>
          </a:prstGeom>
        </p:spPr>
        <p:txBody>
          <a:bodyPr/>
          <a:lstStyle>
            <a:lvl1pPr marL="171450" indent="-171450">
              <a:buFont typeface="Arial" panose="020B0604020202020204" pitchFamily="34" charset="0"/>
              <a:buChar char="•"/>
              <a:defRPr/>
            </a:lvl1pPr>
          </a:lstStyle>
          <a:p>
            <a:r>
              <a:rPr lang="en-US"/>
              <a:t>Press the center icon to upload a picture / The picture will crop to the frame.</a:t>
            </a:r>
          </a:p>
        </p:txBody>
      </p:sp>
      <p:sp>
        <p:nvSpPr>
          <p:cNvPr id="6" name="Slide Number Placeholder 5">
            <a:extLst>
              <a:ext uri="{FF2B5EF4-FFF2-40B4-BE49-F238E27FC236}">
                <a16:creationId xmlns:a16="http://schemas.microsoft.com/office/drawing/2014/main" id="{808481C6-F7B8-3A9A-7E9C-9F2A89ABFD78}"/>
              </a:ext>
            </a:extLst>
          </p:cNvPr>
          <p:cNvSpPr txBox="1">
            <a:spLocks/>
          </p:cNvSpPr>
          <p:nvPr userDrawn="1"/>
        </p:nvSpPr>
        <p:spPr>
          <a:xfrm>
            <a:off x="10902997" y="6385348"/>
            <a:ext cx="365497" cy="138499"/>
          </a:xfrm>
          <a:prstGeom prst="rect">
            <a:avLst/>
          </a:prstGeom>
        </p:spPr>
        <p:txBody>
          <a:bodyPr vert="horz" lIns="0" tIns="0" rIns="0" bIns="0" rtlCol="0" anchor="t"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bg1"/>
                </a:solidFill>
                <a:latin typeface="+mj-lt"/>
              </a:rPr>
              <a:pPr>
                <a:defRPr/>
              </a:pPr>
              <a:t>‹#›</a:t>
            </a:fld>
            <a:endParaRPr lang="en-US" sz="900" b="0">
              <a:solidFill>
                <a:schemeClr val="bg1"/>
              </a:solidFill>
              <a:latin typeface="+mj-lt"/>
            </a:endParaRPr>
          </a:p>
        </p:txBody>
      </p:sp>
      <p:sp>
        <p:nvSpPr>
          <p:cNvPr id="7" name="TextBox 6">
            <a:extLst>
              <a:ext uri="{FF2B5EF4-FFF2-40B4-BE49-F238E27FC236}">
                <a16:creationId xmlns:a16="http://schemas.microsoft.com/office/drawing/2014/main" id="{73F4373E-D0BF-7EA0-35D4-001BBC4F58DA}"/>
              </a:ext>
            </a:extLst>
          </p:cNvPr>
          <p:cNvSpPr txBox="1"/>
          <p:nvPr userDrawn="1"/>
        </p:nvSpPr>
        <p:spPr>
          <a:xfrm>
            <a:off x="8869311" y="6386687"/>
            <a:ext cx="1971694" cy="138499"/>
          </a:xfrm>
          <a:prstGeom prst="rect">
            <a:avLst/>
          </a:prstGeom>
          <a:noFill/>
        </p:spPr>
        <p:txBody>
          <a:bodyPr wrap="none" lIns="0" tIns="0" rIns="0" bIns="0" rtlCol="0">
            <a:spAutoFit/>
          </a:bodyPr>
          <a:lstStyle/>
          <a:p>
            <a:pPr algn="r"/>
            <a:r>
              <a:rPr lang="en-US" sz="900">
                <a:solidFill>
                  <a:schemeClr val="bg1"/>
                </a:solidFill>
                <a:latin typeface="+mj-lt"/>
              </a:rPr>
              <a:t>Confidential. For internal use only.</a:t>
            </a:r>
          </a:p>
        </p:txBody>
      </p:sp>
      <p:pic>
        <p:nvPicPr>
          <p:cNvPr id="8" name="Graphic 7">
            <a:extLst>
              <a:ext uri="{FF2B5EF4-FFF2-40B4-BE49-F238E27FC236}">
                <a16:creationId xmlns:a16="http://schemas.microsoft.com/office/drawing/2014/main" id="{05E3DDCC-7E28-9A16-A63C-52BC270616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50145" y="6318107"/>
            <a:ext cx="274320" cy="274320"/>
          </a:xfrm>
          <a:prstGeom prst="rect">
            <a:avLst/>
          </a:prstGeom>
        </p:spPr>
      </p:pic>
    </p:spTree>
    <p:extLst>
      <p:ext uri="{BB962C8B-B14F-4D97-AF65-F5344CB8AC3E}">
        <p14:creationId xmlns:p14="http://schemas.microsoft.com/office/powerpoint/2010/main" val="3972742581"/>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Thank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84D8-9A0A-EB78-FF95-8A65E8CF448B}"/>
              </a:ext>
            </a:extLst>
          </p:cNvPr>
          <p:cNvSpPr>
            <a:spLocks noGrp="1"/>
          </p:cNvSpPr>
          <p:nvPr>
            <p:ph type="title" hasCustomPrompt="1"/>
          </p:nvPr>
        </p:nvSpPr>
        <p:spPr>
          <a:xfrm>
            <a:off x="321200" y="1232746"/>
            <a:ext cx="8456479" cy="2135200"/>
          </a:xfrm>
          <a:prstGeom prst="rect">
            <a:avLst/>
          </a:prstGeom>
        </p:spPr>
        <p:txBody>
          <a:bodyPr/>
          <a:lstStyle>
            <a:lvl1pPr>
              <a:defRPr sz="15000"/>
            </a:lvl1pPr>
          </a:lstStyle>
          <a:p>
            <a:r>
              <a:rPr lang="en-US"/>
              <a:t>Thanks!</a:t>
            </a:r>
          </a:p>
        </p:txBody>
      </p:sp>
      <p:pic>
        <p:nvPicPr>
          <p:cNvPr id="16" name="Graphic 15">
            <a:extLst>
              <a:ext uri="{FF2B5EF4-FFF2-40B4-BE49-F238E27FC236}">
                <a16:creationId xmlns:a16="http://schemas.microsoft.com/office/drawing/2014/main" id="{44319368-2F9F-E4F8-F09D-F7668A3CEA34}"/>
              </a:ext>
            </a:extLst>
          </p:cNvPr>
          <p:cNvPicPr>
            <a:picLocks noChangeAspect="1"/>
          </p:cNvPicPr>
          <p:nvPr userDrawn="1"/>
        </p:nvPicPr>
        <p:blipFill>
          <a:blip r:embed="rId2">
            <a:extLst>
              <a:ext uri="{96DAC541-7B7A-43D3-8B79-37D633B846F1}">
                <asvg:svgBlip xmlns:asvg="http://schemas.microsoft.com/office/drawing/2016/SVG/main" r:embed="rId3"/>
              </a:ext>
            </a:extLst>
          </a:blip>
          <a:srcRect r="27614"/>
          <a:stretch>
            <a:fillRect/>
          </a:stretch>
        </p:blipFill>
        <p:spPr>
          <a:xfrm>
            <a:off x="9506712" y="2509064"/>
            <a:ext cx="2700528" cy="3730752"/>
          </a:xfrm>
          <a:custGeom>
            <a:avLst/>
            <a:gdLst>
              <a:gd name="connsiteX0" fmla="*/ 0 w 2700528"/>
              <a:gd name="connsiteY0" fmla="*/ 0 h 3730752"/>
              <a:gd name="connsiteX1" fmla="*/ 2700528 w 2700528"/>
              <a:gd name="connsiteY1" fmla="*/ 0 h 3730752"/>
              <a:gd name="connsiteX2" fmla="*/ 2700528 w 2700528"/>
              <a:gd name="connsiteY2" fmla="*/ 3730752 h 3730752"/>
              <a:gd name="connsiteX3" fmla="*/ 0 w 2700528"/>
              <a:gd name="connsiteY3" fmla="*/ 3730752 h 3730752"/>
            </a:gdLst>
            <a:ahLst/>
            <a:cxnLst>
              <a:cxn ang="0">
                <a:pos x="connsiteX0" y="connsiteY0"/>
              </a:cxn>
              <a:cxn ang="0">
                <a:pos x="connsiteX1" y="connsiteY1"/>
              </a:cxn>
              <a:cxn ang="0">
                <a:pos x="connsiteX2" y="connsiteY2"/>
              </a:cxn>
              <a:cxn ang="0">
                <a:pos x="connsiteX3" y="connsiteY3"/>
              </a:cxn>
            </a:cxnLst>
            <a:rect l="l" t="t" r="r" b="b"/>
            <a:pathLst>
              <a:path w="2700528" h="3730752">
                <a:moveTo>
                  <a:pt x="0" y="0"/>
                </a:moveTo>
                <a:lnTo>
                  <a:pt x="2700528" y="0"/>
                </a:lnTo>
                <a:lnTo>
                  <a:pt x="2700528" y="3730752"/>
                </a:lnTo>
                <a:lnTo>
                  <a:pt x="0" y="3730752"/>
                </a:lnTo>
                <a:close/>
              </a:path>
            </a:pathLst>
          </a:custGeom>
        </p:spPr>
      </p:pic>
      <p:pic>
        <p:nvPicPr>
          <p:cNvPr id="5" name="Graphic 4">
            <a:extLst>
              <a:ext uri="{FF2B5EF4-FFF2-40B4-BE49-F238E27FC236}">
                <a16:creationId xmlns:a16="http://schemas.microsoft.com/office/drawing/2014/main" id="{1ADEB899-AC43-11A3-D988-519ED476447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62769" y="6315912"/>
            <a:ext cx="1365460" cy="274320"/>
          </a:xfrm>
          <a:prstGeom prst="rect">
            <a:avLst/>
          </a:prstGeom>
        </p:spPr>
      </p:pic>
      <p:sp>
        <p:nvSpPr>
          <p:cNvPr id="6" name="Content Placeholder 3">
            <a:extLst>
              <a:ext uri="{FF2B5EF4-FFF2-40B4-BE49-F238E27FC236}">
                <a16:creationId xmlns:a16="http://schemas.microsoft.com/office/drawing/2014/main" id="{A4F21EFC-856E-BF60-96D3-33A189F92810}"/>
              </a:ext>
            </a:extLst>
          </p:cNvPr>
          <p:cNvSpPr>
            <a:spLocks noGrp="1"/>
          </p:cNvSpPr>
          <p:nvPr>
            <p:ph sz="half" idx="13" hasCustomPrompt="1"/>
          </p:nvPr>
        </p:nvSpPr>
        <p:spPr>
          <a:xfrm>
            <a:off x="364300" y="4703429"/>
            <a:ext cx="1792304" cy="138499"/>
          </a:xfrm>
          <a:prstGeom prst="rect">
            <a:avLst/>
          </a:prstGeom>
        </p:spPr>
        <p:txBody>
          <a:bodyPr wrap="square">
            <a:spAutoFit/>
          </a:bodyPr>
          <a:lstStyle>
            <a:lvl1pPr>
              <a:spcBef>
                <a:spcPts val="600"/>
              </a:spcBef>
              <a:spcAft>
                <a:spcPts val="400"/>
              </a:spcAft>
              <a:defRPr sz="900" b="0">
                <a:solidFill>
                  <a:schemeClr val="tx2"/>
                </a:solidFill>
                <a:latin typeface="+mj-lt"/>
              </a:defRPr>
            </a:lvl1pPr>
          </a:lstStyle>
          <a:p>
            <a:pPr lvl="0"/>
            <a:r>
              <a:rPr lang="en-US"/>
              <a:t>Click to edit Master title style</a:t>
            </a:r>
          </a:p>
        </p:txBody>
      </p:sp>
      <p:sp>
        <p:nvSpPr>
          <p:cNvPr id="7" name="Content Placeholder 3">
            <a:extLst>
              <a:ext uri="{FF2B5EF4-FFF2-40B4-BE49-F238E27FC236}">
                <a16:creationId xmlns:a16="http://schemas.microsoft.com/office/drawing/2014/main" id="{0BC96F78-FAA4-58BD-E701-1ACE1647E789}"/>
              </a:ext>
            </a:extLst>
          </p:cNvPr>
          <p:cNvSpPr>
            <a:spLocks noGrp="1"/>
          </p:cNvSpPr>
          <p:nvPr>
            <p:ph sz="half" idx="2" hasCustomPrompt="1"/>
          </p:nvPr>
        </p:nvSpPr>
        <p:spPr>
          <a:xfrm>
            <a:off x="364300" y="5777723"/>
            <a:ext cx="1792304" cy="138499"/>
          </a:xfrm>
          <a:prstGeom prst="rect">
            <a:avLst/>
          </a:prstGeom>
        </p:spPr>
        <p:txBody>
          <a:bodyPr wrap="square">
            <a:spAutoFit/>
          </a:bodyPr>
          <a:lstStyle>
            <a:lvl1pPr>
              <a:spcBef>
                <a:spcPts val="600"/>
              </a:spcBef>
              <a:defRPr sz="900" b="1" i="0">
                <a:solidFill>
                  <a:schemeClr val="accent1"/>
                </a:solidFill>
                <a:latin typeface="Poppins Medium" pitchFamily="2" charset="77"/>
                <a:cs typeface="Poppins Medium" pitchFamily="2" charset="77"/>
              </a:defRPr>
            </a:lvl1pPr>
          </a:lstStyle>
          <a:p>
            <a:pPr lvl="0"/>
            <a:r>
              <a:rPr lang="en-US"/>
              <a:t>Click to edit Master title style</a:t>
            </a:r>
          </a:p>
        </p:txBody>
      </p:sp>
    </p:spTree>
    <p:extLst>
      <p:ext uri="{BB962C8B-B14F-4D97-AF65-F5344CB8AC3E}">
        <p14:creationId xmlns:p14="http://schemas.microsoft.com/office/powerpoint/2010/main" val="75344178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emplate Guideline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endParaRPr lang="en-US"/>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Content Placeholder 7">
            <a:extLst>
              <a:ext uri="{FF2B5EF4-FFF2-40B4-BE49-F238E27FC236}">
                <a16:creationId xmlns:a16="http://schemas.microsoft.com/office/drawing/2014/main" id="{D2517866-9EA2-F8FE-3E5E-BF5BD8AF5C0E}"/>
              </a:ext>
            </a:extLst>
          </p:cNvPr>
          <p:cNvSpPr>
            <a:spLocks noGrp="1"/>
          </p:cNvSpPr>
          <p:nvPr userDrawn="1"/>
        </p:nvSpPr>
        <p:spPr>
          <a:xfrm>
            <a:off x="361156" y="1463040"/>
            <a:ext cx="5495544" cy="4547136"/>
          </a:xfrm>
          <a:prstGeom prst="rect">
            <a:avLst/>
          </a:prstGeom>
        </p:spPr>
        <p:txBody>
          <a:bodyPr vert="horz" lIns="0" tIns="0" rIns="0" bIns="0" rtlCol="0">
            <a:no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r:embed="rId2">
                  <a:extLst>
                    <a:ext uri="{96DAC541-7B7A-43D3-8B79-37D633B846F1}">
                      <asvg:svgBlip xmlns:asvg="http://schemas.microsoft.com/office/drawing/2016/SVG/main" r:embed="rId3"/>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r:embed="rId4">
                  <a:extLst>
                    <a:ext uri="{96DAC541-7B7A-43D3-8B79-37D633B846F1}">
                      <asvg:svgBlip xmlns:asvg="http://schemas.microsoft.com/office/drawing/2016/SVG/main" r:embed="rId5"/>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latin typeface="+mj-lt"/>
              </a:rPr>
              <a:t>Do NOT change the corporate template</a:t>
            </a:r>
          </a:p>
          <a:p>
            <a:pPr lvl="1"/>
            <a:r>
              <a:rPr lang="en-US"/>
              <a:t>Do NOT move headlines</a:t>
            </a:r>
          </a:p>
          <a:p>
            <a:pPr lvl="1"/>
            <a:r>
              <a:rPr lang="en-US"/>
              <a:t>Do NOT change bullet colors</a:t>
            </a:r>
          </a:p>
          <a:p>
            <a:pPr>
              <a:spcBef>
                <a:spcPts val="1600"/>
              </a:spcBef>
            </a:pPr>
            <a:r>
              <a:rPr lang="en-US" b="1">
                <a:latin typeface="+mj-lt"/>
              </a:rPr>
              <a:t>Typography</a:t>
            </a:r>
          </a:p>
          <a:p>
            <a:pPr lvl="1"/>
            <a:r>
              <a:rPr lang="en-US"/>
              <a:t>Headlines:  28 pt Poppins Medium, Midnight Blue</a:t>
            </a:r>
          </a:p>
          <a:p>
            <a:pPr lvl="1"/>
            <a:r>
              <a:rPr lang="en-US"/>
              <a:t>Subheads:  20 pt Poppins Regular, Midnight Blue</a:t>
            </a:r>
          </a:p>
          <a:p>
            <a:pPr lvl="1"/>
            <a:r>
              <a:rPr lang="en-US"/>
              <a:t>Body Copy:  Body Copy, 12-9 pt Poppins Regular, Black</a:t>
            </a:r>
          </a:p>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Logos, Legal &amp; Slide Numbers</a:t>
            </a:r>
          </a:p>
          <a:p>
            <a:pPr lvl="1"/>
            <a:r>
              <a:rPr lang="en-US"/>
              <a:t>The </a:t>
            </a:r>
            <a:r>
              <a:rPr lang="en-US" err="1"/>
              <a:t>BeOne</a:t>
            </a:r>
            <a:r>
              <a:rPr lang="en-US"/>
              <a:t> symbol and page numbers must appear on every slide; </a:t>
            </a:r>
            <a:br>
              <a:rPr lang="en-US"/>
            </a:br>
            <a:r>
              <a:rPr lang="en-US"/>
              <a:t>do not adjust the position</a:t>
            </a:r>
          </a:p>
          <a:p>
            <a:pPr lvl="1"/>
            <a:r>
              <a:rPr lang="en-US"/>
              <a:t>Confidential information statement should be included in the bottom </a:t>
            </a:r>
            <a:br>
              <a:rPr lang="en-US"/>
            </a:br>
            <a:r>
              <a:rPr lang="en-US"/>
              <a:t>right corner alongside the slide number and </a:t>
            </a:r>
            <a:r>
              <a:rPr lang="en-US" err="1"/>
              <a:t>BeOne</a:t>
            </a:r>
            <a:r>
              <a:rPr lang="en-US"/>
              <a:t> symbol</a:t>
            </a:r>
          </a:p>
          <a:p>
            <a:pPr lvl="1"/>
            <a:r>
              <a:rPr lang="en-US"/>
              <a:t>Include footnotes and references in the bottom left area indicated</a:t>
            </a:r>
            <a:br>
              <a:rPr lang="en-US"/>
            </a:br>
            <a:r>
              <a:rPr lang="en-US"/>
              <a:t>on each slide. Footnotes should be Poppins Regular, 7pt, Black, Text 1,</a:t>
            </a:r>
            <a:br>
              <a:rPr lang="en-US"/>
            </a:br>
            <a:r>
              <a:rPr lang="en-US"/>
              <a:t>Lighter 35%</a:t>
            </a:r>
          </a:p>
          <a:p>
            <a:endParaRPr lang="en-US"/>
          </a:p>
        </p:txBody>
      </p:sp>
      <p:sp>
        <p:nvSpPr>
          <p:cNvPr id="18" name="Content Placeholder 8">
            <a:extLst>
              <a:ext uri="{FF2B5EF4-FFF2-40B4-BE49-F238E27FC236}">
                <a16:creationId xmlns:a16="http://schemas.microsoft.com/office/drawing/2014/main" id="{73D56C51-DC24-F4F0-1245-C31AB01F01A6}"/>
              </a:ext>
            </a:extLst>
          </p:cNvPr>
          <p:cNvSpPr>
            <a:spLocks noGrp="1"/>
          </p:cNvSpPr>
          <p:nvPr userDrawn="1"/>
        </p:nvSpPr>
        <p:spPr>
          <a:xfrm>
            <a:off x="6327648" y="1463040"/>
            <a:ext cx="5495544" cy="454714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r:embed="rId2">
                  <a:extLst>
                    <a:ext uri="{96DAC541-7B7A-43D3-8B79-37D633B846F1}">
                      <asvg:svgBlip xmlns:asvg="http://schemas.microsoft.com/office/drawing/2016/SVG/main" r:embed="rId3"/>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r:embed="rId4">
                  <a:extLst>
                    <a:ext uri="{96DAC541-7B7A-43D3-8B79-37D633B846F1}">
                      <asvg:svgBlip xmlns:asvg="http://schemas.microsoft.com/office/drawing/2016/SVG/main" r:embed="rId5"/>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914400" rtl="0" eaLnBrk="1" latinLnBrk="0" hangingPunct="1">
              <a:lnSpc>
                <a:spcPct val="100000"/>
              </a:lnSpc>
              <a:spcBef>
                <a:spcPts val="1600"/>
              </a:spcBef>
              <a:buClr>
                <a:schemeClr val="accent1"/>
              </a:buClr>
              <a:buFontTx/>
              <a:buNone/>
            </a:pPr>
            <a:r>
              <a:rPr lang="en-US" sz="1200" b="1" i="0" kern="1200">
                <a:solidFill>
                  <a:schemeClr val="tx1"/>
                </a:solidFill>
                <a:latin typeface="+mj-lt"/>
                <a:ea typeface="Verdana" panose="020B0604030504040204" pitchFamily="34" charset="0"/>
                <a:cs typeface="Verdana" panose="020B0604030504040204" pitchFamily="34" charset="0"/>
              </a:rPr>
              <a:t>Editing &amp; Formatting</a:t>
            </a:r>
          </a:p>
          <a:p>
            <a:pPr lvl="1"/>
            <a:r>
              <a:rPr lang="en-US"/>
              <a:t>Capitalize first letter of first word in bullets</a:t>
            </a:r>
          </a:p>
          <a:p>
            <a:pPr lvl="1"/>
            <a:r>
              <a:rPr lang="en-US"/>
              <a:t>No period at end of bullets</a:t>
            </a:r>
          </a:p>
          <a:p>
            <a:pPr lvl="1"/>
            <a:r>
              <a:rPr lang="en-US"/>
              <a:t>Please ensure all fonts are set to Poppins for text, charts, etc.</a:t>
            </a:r>
          </a:p>
          <a:p>
            <a:pPr lvl="1"/>
            <a:r>
              <a:rPr lang="en-US"/>
              <a:t>All bullets should use Red</a:t>
            </a:r>
          </a:p>
          <a:p>
            <a:pPr lvl="1"/>
            <a:r>
              <a:rPr lang="en-US"/>
              <a:t>Please use Oxford Blue &amp; Dark Blue for charts and graphs</a:t>
            </a:r>
          </a:p>
          <a:p>
            <a:pPr lvl="1"/>
            <a:r>
              <a:rPr lang="en-US"/>
              <a:t>Please refer to instructions for updating/adding images to slides that have been incorporated into the placeholder images throughout the template</a:t>
            </a:r>
          </a:p>
          <a:p>
            <a:pPr marL="0" lvl="1" indent="0">
              <a:spcBef>
                <a:spcPts val="1600"/>
              </a:spcBef>
              <a:buNone/>
            </a:pPr>
            <a:r>
              <a:rPr lang="en-US" sz="1200" b="1" i="0" kern="1200">
                <a:solidFill>
                  <a:schemeClr val="tx1"/>
                </a:solidFill>
                <a:latin typeface="+mj-lt"/>
                <a:ea typeface="Verdana" panose="020B0604030504040204" pitchFamily="34" charset="0"/>
                <a:cs typeface="Verdana" panose="020B0604030504040204" pitchFamily="34" charset="0"/>
              </a:rPr>
              <a:t>Best Practices</a:t>
            </a:r>
          </a:p>
          <a:p>
            <a:pPr lvl="1"/>
            <a:r>
              <a:rPr lang="en-US"/>
              <a:t>When pasting content from a different deck, click “Reset,” located under “Layout” in the Home tool bar to match slide formatting to current layout</a:t>
            </a:r>
          </a:p>
          <a:p>
            <a:pPr lvl="1"/>
            <a:r>
              <a:rPr lang="en-US"/>
              <a:t>Delete extra “Themes” in the “Layout” panel to ensure consistency </a:t>
            </a:r>
            <a:br>
              <a:rPr lang="en-US"/>
            </a:br>
            <a:r>
              <a:rPr lang="en-US"/>
              <a:t>and reduce file size</a:t>
            </a:r>
          </a:p>
          <a:p>
            <a:pPr lvl="1"/>
            <a:r>
              <a:rPr lang="en-US"/>
              <a:t>Sample layouts are included in this document to aid slide design</a:t>
            </a:r>
          </a:p>
          <a:p>
            <a:endParaRPr lang="en-US"/>
          </a:p>
        </p:txBody>
      </p:sp>
      <p:sp>
        <p:nvSpPr>
          <p:cNvPr id="19" name="Title 1">
            <a:extLst>
              <a:ext uri="{FF2B5EF4-FFF2-40B4-BE49-F238E27FC236}">
                <a16:creationId xmlns:a16="http://schemas.microsoft.com/office/drawing/2014/main" id="{7C96BC8F-ED84-A0DB-2D03-249239276FB0}"/>
              </a:ext>
            </a:extLst>
          </p:cNvPr>
          <p:cNvSpPr txBox="1">
            <a:spLocks/>
          </p:cNvSpPr>
          <p:nvPr userDrawn="1"/>
        </p:nvSpPr>
        <p:spPr>
          <a:xfrm>
            <a:off x="356616" y="274320"/>
            <a:ext cx="11466576" cy="430887"/>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Quick Start</a:t>
            </a:r>
          </a:p>
        </p:txBody>
      </p:sp>
    </p:spTree>
    <p:extLst>
      <p:ext uri="{BB962C8B-B14F-4D97-AF65-F5344CB8AC3E}">
        <p14:creationId xmlns:p14="http://schemas.microsoft.com/office/powerpoint/2010/main" val="410420045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emplate Palette Colo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30CD785-0CEF-A5E3-AF23-EC8F19AFD558}"/>
              </a:ext>
            </a:extLst>
          </p:cNvPr>
          <p:cNvSpPr>
            <a:spLocks noGrp="1"/>
          </p:cNvSpPr>
          <p:nvPr>
            <p:ph type="ftr" sz="quarter" idx="10"/>
          </p:nvPr>
        </p:nvSpPr>
        <p:spPr/>
        <p:txBody>
          <a:bodyPr/>
          <a:lstStyle/>
          <a:p>
            <a:endParaRPr lang="en-US"/>
          </a:p>
        </p:txBody>
      </p:sp>
      <p:cxnSp>
        <p:nvCxnSpPr>
          <p:cNvPr id="4" name="Straight Connector 3">
            <a:extLst>
              <a:ext uri="{FF2B5EF4-FFF2-40B4-BE49-F238E27FC236}">
                <a16:creationId xmlns:a16="http://schemas.microsoft.com/office/drawing/2014/main" id="{29BEBA64-D2E4-8A2C-80E8-D3C7433BA4BB}"/>
              </a:ext>
            </a:extLst>
          </p:cNvPr>
          <p:cNvCxnSpPr>
            <a:cxnSpLocks/>
          </p:cNvCxnSpPr>
          <p:nvPr userDrawn="1"/>
        </p:nvCxnSpPr>
        <p:spPr>
          <a:xfrm>
            <a:off x="364300" y="1243783"/>
            <a:ext cx="11466576"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Box 53">
            <a:extLst>
              <a:ext uri="{FF2B5EF4-FFF2-40B4-BE49-F238E27FC236}">
                <a16:creationId xmlns:a16="http://schemas.microsoft.com/office/drawing/2014/main" id="{F3ED04DA-B50D-319B-EF24-190136BCF092}"/>
              </a:ext>
            </a:extLst>
          </p:cNvPr>
          <p:cNvSpPr txBox="1">
            <a:spLocks noChangeArrowheads="1"/>
          </p:cNvSpPr>
          <p:nvPr userDrawn="1"/>
        </p:nvSpPr>
        <p:spPr bwMode="gray">
          <a:xfrm>
            <a:off x="358337" y="1438948"/>
            <a:ext cx="1298228"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1200" b="1" i="0">
                <a:solidFill>
                  <a:schemeClr val="tx2"/>
                </a:solidFill>
                <a:latin typeface="+mj-lt"/>
              </a:rPr>
              <a:t>Primary Colors</a:t>
            </a:r>
          </a:p>
        </p:txBody>
      </p:sp>
      <p:sp>
        <p:nvSpPr>
          <p:cNvPr id="6" name="Rectangle: Rounded Corners 8">
            <a:extLst>
              <a:ext uri="{FF2B5EF4-FFF2-40B4-BE49-F238E27FC236}">
                <a16:creationId xmlns:a16="http://schemas.microsoft.com/office/drawing/2014/main" id="{ACCCE185-2AFD-9461-CAE0-200067EF2B88}"/>
              </a:ext>
            </a:extLst>
          </p:cNvPr>
          <p:cNvSpPr/>
          <p:nvPr userDrawn="1"/>
        </p:nvSpPr>
        <p:spPr>
          <a:xfrm>
            <a:off x="1921767" y="1772570"/>
            <a:ext cx="1013780" cy="1013780"/>
          </a:xfrm>
          <a:prstGeom prst="ellipse">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a:r>
              <a:rPr lang="en-US" sz="1000" b="0" i="0">
                <a:solidFill>
                  <a:schemeClr val="bg1"/>
                </a:solidFill>
                <a:latin typeface="+mn-lt"/>
              </a:rPr>
              <a:t>Oxford Blue</a:t>
            </a:r>
          </a:p>
          <a:p>
            <a:pPr lvl="0" algn="ctr"/>
            <a:r>
              <a:rPr lang="en-US" sz="1000" b="0" i="0">
                <a:solidFill>
                  <a:schemeClr val="bg1"/>
                </a:solidFill>
                <a:latin typeface="+mn-lt"/>
              </a:rPr>
              <a:t>15,36,69</a:t>
            </a:r>
          </a:p>
        </p:txBody>
      </p:sp>
      <p:sp>
        <p:nvSpPr>
          <p:cNvPr id="7" name="Rectangle: Rounded Corners 10">
            <a:extLst>
              <a:ext uri="{FF2B5EF4-FFF2-40B4-BE49-F238E27FC236}">
                <a16:creationId xmlns:a16="http://schemas.microsoft.com/office/drawing/2014/main" id="{1C710C03-B535-ADE8-2DDB-5AA91DDBEBD8}"/>
              </a:ext>
            </a:extLst>
          </p:cNvPr>
          <p:cNvSpPr/>
          <p:nvPr userDrawn="1"/>
        </p:nvSpPr>
        <p:spPr>
          <a:xfrm>
            <a:off x="3482927" y="1772570"/>
            <a:ext cx="1013780" cy="1013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Midnight Blue</a:t>
            </a:r>
          </a:p>
          <a:p>
            <a:pPr lvl="0" algn="ctr"/>
            <a:r>
              <a:rPr lang="en-US" sz="1000" b="0" i="0">
                <a:solidFill>
                  <a:schemeClr val="bg1"/>
                </a:solidFill>
                <a:latin typeface="+mn-lt"/>
              </a:rPr>
              <a:t>40,51,74</a:t>
            </a:r>
          </a:p>
        </p:txBody>
      </p:sp>
      <p:sp>
        <p:nvSpPr>
          <p:cNvPr id="8" name="Rectangle: Rounded Corners 15">
            <a:extLst>
              <a:ext uri="{FF2B5EF4-FFF2-40B4-BE49-F238E27FC236}">
                <a16:creationId xmlns:a16="http://schemas.microsoft.com/office/drawing/2014/main" id="{CC28E212-70AF-1C31-1496-728504AE3DCC}"/>
              </a:ext>
            </a:extLst>
          </p:cNvPr>
          <p:cNvSpPr/>
          <p:nvPr userDrawn="1"/>
        </p:nvSpPr>
        <p:spPr>
          <a:xfrm>
            <a:off x="358337" y="1772570"/>
            <a:ext cx="1013780" cy="10137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Red</a:t>
            </a:r>
          </a:p>
          <a:p>
            <a:pPr lvl="0" algn="ctr"/>
            <a:r>
              <a:rPr lang="en-US" sz="1000" b="0" i="0">
                <a:solidFill>
                  <a:schemeClr val="bg1"/>
                </a:solidFill>
                <a:latin typeface="+mn-lt"/>
              </a:rPr>
              <a:t>214,43,30</a:t>
            </a:r>
          </a:p>
        </p:txBody>
      </p:sp>
      <p:sp>
        <p:nvSpPr>
          <p:cNvPr id="10" name="Text Box 53">
            <a:extLst>
              <a:ext uri="{FF2B5EF4-FFF2-40B4-BE49-F238E27FC236}">
                <a16:creationId xmlns:a16="http://schemas.microsoft.com/office/drawing/2014/main" id="{D391FF2E-F5A7-62D1-B3B4-3B8CE40E25A7}"/>
              </a:ext>
            </a:extLst>
          </p:cNvPr>
          <p:cNvSpPr txBox="1">
            <a:spLocks noChangeArrowheads="1"/>
          </p:cNvSpPr>
          <p:nvPr userDrawn="1"/>
        </p:nvSpPr>
        <p:spPr bwMode="gray">
          <a:xfrm>
            <a:off x="358337" y="3074691"/>
            <a:ext cx="1561160"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Secondary Colors</a:t>
            </a:r>
          </a:p>
        </p:txBody>
      </p:sp>
      <p:sp>
        <p:nvSpPr>
          <p:cNvPr id="12" name="Rectangle: Rounded Corners 11">
            <a:extLst>
              <a:ext uri="{FF2B5EF4-FFF2-40B4-BE49-F238E27FC236}">
                <a16:creationId xmlns:a16="http://schemas.microsoft.com/office/drawing/2014/main" id="{E78166D4-88E8-450F-2F63-3C83A0F41D05}"/>
              </a:ext>
            </a:extLst>
          </p:cNvPr>
          <p:cNvSpPr/>
          <p:nvPr userDrawn="1"/>
        </p:nvSpPr>
        <p:spPr>
          <a:xfrm>
            <a:off x="358337" y="3408313"/>
            <a:ext cx="1013780" cy="1013780"/>
          </a:xfrm>
          <a:prstGeom prst="ellipse">
            <a:avLst/>
          </a:prstGeom>
          <a:solidFill>
            <a:srgbClr val="003A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Dark Blue*</a:t>
            </a:r>
          </a:p>
          <a:p>
            <a:pPr lvl="0" algn="ctr"/>
            <a:r>
              <a:rPr lang="en-US" sz="1000" b="0" i="0">
                <a:solidFill>
                  <a:schemeClr val="bg1"/>
                </a:solidFill>
                <a:latin typeface="+mn-lt"/>
              </a:rPr>
              <a:t>0,58,112</a:t>
            </a:r>
          </a:p>
        </p:txBody>
      </p:sp>
      <p:sp>
        <p:nvSpPr>
          <p:cNvPr id="13" name="Rectangle: Rounded Corners 13">
            <a:extLst>
              <a:ext uri="{FF2B5EF4-FFF2-40B4-BE49-F238E27FC236}">
                <a16:creationId xmlns:a16="http://schemas.microsoft.com/office/drawing/2014/main" id="{79D4F712-CBFF-73CF-7BB9-38D26D61B93A}"/>
              </a:ext>
            </a:extLst>
          </p:cNvPr>
          <p:cNvSpPr/>
          <p:nvPr userDrawn="1"/>
        </p:nvSpPr>
        <p:spPr>
          <a:xfrm>
            <a:off x="1921767" y="5044057"/>
            <a:ext cx="1013780" cy="1013780"/>
          </a:xfrm>
          <a:prstGeom prst="ellipse">
            <a:avLst/>
          </a:prstGeom>
          <a:solidFill>
            <a:srgbClr val="D9D9D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2"/>
                </a:solidFill>
                <a:latin typeface="+mn-lt"/>
              </a:rPr>
              <a:t>Cloud*</a:t>
            </a:r>
          </a:p>
          <a:p>
            <a:pPr lvl="0" algn="ctr"/>
            <a:r>
              <a:rPr lang="en-US" sz="1000" b="0" i="0">
                <a:solidFill>
                  <a:schemeClr val="tx2"/>
                </a:solidFill>
                <a:latin typeface="+mn-lt"/>
              </a:rPr>
              <a:t>217,217,214</a:t>
            </a:r>
          </a:p>
        </p:txBody>
      </p:sp>
      <p:sp>
        <p:nvSpPr>
          <p:cNvPr id="14" name="Text Box 53">
            <a:extLst>
              <a:ext uri="{FF2B5EF4-FFF2-40B4-BE49-F238E27FC236}">
                <a16:creationId xmlns:a16="http://schemas.microsoft.com/office/drawing/2014/main" id="{AB0E5B66-15BD-D995-9918-2EB6D2AF4191}"/>
              </a:ext>
            </a:extLst>
          </p:cNvPr>
          <p:cNvSpPr txBox="1">
            <a:spLocks noChangeArrowheads="1"/>
          </p:cNvSpPr>
          <p:nvPr userDrawn="1"/>
        </p:nvSpPr>
        <p:spPr bwMode="gray">
          <a:xfrm>
            <a:off x="358336" y="4710435"/>
            <a:ext cx="1254406" cy="191877"/>
          </a:xfrm>
          <a:prstGeom prst="rect">
            <a:avLst/>
          </a:prstGeom>
        </p:spPr>
        <p:txBody>
          <a:bodyPr wrap="square"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l" eaLnBrk="1" hangingPunct="1"/>
            <a:r>
              <a:rPr lang="en-US" sz="1200" b="1" i="0">
                <a:solidFill>
                  <a:schemeClr val="tx2"/>
                </a:solidFill>
                <a:latin typeface="+mj-lt"/>
              </a:rPr>
              <a:t>Neutral Colors</a:t>
            </a:r>
          </a:p>
        </p:txBody>
      </p:sp>
      <p:sp>
        <p:nvSpPr>
          <p:cNvPr id="15" name="Rectangle: Rounded Corners 12">
            <a:extLst>
              <a:ext uri="{FF2B5EF4-FFF2-40B4-BE49-F238E27FC236}">
                <a16:creationId xmlns:a16="http://schemas.microsoft.com/office/drawing/2014/main" id="{18A8E9BD-8BB0-523B-9ADC-3094B07EEFE0}"/>
              </a:ext>
            </a:extLst>
          </p:cNvPr>
          <p:cNvSpPr/>
          <p:nvPr userDrawn="1"/>
        </p:nvSpPr>
        <p:spPr>
          <a:xfrm>
            <a:off x="360607" y="5044057"/>
            <a:ext cx="1013780" cy="1013780"/>
          </a:xfrm>
          <a:prstGeom prst="ellipse">
            <a:avLst/>
          </a:prstGeom>
          <a:solidFill>
            <a:srgbClr val="82787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Greystone*</a:t>
            </a:r>
          </a:p>
          <a:p>
            <a:pPr lvl="0" algn="ctr"/>
            <a:r>
              <a:rPr lang="en-US" sz="1000" b="0" i="0">
                <a:solidFill>
                  <a:schemeClr val="bg1"/>
                </a:solidFill>
                <a:latin typeface="+mn-lt"/>
              </a:rPr>
              <a:t>130,120,112</a:t>
            </a:r>
          </a:p>
        </p:txBody>
      </p:sp>
      <p:sp>
        <p:nvSpPr>
          <p:cNvPr id="17" name="Rectangle: Rounded Corners 13">
            <a:extLst>
              <a:ext uri="{FF2B5EF4-FFF2-40B4-BE49-F238E27FC236}">
                <a16:creationId xmlns:a16="http://schemas.microsoft.com/office/drawing/2014/main" id="{78D5C597-A8EE-83B8-E57C-D7AA569D56E7}"/>
              </a:ext>
            </a:extLst>
          </p:cNvPr>
          <p:cNvSpPr/>
          <p:nvPr userDrawn="1"/>
        </p:nvSpPr>
        <p:spPr>
          <a:xfrm>
            <a:off x="3482927" y="5044057"/>
            <a:ext cx="1013780" cy="1013780"/>
          </a:xfrm>
          <a:prstGeom prst="ellipse">
            <a:avLst/>
          </a:prstGeom>
          <a:solidFill>
            <a:srgbClr val="96A3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Slate*</a:t>
            </a:r>
          </a:p>
          <a:p>
            <a:pPr lvl="0" algn="ctr"/>
            <a:r>
              <a:rPr lang="en-US" sz="1000" b="0" i="0">
                <a:solidFill>
                  <a:schemeClr val="bg1"/>
                </a:solidFill>
                <a:latin typeface="+mn-lt"/>
              </a:rPr>
              <a:t>150,163,173</a:t>
            </a:r>
          </a:p>
        </p:txBody>
      </p:sp>
      <p:sp>
        <p:nvSpPr>
          <p:cNvPr id="18" name="Rectangle: Rounded Corners 13">
            <a:extLst>
              <a:ext uri="{FF2B5EF4-FFF2-40B4-BE49-F238E27FC236}">
                <a16:creationId xmlns:a16="http://schemas.microsoft.com/office/drawing/2014/main" id="{EF5891AC-4356-57DE-FBF8-10FEEEFD5351}"/>
              </a:ext>
            </a:extLst>
          </p:cNvPr>
          <p:cNvSpPr/>
          <p:nvPr userDrawn="1"/>
        </p:nvSpPr>
        <p:spPr>
          <a:xfrm>
            <a:off x="5044087" y="5044057"/>
            <a:ext cx="1013780" cy="1013780"/>
          </a:xfrm>
          <a:prstGeom prst="ellips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Black</a:t>
            </a:r>
          </a:p>
          <a:p>
            <a:pPr lvl="0" algn="ctr"/>
            <a:r>
              <a:rPr lang="en-US" sz="1000" b="0" i="0">
                <a:solidFill>
                  <a:schemeClr val="bg1"/>
                </a:solidFill>
                <a:latin typeface="+mn-lt"/>
              </a:rPr>
              <a:t>0,0,0</a:t>
            </a:r>
          </a:p>
        </p:txBody>
      </p:sp>
      <p:grpSp>
        <p:nvGrpSpPr>
          <p:cNvPr id="9" name="Group 8">
            <a:extLst>
              <a:ext uri="{FF2B5EF4-FFF2-40B4-BE49-F238E27FC236}">
                <a16:creationId xmlns:a16="http://schemas.microsoft.com/office/drawing/2014/main" id="{7DE6F460-F039-D6C9-4766-2EBE35E29331}"/>
              </a:ext>
            </a:extLst>
          </p:cNvPr>
          <p:cNvGrpSpPr/>
          <p:nvPr userDrawn="1"/>
        </p:nvGrpSpPr>
        <p:grpSpPr>
          <a:xfrm>
            <a:off x="9000709" y="1585514"/>
            <a:ext cx="2820982" cy="2819431"/>
            <a:chOff x="9000709" y="1585514"/>
            <a:chExt cx="2820982" cy="2819431"/>
          </a:xfrm>
        </p:grpSpPr>
        <p:sp>
          <p:nvSpPr>
            <p:cNvPr id="20" name="Rounded Rectangle 19">
              <a:extLst>
                <a:ext uri="{FF2B5EF4-FFF2-40B4-BE49-F238E27FC236}">
                  <a16:creationId xmlns:a16="http://schemas.microsoft.com/office/drawing/2014/main" id="{D0CEBEA7-0194-591F-D96F-CFC59DBEF499}"/>
                </a:ext>
              </a:extLst>
            </p:cNvPr>
            <p:cNvSpPr/>
            <p:nvPr/>
          </p:nvSpPr>
          <p:spPr>
            <a:xfrm>
              <a:off x="9000709" y="1585514"/>
              <a:ext cx="2820982" cy="2819431"/>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lnSpc>
                  <a:spcPts val="2160"/>
                </a:lnSpc>
              </a:pPr>
              <a:r>
                <a:rPr lang="en-US" sz="1800">
                  <a:solidFill>
                    <a:schemeClr val="tx2"/>
                  </a:solidFill>
                </a:rPr>
                <a:t>*Use the </a:t>
              </a:r>
              <a:br>
                <a:rPr lang="en-US" sz="1800">
                  <a:solidFill>
                    <a:schemeClr val="tx2"/>
                  </a:solidFill>
                </a:rPr>
              </a:br>
              <a:r>
                <a:rPr lang="en-US" sz="1800">
                  <a:solidFill>
                    <a:schemeClr val="tx2"/>
                  </a:solidFill>
                </a:rPr>
                <a:t>eyedropper tool    </a:t>
              </a:r>
              <a:br>
                <a:rPr lang="en-US" sz="1800">
                  <a:solidFill>
                    <a:schemeClr val="tx2"/>
                  </a:solidFill>
                </a:rPr>
              </a:br>
              <a:r>
                <a:rPr lang="en-US" sz="1800">
                  <a:solidFill>
                    <a:schemeClr val="tx2"/>
                  </a:solidFill>
                </a:rPr>
                <a:t>to select and apply </a:t>
              </a:r>
              <a:br>
                <a:rPr lang="en-US" sz="1800">
                  <a:solidFill>
                    <a:schemeClr val="tx2"/>
                  </a:solidFill>
                </a:rPr>
              </a:br>
              <a:r>
                <a:rPr lang="en-US" sz="1800">
                  <a:solidFill>
                    <a:schemeClr val="tx2"/>
                  </a:solidFill>
                </a:rPr>
                <a:t>these colors, as they</a:t>
              </a:r>
              <a:br>
                <a:rPr lang="en-US" sz="1800">
                  <a:solidFill>
                    <a:schemeClr val="tx2"/>
                  </a:solidFill>
                </a:rPr>
              </a:br>
              <a:r>
                <a:rPr lang="en-US" sz="1800">
                  <a:solidFill>
                    <a:schemeClr val="tx2"/>
                  </a:solidFill>
                </a:rPr>
                <a:t>are not part</a:t>
              </a:r>
              <a:br>
                <a:rPr lang="en-US" sz="1800">
                  <a:solidFill>
                    <a:schemeClr val="tx2"/>
                  </a:solidFill>
                </a:rPr>
              </a:br>
              <a:r>
                <a:rPr lang="en-US" sz="1800">
                  <a:solidFill>
                    <a:schemeClr val="tx2"/>
                  </a:solidFill>
                </a:rPr>
                <a:t>of the theme.</a:t>
              </a:r>
            </a:p>
          </p:txBody>
        </p:sp>
        <p:grpSp>
          <p:nvGrpSpPr>
            <p:cNvPr id="21" name="Group 20">
              <a:extLst>
                <a:ext uri="{FF2B5EF4-FFF2-40B4-BE49-F238E27FC236}">
                  <a16:creationId xmlns:a16="http://schemas.microsoft.com/office/drawing/2014/main" id="{86EE2006-349D-9617-D3D3-8250EF988FCA}"/>
                </a:ext>
              </a:extLst>
            </p:cNvPr>
            <p:cNvGrpSpPr/>
            <p:nvPr/>
          </p:nvGrpSpPr>
          <p:grpSpPr>
            <a:xfrm>
              <a:off x="11242573" y="2420732"/>
              <a:ext cx="213243" cy="270310"/>
              <a:chOff x="10365684" y="3826566"/>
              <a:chExt cx="213243" cy="270310"/>
            </a:xfrm>
          </p:grpSpPr>
          <p:sp>
            <p:nvSpPr>
              <p:cNvPr id="22" name="Freeform 21">
                <a:extLst>
                  <a:ext uri="{FF2B5EF4-FFF2-40B4-BE49-F238E27FC236}">
                    <a16:creationId xmlns:a16="http://schemas.microsoft.com/office/drawing/2014/main" id="{456409D6-352F-00F6-A0D3-7A2E6B127598}"/>
                  </a:ext>
                </a:extLst>
              </p:cNvPr>
              <p:cNvSpPr/>
              <p:nvPr/>
            </p:nvSpPr>
            <p:spPr>
              <a:xfrm>
                <a:off x="10365684" y="3906691"/>
                <a:ext cx="155891" cy="190185"/>
              </a:xfrm>
              <a:custGeom>
                <a:avLst/>
                <a:gdLst>
                  <a:gd name="connsiteX0" fmla="*/ 113850 w 155891"/>
                  <a:gd name="connsiteY0" fmla="*/ 0 h 190185"/>
                  <a:gd name="connsiteX1" fmla="*/ 17125 w 155891"/>
                  <a:gd name="connsiteY1" fmla="*/ 127350 h 190185"/>
                  <a:gd name="connsiteX2" fmla="*/ 11749 w 155891"/>
                  <a:gd name="connsiteY2" fmla="*/ 143870 h 190185"/>
                  <a:gd name="connsiteX3" fmla="*/ 2185 w 155891"/>
                  <a:gd name="connsiteY3" fmla="*/ 172973 h 190185"/>
                  <a:gd name="connsiteX4" fmla="*/ 2185 w 155891"/>
                  <a:gd name="connsiteY4" fmla="*/ 172973 h 190185"/>
                  <a:gd name="connsiteX5" fmla="*/ 4229 w 155891"/>
                  <a:gd name="connsiteY5" fmla="*/ 187998 h 190185"/>
                  <a:gd name="connsiteX6" fmla="*/ 4229 w 155891"/>
                  <a:gd name="connsiteY6" fmla="*/ 187998 h 190185"/>
                  <a:gd name="connsiteX7" fmla="*/ 19241 w 155891"/>
                  <a:gd name="connsiteY7" fmla="*/ 185952 h 190185"/>
                  <a:gd name="connsiteX8" fmla="*/ 19241 w 155891"/>
                  <a:gd name="connsiteY8" fmla="*/ 185952 h 190185"/>
                  <a:gd name="connsiteX9" fmla="*/ 44699 w 155891"/>
                  <a:gd name="connsiteY9" fmla="*/ 168942 h 190185"/>
                  <a:gd name="connsiteX10" fmla="*/ 59166 w 155891"/>
                  <a:gd name="connsiteY10" fmla="*/ 159340 h 190185"/>
                  <a:gd name="connsiteX11" fmla="*/ 155892 w 155891"/>
                  <a:gd name="connsiteY11" fmla="*/ 31990 h 19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5891" h="190185">
                    <a:moveTo>
                      <a:pt x="113850" y="0"/>
                    </a:moveTo>
                    <a:lnTo>
                      <a:pt x="17125" y="127350"/>
                    </a:lnTo>
                    <a:cubicBezTo>
                      <a:pt x="13376" y="132286"/>
                      <a:pt x="11627" y="138118"/>
                      <a:pt x="11749" y="143870"/>
                    </a:cubicBezTo>
                    <a:cubicBezTo>
                      <a:pt x="11970" y="154367"/>
                      <a:pt x="8533" y="164616"/>
                      <a:pt x="2185" y="172973"/>
                    </a:cubicBezTo>
                    <a:lnTo>
                      <a:pt x="2185" y="172973"/>
                    </a:lnTo>
                    <a:cubicBezTo>
                      <a:pt x="-1396" y="177688"/>
                      <a:pt x="-479" y="184414"/>
                      <a:pt x="4229" y="187998"/>
                    </a:cubicBezTo>
                    <a:lnTo>
                      <a:pt x="4229" y="187998"/>
                    </a:lnTo>
                    <a:cubicBezTo>
                      <a:pt x="8940" y="191582"/>
                      <a:pt x="15660" y="190667"/>
                      <a:pt x="19241" y="185952"/>
                    </a:cubicBezTo>
                    <a:lnTo>
                      <a:pt x="19241" y="185952"/>
                    </a:lnTo>
                    <a:cubicBezTo>
                      <a:pt x="25589" y="177595"/>
                      <a:pt x="34534" y="171539"/>
                      <a:pt x="44699" y="168942"/>
                    </a:cubicBezTo>
                    <a:cubicBezTo>
                      <a:pt x="50269" y="167519"/>
                      <a:pt x="55415" y="164275"/>
                      <a:pt x="59166" y="159340"/>
                    </a:cubicBezTo>
                    <a:lnTo>
                      <a:pt x="155892" y="31990"/>
                    </a:lnTo>
                  </a:path>
                </a:pathLst>
              </a:custGeom>
              <a:noFill/>
              <a:ln w="7579" cap="flat">
                <a:solidFill>
                  <a:schemeClr val="accent3"/>
                </a:solid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1E460BE5-0C7D-A5DD-6C2C-670C7E294EA8}"/>
                  </a:ext>
                </a:extLst>
              </p:cNvPr>
              <p:cNvSpPr/>
              <p:nvPr/>
            </p:nvSpPr>
            <p:spPr>
              <a:xfrm>
                <a:off x="10462057" y="3826566"/>
                <a:ext cx="116870" cy="124997"/>
              </a:xfrm>
              <a:custGeom>
                <a:avLst/>
                <a:gdLst>
                  <a:gd name="connsiteX0" fmla="*/ 88056 w 116870"/>
                  <a:gd name="connsiteY0" fmla="*/ 67881 h 124997"/>
                  <a:gd name="connsiteX1" fmla="*/ 112305 w 116870"/>
                  <a:gd name="connsiteY1" fmla="*/ 35955 h 124997"/>
                  <a:gd name="connsiteX2" fmla="*/ 108033 w 116870"/>
                  <a:gd name="connsiteY2" fmla="*/ 4569 h 124997"/>
                  <a:gd name="connsiteX3" fmla="*/ 108033 w 116870"/>
                  <a:gd name="connsiteY3" fmla="*/ 4569 h 124997"/>
                  <a:gd name="connsiteX4" fmla="*/ 76676 w 116870"/>
                  <a:gd name="connsiteY4" fmla="*/ 8845 h 124997"/>
                  <a:gd name="connsiteX5" fmla="*/ 52427 w 116870"/>
                  <a:gd name="connsiteY5" fmla="*/ 40771 h 124997"/>
                  <a:gd name="connsiteX6" fmla="*/ 36719 w 116870"/>
                  <a:gd name="connsiteY6" fmla="*/ 47183 h 124997"/>
                  <a:gd name="connsiteX7" fmla="*/ 879 w 116870"/>
                  <a:gd name="connsiteY7" fmla="*/ 62078 h 124997"/>
                  <a:gd name="connsiteX8" fmla="*/ 879 w 116870"/>
                  <a:gd name="connsiteY8" fmla="*/ 62078 h 124997"/>
                  <a:gd name="connsiteX9" fmla="*/ 1700 w 116870"/>
                  <a:gd name="connsiteY9" fmla="*/ 68120 h 124997"/>
                  <a:gd name="connsiteX10" fmla="*/ 75293 w 116870"/>
                  <a:gd name="connsiteY10" fmla="*/ 124118 h 124997"/>
                  <a:gd name="connsiteX11" fmla="*/ 81331 w 116870"/>
                  <a:gd name="connsiteY11" fmla="*/ 123295 h 124997"/>
                  <a:gd name="connsiteX12" fmla="*/ 81331 w 116870"/>
                  <a:gd name="connsiteY12" fmla="*/ 123295 h 124997"/>
                  <a:gd name="connsiteX13" fmla="*/ 86084 w 116870"/>
                  <a:gd name="connsiteY13" fmla="*/ 84747 h 124997"/>
                  <a:gd name="connsiteX14" fmla="*/ 88053 w 116870"/>
                  <a:gd name="connsiteY14" fmla="*/ 67881 h 124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870" h="124997">
                    <a:moveTo>
                      <a:pt x="88056" y="67881"/>
                    </a:moveTo>
                    <a:lnTo>
                      <a:pt x="112305" y="35955"/>
                    </a:lnTo>
                    <a:cubicBezTo>
                      <a:pt x="119786" y="26107"/>
                      <a:pt x="117872" y="12056"/>
                      <a:pt x="108033" y="4569"/>
                    </a:cubicBezTo>
                    <a:lnTo>
                      <a:pt x="108033" y="4569"/>
                    </a:lnTo>
                    <a:cubicBezTo>
                      <a:pt x="98195" y="-2918"/>
                      <a:pt x="84156" y="-1003"/>
                      <a:pt x="76676" y="8845"/>
                    </a:cubicBezTo>
                    <a:lnTo>
                      <a:pt x="52427" y="40771"/>
                    </a:lnTo>
                    <a:cubicBezTo>
                      <a:pt x="48747" y="45613"/>
                      <a:pt x="42742" y="47989"/>
                      <a:pt x="36719" y="47183"/>
                    </a:cubicBezTo>
                    <a:cubicBezTo>
                      <a:pt x="23424" y="45403"/>
                      <a:pt x="9577" y="50626"/>
                      <a:pt x="879" y="62078"/>
                    </a:cubicBezTo>
                    <a:lnTo>
                      <a:pt x="879" y="62078"/>
                    </a:lnTo>
                    <a:cubicBezTo>
                      <a:pt x="-562" y="63975"/>
                      <a:pt x="-192" y="66678"/>
                      <a:pt x="1700" y="68120"/>
                    </a:cubicBezTo>
                    <a:lnTo>
                      <a:pt x="75293" y="124118"/>
                    </a:lnTo>
                    <a:cubicBezTo>
                      <a:pt x="77189" y="125560"/>
                      <a:pt x="79890" y="125190"/>
                      <a:pt x="81331" y="123295"/>
                    </a:cubicBezTo>
                    <a:lnTo>
                      <a:pt x="81331" y="123295"/>
                    </a:lnTo>
                    <a:cubicBezTo>
                      <a:pt x="90029" y="111844"/>
                      <a:pt x="91355" y="97093"/>
                      <a:pt x="86084" y="84747"/>
                    </a:cubicBezTo>
                    <a:cubicBezTo>
                      <a:pt x="83696" y="79154"/>
                      <a:pt x="84377" y="72723"/>
                      <a:pt x="88053" y="67881"/>
                    </a:cubicBezTo>
                    <a:close/>
                  </a:path>
                </a:pathLst>
              </a:custGeom>
              <a:solidFill>
                <a:schemeClr val="accent3"/>
              </a:solidFill>
              <a:ln w="256" cap="flat">
                <a:noFill/>
                <a:prstDash val="solid"/>
                <a:miter/>
              </a:ln>
            </p:spPr>
            <p:txBody>
              <a:bodyPr rtlCol="0" anchor="ctr"/>
              <a:lstStyle/>
              <a:p>
                <a:endParaRPr lang="en-US"/>
              </a:p>
            </p:txBody>
          </p:sp>
        </p:grpSp>
      </p:grpSp>
      <p:sp>
        <p:nvSpPr>
          <p:cNvPr id="24" name="Title 1">
            <a:extLst>
              <a:ext uri="{FF2B5EF4-FFF2-40B4-BE49-F238E27FC236}">
                <a16:creationId xmlns:a16="http://schemas.microsoft.com/office/drawing/2014/main" id="{65119192-0C91-7840-979B-91546FF0291D}"/>
              </a:ext>
            </a:extLst>
          </p:cNvPr>
          <p:cNvSpPr txBox="1">
            <a:spLocks/>
          </p:cNvSpPr>
          <p:nvPr userDrawn="1"/>
        </p:nvSpPr>
        <p:spPr>
          <a:xfrm>
            <a:off x="356616" y="274320"/>
            <a:ext cx="11466576" cy="738664"/>
          </a:xfrm>
          <a:prstGeom prst="rect">
            <a:avLst/>
          </a:prstGeom>
        </p:spPr>
        <p:txBody>
          <a:bodyPr lIns="0" tIns="0" rIns="0" bIns="0" anchor="t" anchorCtr="0">
            <a:spAutoFit/>
          </a:bodyPr>
          <a:lstStyle>
            <a:lvl1pPr algn="l" defTabSz="914400" rtl="0" eaLnBrk="1" latinLnBrk="0" hangingPunct="1">
              <a:lnSpc>
                <a:spcPct val="100000"/>
              </a:lnSpc>
              <a:spcBef>
                <a:spcPct val="0"/>
              </a:spcBef>
              <a:buNone/>
              <a:defRPr sz="4800" b="1"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2800"/>
              <a:t>Template Palette Colors</a:t>
            </a:r>
            <a:br>
              <a:rPr lang="en-US" sz="1400"/>
            </a:br>
            <a:r>
              <a:rPr lang="en-US" sz="2000" b="0">
                <a:latin typeface="+mn-lt"/>
              </a:rPr>
              <a:t>RGB Values</a:t>
            </a:r>
            <a:endParaRPr lang="en-US" sz="2800" b="0"/>
          </a:p>
        </p:txBody>
      </p:sp>
      <p:sp>
        <p:nvSpPr>
          <p:cNvPr id="31" name="Rectangle: Rounded Corners 13">
            <a:extLst>
              <a:ext uri="{FF2B5EF4-FFF2-40B4-BE49-F238E27FC236}">
                <a16:creationId xmlns:a16="http://schemas.microsoft.com/office/drawing/2014/main" id="{8E25FC46-ECFF-700E-E004-3F093220C98B}"/>
              </a:ext>
            </a:extLst>
          </p:cNvPr>
          <p:cNvSpPr/>
          <p:nvPr userDrawn="1"/>
        </p:nvSpPr>
        <p:spPr>
          <a:xfrm>
            <a:off x="5046357" y="3408313"/>
            <a:ext cx="1013780" cy="101378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prstClr val="white"/>
                </a:solidFill>
                <a:latin typeface="+mn-lt"/>
              </a:rPr>
              <a:t>Autumn Leaf</a:t>
            </a:r>
          </a:p>
          <a:p>
            <a:pPr lvl="0" algn="ctr"/>
            <a:r>
              <a:rPr lang="en-US" sz="1000" b="0" i="0">
                <a:solidFill>
                  <a:schemeClr val="bg1"/>
                </a:solidFill>
                <a:latin typeface="+mn-lt"/>
              </a:rPr>
              <a:t>235,117,0</a:t>
            </a:r>
          </a:p>
        </p:txBody>
      </p:sp>
      <p:sp>
        <p:nvSpPr>
          <p:cNvPr id="32" name="Rectangle: Rounded Corners 12">
            <a:extLst>
              <a:ext uri="{FF2B5EF4-FFF2-40B4-BE49-F238E27FC236}">
                <a16:creationId xmlns:a16="http://schemas.microsoft.com/office/drawing/2014/main" id="{B91B3D21-5583-DDF3-2FCE-21373417A0AE}"/>
              </a:ext>
            </a:extLst>
          </p:cNvPr>
          <p:cNvSpPr/>
          <p:nvPr userDrawn="1"/>
        </p:nvSpPr>
        <p:spPr>
          <a:xfrm>
            <a:off x="3485197" y="3408313"/>
            <a:ext cx="1013780" cy="101378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Burgundy</a:t>
            </a:r>
          </a:p>
          <a:p>
            <a:pPr lvl="0" algn="ctr"/>
            <a:r>
              <a:rPr lang="en-US" sz="1000" b="0" i="0">
                <a:solidFill>
                  <a:schemeClr val="bg1"/>
                </a:solidFill>
                <a:latin typeface="+mn-lt"/>
              </a:rPr>
              <a:t>163,51,59</a:t>
            </a:r>
          </a:p>
        </p:txBody>
      </p:sp>
      <p:sp>
        <p:nvSpPr>
          <p:cNvPr id="33" name="Rectangle: Rounded Corners 11">
            <a:extLst>
              <a:ext uri="{FF2B5EF4-FFF2-40B4-BE49-F238E27FC236}">
                <a16:creationId xmlns:a16="http://schemas.microsoft.com/office/drawing/2014/main" id="{67239028-7F77-0FBC-1E07-09F7B90E36FE}"/>
              </a:ext>
            </a:extLst>
          </p:cNvPr>
          <p:cNvSpPr/>
          <p:nvPr userDrawn="1"/>
        </p:nvSpPr>
        <p:spPr>
          <a:xfrm>
            <a:off x="1921767" y="3408313"/>
            <a:ext cx="1013780" cy="10137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bg1"/>
                </a:solidFill>
                <a:latin typeface="+mn-lt"/>
              </a:rPr>
              <a:t>Cerulean Blue</a:t>
            </a:r>
          </a:p>
          <a:p>
            <a:pPr lvl="0" algn="ctr"/>
            <a:r>
              <a:rPr lang="en-US" sz="1000" b="0" i="0">
                <a:solidFill>
                  <a:schemeClr val="bg1"/>
                </a:solidFill>
                <a:latin typeface="+mn-lt"/>
              </a:rPr>
              <a:t>0,102,128</a:t>
            </a:r>
          </a:p>
        </p:txBody>
      </p:sp>
      <p:sp>
        <p:nvSpPr>
          <p:cNvPr id="34" name="Rectangle: Rounded Corners 11">
            <a:extLst>
              <a:ext uri="{FF2B5EF4-FFF2-40B4-BE49-F238E27FC236}">
                <a16:creationId xmlns:a16="http://schemas.microsoft.com/office/drawing/2014/main" id="{29ACA9F1-9516-998B-DBD5-4333F39465EE}"/>
              </a:ext>
            </a:extLst>
          </p:cNvPr>
          <p:cNvSpPr/>
          <p:nvPr userDrawn="1"/>
        </p:nvSpPr>
        <p:spPr>
          <a:xfrm>
            <a:off x="6607517" y="3408313"/>
            <a:ext cx="1013780" cy="1013780"/>
          </a:xfrm>
          <a:prstGeom prst="ellipse">
            <a:avLst/>
          </a:prstGeom>
          <a:solidFill>
            <a:srgbClr val="FFC72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000" b="0" i="0">
                <a:solidFill>
                  <a:schemeClr val="tx1"/>
                </a:solidFill>
                <a:latin typeface="+mn-lt"/>
              </a:rPr>
              <a:t>Sunflower*</a:t>
            </a:r>
          </a:p>
          <a:p>
            <a:pPr lvl="0" algn="ctr"/>
            <a:r>
              <a:rPr lang="en-US" sz="1000" b="0" i="0">
                <a:solidFill>
                  <a:schemeClr val="tx1"/>
                </a:solidFill>
                <a:latin typeface="+mn-lt"/>
              </a:rPr>
              <a:t>255,199,43</a:t>
            </a:r>
          </a:p>
        </p:txBody>
      </p:sp>
    </p:spTree>
    <p:extLst>
      <p:ext uri="{BB962C8B-B14F-4D97-AF65-F5344CB8AC3E}">
        <p14:creationId xmlns:p14="http://schemas.microsoft.com/office/powerpoint/2010/main" val="8096117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33209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AF77E9-649C-49C3-B4F3-4FACD3C79471}" type="datetimeFigureOut">
              <a:rPr lang="en-US" smtClean="0"/>
              <a:t>6/24/2025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21BF5E-65AE-493C-B25F-AEBFFA077E91}" type="slidenum">
              <a:rPr lang="en-US" smtClean="0"/>
              <a:t>‹#›</a:t>
            </a:fld>
            <a:endParaRPr lang="en-US"/>
          </a:p>
        </p:txBody>
      </p:sp>
    </p:spTree>
    <p:extLst>
      <p:ext uri="{BB962C8B-B14F-4D97-AF65-F5344CB8AC3E}">
        <p14:creationId xmlns:p14="http://schemas.microsoft.com/office/powerpoint/2010/main" val="2693104847"/>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Text Placeholder 9">
            <a:extLst>
              <a:ext uri="{FF2B5EF4-FFF2-40B4-BE49-F238E27FC236}">
                <a16:creationId xmlns:a16="http://schemas.microsoft.com/office/drawing/2014/main" id="{227BCF9A-8A35-9C8B-5EAE-9F9D930A4EBA}"/>
              </a:ext>
            </a:extLst>
          </p:cNvPr>
          <p:cNvSpPr>
            <a:spLocks noGrp="1"/>
          </p:cNvSpPr>
          <p:nvPr>
            <p:ph type="body" sz="quarter" idx="10"/>
          </p:nvPr>
        </p:nvSpPr>
        <p:spPr>
          <a:xfrm>
            <a:off x="838200" y="6321793"/>
            <a:ext cx="9854184" cy="341610"/>
          </a:xfrm>
        </p:spPr>
        <p:txBody>
          <a:bodyPr anchor="b">
            <a:normAutofit/>
          </a:bodyPr>
          <a:lstStyle>
            <a:lvl1pPr marL="0" indent="0">
              <a:buNone/>
              <a:defRPr sz="1066"/>
            </a:lvl1pPr>
          </a:lstStyle>
          <a:p>
            <a:pPr lvl="0"/>
            <a:r>
              <a:rPr lang="en-US"/>
              <a:t>Click to edit Master text styles</a:t>
            </a:r>
          </a:p>
        </p:txBody>
      </p:sp>
    </p:spTree>
    <p:extLst>
      <p:ext uri="{BB962C8B-B14F-4D97-AF65-F5344CB8AC3E}">
        <p14:creationId xmlns:p14="http://schemas.microsoft.com/office/powerpoint/2010/main" val="402963959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11363" y="706793"/>
            <a:ext cx="11047220" cy="883365"/>
          </a:xfrm>
        </p:spPr>
        <p:txBody>
          <a:bodyPr>
            <a:normAutofit/>
          </a:bodyPr>
          <a:lstStyle>
            <a:lvl1pPr>
              <a:defRPr sz="2598"/>
            </a:lvl1pPr>
          </a:lstStyle>
          <a:p>
            <a:r>
              <a:rPr lang="en-US"/>
              <a:t>Click to edit Master title style</a:t>
            </a:r>
          </a:p>
        </p:txBody>
      </p:sp>
      <p:sp>
        <p:nvSpPr>
          <p:cNvPr id="10" name="Text Placeholder 9">
            <a:extLst>
              <a:ext uri="{FF2B5EF4-FFF2-40B4-BE49-F238E27FC236}">
                <a16:creationId xmlns:a16="http://schemas.microsoft.com/office/drawing/2014/main" id="{227BCF9A-8A35-9C8B-5EAE-9F9D930A4EBA}"/>
              </a:ext>
            </a:extLst>
          </p:cNvPr>
          <p:cNvSpPr>
            <a:spLocks noGrp="1"/>
          </p:cNvSpPr>
          <p:nvPr>
            <p:ph type="body" sz="quarter" idx="10"/>
          </p:nvPr>
        </p:nvSpPr>
        <p:spPr>
          <a:xfrm>
            <a:off x="611363" y="5812508"/>
            <a:ext cx="9854184" cy="341610"/>
          </a:xfrm>
        </p:spPr>
        <p:txBody>
          <a:bodyPr anchor="b">
            <a:normAutofit/>
          </a:bodyPr>
          <a:lstStyle>
            <a:lvl1pPr marL="0" indent="0">
              <a:buNone/>
              <a:defRPr sz="1066"/>
            </a:lvl1pPr>
          </a:lstStyle>
          <a:p>
            <a:pPr lvl="0"/>
            <a:r>
              <a:rPr lang="en-US"/>
              <a:t>Click to edit Master text styles</a:t>
            </a:r>
          </a:p>
        </p:txBody>
      </p:sp>
    </p:spTree>
    <p:extLst>
      <p:ext uri="{BB962C8B-B14F-4D97-AF65-F5344CB8AC3E}">
        <p14:creationId xmlns:p14="http://schemas.microsoft.com/office/powerpoint/2010/main" val="63328512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50" Type="http://schemas.openxmlformats.org/officeDocument/2006/relationships/image" Target="../media/image1.emf"/><Relationship Id="rId55" Type="http://schemas.openxmlformats.org/officeDocument/2006/relationships/image" Target="../media/image6.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4.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2.xml"/><Relationship Id="rId56" Type="http://schemas.openxmlformats.org/officeDocument/2006/relationships/image" Target="../media/image7.svg"/><Relationship Id="rId8" Type="http://schemas.openxmlformats.org/officeDocument/2006/relationships/slideLayout" Target="../slideLayouts/slideLayout8.xml"/><Relationship Id="rId51" Type="http://schemas.openxmlformats.org/officeDocument/2006/relationships/image" Target="../media/image2.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5.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ags" Target="../tags/tag3.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2.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image" Target="../media/image26.emf"/><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slideLayout" Target="../slideLayouts/slideLayout96.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42" Type="http://schemas.openxmlformats.org/officeDocument/2006/relationships/slideLayout" Target="../slideLayouts/slideLayout99.xml"/><Relationship Id="rId47" Type="http://schemas.openxmlformats.org/officeDocument/2006/relationships/theme" Target="../theme/theme3.xml"/><Relationship Id="rId50" Type="http://schemas.openxmlformats.org/officeDocument/2006/relationships/image" Target="../media/image1.emf"/><Relationship Id="rId55" Type="http://schemas.openxmlformats.org/officeDocument/2006/relationships/image" Target="../media/image6.png"/><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9" Type="http://schemas.openxmlformats.org/officeDocument/2006/relationships/slideLayout" Target="../slideLayouts/slideLayout86.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slideLayout" Target="../slideLayouts/slideLayout97.xml"/><Relationship Id="rId45" Type="http://schemas.openxmlformats.org/officeDocument/2006/relationships/slideLayout" Target="../slideLayouts/slideLayout102.xml"/><Relationship Id="rId53" Type="http://schemas.openxmlformats.org/officeDocument/2006/relationships/image" Target="../media/image4.png"/><Relationship Id="rId5" Type="http://schemas.openxmlformats.org/officeDocument/2006/relationships/slideLayout" Target="../slideLayouts/slideLayout6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4" Type="http://schemas.openxmlformats.org/officeDocument/2006/relationships/slideLayout" Target="../slideLayouts/slideLayout101.xml"/><Relationship Id="rId52" Type="http://schemas.openxmlformats.org/officeDocument/2006/relationships/image" Target="../media/image3.svg"/><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43" Type="http://schemas.openxmlformats.org/officeDocument/2006/relationships/slideLayout" Target="../slideLayouts/slideLayout100.xml"/><Relationship Id="rId48" Type="http://schemas.openxmlformats.org/officeDocument/2006/relationships/tags" Target="../tags/tag4.xml"/><Relationship Id="rId56" Type="http://schemas.openxmlformats.org/officeDocument/2006/relationships/image" Target="../media/image7.svg"/><Relationship Id="rId8" Type="http://schemas.openxmlformats.org/officeDocument/2006/relationships/slideLayout" Target="../slideLayouts/slideLayout65.xml"/><Relationship Id="rId51" Type="http://schemas.openxmlformats.org/officeDocument/2006/relationships/image" Target="../media/image2.png"/><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slideLayout" Target="../slideLayouts/slideLayout95.xml"/><Relationship Id="rId46" Type="http://schemas.openxmlformats.org/officeDocument/2006/relationships/slideLayout" Target="../slideLayouts/slideLayout103.xml"/><Relationship Id="rId20" Type="http://schemas.openxmlformats.org/officeDocument/2006/relationships/slideLayout" Target="../slideLayouts/slideLayout77.xml"/><Relationship Id="rId41" Type="http://schemas.openxmlformats.org/officeDocument/2006/relationships/slideLayout" Target="../slideLayouts/slideLayout98.xml"/><Relationship Id="rId54" Type="http://schemas.openxmlformats.org/officeDocument/2006/relationships/image" Target="../media/image5.svg"/><Relationship Id="rId1" Type="http://schemas.openxmlformats.org/officeDocument/2006/relationships/slideLayout" Target="../slideLayouts/slideLayout58.xml"/><Relationship Id="rId6" Type="http://schemas.openxmlformats.org/officeDocument/2006/relationships/slideLayout" Target="../slideLayouts/slideLayout63.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49"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6.xml"/><Relationship Id="rId18" Type="http://schemas.openxmlformats.org/officeDocument/2006/relationships/slideLayout" Target="../slideLayouts/slideLayout121.xml"/><Relationship Id="rId26" Type="http://schemas.openxmlformats.org/officeDocument/2006/relationships/slideLayout" Target="../slideLayouts/slideLayout129.xml"/><Relationship Id="rId39" Type="http://schemas.openxmlformats.org/officeDocument/2006/relationships/slideLayout" Target="../slideLayouts/slideLayout142.xml"/><Relationship Id="rId21" Type="http://schemas.openxmlformats.org/officeDocument/2006/relationships/slideLayout" Target="../slideLayouts/slideLayout124.xml"/><Relationship Id="rId34" Type="http://schemas.openxmlformats.org/officeDocument/2006/relationships/slideLayout" Target="../slideLayouts/slideLayout137.xml"/><Relationship Id="rId42" Type="http://schemas.openxmlformats.org/officeDocument/2006/relationships/slideLayout" Target="../slideLayouts/slideLayout145.xml"/><Relationship Id="rId47" Type="http://schemas.openxmlformats.org/officeDocument/2006/relationships/slideLayout" Target="../slideLayouts/slideLayout150.xml"/><Relationship Id="rId50" Type="http://schemas.openxmlformats.org/officeDocument/2006/relationships/oleObject" Target="../embeddings/oleObject1.bin"/><Relationship Id="rId55" Type="http://schemas.openxmlformats.org/officeDocument/2006/relationships/image" Target="../media/image5.svg"/><Relationship Id="rId7" Type="http://schemas.openxmlformats.org/officeDocument/2006/relationships/slideLayout" Target="../slideLayouts/slideLayout110.xml"/><Relationship Id="rId2" Type="http://schemas.openxmlformats.org/officeDocument/2006/relationships/slideLayout" Target="../slideLayouts/slideLayout105.xml"/><Relationship Id="rId16" Type="http://schemas.openxmlformats.org/officeDocument/2006/relationships/slideLayout" Target="../slideLayouts/slideLayout119.xml"/><Relationship Id="rId29" Type="http://schemas.openxmlformats.org/officeDocument/2006/relationships/slideLayout" Target="../slideLayouts/slideLayout132.xml"/><Relationship Id="rId11" Type="http://schemas.openxmlformats.org/officeDocument/2006/relationships/slideLayout" Target="../slideLayouts/slideLayout114.xml"/><Relationship Id="rId24" Type="http://schemas.openxmlformats.org/officeDocument/2006/relationships/slideLayout" Target="../slideLayouts/slideLayout127.xml"/><Relationship Id="rId32" Type="http://schemas.openxmlformats.org/officeDocument/2006/relationships/slideLayout" Target="../slideLayouts/slideLayout135.xml"/><Relationship Id="rId37" Type="http://schemas.openxmlformats.org/officeDocument/2006/relationships/slideLayout" Target="../slideLayouts/slideLayout140.xml"/><Relationship Id="rId40" Type="http://schemas.openxmlformats.org/officeDocument/2006/relationships/slideLayout" Target="../slideLayouts/slideLayout143.xml"/><Relationship Id="rId45" Type="http://schemas.openxmlformats.org/officeDocument/2006/relationships/slideLayout" Target="../slideLayouts/slideLayout148.xml"/><Relationship Id="rId53" Type="http://schemas.openxmlformats.org/officeDocument/2006/relationships/image" Target="../media/image3.svg"/><Relationship Id="rId5" Type="http://schemas.openxmlformats.org/officeDocument/2006/relationships/slideLayout" Target="../slideLayouts/slideLayout108.xml"/><Relationship Id="rId19" Type="http://schemas.openxmlformats.org/officeDocument/2006/relationships/slideLayout" Target="../slideLayouts/slideLayout122.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 Id="rId22" Type="http://schemas.openxmlformats.org/officeDocument/2006/relationships/slideLayout" Target="../slideLayouts/slideLayout125.xml"/><Relationship Id="rId27" Type="http://schemas.openxmlformats.org/officeDocument/2006/relationships/slideLayout" Target="../slideLayouts/slideLayout130.xml"/><Relationship Id="rId30" Type="http://schemas.openxmlformats.org/officeDocument/2006/relationships/slideLayout" Target="../slideLayouts/slideLayout133.xml"/><Relationship Id="rId35" Type="http://schemas.openxmlformats.org/officeDocument/2006/relationships/slideLayout" Target="../slideLayouts/slideLayout138.xml"/><Relationship Id="rId43" Type="http://schemas.openxmlformats.org/officeDocument/2006/relationships/slideLayout" Target="../slideLayouts/slideLayout146.xml"/><Relationship Id="rId48" Type="http://schemas.openxmlformats.org/officeDocument/2006/relationships/theme" Target="../theme/theme4.xml"/><Relationship Id="rId56" Type="http://schemas.openxmlformats.org/officeDocument/2006/relationships/image" Target="../media/image6.png"/><Relationship Id="rId8" Type="http://schemas.openxmlformats.org/officeDocument/2006/relationships/slideLayout" Target="../slideLayouts/slideLayout111.xml"/><Relationship Id="rId51" Type="http://schemas.openxmlformats.org/officeDocument/2006/relationships/image" Target="../media/image1.emf"/><Relationship Id="rId3" Type="http://schemas.openxmlformats.org/officeDocument/2006/relationships/slideLayout" Target="../slideLayouts/slideLayout106.xml"/><Relationship Id="rId12" Type="http://schemas.openxmlformats.org/officeDocument/2006/relationships/slideLayout" Target="../slideLayouts/slideLayout115.xml"/><Relationship Id="rId17" Type="http://schemas.openxmlformats.org/officeDocument/2006/relationships/slideLayout" Target="../slideLayouts/slideLayout120.xml"/><Relationship Id="rId25" Type="http://schemas.openxmlformats.org/officeDocument/2006/relationships/slideLayout" Target="../slideLayouts/slideLayout128.xml"/><Relationship Id="rId33" Type="http://schemas.openxmlformats.org/officeDocument/2006/relationships/slideLayout" Target="../slideLayouts/slideLayout136.xml"/><Relationship Id="rId38" Type="http://schemas.openxmlformats.org/officeDocument/2006/relationships/slideLayout" Target="../slideLayouts/slideLayout141.xml"/><Relationship Id="rId46" Type="http://schemas.openxmlformats.org/officeDocument/2006/relationships/slideLayout" Target="../slideLayouts/slideLayout149.xml"/><Relationship Id="rId20" Type="http://schemas.openxmlformats.org/officeDocument/2006/relationships/slideLayout" Target="../slideLayouts/slideLayout123.xml"/><Relationship Id="rId41" Type="http://schemas.openxmlformats.org/officeDocument/2006/relationships/slideLayout" Target="../slideLayouts/slideLayout144.xml"/><Relationship Id="rId54" Type="http://schemas.openxmlformats.org/officeDocument/2006/relationships/image" Target="../media/image4.png"/><Relationship Id="rId1" Type="http://schemas.openxmlformats.org/officeDocument/2006/relationships/slideLayout" Target="../slideLayouts/slideLayout104.xml"/><Relationship Id="rId6" Type="http://schemas.openxmlformats.org/officeDocument/2006/relationships/slideLayout" Target="../slideLayouts/slideLayout109.xml"/><Relationship Id="rId15" Type="http://schemas.openxmlformats.org/officeDocument/2006/relationships/slideLayout" Target="../slideLayouts/slideLayout118.xml"/><Relationship Id="rId23" Type="http://schemas.openxmlformats.org/officeDocument/2006/relationships/slideLayout" Target="../slideLayouts/slideLayout126.xml"/><Relationship Id="rId28" Type="http://schemas.openxmlformats.org/officeDocument/2006/relationships/slideLayout" Target="../slideLayouts/slideLayout131.xml"/><Relationship Id="rId36" Type="http://schemas.openxmlformats.org/officeDocument/2006/relationships/slideLayout" Target="../slideLayouts/slideLayout139.xml"/><Relationship Id="rId49" Type="http://schemas.openxmlformats.org/officeDocument/2006/relationships/tags" Target="../tags/tag5.xml"/><Relationship Id="rId57" Type="http://schemas.openxmlformats.org/officeDocument/2006/relationships/image" Target="../media/image7.svg"/><Relationship Id="rId10" Type="http://schemas.openxmlformats.org/officeDocument/2006/relationships/slideLayout" Target="../slideLayouts/slideLayout113.xml"/><Relationship Id="rId31" Type="http://schemas.openxmlformats.org/officeDocument/2006/relationships/slideLayout" Target="../slideLayouts/slideLayout134.xml"/><Relationship Id="rId44" Type="http://schemas.openxmlformats.org/officeDocument/2006/relationships/slideLayout" Target="../slideLayouts/slideLayout147.xml"/><Relationship Id="rId5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30912A6-2043-057D-D879-11AB811C047E}"/>
              </a:ext>
            </a:extLst>
          </p:cNvPr>
          <p:cNvGraphicFramePr>
            <a:graphicFrameLocks noChangeAspect="1"/>
          </p:cNvGraphicFramePr>
          <p:nvPr userDrawn="1">
            <p:custDataLst>
              <p:tags r:id="rId48"/>
            </p:custDataLst>
            <p:extLst>
              <p:ext uri="{D42A27DB-BD31-4B8C-83A1-F6EECF244321}">
                <p14:modId xmlns:p14="http://schemas.microsoft.com/office/powerpoint/2010/main" val="97969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454" imgH="456" progId="TCLayout.ActiveDocument.1">
                  <p:embed/>
                </p:oleObj>
              </mc:Choice>
              <mc:Fallback>
                <p:oleObj name="think-cell Slide" r:id="rId49" imgW="454" imgH="456" progId="TCLayout.ActiveDocument.1">
                  <p:embed/>
                  <p:pic>
                    <p:nvPicPr>
                      <p:cNvPr id="7" name="think-cell data - do not delete" hidden="1">
                        <a:extLst>
                          <a:ext uri="{FF2B5EF4-FFF2-40B4-BE49-F238E27FC236}">
                            <a16:creationId xmlns:a16="http://schemas.microsoft.com/office/drawing/2014/main" id="{B30912A6-2043-057D-D879-11AB811C047E}"/>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358337" y="271427"/>
            <a:ext cx="11470125" cy="430887"/>
          </a:xfrm>
          <a:prstGeom prst="rect">
            <a:avLst/>
          </a:prstGeom>
        </p:spPr>
        <p:txBody>
          <a:bodyPr vert="horz"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358337" y="1220046"/>
            <a:ext cx="11470125" cy="429768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256A74CA-F5E6-2235-4439-2F81CD4174A9}"/>
              </a:ext>
            </a:extLst>
          </p:cNvPr>
          <p:cNvSpPr txBox="1">
            <a:spLocks/>
          </p:cNvSpPr>
          <p:nvPr userDrawn="1"/>
        </p:nvSpPr>
        <p:spPr>
          <a:xfrm>
            <a:off x="10902997" y="6385348"/>
            <a:ext cx="365497" cy="138499"/>
          </a:xfrm>
          <a:prstGeom prst="rect">
            <a:avLst/>
          </a:prstGeom>
        </p:spPr>
        <p:txBody>
          <a:bodyPr vert="horz" lIns="0" tIns="0" rIns="0" bIns="0" rtlCol="0" anchor="ctr"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8" name="TextBox 7">
            <a:extLst>
              <a:ext uri="{FF2B5EF4-FFF2-40B4-BE49-F238E27FC236}">
                <a16:creationId xmlns:a16="http://schemas.microsoft.com/office/drawing/2014/main" id="{1DBF8527-C648-78B2-DEBB-C4F3590D909D}"/>
              </a:ext>
            </a:extLst>
          </p:cNvPr>
          <p:cNvSpPr txBox="1"/>
          <p:nvPr userDrawn="1"/>
        </p:nvSpPr>
        <p:spPr>
          <a:xfrm>
            <a:off x="8869311" y="6386687"/>
            <a:ext cx="1971694" cy="138499"/>
          </a:xfrm>
          <a:prstGeom prst="rect">
            <a:avLst/>
          </a:prstGeom>
          <a:noFill/>
        </p:spPr>
        <p:txBody>
          <a:bodyPr wrap="none" lIns="0" tIns="0" rIns="0" bIns="0" rtlCol="0" anchor="ctr">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00BA1F49-BB46-26C5-0D41-E71A03E5AF15}"/>
              </a:ext>
            </a:extLst>
          </p:cNvPr>
          <p:cNvPicPr>
            <a:picLocks noChangeAspect="1"/>
          </p:cNvPicPr>
          <p:nvPr userDrawn="1"/>
        </p:nvPicPr>
        <p:blipFill>
          <a:blip r:embed="rId51">
            <a:extLst>
              <a:ext uri="{96DAC541-7B7A-43D3-8B79-37D633B846F1}">
                <asvg:svgBlip xmlns:asvg="http://schemas.microsoft.com/office/drawing/2016/SVG/main" r:embed="rId52"/>
              </a:ext>
            </a:extLst>
          </a:blip>
          <a:stretch>
            <a:fillRect/>
          </a:stretch>
        </p:blipFill>
        <p:spPr>
          <a:xfrm>
            <a:off x="11550145" y="6318107"/>
            <a:ext cx="274320" cy="274320"/>
          </a:xfrm>
          <a:prstGeom prst="rect">
            <a:avLst/>
          </a:prstGeom>
        </p:spPr>
      </p:pic>
      <p:sp>
        <p:nvSpPr>
          <p:cNvPr id="9" name="Footer Placeholder 8">
            <a:extLst>
              <a:ext uri="{FF2B5EF4-FFF2-40B4-BE49-F238E27FC236}">
                <a16:creationId xmlns:a16="http://schemas.microsoft.com/office/drawing/2014/main" id="{8DB4D983-8CBD-62FC-D4B8-DEDA90BEA13E}"/>
              </a:ext>
            </a:extLst>
          </p:cNvPr>
          <p:cNvSpPr>
            <a:spLocks noGrp="1"/>
          </p:cNvSpPr>
          <p:nvPr>
            <p:ph type="ftr" sz="quarter" idx="3"/>
          </p:nvPr>
        </p:nvSpPr>
        <p:spPr>
          <a:xfrm>
            <a:off x="358337" y="6227807"/>
            <a:ext cx="7909560" cy="365760"/>
          </a:xfrm>
          <a:prstGeom prst="rect">
            <a:avLst/>
          </a:prstGeom>
        </p:spPr>
        <p:txBody>
          <a:bodyPr vert="horz" lIns="0" tIns="0" rIns="0" bIns="0" rtlCol="0" anchor="b" anchorCtr="0">
            <a:noAutofit/>
          </a:bodyPr>
          <a:lstStyle>
            <a:lvl1pPr algn="l">
              <a:lnSpc>
                <a:spcPct val="90000"/>
              </a:lnSpc>
              <a:spcBef>
                <a:spcPts val="300"/>
              </a:spcBef>
              <a:defRPr sz="700">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3190122208"/>
      </p:ext>
    </p:extLst>
  </p:cSld>
  <p:clrMap bg1="lt1" tx1="dk1" bg2="lt2" tx2="dk2" accent1="accent1" accent2="accent2" accent3="accent3" accent4="accent4" accent5="accent5" accent6="accent6" hlink="hlink" folHlink="folHlink"/>
  <p:sldLayoutIdLst>
    <p:sldLayoutId id="2147483761" r:id="rId1"/>
    <p:sldLayoutId id="2147483770" r:id="rId2"/>
    <p:sldLayoutId id="2147483771" r:id="rId3"/>
    <p:sldLayoutId id="2147483772" r:id="rId4"/>
    <p:sldLayoutId id="2147483773" r:id="rId5"/>
    <p:sldLayoutId id="2147483774" r:id="rId6"/>
    <p:sldLayoutId id="2147483885" r:id="rId7"/>
    <p:sldLayoutId id="2147483769" r:id="rId8"/>
    <p:sldLayoutId id="2147483823" r:id="rId9"/>
    <p:sldLayoutId id="2147483775" r:id="rId10"/>
    <p:sldLayoutId id="2147483759" r:id="rId11"/>
    <p:sldLayoutId id="2147483792" r:id="rId12"/>
    <p:sldLayoutId id="2147483892" r:id="rId13"/>
    <p:sldLayoutId id="2147483893" r:id="rId14"/>
    <p:sldLayoutId id="2147483798" r:id="rId15"/>
    <p:sldLayoutId id="2147483821" r:id="rId16"/>
    <p:sldLayoutId id="2147483822" r:id="rId17"/>
    <p:sldLayoutId id="2147483886" r:id="rId18"/>
    <p:sldLayoutId id="2147483829" r:id="rId19"/>
    <p:sldLayoutId id="2147483781" r:id="rId20"/>
    <p:sldLayoutId id="2147483830" r:id="rId21"/>
    <p:sldLayoutId id="2147483783" r:id="rId22"/>
    <p:sldLayoutId id="2147483890" r:id="rId23"/>
    <p:sldLayoutId id="2147483891" r:id="rId24"/>
    <p:sldLayoutId id="2147483831" r:id="rId25"/>
    <p:sldLayoutId id="2147483777" r:id="rId26"/>
    <p:sldLayoutId id="2147483883" r:id="rId27"/>
    <p:sldLayoutId id="2147483832" r:id="rId28"/>
    <p:sldLayoutId id="2147483833" r:id="rId29"/>
    <p:sldLayoutId id="2147483785" r:id="rId30"/>
    <p:sldLayoutId id="2147483786" r:id="rId31"/>
    <p:sldLayoutId id="2147483799" r:id="rId32"/>
    <p:sldLayoutId id="2147483824" r:id="rId33"/>
    <p:sldLayoutId id="2147483825" r:id="rId34"/>
    <p:sldLayoutId id="2147483800" r:id="rId35"/>
    <p:sldLayoutId id="2147483803" r:id="rId36"/>
    <p:sldLayoutId id="2147483805" r:id="rId37"/>
    <p:sldLayoutId id="2147483802" r:id="rId38"/>
    <p:sldLayoutId id="2147483826" r:id="rId39"/>
    <p:sldLayoutId id="2147483801" r:id="rId40"/>
    <p:sldLayoutId id="2147483789" r:id="rId41"/>
    <p:sldLayoutId id="2147483887" r:id="rId42"/>
    <p:sldLayoutId id="2147483888" r:id="rId43"/>
    <p:sldLayoutId id="2147483757" r:id="rId44"/>
    <p:sldLayoutId id="2147484007" r:id="rId45"/>
    <p:sldLayoutId id="2147484008" r:id="rId46"/>
  </p:sldLayoutIdLst>
  <p:hf hdr="0" dt="0"/>
  <p:txStyles>
    <p:title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r:embed="rId53">
            <a:extLst>
              <a:ext uri="{96DAC541-7B7A-43D3-8B79-37D633B846F1}">
                <asvg:svgBlip xmlns:asvg="http://schemas.microsoft.com/office/drawing/2016/SVG/main" r:embed="rId54"/>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r:embed="rId55">
            <a:extLst>
              <a:ext uri="{96DAC541-7B7A-43D3-8B79-37D633B846F1}">
                <asvg:svgBlip xmlns:asvg="http://schemas.microsoft.com/office/drawing/2016/SVG/main" r:embed="rId56"/>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227" userDrawn="1">
          <p15:clr>
            <a:srgbClr val="F26B43"/>
          </p15:clr>
        </p15:guide>
        <p15:guide id="9" pos="7451" userDrawn="1">
          <p15:clr>
            <a:srgbClr val="F26B43"/>
          </p15:clr>
        </p15:guide>
        <p15:guide id="12" orient="horz" pos="369" userDrawn="1">
          <p15:clr>
            <a:srgbClr val="F26B43"/>
          </p15:clr>
        </p15:guide>
        <p15:guide id="16" pos="3696" userDrawn="1">
          <p15:clr>
            <a:srgbClr val="F26B43"/>
          </p15:clr>
        </p15:guide>
        <p15:guide id="20" pos="3840" userDrawn="1">
          <p15:clr>
            <a:srgbClr val="F26B43"/>
          </p15:clr>
        </p15:guide>
        <p15:guide id="21" pos="3984" userDrawn="1">
          <p15:clr>
            <a:srgbClr val="F26B43"/>
          </p15:clr>
        </p15:guide>
        <p15:guide id="23" orient="horz" pos="413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8FF3A3F-87C9-5250-14A2-116223548A3A}"/>
              </a:ext>
            </a:extLst>
          </p:cNvPr>
          <p:cNvGraphicFramePr>
            <a:graphicFrameLocks noChangeAspect="1"/>
          </p:cNvGraphicFramePr>
          <p:nvPr userDrawn="1">
            <p:custDataLst>
              <p:tags r:id="rId13"/>
            </p:custDataLst>
            <p:extLst>
              <p:ext uri="{D42A27DB-BD31-4B8C-83A1-F6EECF244321}">
                <p14:modId xmlns:p14="http://schemas.microsoft.com/office/powerpoint/2010/main" val="36913021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95" imgH="396" progId="TCLayout.ActiveDocument.1">
                  <p:embed/>
                </p:oleObj>
              </mc:Choice>
              <mc:Fallback>
                <p:oleObj name="think-cell Slide" r:id="rId14" imgW="395" imgH="396" progId="TCLayout.ActiveDocument.1">
                  <p:embed/>
                  <p:pic>
                    <p:nvPicPr>
                      <p:cNvPr id="8" name="think-cell data - do not delete" hidden="1">
                        <a:extLst>
                          <a:ext uri="{FF2B5EF4-FFF2-40B4-BE49-F238E27FC236}">
                            <a16:creationId xmlns:a16="http://schemas.microsoft.com/office/drawing/2014/main" id="{B8FF3A3F-87C9-5250-14A2-116223548A3A}"/>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7C457136-EE4D-EE51-3EFA-E49028B199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EE823C-58B6-712B-0A8A-EFBD2FC689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F65E55-7DD6-EC8A-DF06-5DD2FB28A6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36312A-C092-46DC-86A3-07C672F1E0CD}" type="datetimeFigureOut">
              <a:rPr lang="en-US" smtClean="0"/>
              <a:t>6/24/2025</a:t>
            </a:fld>
            <a:endParaRPr lang="en-US"/>
          </a:p>
        </p:txBody>
      </p:sp>
      <p:sp>
        <p:nvSpPr>
          <p:cNvPr id="5" name="Footer Placeholder 4">
            <a:extLst>
              <a:ext uri="{FF2B5EF4-FFF2-40B4-BE49-F238E27FC236}">
                <a16:creationId xmlns:a16="http://schemas.microsoft.com/office/drawing/2014/main" id="{EDC66C65-7C1D-CEDB-C041-DE88233AE2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B1E277-27EE-28ED-F9EA-3D2FF5D5E9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9CF9EF-7503-418D-B8CC-802DDC70DFE8}" type="slidenum">
              <a:rPr lang="en-US" smtClean="0"/>
              <a:t>‹#›</a:t>
            </a:fld>
            <a:endParaRPr lang="en-US"/>
          </a:p>
        </p:txBody>
      </p:sp>
    </p:spTree>
    <p:extLst>
      <p:ext uri="{BB962C8B-B14F-4D97-AF65-F5344CB8AC3E}">
        <p14:creationId xmlns:p14="http://schemas.microsoft.com/office/powerpoint/2010/main" val="1540516284"/>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 id="21474839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30912A6-2043-057D-D879-11AB811C047E}"/>
              </a:ext>
            </a:extLst>
          </p:cNvPr>
          <p:cNvGraphicFramePr>
            <a:graphicFrameLocks noChangeAspect="1"/>
          </p:cNvGraphicFramePr>
          <p:nvPr userDrawn="1">
            <p:custDataLst>
              <p:tags r:id="rId48"/>
            </p:custDataLst>
            <p:extLst>
              <p:ext uri="{D42A27DB-BD31-4B8C-83A1-F6EECF244321}">
                <p14:modId xmlns:p14="http://schemas.microsoft.com/office/powerpoint/2010/main" val="97969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454" imgH="456" progId="TCLayout.ActiveDocument.1">
                  <p:embed/>
                </p:oleObj>
              </mc:Choice>
              <mc:Fallback>
                <p:oleObj name="think-cell Slide" r:id="rId49" imgW="454" imgH="456" progId="TCLayout.ActiveDocument.1">
                  <p:embed/>
                  <p:pic>
                    <p:nvPicPr>
                      <p:cNvPr id="7" name="think-cell data - do not delete" hidden="1">
                        <a:extLst>
                          <a:ext uri="{FF2B5EF4-FFF2-40B4-BE49-F238E27FC236}">
                            <a16:creationId xmlns:a16="http://schemas.microsoft.com/office/drawing/2014/main" id="{B30912A6-2043-057D-D879-11AB811C047E}"/>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358337" y="271427"/>
            <a:ext cx="11470125" cy="430887"/>
          </a:xfrm>
          <a:prstGeom prst="rect">
            <a:avLst/>
          </a:prstGeom>
        </p:spPr>
        <p:txBody>
          <a:bodyPr vert="horz"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358337" y="1220046"/>
            <a:ext cx="11470125" cy="429768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256A74CA-F5E6-2235-4439-2F81CD4174A9}"/>
              </a:ext>
            </a:extLst>
          </p:cNvPr>
          <p:cNvSpPr txBox="1">
            <a:spLocks/>
          </p:cNvSpPr>
          <p:nvPr userDrawn="1"/>
        </p:nvSpPr>
        <p:spPr>
          <a:xfrm>
            <a:off x="10902997" y="6385348"/>
            <a:ext cx="365497" cy="138499"/>
          </a:xfrm>
          <a:prstGeom prst="rect">
            <a:avLst/>
          </a:prstGeom>
        </p:spPr>
        <p:txBody>
          <a:bodyPr vert="horz" lIns="0" tIns="0" rIns="0" bIns="0" rtlCol="0" anchor="ctr"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8" name="TextBox 7">
            <a:extLst>
              <a:ext uri="{FF2B5EF4-FFF2-40B4-BE49-F238E27FC236}">
                <a16:creationId xmlns:a16="http://schemas.microsoft.com/office/drawing/2014/main" id="{1DBF8527-C648-78B2-DEBB-C4F3590D909D}"/>
              </a:ext>
            </a:extLst>
          </p:cNvPr>
          <p:cNvSpPr txBox="1"/>
          <p:nvPr userDrawn="1"/>
        </p:nvSpPr>
        <p:spPr>
          <a:xfrm>
            <a:off x="8869311" y="6386687"/>
            <a:ext cx="1971694" cy="138499"/>
          </a:xfrm>
          <a:prstGeom prst="rect">
            <a:avLst/>
          </a:prstGeom>
          <a:noFill/>
        </p:spPr>
        <p:txBody>
          <a:bodyPr wrap="none" lIns="0" tIns="0" rIns="0" bIns="0" rtlCol="0" anchor="ctr">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00BA1F49-BB46-26C5-0D41-E71A03E5AF15}"/>
              </a:ext>
            </a:extLst>
          </p:cNvPr>
          <p:cNvPicPr>
            <a:picLocks noChangeAspect="1"/>
          </p:cNvPicPr>
          <p:nvPr userDrawn="1"/>
        </p:nvPicPr>
        <p:blipFill>
          <a:blip r:embed="rId51">
            <a:extLst>
              <a:ext uri="{96DAC541-7B7A-43D3-8B79-37D633B846F1}">
                <asvg:svgBlip xmlns:asvg="http://schemas.microsoft.com/office/drawing/2016/SVG/main" r:embed="rId52"/>
              </a:ext>
            </a:extLst>
          </a:blip>
          <a:stretch>
            <a:fillRect/>
          </a:stretch>
        </p:blipFill>
        <p:spPr>
          <a:xfrm>
            <a:off x="11550145" y="6318107"/>
            <a:ext cx="274320" cy="274320"/>
          </a:xfrm>
          <a:prstGeom prst="rect">
            <a:avLst/>
          </a:prstGeom>
        </p:spPr>
      </p:pic>
      <p:sp>
        <p:nvSpPr>
          <p:cNvPr id="9" name="Footer Placeholder 8">
            <a:extLst>
              <a:ext uri="{FF2B5EF4-FFF2-40B4-BE49-F238E27FC236}">
                <a16:creationId xmlns:a16="http://schemas.microsoft.com/office/drawing/2014/main" id="{8DB4D983-8CBD-62FC-D4B8-DEDA90BEA13E}"/>
              </a:ext>
            </a:extLst>
          </p:cNvPr>
          <p:cNvSpPr>
            <a:spLocks noGrp="1"/>
          </p:cNvSpPr>
          <p:nvPr>
            <p:ph type="ftr" sz="quarter" idx="3"/>
          </p:nvPr>
        </p:nvSpPr>
        <p:spPr>
          <a:xfrm>
            <a:off x="358337" y="6227807"/>
            <a:ext cx="7909560" cy="365760"/>
          </a:xfrm>
          <a:prstGeom prst="rect">
            <a:avLst/>
          </a:prstGeom>
        </p:spPr>
        <p:txBody>
          <a:bodyPr vert="horz" lIns="0" tIns="0" rIns="0" bIns="0" rtlCol="0" anchor="b" anchorCtr="0">
            <a:noAutofit/>
          </a:bodyPr>
          <a:lstStyle>
            <a:lvl1pPr algn="l">
              <a:lnSpc>
                <a:spcPct val="90000"/>
              </a:lnSpc>
              <a:spcBef>
                <a:spcPts val="300"/>
              </a:spcBef>
              <a:defRPr sz="700">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3077392133"/>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921" r:id="rId12"/>
    <p:sldLayoutId id="2147483922" r:id="rId13"/>
    <p:sldLayoutId id="2147483923" r:id="rId14"/>
    <p:sldLayoutId id="2147483924" r:id="rId15"/>
    <p:sldLayoutId id="2147483925" r:id="rId16"/>
    <p:sldLayoutId id="2147483926" r:id="rId17"/>
    <p:sldLayoutId id="2147483927" r:id="rId18"/>
    <p:sldLayoutId id="2147483928" r:id="rId19"/>
    <p:sldLayoutId id="2147483929" r:id="rId20"/>
    <p:sldLayoutId id="2147483930" r:id="rId21"/>
    <p:sldLayoutId id="2147483931" r:id="rId22"/>
    <p:sldLayoutId id="2147483932" r:id="rId23"/>
    <p:sldLayoutId id="2147483933" r:id="rId24"/>
    <p:sldLayoutId id="2147483934" r:id="rId25"/>
    <p:sldLayoutId id="2147483935" r:id="rId26"/>
    <p:sldLayoutId id="2147483936" r:id="rId27"/>
    <p:sldLayoutId id="2147483937" r:id="rId28"/>
    <p:sldLayoutId id="2147483938" r:id="rId29"/>
    <p:sldLayoutId id="2147483939" r:id="rId30"/>
    <p:sldLayoutId id="2147483940" r:id="rId31"/>
    <p:sldLayoutId id="2147483941" r:id="rId32"/>
    <p:sldLayoutId id="2147483942" r:id="rId33"/>
    <p:sldLayoutId id="2147483943" r:id="rId34"/>
    <p:sldLayoutId id="2147483944" r:id="rId35"/>
    <p:sldLayoutId id="2147483945" r:id="rId36"/>
    <p:sldLayoutId id="2147483946" r:id="rId37"/>
    <p:sldLayoutId id="2147483947" r:id="rId38"/>
    <p:sldLayoutId id="2147483948" r:id="rId39"/>
    <p:sldLayoutId id="2147483949" r:id="rId40"/>
    <p:sldLayoutId id="2147483950" r:id="rId41"/>
    <p:sldLayoutId id="2147483951" r:id="rId42"/>
    <p:sldLayoutId id="2147483952" r:id="rId43"/>
    <p:sldLayoutId id="2147483953" r:id="rId44"/>
    <p:sldLayoutId id="2147483955" r:id="rId45"/>
    <p:sldLayoutId id="2147483957" r:id="rId46"/>
  </p:sldLayoutIdLst>
  <p:hf hdr="0" dt="0"/>
  <p:txStyles>
    <p:title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r:embed="rId53">
            <a:extLst>
              <a:ext uri="{96DAC541-7B7A-43D3-8B79-37D633B846F1}">
                <asvg:svgBlip xmlns:asvg="http://schemas.microsoft.com/office/drawing/2016/SVG/main" r:embed="rId54"/>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r:embed="rId55">
            <a:extLst>
              <a:ext uri="{96DAC541-7B7A-43D3-8B79-37D633B846F1}">
                <asvg:svgBlip xmlns:asvg="http://schemas.microsoft.com/office/drawing/2016/SVG/main" r:embed="rId56"/>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227">
          <p15:clr>
            <a:srgbClr val="F26B43"/>
          </p15:clr>
        </p15:guide>
        <p15:guide id="9" pos="7451">
          <p15:clr>
            <a:srgbClr val="F26B43"/>
          </p15:clr>
        </p15:guide>
        <p15:guide id="12" orient="horz" pos="369">
          <p15:clr>
            <a:srgbClr val="F26B43"/>
          </p15:clr>
        </p15:guide>
        <p15:guide id="16" pos="3696">
          <p15:clr>
            <a:srgbClr val="F26B43"/>
          </p15:clr>
        </p15:guide>
        <p15:guide id="20" pos="3840">
          <p15:clr>
            <a:srgbClr val="F26B43"/>
          </p15:clr>
        </p15:guide>
        <p15:guide id="21" pos="3984">
          <p15:clr>
            <a:srgbClr val="F26B43"/>
          </p15:clr>
        </p15:guide>
        <p15:guide id="23" orient="horz" pos="413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30912A6-2043-057D-D879-11AB811C047E}"/>
              </a:ext>
            </a:extLst>
          </p:cNvPr>
          <p:cNvGraphicFramePr>
            <a:graphicFrameLocks noChangeAspect="1"/>
          </p:cNvGraphicFramePr>
          <p:nvPr userDrawn="1">
            <p:custDataLst>
              <p:tags r:id="rId49"/>
            </p:custDataLst>
            <p:extLst>
              <p:ext uri="{D42A27DB-BD31-4B8C-83A1-F6EECF244321}">
                <p14:modId xmlns:p14="http://schemas.microsoft.com/office/powerpoint/2010/main" val="979695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0" imgW="454" imgH="456" progId="TCLayout.ActiveDocument.1">
                  <p:embed/>
                </p:oleObj>
              </mc:Choice>
              <mc:Fallback>
                <p:oleObj name="think-cell Slide" r:id="rId50" imgW="454" imgH="456" progId="TCLayout.ActiveDocument.1">
                  <p:embed/>
                  <p:pic>
                    <p:nvPicPr>
                      <p:cNvPr id="7" name="think-cell data - do not delete" hidden="1">
                        <a:extLst>
                          <a:ext uri="{FF2B5EF4-FFF2-40B4-BE49-F238E27FC236}">
                            <a16:creationId xmlns:a16="http://schemas.microsoft.com/office/drawing/2014/main" id="{B30912A6-2043-057D-D879-11AB811C047E}"/>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358337" y="271427"/>
            <a:ext cx="11470125" cy="430887"/>
          </a:xfrm>
          <a:prstGeom prst="rect">
            <a:avLst/>
          </a:prstGeom>
        </p:spPr>
        <p:txBody>
          <a:bodyPr vert="horz" lIns="0" tIns="0" rIns="0" bIns="0" rtlCol="0" anchor="t" anchorCtr="0">
            <a:spAutoFit/>
          </a:bodyPr>
          <a:lstStyle/>
          <a:p>
            <a:r>
              <a:rPr lang="en-US"/>
              <a:t>Click to edit Master title style</a:t>
            </a:r>
          </a:p>
        </p:txBody>
      </p:sp>
      <p:sp>
        <p:nvSpPr>
          <p:cNvPr id="3" name="Text Placeholder 2"/>
          <p:cNvSpPr>
            <a:spLocks noGrp="1"/>
          </p:cNvSpPr>
          <p:nvPr>
            <p:ph type="body" idx="1"/>
          </p:nvPr>
        </p:nvSpPr>
        <p:spPr>
          <a:xfrm>
            <a:off x="358337" y="1220046"/>
            <a:ext cx="11470125" cy="429768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256A74CA-F5E6-2235-4439-2F81CD4174A9}"/>
              </a:ext>
            </a:extLst>
          </p:cNvPr>
          <p:cNvSpPr txBox="1">
            <a:spLocks/>
          </p:cNvSpPr>
          <p:nvPr userDrawn="1"/>
        </p:nvSpPr>
        <p:spPr>
          <a:xfrm>
            <a:off x="10902997" y="6385348"/>
            <a:ext cx="365497" cy="138499"/>
          </a:xfrm>
          <a:prstGeom prst="rect">
            <a:avLst/>
          </a:prstGeom>
        </p:spPr>
        <p:txBody>
          <a:bodyPr vert="horz" lIns="0" tIns="0" rIns="0" bIns="0" rtlCol="0" anchor="ctr" anchorCtr="0"/>
          <a:lstStyle>
            <a:defPPr>
              <a:defRPr lang="en-US"/>
            </a:defPPr>
            <a:lvl1pPr algn="r" rtl="0" fontAlgn="auto">
              <a:spcBef>
                <a:spcPts val="0"/>
              </a:spcBef>
              <a:spcAft>
                <a:spcPts val="0"/>
              </a:spcAft>
              <a:defRPr sz="800" kern="1200" smtClean="0">
                <a:solidFill>
                  <a:schemeClr val="tx2"/>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A0742EFC-8BEC-49F9-9CC9-7EDCB5B63F76}" type="slidenum">
              <a:rPr lang="en-US" sz="900" b="0" smtClean="0">
                <a:solidFill>
                  <a:schemeClr val="tx2"/>
                </a:solidFill>
                <a:latin typeface="+mj-lt"/>
              </a:rPr>
              <a:pPr>
                <a:defRPr/>
              </a:pPr>
              <a:t>‹#›</a:t>
            </a:fld>
            <a:endParaRPr lang="en-US" sz="900" b="0">
              <a:solidFill>
                <a:schemeClr val="tx2"/>
              </a:solidFill>
              <a:latin typeface="+mj-lt"/>
            </a:endParaRPr>
          </a:p>
        </p:txBody>
      </p:sp>
      <p:sp>
        <p:nvSpPr>
          <p:cNvPr id="8" name="TextBox 7">
            <a:extLst>
              <a:ext uri="{FF2B5EF4-FFF2-40B4-BE49-F238E27FC236}">
                <a16:creationId xmlns:a16="http://schemas.microsoft.com/office/drawing/2014/main" id="{1DBF8527-C648-78B2-DEBB-C4F3590D909D}"/>
              </a:ext>
            </a:extLst>
          </p:cNvPr>
          <p:cNvSpPr txBox="1"/>
          <p:nvPr userDrawn="1"/>
        </p:nvSpPr>
        <p:spPr>
          <a:xfrm>
            <a:off x="8869311" y="6386687"/>
            <a:ext cx="1971694" cy="138499"/>
          </a:xfrm>
          <a:prstGeom prst="rect">
            <a:avLst/>
          </a:prstGeom>
          <a:noFill/>
        </p:spPr>
        <p:txBody>
          <a:bodyPr wrap="none" lIns="0" tIns="0" rIns="0" bIns="0" rtlCol="0" anchor="ctr">
            <a:spAutoFit/>
          </a:bodyPr>
          <a:lstStyle/>
          <a:p>
            <a:pPr algn="r"/>
            <a:r>
              <a:rPr lang="en-US" sz="900">
                <a:solidFill>
                  <a:schemeClr val="tx2"/>
                </a:solidFill>
                <a:latin typeface="+mj-lt"/>
              </a:rPr>
              <a:t>Confidential. For internal use only.</a:t>
            </a:r>
          </a:p>
        </p:txBody>
      </p:sp>
      <p:pic>
        <p:nvPicPr>
          <p:cNvPr id="5" name="Graphic 4">
            <a:extLst>
              <a:ext uri="{FF2B5EF4-FFF2-40B4-BE49-F238E27FC236}">
                <a16:creationId xmlns:a16="http://schemas.microsoft.com/office/drawing/2014/main" id="{00BA1F49-BB46-26C5-0D41-E71A03E5AF15}"/>
              </a:ext>
            </a:extLst>
          </p:cNvPr>
          <p:cNvPicPr>
            <a:picLocks noChangeAspect="1"/>
          </p:cNvPicPr>
          <p:nvPr userDrawn="1"/>
        </p:nvPicPr>
        <p:blipFill>
          <a:blip r:embed="rId52">
            <a:extLst>
              <a:ext uri="{96DAC541-7B7A-43D3-8B79-37D633B846F1}">
                <asvg:svgBlip xmlns:asvg="http://schemas.microsoft.com/office/drawing/2016/SVG/main" r:embed="rId53"/>
              </a:ext>
            </a:extLst>
          </a:blip>
          <a:stretch>
            <a:fillRect/>
          </a:stretch>
        </p:blipFill>
        <p:spPr>
          <a:xfrm>
            <a:off x="11550145" y="6318107"/>
            <a:ext cx="274320" cy="274320"/>
          </a:xfrm>
          <a:prstGeom prst="rect">
            <a:avLst/>
          </a:prstGeom>
        </p:spPr>
      </p:pic>
      <p:sp>
        <p:nvSpPr>
          <p:cNvPr id="9" name="Footer Placeholder 8">
            <a:extLst>
              <a:ext uri="{FF2B5EF4-FFF2-40B4-BE49-F238E27FC236}">
                <a16:creationId xmlns:a16="http://schemas.microsoft.com/office/drawing/2014/main" id="{8DB4D983-8CBD-62FC-D4B8-DEDA90BEA13E}"/>
              </a:ext>
            </a:extLst>
          </p:cNvPr>
          <p:cNvSpPr>
            <a:spLocks noGrp="1"/>
          </p:cNvSpPr>
          <p:nvPr>
            <p:ph type="ftr" sz="quarter" idx="3"/>
          </p:nvPr>
        </p:nvSpPr>
        <p:spPr>
          <a:xfrm>
            <a:off x="358337" y="6227807"/>
            <a:ext cx="7909560" cy="365760"/>
          </a:xfrm>
          <a:prstGeom prst="rect">
            <a:avLst/>
          </a:prstGeom>
        </p:spPr>
        <p:txBody>
          <a:bodyPr vert="horz" lIns="0" tIns="0" rIns="0" bIns="0" rtlCol="0" anchor="b" anchorCtr="0">
            <a:noAutofit/>
          </a:bodyPr>
          <a:lstStyle>
            <a:lvl1pPr algn="l">
              <a:lnSpc>
                <a:spcPct val="90000"/>
              </a:lnSpc>
              <a:spcBef>
                <a:spcPts val="300"/>
              </a:spcBef>
              <a:defRPr sz="700">
                <a:solidFill>
                  <a:schemeClr val="tx1">
                    <a:lumMod val="65000"/>
                    <a:lumOff val="35000"/>
                  </a:schemeClr>
                </a:solidFill>
              </a:defRPr>
            </a:lvl1pPr>
          </a:lstStyle>
          <a:p>
            <a:endParaRPr lang="en-US"/>
          </a:p>
        </p:txBody>
      </p:sp>
    </p:spTree>
    <p:extLst>
      <p:ext uri="{BB962C8B-B14F-4D97-AF65-F5344CB8AC3E}">
        <p14:creationId xmlns:p14="http://schemas.microsoft.com/office/powerpoint/2010/main" val="4253151670"/>
      </p:ext>
    </p:extLst>
  </p:cSld>
  <p:clrMap bg1="lt1" tx1="dk1" bg2="lt2" tx2="dk2" accent1="accent1" accent2="accent2" accent3="accent3" accent4="accent4" accent5="accent5" accent6="accent6" hlink="hlink" folHlink="folHlink"/>
  <p:sldLayoutIdLst>
    <p:sldLayoutId id="2147483959" r:id="rId1"/>
    <p:sldLayoutId id="2147483960" r:id="rId2"/>
    <p:sldLayoutId id="2147483961" r:id="rId3"/>
    <p:sldLayoutId id="2147483962" r:id="rId4"/>
    <p:sldLayoutId id="2147483963" r:id="rId5"/>
    <p:sldLayoutId id="2147483964" r:id="rId6"/>
    <p:sldLayoutId id="2147483965" r:id="rId7"/>
    <p:sldLayoutId id="2147483966" r:id="rId8"/>
    <p:sldLayoutId id="2147483967" r:id="rId9"/>
    <p:sldLayoutId id="2147483968" r:id="rId10"/>
    <p:sldLayoutId id="2147483969" r:id="rId11"/>
    <p:sldLayoutId id="2147483970" r:id="rId12"/>
    <p:sldLayoutId id="2147483971" r:id="rId13"/>
    <p:sldLayoutId id="2147483972" r:id="rId14"/>
    <p:sldLayoutId id="2147483973" r:id="rId15"/>
    <p:sldLayoutId id="2147483974" r:id="rId16"/>
    <p:sldLayoutId id="2147483975" r:id="rId17"/>
    <p:sldLayoutId id="2147483976" r:id="rId18"/>
    <p:sldLayoutId id="2147483977" r:id="rId19"/>
    <p:sldLayoutId id="2147483978" r:id="rId20"/>
    <p:sldLayoutId id="2147483979" r:id="rId21"/>
    <p:sldLayoutId id="2147483980" r:id="rId22"/>
    <p:sldLayoutId id="2147483981" r:id="rId23"/>
    <p:sldLayoutId id="2147483982" r:id="rId24"/>
    <p:sldLayoutId id="2147483983" r:id="rId25"/>
    <p:sldLayoutId id="2147483984" r:id="rId26"/>
    <p:sldLayoutId id="2147483985" r:id="rId27"/>
    <p:sldLayoutId id="2147483986" r:id="rId28"/>
    <p:sldLayoutId id="2147483987" r:id="rId29"/>
    <p:sldLayoutId id="2147483988" r:id="rId30"/>
    <p:sldLayoutId id="2147483989" r:id="rId31"/>
    <p:sldLayoutId id="2147483990" r:id="rId32"/>
    <p:sldLayoutId id="2147483991" r:id="rId33"/>
    <p:sldLayoutId id="2147483992" r:id="rId34"/>
    <p:sldLayoutId id="2147483993" r:id="rId35"/>
    <p:sldLayoutId id="2147483994" r:id="rId36"/>
    <p:sldLayoutId id="2147483995" r:id="rId37"/>
    <p:sldLayoutId id="2147483996" r:id="rId38"/>
    <p:sldLayoutId id="2147483997" r:id="rId39"/>
    <p:sldLayoutId id="2147483998" r:id="rId40"/>
    <p:sldLayoutId id="2147483999" r:id="rId41"/>
    <p:sldLayoutId id="2147484000" r:id="rId42"/>
    <p:sldLayoutId id="2147484001" r:id="rId43"/>
    <p:sldLayoutId id="2147484002" r:id="rId44"/>
    <p:sldLayoutId id="2147484003" r:id="rId45"/>
    <p:sldLayoutId id="2147484004" r:id="rId46"/>
    <p:sldLayoutId id="2147484006" r:id="rId47"/>
  </p:sldLayoutIdLst>
  <p:hf hdr="0" dt="0"/>
  <p:txStyles>
    <p:title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p:titleStyle>
    <p:bodyStyle>
      <a:lvl1pPr marL="0" indent="0" algn="l" defTabSz="914400" rtl="0" eaLnBrk="1" latinLnBrk="0" hangingPunct="1">
        <a:lnSpc>
          <a:spcPct val="100000"/>
        </a:lnSpc>
        <a:spcBef>
          <a:spcPts val="1000"/>
        </a:spcBef>
        <a:buClr>
          <a:schemeClr val="accent1"/>
        </a:buClr>
        <a:buFontTx/>
        <a:buNone/>
        <a:defRPr sz="1200" b="0" i="0" kern="1200">
          <a:solidFill>
            <a:schemeClr val="tx1"/>
          </a:solidFill>
          <a:latin typeface="+mn-lt"/>
          <a:ea typeface="Verdana" panose="020B0604030504040204" pitchFamily="34" charset="0"/>
          <a:cs typeface="Verdana" panose="020B0604030504040204" pitchFamily="34" charset="0"/>
        </a:defRPr>
      </a:lvl1pPr>
      <a:lvl2pPr marL="228600" indent="-228600" algn="l" defTabSz="914400" rtl="0" eaLnBrk="1" latinLnBrk="0" hangingPunct="1">
        <a:lnSpc>
          <a:spcPct val="100000"/>
        </a:lnSpc>
        <a:spcBef>
          <a:spcPts val="1200"/>
        </a:spcBef>
        <a:buClr>
          <a:schemeClr val="accent1"/>
        </a:buClr>
        <a:buFontTx/>
        <a:buBlip>
          <a:blip r:embed="rId54">
            <a:extLst>
              <a:ext uri="{96DAC541-7B7A-43D3-8B79-37D633B846F1}">
                <asvg:svgBlip xmlns:asvg="http://schemas.microsoft.com/office/drawing/2016/SVG/main" r:embed="rId55"/>
              </a:ext>
            </a:extLst>
          </a:blip>
        </a:buBlip>
        <a:tabLst/>
        <a:defRPr sz="1100" b="0" i="0" kern="1200">
          <a:solidFill>
            <a:schemeClr val="tx1"/>
          </a:solidFill>
          <a:latin typeface="+mn-lt"/>
          <a:ea typeface="Verdana" panose="020B0604030504040204" pitchFamily="34" charset="0"/>
          <a:cs typeface="Verdana" panose="020B0604030504040204" pitchFamily="34" charset="0"/>
        </a:defRPr>
      </a:lvl2pPr>
      <a:lvl3pPr marL="457200" indent="-228600" algn="l" defTabSz="914400" rtl="0" eaLnBrk="1" latinLnBrk="0" hangingPunct="1">
        <a:lnSpc>
          <a:spcPct val="100000"/>
        </a:lnSpc>
        <a:spcBef>
          <a:spcPts val="1200"/>
        </a:spcBef>
        <a:buClr>
          <a:schemeClr val="accent1"/>
        </a:buClr>
        <a:buSzPct val="50000"/>
        <a:buFontTx/>
        <a:buBlip>
          <a:blip r:embed="rId56">
            <a:extLst>
              <a:ext uri="{96DAC541-7B7A-43D3-8B79-37D633B846F1}">
                <asvg:svgBlip xmlns:asvg="http://schemas.microsoft.com/office/drawing/2016/SVG/main" r:embed="rId57"/>
              </a:ext>
            </a:extLst>
          </a:blip>
        </a:buBlip>
        <a:tabLst/>
        <a:defRPr sz="1000" b="0" i="0" kern="1200">
          <a:solidFill>
            <a:schemeClr val="tx1"/>
          </a:solidFill>
          <a:latin typeface="+mn-lt"/>
          <a:ea typeface="Verdana" panose="020B0604030504040204" pitchFamily="34" charset="0"/>
          <a:cs typeface="Verdana" panose="020B0604030504040204" pitchFamily="34" charset="0"/>
        </a:defRPr>
      </a:lvl3pPr>
      <a:lvl4pPr marL="685800" indent="-225425"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4pPr>
      <a:lvl5pPr marL="914400" indent="-228600" algn="l" defTabSz="914400" rtl="0" eaLnBrk="1" latinLnBrk="0" hangingPunct="1">
        <a:lnSpc>
          <a:spcPct val="100000"/>
        </a:lnSpc>
        <a:spcBef>
          <a:spcPts val="1200"/>
        </a:spcBef>
        <a:buClr>
          <a:schemeClr val="accent1"/>
        </a:buClr>
        <a:buFont typeface="System Font Regular"/>
        <a:buChar char="◦"/>
        <a:tabLst/>
        <a:defRPr sz="900" b="0" i="0" kern="1200">
          <a:solidFill>
            <a:schemeClr val="tx1"/>
          </a:solidFill>
          <a:latin typeface="+mn-lt"/>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227">
          <p15:clr>
            <a:srgbClr val="F26B43"/>
          </p15:clr>
        </p15:guide>
        <p15:guide id="9" pos="7451">
          <p15:clr>
            <a:srgbClr val="F26B43"/>
          </p15:clr>
        </p15:guide>
        <p15:guide id="12" orient="horz" pos="369">
          <p15:clr>
            <a:srgbClr val="F26B43"/>
          </p15:clr>
        </p15:guide>
        <p15:guide id="16" pos="3696">
          <p15:clr>
            <a:srgbClr val="F26B43"/>
          </p15:clr>
        </p15:guide>
        <p15:guide id="20" pos="3840">
          <p15:clr>
            <a:srgbClr val="F26B43"/>
          </p15:clr>
        </p15:guide>
        <p15:guide id="21" pos="3984">
          <p15:clr>
            <a:srgbClr val="F26B43"/>
          </p15:clr>
        </p15:guide>
        <p15:guide id="23" orient="horz" pos="413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3.xml"/><Relationship Id="rId7" Type="http://schemas.openxmlformats.org/officeDocument/2006/relationships/image" Target="../media/image27.jpe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13" Type="http://schemas.openxmlformats.org/officeDocument/2006/relationships/slide" Target="slide31.xml"/><Relationship Id="rId3" Type="http://schemas.openxmlformats.org/officeDocument/2006/relationships/notesSlide" Target="../notesSlides/notesSlide2.xml"/><Relationship Id="rId7" Type="http://schemas.openxmlformats.org/officeDocument/2006/relationships/slide" Target="slide10.xml"/><Relationship Id="rId12" Type="http://schemas.openxmlformats.org/officeDocument/2006/relationships/slide" Target="slide75.xml"/><Relationship Id="rId2" Type="http://schemas.openxmlformats.org/officeDocument/2006/relationships/slideLayout" Target="../slideLayouts/slideLayout12.xml"/><Relationship Id="rId16" Type="http://schemas.openxmlformats.org/officeDocument/2006/relationships/slide" Target="slide67.xml"/><Relationship Id="rId1" Type="http://schemas.openxmlformats.org/officeDocument/2006/relationships/tags" Target="../tags/tag8.xml"/><Relationship Id="rId6" Type="http://schemas.openxmlformats.org/officeDocument/2006/relationships/slide" Target="slide3.xml"/><Relationship Id="rId11" Type="http://schemas.openxmlformats.org/officeDocument/2006/relationships/slide" Target="slide50.xml"/><Relationship Id="rId5" Type="http://schemas.openxmlformats.org/officeDocument/2006/relationships/image" Target="../media/image26.emf"/><Relationship Id="rId15" Type="http://schemas.openxmlformats.org/officeDocument/2006/relationships/slide" Target="slide58.xml"/><Relationship Id="rId10" Type="http://schemas.openxmlformats.org/officeDocument/2006/relationships/slide" Target="slide39.xml"/><Relationship Id="rId4" Type="http://schemas.openxmlformats.org/officeDocument/2006/relationships/oleObject" Target="../embeddings/oleObject4.bin"/><Relationship Id="rId9" Type="http://schemas.openxmlformats.org/officeDocument/2006/relationships/slide" Target="slide82.xml"/><Relationship Id="rId14" Type="http://schemas.openxmlformats.org/officeDocument/2006/relationships/slide" Target="slide25.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82.xml"/><Relationship Id="rId1" Type="http://schemas.openxmlformats.org/officeDocument/2006/relationships/tags" Target="../tags/tag9.xml"/><Relationship Id="rId4" Type="http://schemas.openxmlformats.org/officeDocument/2006/relationships/image" Target="../media/image29.emf"/></Relationships>
</file>

<file path=ppt/slides/_rels/slide4.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oleObject" Target="../embeddings/oleObject6.bin"/><Relationship Id="rId7" Type="http://schemas.openxmlformats.org/officeDocument/2006/relationships/image" Target="../media/image32.png"/><Relationship Id="rId2" Type="http://schemas.openxmlformats.org/officeDocument/2006/relationships/slideLayout" Target="../slideLayouts/slideLayout68.xml"/><Relationship Id="rId1" Type="http://schemas.openxmlformats.org/officeDocument/2006/relationships/tags" Target="../tags/tag10.xml"/><Relationship Id="rId6" Type="http://schemas.openxmlformats.org/officeDocument/2006/relationships/image" Target="../media/image31.sv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1.emf"/><Relationship Id="rId9" Type="http://schemas.openxmlformats.org/officeDocument/2006/relationships/image" Target="../media/image34.png"/></Relationships>
</file>

<file path=ppt/slides/_rels/slide5.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png"/><Relationship Id="rId18" Type="http://schemas.openxmlformats.org/officeDocument/2006/relationships/image" Target="../media/image49.svg"/><Relationship Id="rId3" Type="http://schemas.openxmlformats.org/officeDocument/2006/relationships/oleObject" Target="../embeddings/oleObject7.bin"/><Relationship Id="rId7" Type="http://schemas.openxmlformats.org/officeDocument/2006/relationships/image" Target="../media/image38.png"/><Relationship Id="rId12" Type="http://schemas.openxmlformats.org/officeDocument/2006/relationships/image" Target="../media/image43.svg"/><Relationship Id="rId17" Type="http://schemas.openxmlformats.org/officeDocument/2006/relationships/image" Target="../media/image48.png"/><Relationship Id="rId2" Type="http://schemas.openxmlformats.org/officeDocument/2006/relationships/slideLayout" Target="../slideLayouts/slideLayout68.xml"/><Relationship Id="rId16" Type="http://schemas.openxmlformats.org/officeDocument/2006/relationships/image" Target="../media/image47.svg"/><Relationship Id="rId20" Type="http://schemas.openxmlformats.org/officeDocument/2006/relationships/image" Target="../media/image51.svg"/><Relationship Id="rId1" Type="http://schemas.openxmlformats.org/officeDocument/2006/relationships/tags" Target="../tags/tag11.xml"/><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svg"/><Relationship Id="rId19" Type="http://schemas.openxmlformats.org/officeDocument/2006/relationships/image" Target="../media/image50.png"/><Relationship Id="rId4" Type="http://schemas.openxmlformats.org/officeDocument/2006/relationships/image" Target="../media/image1.emf"/><Relationship Id="rId9" Type="http://schemas.openxmlformats.org/officeDocument/2006/relationships/image" Target="../media/image40.png"/><Relationship Id="rId14" Type="http://schemas.openxmlformats.org/officeDocument/2006/relationships/image" Target="../media/image45.svg"/></Relationships>
</file>

<file path=ppt/slides/_rels/slide6.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oleObject" Target="../embeddings/oleObject8.bin"/><Relationship Id="rId7" Type="http://schemas.openxmlformats.org/officeDocument/2006/relationships/image" Target="../media/image54.png"/><Relationship Id="rId2" Type="http://schemas.openxmlformats.org/officeDocument/2006/relationships/slideLayout" Target="../slideLayouts/slideLayout68.xml"/><Relationship Id="rId1" Type="http://schemas.openxmlformats.org/officeDocument/2006/relationships/tags" Target="../tags/tag12.xml"/><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1.emf"/><Relationship Id="rId9" Type="http://schemas.openxmlformats.org/officeDocument/2006/relationships/image" Target="../media/image56.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8.xml"/><Relationship Id="rId1" Type="http://schemas.openxmlformats.org/officeDocument/2006/relationships/tags" Target="../tags/tag13.xm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8" Type="http://schemas.openxmlformats.org/officeDocument/2006/relationships/image" Target="../media/image60.png"/><Relationship Id="rId3" Type="http://schemas.microsoft.com/office/2018/10/relationships/comments" Target="../comments/modernComment_7FFFFF7D_28BE226A.xml"/><Relationship Id="rId7" Type="http://schemas.openxmlformats.org/officeDocument/2006/relationships/image" Target="../media/image59.svg"/><Relationship Id="rId2" Type="http://schemas.openxmlformats.org/officeDocument/2006/relationships/slideLayout" Target="../slideLayouts/slideLayout69.xml"/><Relationship Id="rId1" Type="http://schemas.openxmlformats.org/officeDocument/2006/relationships/tags" Target="../tags/tag14.xml"/><Relationship Id="rId6" Type="http://schemas.openxmlformats.org/officeDocument/2006/relationships/image" Target="../media/image58.png"/><Relationship Id="rId5" Type="http://schemas.openxmlformats.org/officeDocument/2006/relationships/image" Target="../media/image29.emf"/><Relationship Id="rId4" Type="http://schemas.openxmlformats.org/officeDocument/2006/relationships/oleObject" Target="../embeddings/oleObject10.bin"/><Relationship Id="rId9" Type="http://schemas.openxmlformats.org/officeDocument/2006/relationships/image" Target="../media/image61.sv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9.xml"/><Relationship Id="rId1" Type="http://schemas.openxmlformats.org/officeDocument/2006/relationships/tags" Target="../tags/tag15.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29.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82.xml"/><Relationship Id="rId1" Type="http://schemas.openxmlformats.org/officeDocument/2006/relationships/tags" Target="../tags/tag16.xml"/><Relationship Id="rId4" Type="http://schemas.openxmlformats.org/officeDocument/2006/relationships/image" Target="../media/image29.emf"/></Relationships>
</file>

<file path=ppt/slides/_rels/slide11.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notesSlide" Target="../notesSlides/notesSlide3.xml"/><Relationship Id="rId7" Type="http://schemas.openxmlformats.org/officeDocument/2006/relationships/image" Target="../media/image65.svg"/><Relationship Id="rId2" Type="http://schemas.openxmlformats.org/officeDocument/2006/relationships/slideLayout" Target="../slideLayouts/slideLayout12.xml"/><Relationship Id="rId1" Type="http://schemas.openxmlformats.org/officeDocument/2006/relationships/tags" Target="../tags/tag17.xml"/><Relationship Id="rId6" Type="http://schemas.openxmlformats.org/officeDocument/2006/relationships/image" Target="../media/image64.png"/><Relationship Id="rId11" Type="http://schemas.openxmlformats.org/officeDocument/2006/relationships/image" Target="../media/image69.svg"/><Relationship Id="rId5" Type="http://schemas.openxmlformats.org/officeDocument/2006/relationships/image" Target="../media/image26.emf"/><Relationship Id="rId10" Type="http://schemas.openxmlformats.org/officeDocument/2006/relationships/image" Target="../media/image68.png"/><Relationship Id="rId4" Type="http://schemas.openxmlformats.org/officeDocument/2006/relationships/oleObject" Target="../embeddings/oleObject13.bin"/><Relationship Id="rId9" Type="http://schemas.openxmlformats.org/officeDocument/2006/relationships/image" Target="../media/image67.svg"/></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5.svg"/><Relationship Id="rId3" Type="http://schemas.openxmlformats.org/officeDocument/2006/relationships/notesSlide" Target="../notesSlides/notesSlide4.xml"/><Relationship Id="rId7" Type="http://schemas.openxmlformats.org/officeDocument/2006/relationships/image" Target="../media/image37.svg"/><Relationship Id="rId12" Type="http://schemas.openxmlformats.org/officeDocument/2006/relationships/image" Target="../media/image44.png"/><Relationship Id="rId2" Type="http://schemas.openxmlformats.org/officeDocument/2006/relationships/slideLayout" Target="../slideLayouts/slideLayout12.xml"/><Relationship Id="rId1" Type="http://schemas.openxmlformats.org/officeDocument/2006/relationships/tags" Target="../tags/tag18.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image" Target="../media/image26.emf"/><Relationship Id="rId10" Type="http://schemas.openxmlformats.org/officeDocument/2006/relationships/image" Target="../media/image40.png"/><Relationship Id="rId4" Type="http://schemas.openxmlformats.org/officeDocument/2006/relationships/oleObject" Target="../embeddings/oleObject14.bin"/><Relationship Id="rId9" Type="http://schemas.openxmlformats.org/officeDocument/2006/relationships/image" Target="../media/image39.sv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69.xml"/><Relationship Id="rId1" Type="http://schemas.openxmlformats.org/officeDocument/2006/relationships/tags" Target="../tags/tag19.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8" Type="http://schemas.openxmlformats.org/officeDocument/2006/relationships/hyperlink" Target="https://www.clinicaltrials.gov/study/NCT04379635" TargetMode="External"/><Relationship Id="rId13" Type="http://schemas.openxmlformats.org/officeDocument/2006/relationships/image" Target="../media/image26.emf"/><Relationship Id="rId3" Type="http://schemas.openxmlformats.org/officeDocument/2006/relationships/notesSlide" Target="../notesSlides/notesSlide5.xml"/><Relationship Id="rId7" Type="http://schemas.openxmlformats.org/officeDocument/2006/relationships/hyperlink" Target="https://clinicaltrials.gov/study/NCT03594747" TargetMode="External"/><Relationship Id="rId12" Type="http://schemas.openxmlformats.org/officeDocument/2006/relationships/oleObject" Target="../embeddings/oleObject16.bin"/><Relationship Id="rId17" Type="http://schemas.openxmlformats.org/officeDocument/2006/relationships/image" Target="../media/image73.png"/><Relationship Id="rId2" Type="http://schemas.openxmlformats.org/officeDocument/2006/relationships/slideLayout" Target="../slideLayouts/slideLayout69.xml"/><Relationship Id="rId16" Type="http://schemas.openxmlformats.org/officeDocument/2006/relationships/image" Target="../media/image72.png"/><Relationship Id="rId1" Type="http://schemas.openxmlformats.org/officeDocument/2006/relationships/tags" Target="../tags/tag20.xml"/><Relationship Id="rId6" Type="http://schemas.openxmlformats.org/officeDocument/2006/relationships/hyperlink" Target="https://clinicaltrials.gov/study/NCT03663205" TargetMode="External"/><Relationship Id="rId11" Type="http://schemas.openxmlformats.org/officeDocument/2006/relationships/hyperlink" Target="https://clinicaltrials.gov/study/NCT03358875?term=NCT03358875&amp;rank=1" TargetMode="External"/><Relationship Id="rId5" Type="http://schemas.openxmlformats.org/officeDocument/2006/relationships/hyperlink" Target="https://clinicaltrials.gov/study/NCT03777657" TargetMode="External"/><Relationship Id="rId15" Type="http://schemas.openxmlformats.org/officeDocument/2006/relationships/image" Target="../media/image71.png"/><Relationship Id="rId10" Type="http://schemas.openxmlformats.org/officeDocument/2006/relationships/hyperlink" Target="https://clinicaltrials.gov/study/NCT03430843" TargetMode="External"/><Relationship Id="rId4" Type="http://schemas.openxmlformats.org/officeDocument/2006/relationships/hyperlink" Target="https://clinicaltrials.gov/study/NCT03783442?term=NCT03783442&amp;rank=1" TargetMode="External"/><Relationship Id="rId9" Type="http://schemas.openxmlformats.org/officeDocument/2006/relationships/hyperlink" Target="https://clinicaltrials.gov/study/NCT04005716" TargetMode="External"/><Relationship Id="rId14" Type="http://schemas.openxmlformats.org/officeDocument/2006/relationships/image" Target="../media/image70.png"/></Relationships>
</file>

<file path=ppt/slides/_rels/slide15.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notesSlide" Target="../notesSlides/notesSlide6.xml"/><Relationship Id="rId7" Type="http://schemas.openxmlformats.org/officeDocument/2006/relationships/image" Target="../media/image74.png"/><Relationship Id="rId2" Type="http://schemas.openxmlformats.org/officeDocument/2006/relationships/slideLayout" Target="../slideLayouts/slideLayout69.xml"/><Relationship Id="rId1" Type="http://schemas.openxmlformats.org/officeDocument/2006/relationships/tags" Target="../tags/tag21.xml"/><Relationship Id="rId6" Type="http://schemas.openxmlformats.org/officeDocument/2006/relationships/image" Target="../media/image1.emf"/><Relationship Id="rId5" Type="http://schemas.openxmlformats.org/officeDocument/2006/relationships/oleObject" Target="../embeddings/oleObject17.bin"/><Relationship Id="rId10" Type="http://schemas.openxmlformats.org/officeDocument/2006/relationships/image" Target="../media/image77.svg"/><Relationship Id="rId4" Type="http://schemas.microsoft.com/office/2018/10/relationships/comments" Target="../comments/modernComment_157_4CBD8664.xml"/><Relationship Id="rId9" Type="http://schemas.openxmlformats.org/officeDocument/2006/relationships/image" Target="../media/image76.png"/></Relationships>
</file>

<file path=ppt/slides/_rels/slide16.xml.rels><?xml version="1.0" encoding="UTF-8" standalone="yes"?>
<Relationships xmlns="http://schemas.openxmlformats.org/package/2006/relationships"><Relationship Id="rId8" Type="http://schemas.openxmlformats.org/officeDocument/2006/relationships/slide" Target="slide50.xml"/><Relationship Id="rId13" Type="http://schemas.openxmlformats.org/officeDocument/2006/relationships/slide" Target="slide58.xml"/><Relationship Id="rId3" Type="http://schemas.openxmlformats.org/officeDocument/2006/relationships/notesSlide" Target="../notesSlides/notesSlide7.xml"/><Relationship Id="rId7" Type="http://schemas.openxmlformats.org/officeDocument/2006/relationships/slide" Target="slide39.xml"/><Relationship Id="rId12" Type="http://schemas.openxmlformats.org/officeDocument/2006/relationships/slide" Target="slide25.xml"/><Relationship Id="rId2" Type="http://schemas.openxmlformats.org/officeDocument/2006/relationships/slideLayout" Target="../slideLayouts/slideLayout148.xml"/><Relationship Id="rId1" Type="http://schemas.openxmlformats.org/officeDocument/2006/relationships/tags" Target="../tags/tag22.xml"/><Relationship Id="rId6" Type="http://schemas.openxmlformats.org/officeDocument/2006/relationships/image" Target="../media/image29.emf"/><Relationship Id="rId11" Type="http://schemas.openxmlformats.org/officeDocument/2006/relationships/slide" Target="slide31.xml"/><Relationship Id="rId5" Type="http://schemas.openxmlformats.org/officeDocument/2006/relationships/oleObject" Target="../embeddings/oleObject18.bin"/><Relationship Id="rId10" Type="http://schemas.openxmlformats.org/officeDocument/2006/relationships/slide" Target="slide19.xml"/><Relationship Id="rId4" Type="http://schemas.microsoft.com/office/2018/10/relationships/comments" Target="../comments/modernComment_7FFFFF3B_ED76141A.xml"/><Relationship Id="rId9" Type="http://schemas.openxmlformats.org/officeDocument/2006/relationships/slide" Target="slide75.xml"/><Relationship Id="rId14" Type="http://schemas.openxmlformats.org/officeDocument/2006/relationships/slide" Target="slide67.xml"/></Relationships>
</file>

<file path=ppt/slides/_rels/slide17.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81.png"/><Relationship Id="rId3" Type="http://schemas.microsoft.com/office/2018/10/relationships/comments" Target="../comments/modernComment_7FFFFF3A_E800F056.xml"/><Relationship Id="rId7" Type="http://schemas.openxmlformats.org/officeDocument/2006/relationships/image" Target="../media/image79.svg"/><Relationship Id="rId12" Type="http://schemas.openxmlformats.org/officeDocument/2006/relationships/image" Target="../media/image80.png"/><Relationship Id="rId2" Type="http://schemas.openxmlformats.org/officeDocument/2006/relationships/slideLayout" Target="../slideLayouts/slideLayout69.xml"/><Relationship Id="rId1" Type="http://schemas.openxmlformats.org/officeDocument/2006/relationships/tags" Target="../tags/tag23.xml"/><Relationship Id="rId6" Type="http://schemas.openxmlformats.org/officeDocument/2006/relationships/image" Target="../media/image78.png"/><Relationship Id="rId11" Type="http://schemas.openxmlformats.org/officeDocument/2006/relationships/image" Target="../media/image55.svg"/><Relationship Id="rId5" Type="http://schemas.openxmlformats.org/officeDocument/2006/relationships/image" Target="../media/image29.emf"/><Relationship Id="rId10" Type="http://schemas.openxmlformats.org/officeDocument/2006/relationships/image" Target="../media/image54.png"/><Relationship Id="rId4" Type="http://schemas.openxmlformats.org/officeDocument/2006/relationships/oleObject" Target="../embeddings/oleObject19.bin"/><Relationship Id="rId9" Type="http://schemas.openxmlformats.org/officeDocument/2006/relationships/image" Target="../media/image57.svg"/><Relationship Id="rId14" Type="http://schemas.openxmlformats.org/officeDocument/2006/relationships/image" Target="../media/image82.svg"/></Relationships>
</file>

<file path=ppt/slides/_rels/slide18.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notesSlide" Target="../notesSlides/notesSlide8.xml"/><Relationship Id="rId7" Type="http://schemas.openxmlformats.org/officeDocument/2006/relationships/image" Target="../media/image83.png"/><Relationship Id="rId2" Type="http://schemas.openxmlformats.org/officeDocument/2006/relationships/slideLayout" Target="../slideLayouts/slideLayout69.xml"/><Relationship Id="rId1" Type="http://schemas.openxmlformats.org/officeDocument/2006/relationships/tags" Target="../tags/tag24.xml"/><Relationship Id="rId6" Type="http://schemas.openxmlformats.org/officeDocument/2006/relationships/image" Target="../media/image29.emf"/><Relationship Id="rId5" Type="http://schemas.openxmlformats.org/officeDocument/2006/relationships/oleObject" Target="../embeddings/oleObject20.bin"/><Relationship Id="rId4" Type="http://schemas.microsoft.com/office/2018/10/relationships/comments" Target="../comments/modernComment_106_D2EA8964.xml"/><Relationship Id="rId9" Type="http://schemas.openxmlformats.org/officeDocument/2006/relationships/image" Target="../media/image85.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image" Target="../media/image87.svg"/><Relationship Id="rId2" Type="http://schemas.openxmlformats.org/officeDocument/2006/relationships/slideLayout" Target="../slideLayouts/slideLayout82.xml"/><Relationship Id="rId1" Type="http://schemas.openxmlformats.org/officeDocument/2006/relationships/tags" Target="../tags/tag25.xml"/><Relationship Id="rId6" Type="http://schemas.openxmlformats.org/officeDocument/2006/relationships/image" Target="../media/image86.png"/><Relationship Id="rId5" Type="http://schemas.openxmlformats.org/officeDocument/2006/relationships/slide" Target="slide16.xml"/><Relationship Id="rId4" Type="http://schemas.openxmlformats.org/officeDocument/2006/relationships/image" Target="../media/image29.emf"/></Relationships>
</file>

<file path=ppt/slides/_rels/slide20.xml.rels><?xml version="1.0" encoding="UTF-8" standalone="yes"?>
<Relationships xmlns="http://schemas.openxmlformats.org/package/2006/relationships"><Relationship Id="rId8" Type="http://schemas.openxmlformats.org/officeDocument/2006/relationships/image" Target="../media/image70.png"/><Relationship Id="rId3" Type="http://schemas.microsoft.com/office/2018/10/relationships/comments" Target="../comments/modernComment_18E_FD606964.xml"/><Relationship Id="rId7" Type="http://schemas.openxmlformats.org/officeDocument/2006/relationships/image" Target="../media/image84.svg"/><Relationship Id="rId12" Type="http://schemas.openxmlformats.org/officeDocument/2006/relationships/image" Target="../media/image71.png"/><Relationship Id="rId2" Type="http://schemas.openxmlformats.org/officeDocument/2006/relationships/slideLayout" Target="../slideLayouts/slideLayout69.xml"/><Relationship Id="rId1" Type="http://schemas.openxmlformats.org/officeDocument/2006/relationships/tags" Target="../tags/tag26.xml"/><Relationship Id="rId6" Type="http://schemas.openxmlformats.org/officeDocument/2006/relationships/image" Target="../media/image83.png"/><Relationship Id="rId11" Type="http://schemas.openxmlformats.org/officeDocument/2006/relationships/image" Target="../media/image90.svg"/><Relationship Id="rId5" Type="http://schemas.openxmlformats.org/officeDocument/2006/relationships/image" Target="../media/image1.emf"/><Relationship Id="rId10" Type="http://schemas.openxmlformats.org/officeDocument/2006/relationships/image" Target="../media/image89.png"/><Relationship Id="rId4" Type="http://schemas.openxmlformats.org/officeDocument/2006/relationships/oleObject" Target="../embeddings/oleObject22.bin"/><Relationship Id="rId9" Type="http://schemas.openxmlformats.org/officeDocument/2006/relationships/image" Target="../media/image88.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69.xml"/><Relationship Id="rId1" Type="http://schemas.openxmlformats.org/officeDocument/2006/relationships/tags" Target="../tags/tag27.xml"/><Relationship Id="rId4" Type="http://schemas.openxmlformats.org/officeDocument/2006/relationships/image" Target="../media/image1.emf"/></Relationships>
</file>

<file path=ppt/slides/_rels/slide22.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1.png"/><Relationship Id="rId3" Type="http://schemas.microsoft.com/office/2018/10/relationships/comments" Target="../comments/modernComment_109_1F40A7A6.xml"/><Relationship Id="rId7" Type="http://schemas.openxmlformats.org/officeDocument/2006/relationships/image" Target="../media/image84.svg"/><Relationship Id="rId12" Type="http://schemas.openxmlformats.org/officeDocument/2006/relationships/image" Target="../media/image88.png"/><Relationship Id="rId2" Type="http://schemas.openxmlformats.org/officeDocument/2006/relationships/slideLayout" Target="../slideLayouts/slideLayout69.xml"/><Relationship Id="rId1" Type="http://schemas.openxmlformats.org/officeDocument/2006/relationships/tags" Target="../tags/tag28.xml"/><Relationship Id="rId6" Type="http://schemas.openxmlformats.org/officeDocument/2006/relationships/image" Target="../media/image83.png"/><Relationship Id="rId11" Type="http://schemas.openxmlformats.org/officeDocument/2006/relationships/image" Target="../media/image71.png"/><Relationship Id="rId5" Type="http://schemas.openxmlformats.org/officeDocument/2006/relationships/image" Target="../media/image29.emf"/><Relationship Id="rId10" Type="http://schemas.openxmlformats.org/officeDocument/2006/relationships/image" Target="../media/image70.png"/><Relationship Id="rId4" Type="http://schemas.openxmlformats.org/officeDocument/2006/relationships/oleObject" Target="../embeddings/oleObject24.bin"/><Relationship Id="rId9" Type="http://schemas.openxmlformats.org/officeDocument/2006/relationships/image" Target="../media/image90.svg"/><Relationship Id="rId14" Type="http://schemas.openxmlformats.org/officeDocument/2006/relationships/image" Target="../media/image92.png"/></Relationships>
</file>

<file path=ppt/slides/_rels/slide23.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63.svg"/><Relationship Id="rId18" Type="http://schemas.openxmlformats.org/officeDocument/2006/relationships/image" Target="../media/image99.png"/><Relationship Id="rId3" Type="http://schemas.openxmlformats.org/officeDocument/2006/relationships/oleObject" Target="../embeddings/oleObject25.bin"/><Relationship Id="rId7" Type="http://schemas.openxmlformats.org/officeDocument/2006/relationships/image" Target="../media/image70.png"/><Relationship Id="rId12" Type="http://schemas.openxmlformats.org/officeDocument/2006/relationships/image" Target="../media/image62.png"/><Relationship Id="rId17" Type="http://schemas.openxmlformats.org/officeDocument/2006/relationships/image" Target="../media/image98.svg"/><Relationship Id="rId2" Type="http://schemas.openxmlformats.org/officeDocument/2006/relationships/slideLayout" Target="../slideLayouts/slideLayout69.xml"/><Relationship Id="rId16" Type="http://schemas.openxmlformats.org/officeDocument/2006/relationships/image" Target="../media/image97.png"/><Relationship Id="rId1" Type="http://schemas.openxmlformats.org/officeDocument/2006/relationships/tags" Target="../tags/tag29.xml"/><Relationship Id="rId6" Type="http://schemas.openxmlformats.org/officeDocument/2006/relationships/image" Target="../media/image94.svg"/><Relationship Id="rId11" Type="http://schemas.openxmlformats.org/officeDocument/2006/relationships/image" Target="../media/image71.png"/><Relationship Id="rId5" Type="http://schemas.openxmlformats.org/officeDocument/2006/relationships/image" Target="../media/image93.png"/><Relationship Id="rId15" Type="http://schemas.openxmlformats.org/officeDocument/2006/relationships/image" Target="../media/image96.svg"/><Relationship Id="rId10" Type="http://schemas.openxmlformats.org/officeDocument/2006/relationships/image" Target="../media/image90.svg"/><Relationship Id="rId19" Type="http://schemas.openxmlformats.org/officeDocument/2006/relationships/image" Target="../media/image100.svg"/><Relationship Id="rId4" Type="http://schemas.openxmlformats.org/officeDocument/2006/relationships/image" Target="../media/image29.emf"/><Relationship Id="rId9" Type="http://schemas.openxmlformats.org/officeDocument/2006/relationships/image" Target="../media/image89.png"/><Relationship Id="rId14" Type="http://schemas.openxmlformats.org/officeDocument/2006/relationships/image" Target="../media/image95.png"/></Relationships>
</file>

<file path=ppt/slides/_rels/slide24.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62.png"/><Relationship Id="rId18" Type="http://schemas.openxmlformats.org/officeDocument/2006/relationships/image" Target="../media/image98.svg"/><Relationship Id="rId3" Type="http://schemas.openxmlformats.org/officeDocument/2006/relationships/notesSlide" Target="../notesSlides/notesSlide9.xml"/><Relationship Id="rId7" Type="http://schemas.openxmlformats.org/officeDocument/2006/relationships/image" Target="../media/image94.svg"/><Relationship Id="rId12" Type="http://schemas.openxmlformats.org/officeDocument/2006/relationships/image" Target="../media/image88.png"/><Relationship Id="rId17" Type="http://schemas.openxmlformats.org/officeDocument/2006/relationships/image" Target="../media/image97.png"/><Relationship Id="rId2" Type="http://schemas.openxmlformats.org/officeDocument/2006/relationships/slideLayout" Target="../slideLayouts/slideLayout69.xml"/><Relationship Id="rId16" Type="http://schemas.openxmlformats.org/officeDocument/2006/relationships/image" Target="../media/image96.svg"/><Relationship Id="rId20" Type="http://schemas.openxmlformats.org/officeDocument/2006/relationships/image" Target="../media/image100.svg"/><Relationship Id="rId1" Type="http://schemas.openxmlformats.org/officeDocument/2006/relationships/tags" Target="../tags/tag30.xml"/><Relationship Id="rId6" Type="http://schemas.openxmlformats.org/officeDocument/2006/relationships/image" Target="../media/image93.png"/><Relationship Id="rId11" Type="http://schemas.openxmlformats.org/officeDocument/2006/relationships/image" Target="../media/image71.png"/><Relationship Id="rId5" Type="http://schemas.openxmlformats.org/officeDocument/2006/relationships/image" Target="../media/image29.emf"/><Relationship Id="rId15" Type="http://schemas.openxmlformats.org/officeDocument/2006/relationships/image" Target="../media/image95.png"/><Relationship Id="rId10" Type="http://schemas.openxmlformats.org/officeDocument/2006/relationships/image" Target="../media/image70.png"/><Relationship Id="rId19" Type="http://schemas.openxmlformats.org/officeDocument/2006/relationships/image" Target="../media/image99.png"/><Relationship Id="rId4" Type="http://schemas.openxmlformats.org/officeDocument/2006/relationships/oleObject" Target="../embeddings/oleObject26.bin"/><Relationship Id="rId9" Type="http://schemas.openxmlformats.org/officeDocument/2006/relationships/image" Target="../media/image90.svg"/><Relationship Id="rId14" Type="http://schemas.openxmlformats.org/officeDocument/2006/relationships/image" Target="../media/image63.sv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87.svg"/><Relationship Id="rId2" Type="http://schemas.openxmlformats.org/officeDocument/2006/relationships/slideLayout" Target="../slideLayouts/slideLayout82.xml"/><Relationship Id="rId1" Type="http://schemas.openxmlformats.org/officeDocument/2006/relationships/tags" Target="../tags/tag31.xml"/><Relationship Id="rId6" Type="http://schemas.openxmlformats.org/officeDocument/2006/relationships/image" Target="../media/image86.png"/><Relationship Id="rId5" Type="http://schemas.openxmlformats.org/officeDocument/2006/relationships/slide" Target="slide16.xml"/><Relationship Id="rId4" Type="http://schemas.openxmlformats.org/officeDocument/2006/relationships/image" Target="../media/image29.emf"/></Relationships>
</file>

<file path=ppt/slides/_rels/slide26.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oleObject" Target="../embeddings/oleObject28.bin"/><Relationship Id="rId7" Type="http://schemas.openxmlformats.org/officeDocument/2006/relationships/image" Target="../media/image88.png"/><Relationship Id="rId2" Type="http://schemas.openxmlformats.org/officeDocument/2006/relationships/slideLayout" Target="../slideLayouts/slideLayout69.xml"/><Relationship Id="rId1" Type="http://schemas.openxmlformats.org/officeDocument/2006/relationships/tags" Target="../tags/tag32.xml"/><Relationship Id="rId6" Type="http://schemas.openxmlformats.org/officeDocument/2006/relationships/image" Target="../media/image70.png"/><Relationship Id="rId5" Type="http://schemas.openxmlformats.org/officeDocument/2006/relationships/image" Target="../media/image71.png"/><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69.xml"/><Relationship Id="rId1" Type="http://schemas.openxmlformats.org/officeDocument/2006/relationships/tags" Target="../tags/tag33.xml"/><Relationship Id="rId4" Type="http://schemas.openxmlformats.org/officeDocument/2006/relationships/image" Target="../media/image1.emf"/></Relationships>
</file>

<file path=ppt/slides/_rels/slide28.xml.rels><?xml version="1.0" encoding="UTF-8" standalone="yes"?>
<Relationships xmlns="http://schemas.openxmlformats.org/package/2006/relationships"><Relationship Id="rId8" Type="http://schemas.openxmlformats.org/officeDocument/2006/relationships/image" Target="../media/image84.svg"/><Relationship Id="rId13" Type="http://schemas.openxmlformats.org/officeDocument/2006/relationships/image" Target="../media/image90.svg"/><Relationship Id="rId3" Type="http://schemas.openxmlformats.org/officeDocument/2006/relationships/oleObject" Target="../embeddings/oleObject30.bin"/><Relationship Id="rId7" Type="http://schemas.openxmlformats.org/officeDocument/2006/relationships/image" Target="../media/image83.png"/><Relationship Id="rId12" Type="http://schemas.openxmlformats.org/officeDocument/2006/relationships/image" Target="../media/image89.png"/><Relationship Id="rId2" Type="http://schemas.openxmlformats.org/officeDocument/2006/relationships/slideLayout" Target="../slideLayouts/slideLayout69.xml"/><Relationship Id="rId1" Type="http://schemas.openxmlformats.org/officeDocument/2006/relationships/tags" Target="../tags/tag34.xml"/><Relationship Id="rId6" Type="http://schemas.openxmlformats.org/officeDocument/2006/relationships/image" Target="../media/image71.png"/><Relationship Id="rId11" Type="http://schemas.openxmlformats.org/officeDocument/2006/relationships/image" Target="../media/image73.png"/><Relationship Id="rId5" Type="http://schemas.openxmlformats.org/officeDocument/2006/relationships/image" Target="../media/image101.png"/><Relationship Id="rId10" Type="http://schemas.openxmlformats.org/officeDocument/2006/relationships/image" Target="../media/image88.png"/><Relationship Id="rId4" Type="http://schemas.openxmlformats.org/officeDocument/2006/relationships/image" Target="../media/image29.emf"/><Relationship Id="rId9" Type="http://schemas.openxmlformats.org/officeDocument/2006/relationships/image" Target="../media/image70.png"/></Relationships>
</file>

<file path=ppt/slides/_rels/slide29.xml.rels><?xml version="1.0" encoding="UTF-8" standalone="yes"?>
<Relationships xmlns="http://schemas.openxmlformats.org/package/2006/relationships"><Relationship Id="rId8" Type="http://schemas.openxmlformats.org/officeDocument/2006/relationships/image" Target="../media/image94.svg"/><Relationship Id="rId13" Type="http://schemas.openxmlformats.org/officeDocument/2006/relationships/image" Target="../media/image99.png"/><Relationship Id="rId3" Type="http://schemas.openxmlformats.org/officeDocument/2006/relationships/notesSlide" Target="../notesSlides/notesSlide10.xml"/><Relationship Id="rId7" Type="http://schemas.openxmlformats.org/officeDocument/2006/relationships/image" Target="../media/image93.png"/><Relationship Id="rId12" Type="http://schemas.openxmlformats.org/officeDocument/2006/relationships/image" Target="../media/image96.svg"/><Relationship Id="rId17" Type="http://schemas.openxmlformats.org/officeDocument/2006/relationships/image" Target="../media/image73.png"/><Relationship Id="rId2" Type="http://schemas.openxmlformats.org/officeDocument/2006/relationships/slideLayout" Target="../slideLayouts/slideLayout69.xml"/><Relationship Id="rId16" Type="http://schemas.openxmlformats.org/officeDocument/2006/relationships/image" Target="../media/image88.png"/><Relationship Id="rId1" Type="http://schemas.openxmlformats.org/officeDocument/2006/relationships/tags" Target="../tags/tag35.xml"/><Relationship Id="rId6" Type="http://schemas.openxmlformats.org/officeDocument/2006/relationships/image" Target="../media/image71.png"/><Relationship Id="rId11" Type="http://schemas.openxmlformats.org/officeDocument/2006/relationships/image" Target="../media/image95.png"/><Relationship Id="rId5" Type="http://schemas.openxmlformats.org/officeDocument/2006/relationships/image" Target="../media/image29.emf"/><Relationship Id="rId15" Type="http://schemas.openxmlformats.org/officeDocument/2006/relationships/image" Target="../media/image70.png"/><Relationship Id="rId10" Type="http://schemas.openxmlformats.org/officeDocument/2006/relationships/image" Target="../media/image98.svg"/><Relationship Id="rId4" Type="http://schemas.openxmlformats.org/officeDocument/2006/relationships/oleObject" Target="../embeddings/oleObject31.bin"/><Relationship Id="rId9" Type="http://schemas.openxmlformats.org/officeDocument/2006/relationships/image" Target="../media/image97.png"/><Relationship Id="rId14" Type="http://schemas.openxmlformats.org/officeDocument/2006/relationships/image" Target="../media/image100.svg"/></Relationships>
</file>

<file path=ppt/slides/_rels/slide30.xml.rels><?xml version="1.0" encoding="UTF-8" standalone="yes"?>
<Relationships xmlns="http://schemas.openxmlformats.org/package/2006/relationships"><Relationship Id="rId8" Type="http://schemas.openxmlformats.org/officeDocument/2006/relationships/image" Target="../media/image94.svg"/><Relationship Id="rId13" Type="http://schemas.openxmlformats.org/officeDocument/2006/relationships/image" Target="../media/image99.png"/><Relationship Id="rId3" Type="http://schemas.openxmlformats.org/officeDocument/2006/relationships/notesSlide" Target="../notesSlides/notesSlide11.xml"/><Relationship Id="rId7" Type="http://schemas.openxmlformats.org/officeDocument/2006/relationships/image" Target="../media/image93.png"/><Relationship Id="rId12" Type="http://schemas.openxmlformats.org/officeDocument/2006/relationships/image" Target="../media/image96.svg"/><Relationship Id="rId17" Type="http://schemas.openxmlformats.org/officeDocument/2006/relationships/image" Target="../media/image73.png"/><Relationship Id="rId2" Type="http://schemas.openxmlformats.org/officeDocument/2006/relationships/slideLayout" Target="../slideLayouts/slideLayout69.xml"/><Relationship Id="rId16" Type="http://schemas.openxmlformats.org/officeDocument/2006/relationships/image" Target="../media/image88.png"/><Relationship Id="rId1" Type="http://schemas.openxmlformats.org/officeDocument/2006/relationships/tags" Target="../tags/tag36.xml"/><Relationship Id="rId6" Type="http://schemas.openxmlformats.org/officeDocument/2006/relationships/image" Target="../media/image71.png"/><Relationship Id="rId11" Type="http://schemas.openxmlformats.org/officeDocument/2006/relationships/image" Target="../media/image95.png"/><Relationship Id="rId5" Type="http://schemas.openxmlformats.org/officeDocument/2006/relationships/image" Target="../media/image29.emf"/><Relationship Id="rId15" Type="http://schemas.openxmlformats.org/officeDocument/2006/relationships/image" Target="../media/image70.png"/><Relationship Id="rId10" Type="http://schemas.openxmlformats.org/officeDocument/2006/relationships/image" Target="../media/image98.svg"/><Relationship Id="rId4" Type="http://schemas.openxmlformats.org/officeDocument/2006/relationships/oleObject" Target="../embeddings/oleObject32.bin"/><Relationship Id="rId9" Type="http://schemas.openxmlformats.org/officeDocument/2006/relationships/image" Target="../media/image97.png"/><Relationship Id="rId14" Type="http://schemas.openxmlformats.org/officeDocument/2006/relationships/image" Target="../media/image100.sv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87.svg"/><Relationship Id="rId2" Type="http://schemas.openxmlformats.org/officeDocument/2006/relationships/slideLayout" Target="../slideLayouts/slideLayout82.xml"/><Relationship Id="rId1" Type="http://schemas.openxmlformats.org/officeDocument/2006/relationships/tags" Target="../tags/tag37.xml"/><Relationship Id="rId6" Type="http://schemas.openxmlformats.org/officeDocument/2006/relationships/image" Target="../media/image86.png"/><Relationship Id="rId5" Type="http://schemas.openxmlformats.org/officeDocument/2006/relationships/slide" Target="slide16.xml"/><Relationship Id="rId4" Type="http://schemas.openxmlformats.org/officeDocument/2006/relationships/image" Target="../media/image29.emf"/></Relationships>
</file>

<file path=ppt/slides/_rels/slide32.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oleObject" Target="../embeddings/oleObject34.bin"/><Relationship Id="rId7" Type="http://schemas.openxmlformats.org/officeDocument/2006/relationships/image" Target="../media/image73.png"/><Relationship Id="rId2" Type="http://schemas.openxmlformats.org/officeDocument/2006/relationships/slideLayout" Target="../slideLayouts/slideLayout69.xml"/><Relationship Id="rId1" Type="http://schemas.openxmlformats.org/officeDocument/2006/relationships/tags" Target="../tags/tag38.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1.emf"/></Relationships>
</file>

<file path=ppt/slides/_rels/slide33.xml.rels><?xml version="1.0" encoding="UTF-8" standalone="yes"?>
<Relationships xmlns="http://schemas.openxmlformats.org/package/2006/relationships"><Relationship Id="rId8" Type="http://schemas.openxmlformats.org/officeDocument/2006/relationships/image" Target="../media/image103.jpeg"/><Relationship Id="rId13" Type="http://schemas.openxmlformats.org/officeDocument/2006/relationships/image" Target="../media/image106.png"/><Relationship Id="rId3" Type="http://schemas.openxmlformats.org/officeDocument/2006/relationships/oleObject" Target="../embeddings/oleObject35.bin"/><Relationship Id="rId7" Type="http://schemas.openxmlformats.org/officeDocument/2006/relationships/image" Target="../media/image88.png"/><Relationship Id="rId12" Type="http://schemas.openxmlformats.org/officeDocument/2006/relationships/image" Target="../media/image105.svg"/><Relationship Id="rId2" Type="http://schemas.openxmlformats.org/officeDocument/2006/relationships/slideLayout" Target="../slideLayouts/slideLayout69.xml"/><Relationship Id="rId1" Type="http://schemas.openxmlformats.org/officeDocument/2006/relationships/tags" Target="../tags/tag39.xml"/><Relationship Id="rId6" Type="http://schemas.openxmlformats.org/officeDocument/2006/relationships/image" Target="../media/image102.png"/><Relationship Id="rId11" Type="http://schemas.openxmlformats.org/officeDocument/2006/relationships/image" Target="../media/image104.png"/><Relationship Id="rId5" Type="http://schemas.openxmlformats.org/officeDocument/2006/relationships/image" Target="../media/image70.png"/><Relationship Id="rId10" Type="http://schemas.openxmlformats.org/officeDocument/2006/relationships/image" Target="../media/image63.svg"/><Relationship Id="rId4" Type="http://schemas.openxmlformats.org/officeDocument/2006/relationships/image" Target="../media/image29.emf"/><Relationship Id="rId9" Type="http://schemas.openxmlformats.org/officeDocument/2006/relationships/image" Target="../media/image62.png"/></Relationships>
</file>

<file path=ppt/slides/_rels/slide34.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oleObject" Target="../embeddings/oleObject36.bin"/><Relationship Id="rId7" Type="http://schemas.openxmlformats.org/officeDocument/2006/relationships/image" Target="../media/image73.png"/><Relationship Id="rId2" Type="http://schemas.openxmlformats.org/officeDocument/2006/relationships/slideLayout" Target="../slideLayouts/slideLayout69.xml"/><Relationship Id="rId1" Type="http://schemas.openxmlformats.org/officeDocument/2006/relationships/tags" Target="../tags/tag40.xml"/><Relationship Id="rId6" Type="http://schemas.openxmlformats.org/officeDocument/2006/relationships/image" Target="../media/image90.svg"/><Relationship Id="rId11" Type="http://schemas.openxmlformats.org/officeDocument/2006/relationships/image" Target="../media/image103.jpeg"/><Relationship Id="rId5" Type="http://schemas.openxmlformats.org/officeDocument/2006/relationships/image" Target="../media/image89.png"/><Relationship Id="rId10" Type="http://schemas.openxmlformats.org/officeDocument/2006/relationships/image" Target="../media/image88.png"/><Relationship Id="rId4" Type="http://schemas.openxmlformats.org/officeDocument/2006/relationships/image" Target="../media/image29.emf"/><Relationship Id="rId9" Type="http://schemas.openxmlformats.org/officeDocument/2006/relationships/image" Target="../media/image84.svg"/></Relationships>
</file>

<file path=ppt/slides/_rels/slide35.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108.png"/><Relationship Id="rId3" Type="http://schemas.openxmlformats.org/officeDocument/2006/relationships/oleObject" Target="../embeddings/oleObject37.bin"/><Relationship Id="rId7" Type="http://schemas.openxmlformats.org/officeDocument/2006/relationships/image" Target="../media/image101.png"/><Relationship Id="rId12" Type="http://schemas.openxmlformats.org/officeDocument/2006/relationships/image" Target="../media/image107.png"/><Relationship Id="rId2" Type="http://schemas.openxmlformats.org/officeDocument/2006/relationships/slideLayout" Target="../slideLayouts/slideLayout69.xml"/><Relationship Id="rId16" Type="http://schemas.openxmlformats.org/officeDocument/2006/relationships/image" Target="../media/image110.png"/><Relationship Id="rId1" Type="http://schemas.openxmlformats.org/officeDocument/2006/relationships/tags" Target="../tags/tag41.xml"/><Relationship Id="rId6" Type="http://schemas.openxmlformats.org/officeDocument/2006/relationships/image" Target="../media/image90.svg"/><Relationship Id="rId11" Type="http://schemas.openxmlformats.org/officeDocument/2006/relationships/image" Target="../media/image73.png"/><Relationship Id="rId5" Type="http://schemas.openxmlformats.org/officeDocument/2006/relationships/image" Target="../media/image89.png"/><Relationship Id="rId15" Type="http://schemas.openxmlformats.org/officeDocument/2006/relationships/image" Target="../media/image91.png"/><Relationship Id="rId10" Type="http://schemas.openxmlformats.org/officeDocument/2006/relationships/image" Target="../media/image71.png"/><Relationship Id="rId4" Type="http://schemas.openxmlformats.org/officeDocument/2006/relationships/image" Target="../media/image29.emf"/><Relationship Id="rId9" Type="http://schemas.openxmlformats.org/officeDocument/2006/relationships/image" Target="../media/image88.png"/><Relationship Id="rId14" Type="http://schemas.openxmlformats.org/officeDocument/2006/relationships/image" Target="../media/image109.jpeg"/></Relationships>
</file>

<file path=ppt/slides/_rels/slide36.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94.svg"/><Relationship Id="rId3" Type="http://schemas.openxmlformats.org/officeDocument/2006/relationships/notesSlide" Target="../notesSlides/notesSlide12.xml"/><Relationship Id="rId7" Type="http://schemas.openxmlformats.org/officeDocument/2006/relationships/image" Target="../media/image96.svg"/><Relationship Id="rId12" Type="http://schemas.openxmlformats.org/officeDocument/2006/relationships/image" Target="../media/image93.png"/><Relationship Id="rId17" Type="http://schemas.openxmlformats.org/officeDocument/2006/relationships/image" Target="../media/image100.svg"/><Relationship Id="rId2" Type="http://schemas.openxmlformats.org/officeDocument/2006/relationships/slideLayout" Target="../slideLayouts/slideLayout69.xml"/><Relationship Id="rId16" Type="http://schemas.openxmlformats.org/officeDocument/2006/relationships/image" Target="../media/image99.png"/><Relationship Id="rId1" Type="http://schemas.openxmlformats.org/officeDocument/2006/relationships/tags" Target="../tags/tag42.xml"/><Relationship Id="rId6" Type="http://schemas.openxmlformats.org/officeDocument/2006/relationships/image" Target="../media/image95.png"/><Relationship Id="rId11" Type="http://schemas.openxmlformats.org/officeDocument/2006/relationships/image" Target="../media/image88.png"/><Relationship Id="rId5" Type="http://schemas.openxmlformats.org/officeDocument/2006/relationships/image" Target="../media/image29.emf"/><Relationship Id="rId15" Type="http://schemas.openxmlformats.org/officeDocument/2006/relationships/image" Target="../media/image98.svg"/><Relationship Id="rId10" Type="http://schemas.openxmlformats.org/officeDocument/2006/relationships/image" Target="../media/image90.svg"/><Relationship Id="rId4" Type="http://schemas.openxmlformats.org/officeDocument/2006/relationships/oleObject" Target="../embeddings/oleObject38.bin"/><Relationship Id="rId9" Type="http://schemas.openxmlformats.org/officeDocument/2006/relationships/image" Target="../media/image89.png"/><Relationship Id="rId14" Type="http://schemas.openxmlformats.org/officeDocument/2006/relationships/image" Target="../media/image97.png"/></Relationships>
</file>

<file path=ppt/slides/_rels/slide37.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7.png"/><Relationship Id="rId3" Type="http://schemas.openxmlformats.org/officeDocument/2006/relationships/notesSlide" Target="../notesSlides/notesSlide13.xml"/><Relationship Id="rId7" Type="http://schemas.openxmlformats.org/officeDocument/2006/relationships/image" Target="../media/image89.png"/><Relationship Id="rId12" Type="http://schemas.openxmlformats.org/officeDocument/2006/relationships/image" Target="../media/image94.svg"/><Relationship Id="rId2" Type="http://schemas.openxmlformats.org/officeDocument/2006/relationships/slideLayout" Target="../slideLayouts/slideLayout69.xml"/><Relationship Id="rId16" Type="http://schemas.openxmlformats.org/officeDocument/2006/relationships/image" Target="../media/image100.svg"/><Relationship Id="rId1" Type="http://schemas.openxmlformats.org/officeDocument/2006/relationships/tags" Target="../tags/tag43.xml"/><Relationship Id="rId6" Type="http://schemas.openxmlformats.org/officeDocument/2006/relationships/image" Target="../media/image73.png"/><Relationship Id="rId11" Type="http://schemas.openxmlformats.org/officeDocument/2006/relationships/image" Target="../media/image93.png"/><Relationship Id="rId5" Type="http://schemas.openxmlformats.org/officeDocument/2006/relationships/image" Target="../media/image29.emf"/><Relationship Id="rId15" Type="http://schemas.openxmlformats.org/officeDocument/2006/relationships/image" Target="../media/image99.png"/><Relationship Id="rId10" Type="http://schemas.openxmlformats.org/officeDocument/2006/relationships/image" Target="../media/image96.svg"/><Relationship Id="rId4" Type="http://schemas.openxmlformats.org/officeDocument/2006/relationships/oleObject" Target="../embeddings/oleObject39.bin"/><Relationship Id="rId9" Type="http://schemas.openxmlformats.org/officeDocument/2006/relationships/image" Target="../media/image95.png"/><Relationship Id="rId14" Type="http://schemas.openxmlformats.org/officeDocument/2006/relationships/image" Target="../media/image98.svg"/></Relationships>
</file>

<file path=ppt/slides/_rels/slide38.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98.svg"/><Relationship Id="rId3" Type="http://schemas.openxmlformats.org/officeDocument/2006/relationships/oleObject" Target="../embeddings/oleObject40.bin"/><Relationship Id="rId7" Type="http://schemas.openxmlformats.org/officeDocument/2006/relationships/image" Target="../media/image88.png"/><Relationship Id="rId12" Type="http://schemas.openxmlformats.org/officeDocument/2006/relationships/image" Target="../media/image97.png"/><Relationship Id="rId2" Type="http://schemas.openxmlformats.org/officeDocument/2006/relationships/slideLayout" Target="../slideLayouts/slideLayout69.xml"/><Relationship Id="rId1" Type="http://schemas.openxmlformats.org/officeDocument/2006/relationships/tags" Target="../tags/tag44.xml"/><Relationship Id="rId6" Type="http://schemas.openxmlformats.org/officeDocument/2006/relationships/image" Target="../media/image90.svg"/><Relationship Id="rId11" Type="http://schemas.openxmlformats.org/officeDocument/2006/relationships/image" Target="../media/image94.svg"/><Relationship Id="rId5" Type="http://schemas.openxmlformats.org/officeDocument/2006/relationships/image" Target="../media/image89.png"/><Relationship Id="rId15" Type="http://schemas.openxmlformats.org/officeDocument/2006/relationships/image" Target="../media/image100.svg"/><Relationship Id="rId10" Type="http://schemas.openxmlformats.org/officeDocument/2006/relationships/image" Target="../media/image93.png"/><Relationship Id="rId4" Type="http://schemas.openxmlformats.org/officeDocument/2006/relationships/image" Target="../media/image29.emf"/><Relationship Id="rId9" Type="http://schemas.openxmlformats.org/officeDocument/2006/relationships/image" Target="../media/image96.svg"/><Relationship Id="rId14" Type="http://schemas.openxmlformats.org/officeDocument/2006/relationships/image" Target="../media/image99.png"/></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1.bin"/><Relationship Id="rId7" Type="http://schemas.openxmlformats.org/officeDocument/2006/relationships/image" Target="../media/image87.svg"/><Relationship Id="rId2" Type="http://schemas.openxmlformats.org/officeDocument/2006/relationships/slideLayout" Target="../slideLayouts/slideLayout82.xml"/><Relationship Id="rId1" Type="http://schemas.openxmlformats.org/officeDocument/2006/relationships/tags" Target="../tags/tag45.xml"/><Relationship Id="rId6" Type="http://schemas.openxmlformats.org/officeDocument/2006/relationships/image" Target="../media/image86.png"/><Relationship Id="rId5" Type="http://schemas.openxmlformats.org/officeDocument/2006/relationships/slide" Target="slide16.xml"/><Relationship Id="rId4" Type="http://schemas.openxmlformats.org/officeDocument/2006/relationships/image" Target="../media/image29.emf"/></Relationships>
</file>

<file path=ppt/slides/_rels/slide40.xml.rels><?xml version="1.0" encoding="UTF-8" standalone="yes"?>
<Relationships xmlns="http://schemas.openxmlformats.org/package/2006/relationships"><Relationship Id="rId8" Type="http://schemas.openxmlformats.org/officeDocument/2006/relationships/image" Target="../media/image89.png"/><Relationship Id="rId3" Type="http://schemas.microsoft.com/office/2018/10/relationships/comments" Target="../comments/modernComment_11C_BF1730E1.xml"/><Relationship Id="rId7" Type="http://schemas.openxmlformats.org/officeDocument/2006/relationships/image" Target="../media/image73.png"/><Relationship Id="rId2" Type="http://schemas.openxmlformats.org/officeDocument/2006/relationships/slideLayout" Target="../slideLayouts/slideLayout69.xml"/><Relationship Id="rId1" Type="http://schemas.openxmlformats.org/officeDocument/2006/relationships/tags" Target="../tags/tag46.xml"/><Relationship Id="rId6" Type="http://schemas.openxmlformats.org/officeDocument/2006/relationships/image" Target="../media/image71.png"/><Relationship Id="rId5" Type="http://schemas.openxmlformats.org/officeDocument/2006/relationships/image" Target="../media/image1.emf"/><Relationship Id="rId4" Type="http://schemas.openxmlformats.org/officeDocument/2006/relationships/oleObject" Target="../embeddings/oleObject42.bin"/><Relationship Id="rId9" Type="http://schemas.openxmlformats.org/officeDocument/2006/relationships/image" Target="../media/image90.svg"/></Relationships>
</file>

<file path=ppt/slides/_rels/slide41.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5.svg"/><Relationship Id="rId3" Type="http://schemas.openxmlformats.org/officeDocument/2006/relationships/oleObject" Target="../embeddings/oleObject43.bin"/><Relationship Id="rId7" Type="http://schemas.openxmlformats.org/officeDocument/2006/relationships/image" Target="../media/image70.png"/><Relationship Id="rId12" Type="http://schemas.openxmlformats.org/officeDocument/2006/relationships/image" Target="../media/image104.png"/><Relationship Id="rId2" Type="http://schemas.openxmlformats.org/officeDocument/2006/relationships/slideLayout" Target="../slideLayouts/slideLayout69.xml"/><Relationship Id="rId1" Type="http://schemas.openxmlformats.org/officeDocument/2006/relationships/tags" Target="../tags/tag47.xml"/><Relationship Id="rId6" Type="http://schemas.openxmlformats.org/officeDocument/2006/relationships/image" Target="../media/image90.svg"/><Relationship Id="rId11" Type="http://schemas.openxmlformats.org/officeDocument/2006/relationships/image" Target="../media/image63.svg"/><Relationship Id="rId5" Type="http://schemas.openxmlformats.org/officeDocument/2006/relationships/image" Target="../media/image89.png"/><Relationship Id="rId10" Type="http://schemas.openxmlformats.org/officeDocument/2006/relationships/image" Target="../media/image62.png"/><Relationship Id="rId4" Type="http://schemas.openxmlformats.org/officeDocument/2006/relationships/image" Target="../media/image29.emf"/><Relationship Id="rId9" Type="http://schemas.openxmlformats.org/officeDocument/2006/relationships/image" Target="../media/image103.jpeg"/></Relationships>
</file>

<file path=ppt/slides/_rels/slide42.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oleObject" Target="../embeddings/oleObject44.bin"/><Relationship Id="rId7" Type="http://schemas.openxmlformats.org/officeDocument/2006/relationships/image" Target="../media/image83.png"/><Relationship Id="rId2" Type="http://schemas.openxmlformats.org/officeDocument/2006/relationships/slideLayout" Target="../slideLayouts/slideLayout69.xml"/><Relationship Id="rId1" Type="http://schemas.openxmlformats.org/officeDocument/2006/relationships/tags" Target="../tags/tag48.xml"/><Relationship Id="rId6" Type="http://schemas.openxmlformats.org/officeDocument/2006/relationships/image" Target="../media/image73.png"/><Relationship Id="rId5" Type="http://schemas.openxmlformats.org/officeDocument/2006/relationships/image" Target="../media/image71.png"/><Relationship Id="rId10" Type="http://schemas.openxmlformats.org/officeDocument/2006/relationships/image" Target="../media/image90.svg"/><Relationship Id="rId4" Type="http://schemas.openxmlformats.org/officeDocument/2006/relationships/image" Target="../media/image29.emf"/><Relationship Id="rId9" Type="http://schemas.openxmlformats.org/officeDocument/2006/relationships/image" Target="../media/image89.png"/></Relationships>
</file>

<file path=ppt/slides/_rels/slide43.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101.png"/><Relationship Id="rId3" Type="http://schemas.openxmlformats.org/officeDocument/2006/relationships/oleObject" Target="../embeddings/oleObject45.bin"/><Relationship Id="rId7" Type="http://schemas.openxmlformats.org/officeDocument/2006/relationships/image" Target="../media/image90.svg"/><Relationship Id="rId12" Type="http://schemas.openxmlformats.org/officeDocument/2006/relationships/image" Target="../media/image73.png"/><Relationship Id="rId2" Type="http://schemas.openxmlformats.org/officeDocument/2006/relationships/slideLayout" Target="../slideLayouts/slideLayout69.xml"/><Relationship Id="rId1" Type="http://schemas.openxmlformats.org/officeDocument/2006/relationships/tags" Target="../tags/tag49.xml"/><Relationship Id="rId6" Type="http://schemas.openxmlformats.org/officeDocument/2006/relationships/image" Target="../media/image89.png"/><Relationship Id="rId11" Type="http://schemas.openxmlformats.org/officeDocument/2006/relationships/image" Target="../media/image103.jpeg"/><Relationship Id="rId5" Type="http://schemas.openxmlformats.org/officeDocument/2006/relationships/image" Target="../media/image88.png"/><Relationship Id="rId10" Type="http://schemas.openxmlformats.org/officeDocument/2006/relationships/image" Target="../media/image92.png"/><Relationship Id="rId4" Type="http://schemas.openxmlformats.org/officeDocument/2006/relationships/image" Target="../media/image29.emf"/><Relationship Id="rId9" Type="http://schemas.openxmlformats.org/officeDocument/2006/relationships/image" Target="../media/image91.png"/></Relationships>
</file>

<file path=ppt/slides/_rels/slide44.xml.rels><?xml version="1.0" encoding="UTF-8" standalone="yes"?>
<Relationships xmlns="http://schemas.openxmlformats.org/package/2006/relationships"><Relationship Id="rId8" Type="http://schemas.openxmlformats.org/officeDocument/2006/relationships/image" Target="../media/image103.jpeg"/><Relationship Id="rId13" Type="http://schemas.openxmlformats.org/officeDocument/2006/relationships/image" Target="../media/image112.svg"/><Relationship Id="rId3" Type="http://schemas.openxmlformats.org/officeDocument/2006/relationships/oleObject" Target="../embeddings/oleObject46.bin"/><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slideLayout" Target="../slideLayouts/slideLayout69.xml"/><Relationship Id="rId1" Type="http://schemas.openxmlformats.org/officeDocument/2006/relationships/tags" Target="../tags/tag50.xml"/><Relationship Id="rId6" Type="http://schemas.openxmlformats.org/officeDocument/2006/relationships/image" Target="../media/image90.svg"/><Relationship Id="rId11" Type="http://schemas.openxmlformats.org/officeDocument/2006/relationships/image" Target="../media/image73.png"/><Relationship Id="rId5" Type="http://schemas.openxmlformats.org/officeDocument/2006/relationships/image" Target="../media/image89.png"/><Relationship Id="rId10" Type="http://schemas.openxmlformats.org/officeDocument/2006/relationships/image" Target="../media/image71.png"/><Relationship Id="rId4" Type="http://schemas.openxmlformats.org/officeDocument/2006/relationships/image" Target="../media/image29.emf"/><Relationship Id="rId9" Type="http://schemas.openxmlformats.org/officeDocument/2006/relationships/image" Target="../media/image88.png"/></Relationships>
</file>

<file path=ppt/slides/_rels/slide45.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97.png"/><Relationship Id="rId3" Type="http://schemas.openxmlformats.org/officeDocument/2006/relationships/notesSlide" Target="../notesSlides/notesSlide14.xml"/><Relationship Id="rId7" Type="http://schemas.openxmlformats.org/officeDocument/2006/relationships/image" Target="../media/image96.svg"/><Relationship Id="rId12" Type="http://schemas.openxmlformats.org/officeDocument/2006/relationships/image" Target="../media/image94.svg"/><Relationship Id="rId2" Type="http://schemas.openxmlformats.org/officeDocument/2006/relationships/slideLayout" Target="../slideLayouts/slideLayout69.xml"/><Relationship Id="rId16" Type="http://schemas.openxmlformats.org/officeDocument/2006/relationships/image" Target="../media/image100.svg"/><Relationship Id="rId1" Type="http://schemas.openxmlformats.org/officeDocument/2006/relationships/tags" Target="../tags/tag51.xml"/><Relationship Id="rId6" Type="http://schemas.openxmlformats.org/officeDocument/2006/relationships/image" Target="../media/image95.png"/><Relationship Id="rId11" Type="http://schemas.openxmlformats.org/officeDocument/2006/relationships/image" Target="../media/image93.png"/><Relationship Id="rId5" Type="http://schemas.openxmlformats.org/officeDocument/2006/relationships/image" Target="../media/image29.emf"/><Relationship Id="rId15" Type="http://schemas.openxmlformats.org/officeDocument/2006/relationships/image" Target="../media/image99.png"/><Relationship Id="rId10" Type="http://schemas.openxmlformats.org/officeDocument/2006/relationships/image" Target="../media/image90.svg"/><Relationship Id="rId4" Type="http://schemas.openxmlformats.org/officeDocument/2006/relationships/oleObject" Target="../embeddings/oleObject47.bin"/><Relationship Id="rId9" Type="http://schemas.openxmlformats.org/officeDocument/2006/relationships/image" Target="../media/image89.png"/><Relationship Id="rId14" Type="http://schemas.openxmlformats.org/officeDocument/2006/relationships/image" Target="../media/image98.svg"/></Relationships>
</file>

<file path=ppt/slides/_rels/slide46.xml.rels><?xml version="1.0" encoding="UTF-8" standalone="yes"?>
<Relationships xmlns="http://schemas.openxmlformats.org/package/2006/relationships"><Relationship Id="rId8" Type="http://schemas.openxmlformats.org/officeDocument/2006/relationships/image" Target="../media/image98.svg"/><Relationship Id="rId13" Type="http://schemas.openxmlformats.org/officeDocument/2006/relationships/image" Target="../media/image93.png"/><Relationship Id="rId3" Type="http://schemas.openxmlformats.org/officeDocument/2006/relationships/notesSlide" Target="../notesSlides/notesSlide15.xml"/><Relationship Id="rId7" Type="http://schemas.openxmlformats.org/officeDocument/2006/relationships/image" Target="../media/image97.png"/><Relationship Id="rId12" Type="http://schemas.openxmlformats.org/officeDocument/2006/relationships/image" Target="../media/image90.svg"/><Relationship Id="rId2" Type="http://schemas.openxmlformats.org/officeDocument/2006/relationships/slideLayout" Target="../slideLayouts/slideLayout69.xml"/><Relationship Id="rId16" Type="http://schemas.openxmlformats.org/officeDocument/2006/relationships/image" Target="../media/image100.svg"/><Relationship Id="rId1" Type="http://schemas.openxmlformats.org/officeDocument/2006/relationships/tags" Target="../tags/tag52.xml"/><Relationship Id="rId6" Type="http://schemas.openxmlformats.org/officeDocument/2006/relationships/image" Target="../media/image71.png"/><Relationship Id="rId11" Type="http://schemas.openxmlformats.org/officeDocument/2006/relationships/image" Target="../media/image89.png"/><Relationship Id="rId5" Type="http://schemas.openxmlformats.org/officeDocument/2006/relationships/image" Target="../media/image29.emf"/><Relationship Id="rId15" Type="http://schemas.openxmlformats.org/officeDocument/2006/relationships/image" Target="../media/image99.png"/><Relationship Id="rId10" Type="http://schemas.openxmlformats.org/officeDocument/2006/relationships/image" Target="../media/image96.svg"/><Relationship Id="rId4" Type="http://schemas.openxmlformats.org/officeDocument/2006/relationships/oleObject" Target="../embeddings/oleObject48.bin"/><Relationship Id="rId9" Type="http://schemas.openxmlformats.org/officeDocument/2006/relationships/image" Target="../media/image95.png"/><Relationship Id="rId14" Type="http://schemas.openxmlformats.org/officeDocument/2006/relationships/image" Target="../media/image94.svg"/></Relationships>
</file>

<file path=ppt/slides/_rels/slide47.xml.rels><?xml version="1.0" encoding="UTF-8" standalone="yes"?>
<Relationships xmlns="http://schemas.openxmlformats.org/package/2006/relationships"><Relationship Id="rId8" Type="http://schemas.openxmlformats.org/officeDocument/2006/relationships/image" Target="../media/image96.svg"/><Relationship Id="rId13" Type="http://schemas.openxmlformats.org/officeDocument/2006/relationships/image" Target="../media/image99.png"/><Relationship Id="rId3" Type="http://schemas.openxmlformats.org/officeDocument/2006/relationships/notesSlide" Target="../notesSlides/notesSlide16.xml"/><Relationship Id="rId7" Type="http://schemas.openxmlformats.org/officeDocument/2006/relationships/image" Target="../media/image95.png"/><Relationship Id="rId12" Type="http://schemas.openxmlformats.org/officeDocument/2006/relationships/image" Target="../media/image98.svg"/><Relationship Id="rId2" Type="http://schemas.openxmlformats.org/officeDocument/2006/relationships/slideLayout" Target="../slideLayouts/slideLayout69.xml"/><Relationship Id="rId16" Type="http://schemas.openxmlformats.org/officeDocument/2006/relationships/image" Target="../media/image90.svg"/><Relationship Id="rId1" Type="http://schemas.openxmlformats.org/officeDocument/2006/relationships/tags" Target="../tags/tag53.xml"/><Relationship Id="rId6" Type="http://schemas.openxmlformats.org/officeDocument/2006/relationships/image" Target="../media/image73.png"/><Relationship Id="rId11" Type="http://schemas.openxmlformats.org/officeDocument/2006/relationships/image" Target="../media/image97.png"/><Relationship Id="rId5" Type="http://schemas.openxmlformats.org/officeDocument/2006/relationships/image" Target="../media/image29.emf"/><Relationship Id="rId15" Type="http://schemas.openxmlformats.org/officeDocument/2006/relationships/image" Target="../media/image89.png"/><Relationship Id="rId10" Type="http://schemas.openxmlformats.org/officeDocument/2006/relationships/image" Target="../media/image94.svg"/><Relationship Id="rId4" Type="http://schemas.openxmlformats.org/officeDocument/2006/relationships/oleObject" Target="../embeddings/oleObject49.bin"/><Relationship Id="rId9" Type="http://schemas.openxmlformats.org/officeDocument/2006/relationships/image" Target="../media/image93.png"/><Relationship Id="rId14" Type="http://schemas.openxmlformats.org/officeDocument/2006/relationships/image" Target="../media/image100.svg"/></Relationships>
</file>

<file path=ppt/slides/_rels/slide48.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94.svg"/><Relationship Id="rId3" Type="http://schemas.openxmlformats.org/officeDocument/2006/relationships/notesSlide" Target="../notesSlides/notesSlide17.xml"/><Relationship Id="rId7" Type="http://schemas.openxmlformats.org/officeDocument/2006/relationships/image" Target="../media/image90.svg"/><Relationship Id="rId12" Type="http://schemas.openxmlformats.org/officeDocument/2006/relationships/image" Target="../media/image93.png"/><Relationship Id="rId2" Type="http://schemas.openxmlformats.org/officeDocument/2006/relationships/slideLayout" Target="../slideLayouts/slideLayout69.xml"/><Relationship Id="rId16" Type="http://schemas.openxmlformats.org/officeDocument/2006/relationships/image" Target="../media/image71.png"/><Relationship Id="rId1" Type="http://schemas.openxmlformats.org/officeDocument/2006/relationships/tags" Target="../tags/tag54.xml"/><Relationship Id="rId6" Type="http://schemas.openxmlformats.org/officeDocument/2006/relationships/image" Target="../media/image89.png"/><Relationship Id="rId11" Type="http://schemas.openxmlformats.org/officeDocument/2006/relationships/image" Target="../media/image96.svg"/><Relationship Id="rId5" Type="http://schemas.openxmlformats.org/officeDocument/2006/relationships/image" Target="../media/image29.emf"/><Relationship Id="rId15" Type="http://schemas.openxmlformats.org/officeDocument/2006/relationships/image" Target="../media/image100.svg"/><Relationship Id="rId10" Type="http://schemas.openxmlformats.org/officeDocument/2006/relationships/image" Target="../media/image95.png"/><Relationship Id="rId4" Type="http://schemas.openxmlformats.org/officeDocument/2006/relationships/oleObject" Target="../embeddings/oleObject50.bin"/><Relationship Id="rId9" Type="http://schemas.openxmlformats.org/officeDocument/2006/relationships/image" Target="../media/image98.svg"/><Relationship Id="rId14" Type="http://schemas.openxmlformats.org/officeDocument/2006/relationships/image" Target="../media/image99.png"/></Relationships>
</file>

<file path=ppt/slides/_rels/slide49.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98.svg"/><Relationship Id="rId3" Type="http://schemas.openxmlformats.org/officeDocument/2006/relationships/notesSlide" Target="../notesSlides/notesSlide18.xml"/><Relationship Id="rId7" Type="http://schemas.openxmlformats.org/officeDocument/2006/relationships/image" Target="../media/image90.svg"/><Relationship Id="rId12" Type="http://schemas.openxmlformats.org/officeDocument/2006/relationships/image" Target="../media/image97.png"/><Relationship Id="rId2" Type="http://schemas.openxmlformats.org/officeDocument/2006/relationships/slideLayout" Target="../slideLayouts/slideLayout69.xml"/><Relationship Id="rId1" Type="http://schemas.openxmlformats.org/officeDocument/2006/relationships/tags" Target="../tags/tag55.xml"/><Relationship Id="rId6" Type="http://schemas.openxmlformats.org/officeDocument/2006/relationships/image" Target="../media/image89.png"/><Relationship Id="rId11" Type="http://schemas.openxmlformats.org/officeDocument/2006/relationships/image" Target="../media/image94.svg"/><Relationship Id="rId5" Type="http://schemas.openxmlformats.org/officeDocument/2006/relationships/image" Target="../media/image29.emf"/><Relationship Id="rId15" Type="http://schemas.openxmlformats.org/officeDocument/2006/relationships/image" Target="../media/image100.svg"/><Relationship Id="rId10" Type="http://schemas.openxmlformats.org/officeDocument/2006/relationships/image" Target="../media/image93.png"/><Relationship Id="rId4" Type="http://schemas.openxmlformats.org/officeDocument/2006/relationships/oleObject" Target="../embeddings/oleObject51.bin"/><Relationship Id="rId9" Type="http://schemas.openxmlformats.org/officeDocument/2006/relationships/image" Target="../media/image96.svg"/><Relationship Id="rId14" Type="http://schemas.openxmlformats.org/officeDocument/2006/relationships/image" Target="../media/image99.pn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2.bin"/><Relationship Id="rId7" Type="http://schemas.openxmlformats.org/officeDocument/2006/relationships/image" Target="../media/image87.svg"/><Relationship Id="rId2" Type="http://schemas.openxmlformats.org/officeDocument/2006/relationships/slideLayout" Target="../slideLayouts/slideLayout82.xml"/><Relationship Id="rId1" Type="http://schemas.openxmlformats.org/officeDocument/2006/relationships/tags" Target="../tags/tag56.xml"/><Relationship Id="rId6" Type="http://schemas.openxmlformats.org/officeDocument/2006/relationships/image" Target="../media/image86.png"/><Relationship Id="rId5" Type="http://schemas.openxmlformats.org/officeDocument/2006/relationships/slide" Target="slide16.xml"/><Relationship Id="rId4" Type="http://schemas.openxmlformats.org/officeDocument/2006/relationships/image" Target="../media/image29.emf"/></Relationships>
</file>

<file path=ppt/slides/_rels/slide51.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oleObject" Target="../embeddings/oleObject53.bin"/><Relationship Id="rId7" Type="http://schemas.openxmlformats.org/officeDocument/2006/relationships/image" Target="../media/image70.png"/><Relationship Id="rId2" Type="http://schemas.openxmlformats.org/officeDocument/2006/relationships/slideLayout" Target="../slideLayouts/slideLayout69.xml"/><Relationship Id="rId1" Type="http://schemas.openxmlformats.org/officeDocument/2006/relationships/tags" Target="../tags/tag57.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1.emf"/></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9.xml"/><Relationship Id="rId1" Type="http://schemas.openxmlformats.org/officeDocument/2006/relationships/tags" Target="../tags/tag58.xml"/><Relationship Id="rId5" Type="http://schemas.openxmlformats.org/officeDocument/2006/relationships/image" Target="../media/image1.emf"/><Relationship Id="rId4" Type="http://schemas.openxmlformats.org/officeDocument/2006/relationships/oleObject" Target="../embeddings/oleObject54.bin"/></Relationships>
</file>

<file path=ppt/slides/_rels/slide53.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oleObject" Target="../embeddings/oleObject55.bin"/><Relationship Id="rId7" Type="http://schemas.openxmlformats.org/officeDocument/2006/relationships/image" Target="../media/image89.png"/><Relationship Id="rId2" Type="http://schemas.openxmlformats.org/officeDocument/2006/relationships/slideLayout" Target="../slideLayouts/slideLayout69.xml"/><Relationship Id="rId1" Type="http://schemas.openxmlformats.org/officeDocument/2006/relationships/tags" Target="../tags/tag59.xml"/><Relationship Id="rId6" Type="http://schemas.openxmlformats.org/officeDocument/2006/relationships/image" Target="../media/image84.svg"/><Relationship Id="rId11" Type="http://schemas.openxmlformats.org/officeDocument/2006/relationships/image" Target="../media/image88.png"/><Relationship Id="rId5" Type="http://schemas.openxmlformats.org/officeDocument/2006/relationships/image" Target="../media/image83.png"/><Relationship Id="rId10" Type="http://schemas.openxmlformats.org/officeDocument/2006/relationships/image" Target="../media/image103.jpeg"/><Relationship Id="rId4" Type="http://schemas.openxmlformats.org/officeDocument/2006/relationships/image" Target="../media/image29.emf"/><Relationship Id="rId9" Type="http://schemas.openxmlformats.org/officeDocument/2006/relationships/image" Target="../media/image70.png"/></Relationships>
</file>

<file path=ppt/slides/_rels/slide54.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97.png"/><Relationship Id="rId3" Type="http://schemas.openxmlformats.org/officeDocument/2006/relationships/notesSlide" Target="../notesSlides/notesSlide20.xml"/><Relationship Id="rId7" Type="http://schemas.openxmlformats.org/officeDocument/2006/relationships/image" Target="../media/image90.svg"/><Relationship Id="rId12" Type="http://schemas.openxmlformats.org/officeDocument/2006/relationships/image" Target="../media/image94.svg"/><Relationship Id="rId17" Type="http://schemas.openxmlformats.org/officeDocument/2006/relationships/image" Target="../media/image88.png"/><Relationship Id="rId2" Type="http://schemas.openxmlformats.org/officeDocument/2006/relationships/slideLayout" Target="../slideLayouts/slideLayout69.xml"/><Relationship Id="rId16" Type="http://schemas.openxmlformats.org/officeDocument/2006/relationships/image" Target="../media/image100.svg"/><Relationship Id="rId1" Type="http://schemas.openxmlformats.org/officeDocument/2006/relationships/tags" Target="../tags/tag60.xml"/><Relationship Id="rId6" Type="http://schemas.openxmlformats.org/officeDocument/2006/relationships/image" Target="../media/image89.png"/><Relationship Id="rId11" Type="http://schemas.openxmlformats.org/officeDocument/2006/relationships/image" Target="../media/image93.png"/><Relationship Id="rId5" Type="http://schemas.openxmlformats.org/officeDocument/2006/relationships/image" Target="../media/image29.emf"/><Relationship Id="rId15" Type="http://schemas.openxmlformats.org/officeDocument/2006/relationships/image" Target="../media/image99.png"/><Relationship Id="rId10" Type="http://schemas.openxmlformats.org/officeDocument/2006/relationships/image" Target="../media/image96.svg"/><Relationship Id="rId4" Type="http://schemas.openxmlformats.org/officeDocument/2006/relationships/oleObject" Target="../embeddings/oleObject56.bin"/><Relationship Id="rId9" Type="http://schemas.openxmlformats.org/officeDocument/2006/relationships/image" Target="../media/image95.png"/><Relationship Id="rId14" Type="http://schemas.openxmlformats.org/officeDocument/2006/relationships/image" Target="../media/image98.svg"/></Relationships>
</file>

<file path=ppt/slides/_rels/slide5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98.svg"/><Relationship Id="rId18" Type="http://schemas.openxmlformats.org/officeDocument/2006/relationships/image" Target="../media/image70.png"/><Relationship Id="rId3" Type="http://schemas.openxmlformats.org/officeDocument/2006/relationships/notesSlide" Target="../notesSlides/notesSlide21.xml"/><Relationship Id="rId7" Type="http://schemas.openxmlformats.org/officeDocument/2006/relationships/image" Target="../media/image96.svg"/><Relationship Id="rId12" Type="http://schemas.openxmlformats.org/officeDocument/2006/relationships/image" Target="../media/image97.png"/><Relationship Id="rId17" Type="http://schemas.openxmlformats.org/officeDocument/2006/relationships/image" Target="../media/image90.svg"/><Relationship Id="rId2" Type="http://schemas.openxmlformats.org/officeDocument/2006/relationships/slideLayout" Target="../slideLayouts/slideLayout69.xml"/><Relationship Id="rId16" Type="http://schemas.openxmlformats.org/officeDocument/2006/relationships/image" Target="../media/image89.png"/><Relationship Id="rId1" Type="http://schemas.openxmlformats.org/officeDocument/2006/relationships/tags" Target="../tags/tag61.xml"/><Relationship Id="rId6" Type="http://schemas.openxmlformats.org/officeDocument/2006/relationships/image" Target="../media/image95.png"/><Relationship Id="rId11" Type="http://schemas.openxmlformats.org/officeDocument/2006/relationships/image" Target="../media/image94.svg"/><Relationship Id="rId5" Type="http://schemas.openxmlformats.org/officeDocument/2006/relationships/image" Target="../media/image29.emf"/><Relationship Id="rId15" Type="http://schemas.openxmlformats.org/officeDocument/2006/relationships/image" Target="../media/image100.svg"/><Relationship Id="rId10" Type="http://schemas.openxmlformats.org/officeDocument/2006/relationships/image" Target="../media/image93.png"/><Relationship Id="rId4" Type="http://schemas.openxmlformats.org/officeDocument/2006/relationships/oleObject" Target="../embeddings/oleObject57.bin"/><Relationship Id="rId9" Type="http://schemas.openxmlformats.org/officeDocument/2006/relationships/image" Target="../media/image63.svg"/><Relationship Id="rId14" Type="http://schemas.openxmlformats.org/officeDocument/2006/relationships/image" Target="../media/image99.png"/></Relationships>
</file>

<file path=ppt/slides/_rels/slide56.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6.svg"/><Relationship Id="rId3" Type="http://schemas.openxmlformats.org/officeDocument/2006/relationships/notesSlide" Target="../notesSlides/notesSlide22.xml"/><Relationship Id="rId7" Type="http://schemas.openxmlformats.org/officeDocument/2006/relationships/image" Target="../media/image90.svg"/><Relationship Id="rId12" Type="http://schemas.openxmlformats.org/officeDocument/2006/relationships/image" Target="../media/image95.png"/><Relationship Id="rId2" Type="http://schemas.openxmlformats.org/officeDocument/2006/relationships/slideLayout" Target="../slideLayouts/slideLayout69.xml"/><Relationship Id="rId1" Type="http://schemas.openxmlformats.org/officeDocument/2006/relationships/tags" Target="../tags/tag62.xml"/><Relationship Id="rId6" Type="http://schemas.openxmlformats.org/officeDocument/2006/relationships/image" Target="../media/image89.png"/><Relationship Id="rId11" Type="http://schemas.openxmlformats.org/officeDocument/2006/relationships/image" Target="../media/image98.svg"/><Relationship Id="rId5" Type="http://schemas.openxmlformats.org/officeDocument/2006/relationships/image" Target="../media/image29.emf"/><Relationship Id="rId15" Type="http://schemas.openxmlformats.org/officeDocument/2006/relationships/image" Target="../media/image100.svg"/><Relationship Id="rId10" Type="http://schemas.openxmlformats.org/officeDocument/2006/relationships/image" Target="../media/image97.png"/><Relationship Id="rId4" Type="http://schemas.openxmlformats.org/officeDocument/2006/relationships/oleObject" Target="../embeddings/oleObject58.bin"/><Relationship Id="rId9" Type="http://schemas.openxmlformats.org/officeDocument/2006/relationships/image" Target="../media/image94.svg"/><Relationship Id="rId14" Type="http://schemas.openxmlformats.org/officeDocument/2006/relationships/image" Target="../media/image99.png"/></Relationships>
</file>

<file path=ppt/slides/_rels/slide57.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100.svg"/><Relationship Id="rId3" Type="http://schemas.openxmlformats.org/officeDocument/2006/relationships/notesSlide" Target="../notesSlides/notesSlide23.xml"/><Relationship Id="rId7" Type="http://schemas.openxmlformats.org/officeDocument/2006/relationships/image" Target="../media/image96.svg"/><Relationship Id="rId12" Type="http://schemas.openxmlformats.org/officeDocument/2006/relationships/image" Target="../media/image99.png"/><Relationship Id="rId17" Type="http://schemas.openxmlformats.org/officeDocument/2006/relationships/image" Target="../media/image88.png"/><Relationship Id="rId2" Type="http://schemas.openxmlformats.org/officeDocument/2006/relationships/slideLayout" Target="../slideLayouts/slideLayout69.xml"/><Relationship Id="rId16" Type="http://schemas.openxmlformats.org/officeDocument/2006/relationships/image" Target="../media/image70.png"/><Relationship Id="rId1" Type="http://schemas.openxmlformats.org/officeDocument/2006/relationships/tags" Target="../tags/tag63.xml"/><Relationship Id="rId6" Type="http://schemas.openxmlformats.org/officeDocument/2006/relationships/image" Target="../media/image95.png"/><Relationship Id="rId11" Type="http://schemas.openxmlformats.org/officeDocument/2006/relationships/image" Target="../media/image98.svg"/><Relationship Id="rId5" Type="http://schemas.openxmlformats.org/officeDocument/2006/relationships/image" Target="../media/image29.emf"/><Relationship Id="rId15" Type="http://schemas.openxmlformats.org/officeDocument/2006/relationships/image" Target="../media/image90.svg"/><Relationship Id="rId10" Type="http://schemas.openxmlformats.org/officeDocument/2006/relationships/image" Target="../media/image97.png"/><Relationship Id="rId4" Type="http://schemas.openxmlformats.org/officeDocument/2006/relationships/oleObject" Target="../embeddings/oleObject59.bin"/><Relationship Id="rId9" Type="http://schemas.openxmlformats.org/officeDocument/2006/relationships/image" Target="../media/image94.svg"/><Relationship Id="rId14" Type="http://schemas.openxmlformats.org/officeDocument/2006/relationships/image" Target="../media/image89.png"/></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0.bin"/><Relationship Id="rId7" Type="http://schemas.openxmlformats.org/officeDocument/2006/relationships/image" Target="../media/image87.svg"/><Relationship Id="rId2" Type="http://schemas.openxmlformats.org/officeDocument/2006/relationships/slideLayout" Target="../slideLayouts/slideLayout82.xml"/><Relationship Id="rId1" Type="http://schemas.openxmlformats.org/officeDocument/2006/relationships/tags" Target="../tags/tag64.xml"/><Relationship Id="rId6" Type="http://schemas.openxmlformats.org/officeDocument/2006/relationships/image" Target="../media/image86.png"/><Relationship Id="rId5" Type="http://schemas.openxmlformats.org/officeDocument/2006/relationships/slide" Target="slide16.xml"/><Relationship Id="rId4" Type="http://schemas.openxmlformats.org/officeDocument/2006/relationships/image" Target="../media/image29.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61.bin"/><Relationship Id="rId7" Type="http://schemas.openxmlformats.org/officeDocument/2006/relationships/image" Target="../media/image70.png"/><Relationship Id="rId2" Type="http://schemas.openxmlformats.org/officeDocument/2006/relationships/slideLayout" Target="../slideLayouts/slideLayout69.xml"/><Relationship Id="rId1" Type="http://schemas.openxmlformats.org/officeDocument/2006/relationships/tags" Target="../tags/tag65.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1.emf"/></Relationships>
</file>

<file path=ppt/slides/_rels/slide60.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oleObject" Target="../embeddings/oleObject62.bin"/><Relationship Id="rId7" Type="http://schemas.openxmlformats.org/officeDocument/2006/relationships/image" Target="../media/image90.svg"/><Relationship Id="rId12" Type="http://schemas.openxmlformats.org/officeDocument/2006/relationships/image" Target="../media/image105.svg"/><Relationship Id="rId2" Type="http://schemas.openxmlformats.org/officeDocument/2006/relationships/slideLayout" Target="../slideLayouts/slideLayout69.xml"/><Relationship Id="rId1" Type="http://schemas.openxmlformats.org/officeDocument/2006/relationships/tags" Target="../tags/tag66.xml"/><Relationship Id="rId6" Type="http://schemas.openxmlformats.org/officeDocument/2006/relationships/image" Target="../media/image89.png"/><Relationship Id="rId11" Type="http://schemas.openxmlformats.org/officeDocument/2006/relationships/image" Target="../media/image104.png"/><Relationship Id="rId5" Type="http://schemas.openxmlformats.org/officeDocument/2006/relationships/image" Target="../media/image103.jpeg"/><Relationship Id="rId10" Type="http://schemas.openxmlformats.org/officeDocument/2006/relationships/image" Target="../media/image63.svg"/><Relationship Id="rId4" Type="http://schemas.openxmlformats.org/officeDocument/2006/relationships/image" Target="../media/image29.emf"/><Relationship Id="rId9" Type="http://schemas.openxmlformats.org/officeDocument/2006/relationships/image" Target="../media/image62.png"/></Relationships>
</file>

<file path=ppt/slides/_rels/slide61.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oleObject" Target="../embeddings/oleObject63.bin"/><Relationship Id="rId7" Type="http://schemas.openxmlformats.org/officeDocument/2006/relationships/image" Target="../media/image89.png"/><Relationship Id="rId2" Type="http://schemas.openxmlformats.org/officeDocument/2006/relationships/slideLayout" Target="../slideLayouts/slideLayout69.xml"/><Relationship Id="rId1" Type="http://schemas.openxmlformats.org/officeDocument/2006/relationships/tags" Target="../tags/tag67.xml"/><Relationship Id="rId6" Type="http://schemas.openxmlformats.org/officeDocument/2006/relationships/image" Target="../media/image84.svg"/><Relationship Id="rId11" Type="http://schemas.openxmlformats.org/officeDocument/2006/relationships/image" Target="../media/image113.png"/><Relationship Id="rId5" Type="http://schemas.openxmlformats.org/officeDocument/2006/relationships/image" Target="../media/image83.png"/><Relationship Id="rId10" Type="http://schemas.openxmlformats.org/officeDocument/2006/relationships/image" Target="../media/image103.jpeg"/><Relationship Id="rId4" Type="http://schemas.openxmlformats.org/officeDocument/2006/relationships/image" Target="../media/image29.emf"/><Relationship Id="rId9" Type="http://schemas.openxmlformats.org/officeDocument/2006/relationships/image" Target="../media/image70.png"/></Relationships>
</file>

<file path=ppt/slides/_rels/slide62.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image" Target="../media/image88.png"/><Relationship Id="rId3" Type="http://schemas.openxmlformats.org/officeDocument/2006/relationships/oleObject" Target="../embeddings/oleObject64.bin"/><Relationship Id="rId7" Type="http://schemas.openxmlformats.org/officeDocument/2006/relationships/image" Target="../media/image70.png"/><Relationship Id="rId12" Type="http://schemas.openxmlformats.org/officeDocument/2006/relationships/image" Target="../media/image103.jpeg"/><Relationship Id="rId2" Type="http://schemas.openxmlformats.org/officeDocument/2006/relationships/slideLayout" Target="../slideLayouts/slideLayout69.xml"/><Relationship Id="rId1" Type="http://schemas.openxmlformats.org/officeDocument/2006/relationships/tags" Target="../tags/tag68.xml"/><Relationship Id="rId6" Type="http://schemas.openxmlformats.org/officeDocument/2006/relationships/image" Target="../media/image90.svg"/><Relationship Id="rId11" Type="http://schemas.openxmlformats.org/officeDocument/2006/relationships/image" Target="../media/image116.png"/><Relationship Id="rId5" Type="http://schemas.openxmlformats.org/officeDocument/2006/relationships/image" Target="../media/image89.png"/><Relationship Id="rId10" Type="http://schemas.openxmlformats.org/officeDocument/2006/relationships/image" Target="../media/image115.png"/><Relationship Id="rId4" Type="http://schemas.openxmlformats.org/officeDocument/2006/relationships/image" Target="../media/image29.emf"/><Relationship Id="rId9" Type="http://schemas.openxmlformats.org/officeDocument/2006/relationships/image" Target="../media/image114.png"/></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65.bin"/><Relationship Id="rId7" Type="http://schemas.openxmlformats.org/officeDocument/2006/relationships/image" Target="../media/image103.jpeg"/><Relationship Id="rId2" Type="http://schemas.openxmlformats.org/officeDocument/2006/relationships/slideLayout" Target="../slideLayouts/slideLayout69.xml"/><Relationship Id="rId1" Type="http://schemas.openxmlformats.org/officeDocument/2006/relationships/tags" Target="../tags/tag69.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29.emf"/></Relationships>
</file>

<file path=ppt/slides/_rels/slide64.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113.png"/><Relationship Id="rId3" Type="http://schemas.openxmlformats.org/officeDocument/2006/relationships/notesSlide" Target="../notesSlides/notesSlide24.xml"/><Relationship Id="rId7" Type="http://schemas.openxmlformats.org/officeDocument/2006/relationships/image" Target="../media/image96.svg"/><Relationship Id="rId12" Type="http://schemas.openxmlformats.org/officeDocument/2006/relationships/image" Target="../media/image94.svg"/><Relationship Id="rId17" Type="http://schemas.openxmlformats.org/officeDocument/2006/relationships/image" Target="../media/image100.svg"/><Relationship Id="rId2" Type="http://schemas.openxmlformats.org/officeDocument/2006/relationships/slideLayout" Target="../slideLayouts/slideLayout69.xml"/><Relationship Id="rId16" Type="http://schemas.openxmlformats.org/officeDocument/2006/relationships/image" Target="../media/image99.png"/><Relationship Id="rId1" Type="http://schemas.openxmlformats.org/officeDocument/2006/relationships/tags" Target="../tags/tag70.xml"/><Relationship Id="rId6" Type="http://schemas.openxmlformats.org/officeDocument/2006/relationships/image" Target="../media/image95.png"/><Relationship Id="rId11" Type="http://schemas.openxmlformats.org/officeDocument/2006/relationships/image" Target="../media/image93.png"/><Relationship Id="rId5" Type="http://schemas.openxmlformats.org/officeDocument/2006/relationships/image" Target="../media/image29.emf"/><Relationship Id="rId15" Type="http://schemas.openxmlformats.org/officeDocument/2006/relationships/image" Target="../media/image98.svg"/><Relationship Id="rId10" Type="http://schemas.openxmlformats.org/officeDocument/2006/relationships/image" Target="../media/image70.png"/><Relationship Id="rId4" Type="http://schemas.openxmlformats.org/officeDocument/2006/relationships/oleObject" Target="../embeddings/oleObject66.bin"/><Relationship Id="rId9" Type="http://schemas.openxmlformats.org/officeDocument/2006/relationships/image" Target="../media/image90.svg"/><Relationship Id="rId14" Type="http://schemas.openxmlformats.org/officeDocument/2006/relationships/image" Target="../media/image97.png"/></Relationships>
</file>

<file path=ppt/slides/_rels/slide65.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97.png"/><Relationship Id="rId3" Type="http://schemas.openxmlformats.org/officeDocument/2006/relationships/oleObject" Target="../embeddings/oleObject67.bin"/><Relationship Id="rId7" Type="http://schemas.openxmlformats.org/officeDocument/2006/relationships/image" Target="../media/image70.png"/><Relationship Id="rId12" Type="http://schemas.openxmlformats.org/officeDocument/2006/relationships/image" Target="../media/image113.png"/><Relationship Id="rId2" Type="http://schemas.openxmlformats.org/officeDocument/2006/relationships/slideLayout" Target="../slideLayouts/slideLayout69.xml"/><Relationship Id="rId16" Type="http://schemas.openxmlformats.org/officeDocument/2006/relationships/image" Target="../media/image100.svg"/><Relationship Id="rId1" Type="http://schemas.openxmlformats.org/officeDocument/2006/relationships/tags" Target="../tags/tag71.xml"/><Relationship Id="rId6" Type="http://schemas.openxmlformats.org/officeDocument/2006/relationships/image" Target="../media/image90.svg"/><Relationship Id="rId11" Type="http://schemas.openxmlformats.org/officeDocument/2006/relationships/image" Target="../media/image94.svg"/><Relationship Id="rId5" Type="http://schemas.openxmlformats.org/officeDocument/2006/relationships/image" Target="../media/image89.png"/><Relationship Id="rId15" Type="http://schemas.openxmlformats.org/officeDocument/2006/relationships/image" Target="../media/image99.png"/><Relationship Id="rId10" Type="http://schemas.openxmlformats.org/officeDocument/2006/relationships/image" Target="../media/image93.png"/><Relationship Id="rId4" Type="http://schemas.openxmlformats.org/officeDocument/2006/relationships/image" Target="../media/image29.emf"/><Relationship Id="rId9" Type="http://schemas.openxmlformats.org/officeDocument/2006/relationships/image" Target="../media/image96.svg"/><Relationship Id="rId14" Type="http://schemas.openxmlformats.org/officeDocument/2006/relationships/image" Target="../media/image98.svg"/></Relationships>
</file>

<file path=ppt/slides/_rels/slide66.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94.svg"/><Relationship Id="rId3" Type="http://schemas.openxmlformats.org/officeDocument/2006/relationships/notesSlide" Target="../notesSlides/notesSlide25.xml"/><Relationship Id="rId7" Type="http://schemas.openxmlformats.org/officeDocument/2006/relationships/image" Target="../media/image90.svg"/><Relationship Id="rId12" Type="http://schemas.openxmlformats.org/officeDocument/2006/relationships/image" Target="../media/image93.png"/><Relationship Id="rId2" Type="http://schemas.openxmlformats.org/officeDocument/2006/relationships/slideLayout" Target="../slideLayouts/slideLayout69.xml"/><Relationship Id="rId1" Type="http://schemas.openxmlformats.org/officeDocument/2006/relationships/tags" Target="../tags/tag72.xml"/><Relationship Id="rId6" Type="http://schemas.openxmlformats.org/officeDocument/2006/relationships/image" Target="../media/image89.png"/><Relationship Id="rId11" Type="http://schemas.openxmlformats.org/officeDocument/2006/relationships/image" Target="../media/image98.svg"/><Relationship Id="rId5" Type="http://schemas.openxmlformats.org/officeDocument/2006/relationships/image" Target="../media/image29.emf"/><Relationship Id="rId15" Type="http://schemas.openxmlformats.org/officeDocument/2006/relationships/image" Target="../media/image100.svg"/><Relationship Id="rId10" Type="http://schemas.openxmlformats.org/officeDocument/2006/relationships/image" Target="../media/image97.png"/><Relationship Id="rId4" Type="http://schemas.openxmlformats.org/officeDocument/2006/relationships/oleObject" Target="../embeddings/oleObject68.bin"/><Relationship Id="rId9" Type="http://schemas.openxmlformats.org/officeDocument/2006/relationships/image" Target="../media/image96.svg"/><Relationship Id="rId14" Type="http://schemas.openxmlformats.org/officeDocument/2006/relationships/image" Target="../media/image99.png"/></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69.bin"/><Relationship Id="rId7" Type="http://schemas.openxmlformats.org/officeDocument/2006/relationships/image" Target="../media/image87.svg"/><Relationship Id="rId2" Type="http://schemas.openxmlformats.org/officeDocument/2006/relationships/slideLayout" Target="../slideLayouts/slideLayout82.xml"/><Relationship Id="rId1" Type="http://schemas.openxmlformats.org/officeDocument/2006/relationships/tags" Target="../tags/tag73.xml"/><Relationship Id="rId6" Type="http://schemas.openxmlformats.org/officeDocument/2006/relationships/image" Target="../media/image86.png"/><Relationship Id="rId5" Type="http://schemas.openxmlformats.org/officeDocument/2006/relationships/slide" Target="slide16.xml"/><Relationship Id="rId4" Type="http://schemas.openxmlformats.org/officeDocument/2006/relationships/image" Target="../media/image29.emf"/></Relationships>
</file>

<file path=ppt/slides/_rels/slide68.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oleObject" Target="../embeddings/oleObject70.bin"/><Relationship Id="rId7" Type="http://schemas.openxmlformats.org/officeDocument/2006/relationships/image" Target="../media/image90.svg"/><Relationship Id="rId2" Type="http://schemas.openxmlformats.org/officeDocument/2006/relationships/slideLayout" Target="../slideLayouts/slideLayout69.xml"/><Relationship Id="rId1" Type="http://schemas.openxmlformats.org/officeDocument/2006/relationships/tags" Target="../tags/tag74.xml"/><Relationship Id="rId6" Type="http://schemas.openxmlformats.org/officeDocument/2006/relationships/image" Target="../media/image89.png"/><Relationship Id="rId5" Type="http://schemas.openxmlformats.org/officeDocument/2006/relationships/image" Target="../media/image70.png"/><Relationship Id="rId4" Type="http://schemas.openxmlformats.org/officeDocument/2006/relationships/image" Target="../media/image1.emf"/><Relationship Id="rId9" Type="http://schemas.openxmlformats.org/officeDocument/2006/relationships/image" Target="../media/image110.png"/></Relationships>
</file>

<file path=ppt/slides/_rels/slide69.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oleObject" Target="../embeddings/oleObject71.bin"/><Relationship Id="rId7" Type="http://schemas.openxmlformats.org/officeDocument/2006/relationships/image" Target="../media/image90.svg"/><Relationship Id="rId2" Type="http://schemas.openxmlformats.org/officeDocument/2006/relationships/slideLayout" Target="../slideLayouts/slideLayout69.xml"/><Relationship Id="rId1" Type="http://schemas.openxmlformats.org/officeDocument/2006/relationships/tags" Target="../tags/tag75.xml"/><Relationship Id="rId6" Type="http://schemas.openxmlformats.org/officeDocument/2006/relationships/image" Target="../media/image89.png"/><Relationship Id="rId11" Type="http://schemas.openxmlformats.org/officeDocument/2006/relationships/image" Target="../media/image105.svg"/><Relationship Id="rId5" Type="http://schemas.openxmlformats.org/officeDocument/2006/relationships/image" Target="../media/image103.jpeg"/><Relationship Id="rId10" Type="http://schemas.openxmlformats.org/officeDocument/2006/relationships/image" Target="../media/image104.png"/><Relationship Id="rId4" Type="http://schemas.openxmlformats.org/officeDocument/2006/relationships/image" Target="../media/image29.emf"/><Relationship Id="rId9" Type="http://schemas.openxmlformats.org/officeDocument/2006/relationships/image" Target="../media/image63.svg"/></Relationships>
</file>

<file path=ppt/slides/_rels/slide70.xml.rels><?xml version="1.0" encoding="UTF-8" standalone="yes"?>
<Relationships xmlns="http://schemas.openxmlformats.org/package/2006/relationships"><Relationship Id="rId8" Type="http://schemas.openxmlformats.org/officeDocument/2006/relationships/image" Target="../media/image103.jpeg"/><Relationship Id="rId13" Type="http://schemas.openxmlformats.org/officeDocument/2006/relationships/image" Target="../media/image110.png"/><Relationship Id="rId3" Type="http://schemas.openxmlformats.org/officeDocument/2006/relationships/notesSlide" Target="../notesSlides/notesSlide26.xml"/><Relationship Id="rId7" Type="http://schemas.openxmlformats.org/officeDocument/2006/relationships/image" Target="../media/image84.svg"/><Relationship Id="rId12" Type="http://schemas.openxmlformats.org/officeDocument/2006/relationships/image" Target="../media/image116.png"/><Relationship Id="rId2" Type="http://schemas.openxmlformats.org/officeDocument/2006/relationships/slideLayout" Target="../slideLayouts/slideLayout69.xml"/><Relationship Id="rId1" Type="http://schemas.openxmlformats.org/officeDocument/2006/relationships/tags" Target="../tags/tag76.xml"/><Relationship Id="rId6" Type="http://schemas.openxmlformats.org/officeDocument/2006/relationships/image" Target="../media/image83.png"/><Relationship Id="rId11" Type="http://schemas.openxmlformats.org/officeDocument/2006/relationships/image" Target="../media/image90.svg"/><Relationship Id="rId5" Type="http://schemas.openxmlformats.org/officeDocument/2006/relationships/image" Target="../media/image29.emf"/><Relationship Id="rId10" Type="http://schemas.openxmlformats.org/officeDocument/2006/relationships/image" Target="../media/image89.png"/><Relationship Id="rId4" Type="http://schemas.openxmlformats.org/officeDocument/2006/relationships/oleObject" Target="../embeddings/oleObject72.bin"/><Relationship Id="rId9" Type="http://schemas.openxmlformats.org/officeDocument/2006/relationships/image" Target="../media/image70.png"/></Relationships>
</file>

<file path=ppt/slides/_rels/slide71.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oleObject" Target="../embeddings/oleObject73.bin"/><Relationship Id="rId7" Type="http://schemas.openxmlformats.org/officeDocument/2006/relationships/image" Target="../media/image70.png"/><Relationship Id="rId2" Type="http://schemas.openxmlformats.org/officeDocument/2006/relationships/slideLayout" Target="../slideLayouts/slideLayout69.xml"/><Relationship Id="rId1" Type="http://schemas.openxmlformats.org/officeDocument/2006/relationships/tags" Target="../tags/tag77.xml"/><Relationship Id="rId6" Type="http://schemas.openxmlformats.org/officeDocument/2006/relationships/image" Target="../media/image90.svg"/><Relationship Id="rId11" Type="http://schemas.openxmlformats.org/officeDocument/2006/relationships/image" Target="../media/image88.png"/><Relationship Id="rId5" Type="http://schemas.openxmlformats.org/officeDocument/2006/relationships/image" Target="../media/image89.png"/><Relationship Id="rId10" Type="http://schemas.openxmlformats.org/officeDocument/2006/relationships/image" Target="../media/image110.png"/><Relationship Id="rId4" Type="http://schemas.openxmlformats.org/officeDocument/2006/relationships/image" Target="../media/image29.emf"/><Relationship Id="rId9" Type="http://schemas.openxmlformats.org/officeDocument/2006/relationships/image" Target="../media/image102.png"/></Relationships>
</file>

<file path=ppt/slides/_rels/slide72.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116.png"/><Relationship Id="rId18" Type="http://schemas.openxmlformats.org/officeDocument/2006/relationships/image" Target="../media/image110.png"/><Relationship Id="rId3" Type="http://schemas.openxmlformats.org/officeDocument/2006/relationships/notesSlide" Target="../notesSlides/notesSlide27.xml"/><Relationship Id="rId7" Type="http://schemas.openxmlformats.org/officeDocument/2006/relationships/image" Target="../media/image96.svg"/><Relationship Id="rId12" Type="http://schemas.openxmlformats.org/officeDocument/2006/relationships/image" Target="../media/image90.svg"/><Relationship Id="rId17" Type="http://schemas.openxmlformats.org/officeDocument/2006/relationships/image" Target="../media/image100.svg"/><Relationship Id="rId2" Type="http://schemas.openxmlformats.org/officeDocument/2006/relationships/slideLayout" Target="../slideLayouts/slideLayout69.xml"/><Relationship Id="rId16" Type="http://schemas.openxmlformats.org/officeDocument/2006/relationships/image" Target="../media/image99.png"/><Relationship Id="rId1" Type="http://schemas.openxmlformats.org/officeDocument/2006/relationships/tags" Target="../tags/tag78.xml"/><Relationship Id="rId6" Type="http://schemas.openxmlformats.org/officeDocument/2006/relationships/image" Target="../media/image95.png"/><Relationship Id="rId11" Type="http://schemas.openxmlformats.org/officeDocument/2006/relationships/image" Target="../media/image89.png"/><Relationship Id="rId5" Type="http://schemas.openxmlformats.org/officeDocument/2006/relationships/image" Target="../media/image29.emf"/><Relationship Id="rId15" Type="http://schemas.openxmlformats.org/officeDocument/2006/relationships/image" Target="../media/image98.svg"/><Relationship Id="rId10" Type="http://schemas.openxmlformats.org/officeDocument/2006/relationships/image" Target="../media/image70.png"/><Relationship Id="rId4" Type="http://schemas.openxmlformats.org/officeDocument/2006/relationships/oleObject" Target="../embeddings/oleObject74.bin"/><Relationship Id="rId9" Type="http://schemas.openxmlformats.org/officeDocument/2006/relationships/image" Target="../media/image94.svg"/><Relationship Id="rId14" Type="http://schemas.openxmlformats.org/officeDocument/2006/relationships/image" Target="../media/image97.png"/></Relationships>
</file>

<file path=ppt/slides/_rels/slide73.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7.png"/><Relationship Id="rId3" Type="http://schemas.openxmlformats.org/officeDocument/2006/relationships/oleObject" Target="../embeddings/oleObject75.bin"/><Relationship Id="rId7" Type="http://schemas.openxmlformats.org/officeDocument/2006/relationships/image" Target="../media/image70.png"/><Relationship Id="rId12" Type="http://schemas.openxmlformats.org/officeDocument/2006/relationships/image" Target="../media/image96.svg"/><Relationship Id="rId2" Type="http://schemas.openxmlformats.org/officeDocument/2006/relationships/slideLayout" Target="../slideLayouts/slideLayout69.xml"/><Relationship Id="rId16" Type="http://schemas.openxmlformats.org/officeDocument/2006/relationships/image" Target="../media/image100.svg"/><Relationship Id="rId1" Type="http://schemas.openxmlformats.org/officeDocument/2006/relationships/tags" Target="../tags/tag79.xml"/><Relationship Id="rId6" Type="http://schemas.openxmlformats.org/officeDocument/2006/relationships/image" Target="../media/image94.svg"/><Relationship Id="rId11" Type="http://schemas.openxmlformats.org/officeDocument/2006/relationships/image" Target="../media/image95.png"/><Relationship Id="rId5" Type="http://schemas.openxmlformats.org/officeDocument/2006/relationships/image" Target="../media/image93.png"/><Relationship Id="rId15" Type="http://schemas.openxmlformats.org/officeDocument/2006/relationships/image" Target="../media/image99.png"/><Relationship Id="rId10" Type="http://schemas.openxmlformats.org/officeDocument/2006/relationships/image" Target="../media/image116.png"/><Relationship Id="rId4" Type="http://schemas.openxmlformats.org/officeDocument/2006/relationships/image" Target="../media/image29.emf"/><Relationship Id="rId9" Type="http://schemas.openxmlformats.org/officeDocument/2006/relationships/image" Target="../media/image90.svg"/><Relationship Id="rId14" Type="http://schemas.openxmlformats.org/officeDocument/2006/relationships/image" Target="../media/image98.svg"/></Relationships>
</file>

<file path=ppt/slides/_rels/slide74.xml.rels><?xml version="1.0" encoding="UTF-8" standalone="yes"?>
<Relationships xmlns="http://schemas.openxmlformats.org/package/2006/relationships"><Relationship Id="rId8" Type="http://schemas.openxmlformats.org/officeDocument/2006/relationships/image" Target="../media/image94.svg"/><Relationship Id="rId13" Type="http://schemas.openxmlformats.org/officeDocument/2006/relationships/image" Target="../media/image98.svg"/><Relationship Id="rId3" Type="http://schemas.openxmlformats.org/officeDocument/2006/relationships/oleObject" Target="../embeddings/oleObject76.bin"/><Relationship Id="rId7" Type="http://schemas.openxmlformats.org/officeDocument/2006/relationships/image" Target="../media/image93.png"/><Relationship Id="rId12" Type="http://schemas.openxmlformats.org/officeDocument/2006/relationships/image" Target="../media/image97.png"/><Relationship Id="rId2" Type="http://schemas.openxmlformats.org/officeDocument/2006/relationships/slideLayout" Target="../slideLayouts/slideLayout69.xml"/><Relationship Id="rId1" Type="http://schemas.openxmlformats.org/officeDocument/2006/relationships/tags" Target="../tags/tag80.xml"/><Relationship Id="rId6" Type="http://schemas.openxmlformats.org/officeDocument/2006/relationships/image" Target="../media/image96.svg"/><Relationship Id="rId11" Type="http://schemas.openxmlformats.org/officeDocument/2006/relationships/image" Target="../media/image110.png"/><Relationship Id="rId5" Type="http://schemas.openxmlformats.org/officeDocument/2006/relationships/image" Target="../media/image95.png"/><Relationship Id="rId15" Type="http://schemas.openxmlformats.org/officeDocument/2006/relationships/image" Target="../media/image100.svg"/><Relationship Id="rId10" Type="http://schemas.openxmlformats.org/officeDocument/2006/relationships/image" Target="../media/image90.svg"/><Relationship Id="rId4" Type="http://schemas.openxmlformats.org/officeDocument/2006/relationships/image" Target="../media/image29.emf"/><Relationship Id="rId9" Type="http://schemas.openxmlformats.org/officeDocument/2006/relationships/image" Target="../media/image89.png"/><Relationship Id="rId14" Type="http://schemas.openxmlformats.org/officeDocument/2006/relationships/image" Target="../media/image99.png"/></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77.bin"/><Relationship Id="rId7" Type="http://schemas.openxmlformats.org/officeDocument/2006/relationships/image" Target="../media/image87.svg"/><Relationship Id="rId2" Type="http://schemas.openxmlformats.org/officeDocument/2006/relationships/slideLayout" Target="../slideLayouts/slideLayout82.xml"/><Relationship Id="rId1" Type="http://schemas.openxmlformats.org/officeDocument/2006/relationships/tags" Target="../tags/tag81.xml"/><Relationship Id="rId6" Type="http://schemas.openxmlformats.org/officeDocument/2006/relationships/image" Target="../media/image86.png"/><Relationship Id="rId5" Type="http://schemas.openxmlformats.org/officeDocument/2006/relationships/slide" Target="slide16.xml"/><Relationship Id="rId4" Type="http://schemas.openxmlformats.org/officeDocument/2006/relationships/image" Target="../media/image29.e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78.bin"/><Relationship Id="rId7" Type="http://schemas.openxmlformats.org/officeDocument/2006/relationships/image" Target="../media/image70.png"/><Relationship Id="rId2" Type="http://schemas.openxmlformats.org/officeDocument/2006/relationships/slideLayout" Target="../slideLayouts/slideLayout69.xml"/><Relationship Id="rId1" Type="http://schemas.openxmlformats.org/officeDocument/2006/relationships/tags" Target="../tags/tag82.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1.emf"/></Relationships>
</file>

<file path=ppt/slides/_rels/slide77.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oleObject" Target="../embeddings/oleObject79.bin"/><Relationship Id="rId7" Type="http://schemas.openxmlformats.org/officeDocument/2006/relationships/image" Target="../media/image90.svg"/><Relationship Id="rId2" Type="http://schemas.openxmlformats.org/officeDocument/2006/relationships/slideLayout" Target="../slideLayouts/slideLayout69.xml"/><Relationship Id="rId1" Type="http://schemas.openxmlformats.org/officeDocument/2006/relationships/tags" Target="../tags/tag83.xml"/><Relationship Id="rId6" Type="http://schemas.openxmlformats.org/officeDocument/2006/relationships/image" Target="../media/image89.png"/><Relationship Id="rId11" Type="http://schemas.openxmlformats.org/officeDocument/2006/relationships/image" Target="../media/image105.svg"/><Relationship Id="rId5" Type="http://schemas.openxmlformats.org/officeDocument/2006/relationships/image" Target="../media/image103.jpeg"/><Relationship Id="rId10" Type="http://schemas.openxmlformats.org/officeDocument/2006/relationships/image" Target="../media/image104.png"/><Relationship Id="rId4" Type="http://schemas.openxmlformats.org/officeDocument/2006/relationships/image" Target="../media/image29.emf"/><Relationship Id="rId9" Type="http://schemas.openxmlformats.org/officeDocument/2006/relationships/image" Target="../media/image63.svg"/></Relationships>
</file>

<file path=ppt/slides/_rels/slide78.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notesSlide" Target="../notesSlides/notesSlide28.xml"/><Relationship Id="rId7" Type="http://schemas.openxmlformats.org/officeDocument/2006/relationships/image" Target="../media/image84.svg"/><Relationship Id="rId2" Type="http://schemas.openxmlformats.org/officeDocument/2006/relationships/slideLayout" Target="../slideLayouts/slideLayout69.xml"/><Relationship Id="rId1" Type="http://schemas.openxmlformats.org/officeDocument/2006/relationships/tags" Target="../tags/tag84.xml"/><Relationship Id="rId6" Type="http://schemas.openxmlformats.org/officeDocument/2006/relationships/image" Target="../media/image83.png"/><Relationship Id="rId11" Type="http://schemas.openxmlformats.org/officeDocument/2006/relationships/image" Target="../media/image103.jpeg"/><Relationship Id="rId5" Type="http://schemas.openxmlformats.org/officeDocument/2006/relationships/image" Target="../media/image29.emf"/><Relationship Id="rId10" Type="http://schemas.openxmlformats.org/officeDocument/2006/relationships/image" Target="../media/image70.png"/><Relationship Id="rId4" Type="http://schemas.openxmlformats.org/officeDocument/2006/relationships/oleObject" Target="../embeddings/oleObject80.bin"/><Relationship Id="rId9" Type="http://schemas.openxmlformats.org/officeDocument/2006/relationships/image" Target="../media/image90.svg"/></Relationships>
</file>

<file path=ppt/slides/_rels/slide79.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notesSlide" Target="../notesSlides/notesSlide29.xml"/><Relationship Id="rId7" Type="http://schemas.openxmlformats.org/officeDocument/2006/relationships/image" Target="../media/image90.svg"/><Relationship Id="rId12" Type="http://schemas.openxmlformats.org/officeDocument/2006/relationships/image" Target="../media/image103.jpeg"/><Relationship Id="rId2" Type="http://schemas.openxmlformats.org/officeDocument/2006/relationships/slideLayout" Target="../slideLayouts/slideLayout69.xml"/><Relationship Id="rId1" Type="http://schemas.openxmlformats.org/officeDocument/2006/relationships/tags" Target="../tags/tag85.xml"/><Relationship Id="rId6" Type="http://schemas.openxmlformats.org/officeDocument/2006/relationships/image" Target="../media/image89.png"/><Relationship Id="rId11" Type="http://schemas.openxmlformats.org/officeDocument/2006/relationships/image" Target="../media/image91.png"/><Relationship Id="rId5" Type="http://schemas.openxmlformats.org/officeDocument/2006/relationships/image" Target="../media/image29.emf"/><Relationship Id="rId10" Type="http://schemas.openxmlformats.org/officeDocument/2006/relationships/image" Target="../media/image117.png"/><Relationship Id="rId4" Type="http://schemas.openxmlformats.org/officeDocument/2006/relationships/oleObject" Target="../embeddings/oleObject81.bin"/><Relationship Id="rId9" Type="http://schemas.openxmlformats.org/officeDocument/2006/relationships/image" Target="../media/image70.png"/></Relationships>
</file>

<file path=ppt/slides/_rels/slide80.xml.rels><?xml version="1.0" encoding="UTF-8" standalone="yes"?>
<Relationships xmlns="http://schemas.openxmlformats.org/package/2006/relationships"><Relationship Id="rId8" Type="http://schemas.openxmlformats.org/officeDocument/2006/relationships/image" Target="../media/image94.svg"/><Relationship Id="rId13" Type="http://schemas.openxmlformats.org/officeDocument/2006/relationships/image" Target="../media/image98.svg"/><Relationship Id="rId3" Type="http://schemas.openxmlformats.org/officeDocument/2006/relationships/oleObject" Target="../embeddings/oleObject82.bin"/><Relationship Id="rId7" Type="http://schemas.openxmlformats.org/officeDocument/2006/relationships/image" Target="../media/image93.png"/><Relationship Id="rId12" Type="http://schemas.openxmlformats.org/officeDocument/2006/relationships/image" Target="../media/image97.png"/><Relationship Id="rId2" Type="http://schemas.openxmlformats.org/officeDocument/2006/relationships/slideLayout" Target="../slideLayouts/slideLayout69.xml"/><Relationship Id="rId1" Type="http://schemas.openxmlformats.org/officeDocument/2006/relationships/tags" Target="../tags/tag86.xml"/><Relationship Id="rId6" Type="http://schemas.openxmlformats.org/officeDocument/2006/relationships/image" Target="../media/image90.svg"/><Relationship Id="rId11" Type="http://schemas.openxmlformats.org/officeDocument/2006/relationships/image" Target="../media/image70.png"/><Relationship Id="rId5" Type="http://schemas.openxmlformats.org/officeDocument/2006/relationships/image" Target="../media/image89.png"/><Relationship Id="rId15" Type="http://schemas.openxmlformats.org/officeDocument/2006/relationships/image" Target="../media/image100.svg"/><Relationship Id="rId10" Type="http://schemas.openxmlformats.org/officeDocument/2006/relationships/image" Target="../media/image96.svg"/><Relationship Id="rId4" Type="http://schemas.openxmlformats.org/officeDocument/2006/relationships/image" Target="../media/image29.emf"/><Relationship Id="rId9" Type="http://schemas.openxmlformats.org/officeDocument/2006/relationships/image" Target="../media/image95.png"/><Relationship Id="rId14" Type="http://schemas.openxmlformats.org/officeDocument/2006/relationships/image" Target="../media/image99.png"/></Relationships>
</file>

<file path=ppt/slides/_rels/slide81.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8.svg"/><Relationship Id="rId3" Type="http://schemas.openxmlformats.org/officeDocument/2006/relationships/oleObject" Target="../embeddings/oleObject83.bin"/><Relationship Id="rId7" Type="http://schemas.openxmlformats.org/officeDocument/2006/relationships/image" Target="../media/image89.png"/><Relationship Id="rId12" Type="http://schemas.openxmlformats.org/officeDocument/2006/relationships/image" Target="../media/image97.png"/><Relationship Id="rId2" Type="http://schemas.openxmlformats.org/officeDocument/2006/relationships/slideLayout" Target="../slideLayouts/slideLayout69.xml"/><Relationship Id="rId1" Type="http://schemas.openxmlformats.org/officeDocument/2006/relationships/tags" Target="../tags/tag87.xml"/><Relationship Id="rId6" Type="http://schemas.openxmlformats.org/officeDocument/2006/relationships/image" Target="../media/image94.svg"/><Relationship Id="rId11" Type="http://schemas.openxmlformats.org/officeDocument/2006/relationships/image" Target="../media/image96.svg"/><Relationship Id="rId5" Type="http://schemas.openxmlformats.org/officeDocument/2006/relationships/image" Target="../media/image93.png"/><Relationship Id="rId15" Type="http://schemas.openxmlformats.org/officeDocument/2006/relationships/image" Target="../media/image100.svg"/><Relationship Id="rId10" Type="http://schemas.openxmlformats.org/officeDocument/2006/relationships/image" Target="../media/image95.png"/><Relationship Id="rId4" Type="http://schemas.openxmlformats.org/officeDocument/2006/relationships/image" Target="../media/image29.emf"/><Relationship Id="rId9" Type="http://schemas.openxmlformats.org/officeDocument/2006/relationships/image" Target="../media/image70.png"/><Relationship Id="rId14" Type="http://schemas.openxmlformats.org/officeDocument/2006/relationships/image" Target="../media/image99.png"/></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82.xml"/><Relationship Id="rId1" Type="http://schemas.openxmlformats.org/officeDocument/2006/relationships/tags" Target="../tags/tag88.xml"/><Relationship Id="rId4" Type="http://schemas.openxmlformats.org/officeDocument/2006/relationships/image" Target="../media/image29.emf"/></Relationships>
</file>

<file path=ppt/slides/_rels/slide83.xml.rels><?xml version="1.0" encoding="UTF-8" standalone="yes"?>
<Relationships xmlns="http://schemas.openxmlformats.org/package/2006/relationships"><Relationship Id="rId8" Type="http://schemas.openxmlformats.org/officeDocument/2006/relationships/hyperlink" Target="https://www.beigenemedical.com/CongressDocuments/Lordick_BGB-A317-302_HRQoL_DGHO_Poster_2022.pdf" TargetMode="External"/><Relationship Id="rId3" Type="http://schemas.openxmlformats.org/officeDocument/2006/relationships/oleObject" Target="../embeddings/oleObject85.bin"/><Relationship Id="rId7" Type="http://schemas.openxmlformats.org/officeDocument/2006/relationships/hyperlink" Target="https://www.beigenemedical.com/CongressDocuments/Yoon_BGB-A317-306_PRO_ASCO-GI_Poster_2025.pdf" TargetMode="External"/><Relationship Id="rId2" Type="http://schemas.openxmlformats.org/officeDocument/2006/relationships/slideLayout" Target="../slideLayouts/slideLayout69.xml"/><Relationship Id="rId1" Type="http://schemas.openxmlformats.org/officeDocument/2006/relationships/tags" Target="../tags/tag89.xml"/><Relationship Id="rId6" Type="http://schemas.openxmlformats.org/officeDocument/2006/relationships/hyperlink" Target="https://www.beigenemedical.com/CongressDocuments/Xu_BGB-A317-306_ISPOR-EU_Poster_2024.pdf" TargetMode="External"/><Relationship Id="rId5" Type="http://schemas.openxmlformats.org/officeDocument/2006/relationships/hyperlink" Target="https://beigeneo365.sharepoint.com/:x:/r/sites/MedicalAffairsBGNE-PrivateSTGlobalWorkingFolder/Shared%20Documents/(Private)%20ST%20Global%20Working%20Folder/Integrated%20Evidence%20Generation/Tevimbra%20IEGP%20Workshop%20Mar%202025%20-%20EXT%20SHARED/Data%20shared%20by%20BeOne/Ongoing%20ev%20gen/Medical%20Affairs%20Post%20Hoc%20Analysis%20Tracker.xlsx?d=wace50b84cdee478eb882a2bf373b2bb8&amp;csf=1&amp;web=1&amp;e=ILKHpj" TargetMode="External"/><Relationship Id="rId10" Type="http://schemas.openxmlformats.org/officeDocument/2006/relationships/hyperlink" Target="https://www.beigenemedical.com/CongressDocuments/Podger_BGB-A317-302_ISPOREU_Poster_2023.pdf" TargetMode="External"/><Relationship Id="rId4" Type="http://schemas.openxmlformats.org/officeDocument/2006/relationships/image" Target="../media/image29.emf"/><Relationship Id="rId9" Type="http://schemas.openxmlformats.org/officeDocument/2006/relationships/hyperlink" Target="https://www.beigenemedical.com/CongressDocuments/KATO_BGB-A317-302_HRQoL_JSMO_Presentation_2023_1.pdf" TargetMode="External"/></Relationships>
</file>

<file path=ppt/slides/_rels/slide84.xml.rels><?xml version="1.0" encoding="UTF-8" standalone="yes"?>
<Relationships xmlns="http://schemas.openxmlformats.org/package/2006/relationships"><Relationship Id="rId8" Type="http://schemas.openxmlformats.org/officeDocument/2006/relationships/hyperlink" Target="https://www.beigenemedical.com/CongressDocuments/Serrano_BGB-A317-305_Joint_Model_PRO_ASCO_Poster_2024.pdf" TargetMode="External"/><Relationship Id="rId3" Type="http://schemas.openxmlformats.org/officeDocument/2006/relationships/oleObject" Target="../embeddings/oleObject85.bin"/><Relationship Id="rId7" Type="http://schemas.openxmlformats.org/officeDocument/2006/relationships/hyperlink" Target="https://www.beigenemedical.com/CongressDocuments/Cruz-Correa_BGB-A317-305_PRO_ASCO-GI_Poster_2025.pdf" TargetMode="External"/><Relationship Id="rId2" Type="http://schemas.openxmlformats.org/officeDocument/2006/relationships/slideLayout" Target="../slideLayouts/slideLayout69.xml"/><Relationship Id="rId1" Type="http://schemas.openxmlformats.org/officeDocument/2006/relationships/tags" Target="../tags/tag90.xml"/><Relationship Id="rId6" Type="http://schemas.openxmlformats.org/officeDocument/2006/relationships/hyperlink" Target="https://www.beigenemedical.com/CongressDocuments/Correa_BGB-A317-305_HRQoL_ASCO-GI_Poster_2024.pdf" TargetMode="External"/><Relationship Id="rId5" Type="http://schemas.openxmlformats.org/officeDocument/2006/relationships/hyperlink" Target="https://beigeneo365.sharepoint.com/:x:/r/sites/MedicalAffairsBGNE-PrivateSTGlobalWorkingFolder/Shared%20Documents/(Private)%20ST%20Global%20Working%20Folder/Integrated%20Evidence%20Generation/Tevimbra%20IEGP%20Workshop%20Mar%202025%20-%20EXT%20SHARED/Data%20shared%20by%20BeOne/Ongoing%20ev%20gen/Medical%20Affairs%20Post%20Hoc%20Analysis%20Tracker.xlsx?d=wace50b84cdee478eb882a2bf373b2bb8&amp;csf=1&amp;web=1&amp;e=ILKHpj" TargetMode="External"/><Relationship Id="rId10" Type="http://schemas.openxmlformats.org/officeDocument/2006/relationships/hyperlink" Target="https://www.beigenemedical.com/CongressDocuments/Moehler_BGB-A317-305_PRO_ESMO_Poster_2024_1.pdf" TargetMode="External"/><Relationship Id="rId4" Type="http://schemas.openxmlformats.org/officeDocument/2006/relationships/image" Target="../media/image29.emf"/><Relationship Id="rId9" Type="http://schemas.openxmlformats.org/officeDocument/2006/relationships/hyperlink" Target="https://www.annalsofoncology.org/article/S0923-7534(24)04213-3/fulltext" TargetMode="Externa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69.xml"/><Relationship Id="rId1" Type="http://schemas.openxmlformats.org/officeDocument/2006/relationships/tags" Target="../tags/tag91.xml"/><Relationship Id="rId5" Type="http://schemas.openxmlformats.org/officeDocument/2006/relationships/hyperlink" Target="https://beigeneo365.sharepoint.com/:x:/r/sites/MedicalAffairsBGNE-PrivateSTGlobalWorkingFolder/Shared%20Documents/(Private)%20ST%20Global%20Working%20Folder/Integrated%20Evidence%20Generation/Tevimbra%20IEGP%20Workshop%20Mar%202025%20-%20EXT%20SHARED/Data%20shared%20by%20BeOne/Ongoing%20ev%20gen/Medical%20Affairs%20Post%20Hoc%20Analysis%20Tracker.xlsx?d=wace50b84cdee478eb882a2bf373b2bb8&amp;csf=1&amp;web=1&amp;e=ILKHpj" TargetMode="External"/><Relationship Id="rId4" Type="http://schemas.openxmlformats.org/officeDocument/2006/relationships/image" Target="../media/image29.emf"/></Relationships>
</file>

<file path=ppt/slides/_rels/slide86.xml.rels><?xml version="1.0" encoding="UTF-8" standalone="yes"?>
<Relationships xmlns="http://schemas.openxmlformats.org/package/2006/relationships"><Relationship Id="rId8" Type="http://schemas.openxmlformats.org/officeDocument/2006/relationships/hyperlink" Target="https://www.beigenemedical.com/CongressDocuments/Wang_BGB-A317-307_HEOR_CSCO_Poster_2020.pdf" TargetMode="External"/><Relationship Id="rId3" Type="http://schemas.openxmlformats.org/officeDocument/2006/relationships/oleObject" Target="../embeddings/oleObject85.bin"/><Relationship Id="rId7" Type="http://schemas.openxmlformats.org/officeDocument/2006/relationships/hyperlink" Target="https://www.beigenemedical.com/CongressDocuments/Zhou%20BGB-A317%20303%20PRO%20ASCO%20Poster%202021.pdf" TargetMode="External"/><Relationship Id="rId2" Type="http://schemas.openxmlformats.org/officeDocument/2006/relationships/slideLayout" Target="../slideLayouts/slideLayout69.xml"/><Relationship Id="rId1" Type="http://schemas.openxmlformats.org/officeDocument/2006/relationships/tags" Target="../tags/tag92.xml"/><Relationship Id="rId6" Type="http://schemas.openxmlformats.org/officeDocument/2006/relationships/hyperlink" Target="https://www.beigenemedical.com/CongressDocuments/Cappuzzo_BGB-A317-315_PRO_ESMO_Poster_2024.pdf" TargetMode="External"/><Relationship Id="rId5" Type="http://schemas.openxmlformats.org/officeDocument/2006/relationships/hyperlink" Target="https://beigeneo365.sharepoint.com/:x:/r/sites/MedicalAffairsBGNE-PrivateSTGlobalWorkingFolder/Shared%20Documents/(Private)%20ST%20Global%20Working%20Folder/Integrated%20Evidence%20Generation/Tevimbra%20IEGP%20Workshop%20Mar%202025%20-%20EXT%20SHARED/Data%20shared%20by%20BeOne/Ongoing%20ev%20gen/Medical%20Affairs%20Post%20Hoc%20Analysis%20Tracker.xlsx?d=wace50b84cdee478eb882a2bf373b2bb8&amp;csf=1&amp;web=1&amp;e=ILKHpj" TargetMode="External"/><Relationship Id="rId4" Type="http://schemas.openxmlformats.org/officeDocument/2006/relationships/image" Target="../media/image29.e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69.xml"/><Relationship Id="rId1" Type="http://schemas.openxmlformats.org/officeDocument/2006/relationships/tags" Target="../tags/tag93.xml"/><Relationship Id="rId6" Type="http://schemas.openxmlformats.org/officeDocument/2006/relationships/hyperlink" Target="https://www.beigenemedical.com/CongressDocuments/Zhou%20BGB-A317%20303%20PRO%20ASCO%20Poster%202021.pdf" TargetMode="External"/><Relationship Id="rId5" Type="http://schemas.openxmlformats.org/officeDocument/2006/relationships/hyperlink" Target="https://beigeneo365.sharepoint.com/:x:/r/sites/MedicalAffairsBGNE-PrivateSTGlobalWorkingFolder/Shared%20Documents/(Private)%20ST%20Global%20Working%20Folder/Integrated%20Evidence%20Generation/Tevimbra%20IEGP%20Workshop%20Mar%202025%20-%20EXT%20SHARED/Data%20shared%20by%20BeOne/Ongoing%20ev%20gen/Medical%20Affairs%20Post%20Hoc%20Analysis%20Tracker.xlsx?d=wace50b84cdee478eb882a2bf373b2bb8&amp;csf=1&amp;web=1&amp;e=ILKHpj" TargetMode="External"/><Relationship Id="rId4" Type="http://schemas.openxmlformats.org/officeDocument/2006/relationships/image" Target="../media/image29.e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69.xml"/><Relationship Id="rId1" Type="http://schemas.openxmlformats.org/officeDocument/2006/relationships/tags" Target="../tags/tag94.xml"/><Relationship Id="rId6" Type="http://schemas.openxmlformats.org/officeDocument/2006/relationships/hyperlink" Target="https://www.beigenemedical.com/CongressDocuments/Correa_BGB-A317-305_HRQoL_ASCO-GI_Poster_2024.pdf" TargetMode="External"/><Relationship Id="rId5" Type="http://schemas.openxmlformats.org/officeDocument/2006/relationships/hyperlink" Target="https://beigeneo365.sharepoint.com/:x:/r/sites/MedicalAffairsBGNE-PrivateSTGlobalWorkingFolder/Shared%20Documents/(Private)%20ST%20Global%20Working%20Folder/Integrated%20Evidence%20Generation/Tevimbra%20IEGP%20Workshop%20Mar%202025%20-%20EXT%20SHARED/Data%20shared%20by%20BeOne/Ongoing%20ev%20gen/Medical%20Affairs%20Post%20Hoc%20Analysis%20Tracker.xlsx?d=wace50b84cdee478eb882a2bf373b2bb8&amp;csf=1&amp;web=1&amp;e=ILKHpj" TargetMode="External"/><Relationship Id="rId4" Type="http://schemas.openxmlformats.org/officeDocument/2006/relationships/image" Target="../media/image29.e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69.xml"/><Relationship Id="rId1" Type="http://schemas.openxmlformats.org/officeDocument/2006/relationships/tags" Target="../tags/tag95.xml"/><Relationship Id="rId6" Type="http://schemas.openxmlformats.org/officeDocument/2006/relationships/hyperlink" Target="https://beigeneo365.sharepoint.com/:x:/r/sites/MEDG/IIT/5.%20IIT%20Program%20Study%20Updates/IIT%20Summaries%20with%20Links%20to%20Schemas/ST%20IIT%20Summary%20with%20Links1.xlsx?d=w43733519b9d642f0b02bde9095ce6fbc&amp;csf=1&amp;web=1&amp;e=KU6FqB" TargetMode="External"/><Relationship Id="rId5" Type="http://schemas.openxmlformats.org/officeDocument/2006/relationships/hyperlink" Target="https://beigeneo365.sharepoint.com/:x:/s/MedicalAffairsBGNE-PrivateSTGlobalWorkingFolder/EZL8urbttS5NoH_ooFiTc64Bxl-3iPfQrwkMY6tkfkbKiQ?e=FZoxaK" TargetMode="External"/><Relationship Id="rId4" Type="http://schemas.openxmlformats.org/officeDocument/2006/relationships/image" Target="../media/image1.e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70.xml"/><Relationship Id="rId1" Type="http://schemas.openxmlformats.org/officeDocument/2006/relationships/tags" Target="../tags/tag96.xml"/><Relationship Id="rId4" Type="http://schemas.openxmlformats.org/officeDocument/2006/relationships/image" Target="../media/image1.e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70.xml"/><Relationship Id="rId1" Type="http://schemas.openxmlformats.org/officeDocument/2006/relationships/tags" Target="../tags/tag97.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01A01-0AAF-2F05-5500-A3E0F2834BBA}"/>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42E6DE5-9310-34C0-0ECB-ACA8841D6686}"/>
              </a:ext>
            </a:extLst>
          </p:cNvPr>
          <p:cNvGraphicFramePr>
            <a:graphicFrameLocks noChangeAspect="1"/>
          </p:cNvGraphicFramePr>
          <p:nvPr>
            <p:custDataLst>
              <p:tags r:id="rId2"/>
            </p:custDataLst>
            <p:extLst>
              <p:ext uri="{D42A27DB-BD31-4B8C-83A1-F6EECF244321}">
                <p14:modId xmlns:p14="http://schemas.microsoft.com/office/powerpoint/2010/main" val="8708315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54" imgH="456" progId="TCLayout.ActiveDocument.1">
                  <p:embed/>
                </p:oleObj>
              </mc:Choice>
              <mc:Fallback>
                <p:oleObj name="think-cell Slide" r:id="rId5" imgW="454" imgH="456" progId="TCLayout.ActiveDocument.1">
                  <p:embed/>
                  <p:pic>
                    <p:nvPicPr>
                      <p:cNvPr id="3" name="think-cell data - do not delete" hidden="1">
                        <a:extLst>
                          <a:ext uri="{FF2B5EF4-FFF2-40B4-BE49-F238E27FC236}">
                            <a16:creationId xmlns:a16="http://schemas.microsoft.com/office/drawing/2014/main" id="{E42E6DE5-9310-34C0-0ECB-ACA8841D6686}"/>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74" name="Rectangle 8">
            <a:extLst>
              <a:ext uri="{FF2B5EF4-FFF2-40B4-BE49-F238E27FC236}">
                <a16:creationId xmlns:a16="http://schemas.microsoft.com/office/drawing/2014/main" id="{F4BE6FAF-56C4-4029-B8A2-355E22A4CCFA}"/>
              </a:ext>
            </a:extLst>
          </p:cNvPr>
          <p:cNvSpPr>
            <a:spLocks noGrp="1" noChangeArrowheads="1"/>
          </p:cNvSpPr>
          <p:nvPr>
            <p:ph type="ctrTitle"/>
          </p:nvPr>
        </p:nvSpPr>
        <p:spPr>
          <a:xfrm>
            <a:off x="357701" y="3989146"/>
            <a:ext cx="10118988" cy="492443"/>
          </a:xfrm>
        </p:spPr>
        <p:txBody>
          <a:bodyPr vert="horz"/>
          <a:lstStyle/>
          <a:p>
            <a:r>
              <a:rPr lang="en-US" b="1">
                <a:latin typeface="Poppins Bold"/>
                <a:ea typeface="Verdana"/>
                <a:cs typeface="Poppins Bold"/>
              </a:rPr>
              <a:t>Tislelizumab IEGP</a:t>
            </a:r>
            <a:endParaRPr lang="en-US" b="1">
              <a:solidFill>
                <a:srgbClr val="FF0000"/>
              </a:solidFill>
            </a:endParaRPr>
          </a:p>
        </p:txBody>
      </p:sp>
      <p:pic>
        <p:nvPicPr>
          <p:cNvPr id="5" name="Picture Placeholder 4" descr="A person and a child lying on a couch&#10;&#10;Description automatically generated">
            <a:extLst>
              <a:ext uri="{FF2B5EF4-FFF2-40B4-BE49-F238E27FC236}">
                <a16:creationId xmlns:a16="http://schemas.microsoft.com/office/drawing/2014/main" id="{04D33C02-66AE-42C0-A390-9EBF9863F5FB}"/>
              </a:ext>
            </a:extLst>
          </p:cNvPr>
          <p:cNvPicPr>
            <a:picLocks noGrp="1" noChangeAspect="1"/>
          </p:cNvPicPr>
          <p:nvPr>
            <p:ph type="pic" sz="quarter" idx="10"/>
          </p:nvPr>
        </p:nvPicPr>
        <p:blipFill>
          <a:blip r:embed="rId7"/>
          <a:srcRect t="27527" b="27527"/>
          <a:stretch/>
        </p:blipFill>
        <p:spPr>
          <a:xfrm>
            <a:off x="375989" y="377091"/>
            <a:ext cx="11433024" cy="3427088"/>
          </a:xfrm>
        </p:spPr>
      </p:pic>
      <p:sp>
        <p:nvSpPr>
          <p:cNvPr id="4" name="Text Placeholder 3">
            <a:extLst>
              <a:ext uri="{FF2B5EF4-FFF2-40B4-BE49-F238E27FC236}">
                <a16:creationId xmlns:a16="http://schemas.microsoft.com/office/drawing/2014/main" id="{887B98D3-0817-61A9-54BE-864E9DB07D1C}"/>
              </a:ext>
            </a:extLst>
          </p:cNvPr>
          <p:cNvSpPr>
            <a:spLocks noGrp="1"/>
          </p:cNvSpPr>
          <p:nvPr>
            <p:ph type="body" idx="14"/>
          </p:nvPr>
        </p:nvSpPr>
        <p:spPr>
          <a:xfrm>
            <a:off x="357701" y="5092870"/>
            <a:ext cx="6217920" cy="969496"/>
          </a:xfrm>
        </p:spPr>
        <p:txBody>
          <a:bodyPr/>
          <a:lstStyle/>
          <a:p>
            <a:pPr lvl="0">
              <a:spcAft>
                <a:spcPts val="600"/>
              </a:spcAft>
            </a:pPr>
            <a:r>
              <a:rPr lang="en-US" b="1" err="1"/>
              <a:t>BeOne</a:t>
            </a:r>
            <a:r>
              <a:rPr lang="en-US" b="1"/>
              <a:t> Global Medical Affairs Team – Solid Tumors</a:t>
            </a:r>
          </a:p>
          <a:p>
            <a:pPr lvl="0">
              <a:spcAft>
                <a:spcPts val="600"/>
              </a:spcAft>
            </a:pPr>
            <a:r>
              <a:rPr lang="en-US"/>
              <a:t>Julian Kretz, Mesha Taylor, Afsaneh </a:t>
            </a:r>
            <a:r>
              <a:rPr lang="en-US" err="1"/>
              <a:t>Barzi</a:t>
            </a:r>
            <a:r>
              <a:rPr lang="en-US"/>
              <a:t>, Nadeem Ghali, Lindsey Sharpe </a:t>
            </a:r>
          </a:p>
          <a:p>
            <a:pPr lvl="0">
              <a:spcAft>
                <a:spcPts val="600"/>
              </a:spcAft>
            </a:pPr>
            <a:r>
              <a:rPr lang="en-US"/>
              <a:t>June 2025</a:t>
            </a:r>
          </a:p>
          <a:p>
            <a:pPr lvl="0">
              <a:spcAft>
                <a:spcPts val="600"/>
              </a:spcAft>
            </a:pPr>
            <a:r>
              <a:rPr lang="en-US"/>
              <a:t>Prepared by: </a:t>
            </a:r>
          </a:p>
        </p:txBody>
      </p:sp>
      <p:pic>
        <p:nvPicPr>
          <p:cNvPr id="2" name="Picture 1">
            <a:extLst>
              <a:ext uri="{FF2B5EF4-FFF2-40B4-BE49-F238E27FC236}">
                <a16:creationId xmlns:a16="http://schemas.microsoft.com/office/drawing/2014/main" id="{E4C89467-C736-B832-57A0-0C46FDB872E6}"/>
              </a:ext>
            </a:extLst>
          </p:cNvPr>
          <p:cNvPicPr>
            <a:picLocks noChangeAspect="1"/>
          </p:cNvPicPr>
          <p:nvPr/>
        </p:nvPicPr>
        <p:blipFill>
          <a:blip r:embed="rId8"/>
          <a:stretch>
            <a:fillRect/>
          </a:stretch>
        </p:blipFill>
        <p:spPr>
          <a:xfrm>
            <a:off x="1408198" y="5699241"/>
            <a:ext cx="942116" cy="497022"/>
          </a:xfrm>
          <a:prstGeom prst="rect">
            <a:avLst/>
          </a:prstGeom>
        </p:spPr>
      </p:pic>
    </p:spTree>
    <p:custDataLst>
      <p:tags r:id="rId1"/>
    </p:custDataLst>
    <p:extLst>
      <p:ext uri="{BB962C8B-B14F-4D97-AF65-F5344CB8AC3E}">
        <p14:creationId xmlns:p14="http://schemas.microsoft.com/office/powerpoint/2010/main" val="3167439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9965-1521-9CB9-1416-A3F173C740E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BEA3778-505A-87AA-2527-C51EC1239346}"/>
              </a:ext>
            </a:extLst>
          </p:cNvPr>
          <p:cNvGraphicFramePr>
            <a:graphicFrameLocks noChangeAspect="1"/>
          </p:cNvGraphicFramePr>
          <p:nvPr>
            <p:custDataLst>
              <p:tags r:id="rId1"/>
            </p:custDataLst>
            <p:extLst>
              <p:ext uri="{D42A27DB-BD31-4B8C-83A1-F6EECF244321}">
                <p14:modId xmlns:p14="http://schemas.microsoft.com/office/powerpoint/2010/main" val="32329254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think-cell data - do not delete" hidden="1">
                        <a:extLst>
                          <a:ext uri="{FF2B5EF4-FFF2-40B4-BE49-F238E27FC236}">
                            <a16:creationId xmlns:a16="http://schemas.microsoft.com/office/drawing/2014/main" id="{ABEA3778-505A-87AA-2527-C51EC123934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DEA1C69-EFD7-C9E3-F923-5017F5B07265}"/>
              </a:ext>
            </a:extLst>
          </p:cNvPr>
          <p:cNvSpPr>
            <a:spLocks noGrp="1"/>
          </p:cNvSpPr>
          <p:nvPr>
            <p:ph type="title"/>
          </p:nvPr>
        </p:nvSpPr>
        <p:spPr>
          <a:xfrm>
            <a:off x="358337" y="271427"/>
            <a:ext cx="11470125" cy="430887"/>
          </a:xfrm>
        </p:spPr>
        <p:txBody>
          <a:bodyPr vert="horz"/>
          <a:lstStyle/>
          <a:p>
            <a:r>
              <a:rPr lang="en-US"/>
              <a:t>Table of Contents</a:t>
            </a:r>
          </a:p>
        </p:txBody>
      </p:sp>
      <p:sp>
        <p:nvSpPr>
          <p:cNvPr id="2" name="Footer Placeholder 3">
            <a:extLst>
              <a:ext uri="{FF2B5EF4-FFF2-40B4-BE49-F238E27FC236}">
                <a16:creationId xmlns:a16="http://schemas.microsoft.com/office/drawing/2014/main" id="{F5DE72FF-10E0-3686-E12D-329A0F126E82}"/>
              </a:ext>
            </a:extLst>
          </p:cNvPr>
          <p:cNvSpPr txBox="1">
            <a:spLocks/>
          </p:cNvSpPr>
          <p:nvPr/>
        </p:nvSpPr>
        <p:spPr>
          <a:xfrm>
            <a:off x="358337" y="6378357"/>
            <a:ext cx="8496296"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nSpc>
                <a:spcPct val="90000"/>
              </a:lnSpc>
              <a:spcBef>
                <a:spcPts val="300"/>
              </a:spcBef>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a:t>
            </a:r>
            <a:r>
              <a:rPr lang="en-US" sz="700">
                <a:solidFill>
                  <a:srgbClr val="000000">
                    <a:lumMod val="65000"/>
                    <a:lumOff val="35000"/>
                  </a:srgbClr>
                </a:solidFill>
              </a:rPr>
              <a:t> ESCC: Esophageal Squamous Cell Carcinoma; GC: Gastric Cancer; GEJ: Gastroesophageal Junction; GI: Gastrointestinal; IEGP: Integrated Evidence Generation Plan; IITs: Investigator Initiated Trials; NSCLC: Non-Small Cell Lung Cancer; SCLC: Small Cell Lung Cancer</a:t>
            </a: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p:txBody>
      </p:sp>
      <p:sp>
        <p:nvSpPr>
          <p:cNvPr id="8" name="Rectangle 7">
            <a:extLst>
              <a:ext uri="{FF2B5EF4-FFF2-40B4-BE49-F238E27FC236}">
                <a16:creationId xmlns:a16="http://schemas.microsoft.com/office/drawing/2014/main" id="{EA52FA04-361A-9DCB-FAB1-3EF4672F53DC}"/>
              </a:ext>
            </a:extLst>
          </p:cNvPr>
          <p:cNvSpPr/>
          <p:nvPr/>
        </p:nvSpPr>
        <p:spPr>
          <a:xfrm>
            <a:off x="352947" y="1320801"/>
            <a:ext cx="2039542" cy="4490359"/>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600" b="1">
                <a:solidFill>
                  <a:schemeClr val="tx1"/>
                </a:solidFill>
              </a:rPr>
              <a:t>Executive Summary</a:t>
            </a:r>
            <a:endParaRPr lang="en-US" sz="1600">
              <a:solidFill>
                <a:schemeClr val="tx1"/>
              </a:solidFill>
            </a:endParaRPr>
          </a:p>
          <a:p>
            <a:pPr algn="ctr">
              <a:spcAft>
                <a:spcPts val="600"/>
              </a:spcAft>
            </a:pPr>
            <a:endParaRPr lang="en-US" sz="1400" b="1">
              <a:solidFill>
                <a:schemeClr val="tx1"/>
              </a:solidFill>
            </a:endParaRPr>
          </a:p>
          <a:p>
            <a:pPr algn="ctr">
              <a:spcAft>
                <a:spcPts val="600"/>
              </a:spcAft>
            </a:pPr>
            <a:r>
              <a:rPr lang="en-GB" sz="1400">
                <a:solidFill>
                  <a:schemeClr val="tx1"/>
                </a:solidFill>
              </a:rPr>
              <a:t>Provides an overview of the </a:t>
            </a:r>
            <a:r>
              <a:rPr lang="en-GB" sz="1400" b="1">
                <a:solidFill>
                  <a:schemeClr val="tx1"/>
                </a:solidFill>
              </a:rPr>
              <a:t>IEGP development process</a:t>
            </a:r>
            <a:r>
              <a:rPr lang="en-GB" sz="1400">
                <a:solidFill>
                  <a:schemeClr val="tx1"/>
                </a:solidFill>
              </a:rPr>
              <a:t>, key </a:t>
            </a:r>
            <a:r>
              <a:rPr lang="en-GB" sz="1400" b="1">
                <a:solidFill>
                  <a:schemeClr val="tx1"/>
                </a:solidFill>
              </a:rPr>
              <a:t>evidence gap themes </a:t>
            </a:r>
            <a:r>
              <a:rPr lang="en-GB" sz="1400">
                <a:solidFill>
                  <a:schemeClr val="tx1"/>
                </a:solidFill>
              </a:rPr>
              <a:t>and </a:t>
            </a:r>
            <a:r>
              <a:rPr lang="en-GB" sz="1400" b="1">
                <a:solidFill>
                  <a:schemeClr val="tx1"/>
                </a:solidFill>
              </a:rPr>
              <a:t>related tactics</a:t>
            </a:r>
            <a:r>
              <a:rPr lang="en-GB" sz="1400">
                <a:solidFill>
                  <a:schemeClr val="tx1"/>
                </a:solidFill>
              </a:rPr>
              <a:t>, including </a:t>
            </a:r>
            <a:r>
              <a:rPr lang="en-GB" sz="1400" b="1">
                <a:solidFill>
                  <a:schemeClr val="tx1"/>
                </a:solidFill>
              </a:rPr>
              <a:t>guidance around IITs</a:t>
            </a:r>
            <a:endParaRPr lang="en-US" sz="1400" b="1">
              <a:solidFill>
                <a:schemeClr val="tx1"/>
              </a:solidFill>
            </a:endParaRPr>
          </a:p>
        </p:txBody>
      </p:sp>
      <p:sp>
        <p:nvSpPr>
          <p:cNvPr id="10" name="Rectangle 9">
            <a:extLst>
              <a:ext uri="{FF2B5EF4-FFF2-40B4-BE49-F238E27FC236}">
                <a16:creationId xmlns:a16="http://schemas.microsoft.com/office/drawing/2014/main" id="{39ED134C-B91E-42F6-2DE0-D366DE35321E}"/>
              </a:ext>
            </a:extLst>
          </p:cNvPr>
          <p:cNvSpPr/>
          <p:nvPr/>
        </p:nvSpPr>
        <p:spPr>
          <a:xfrm>
            <a:off x="2522128" y="1320801"/>
            <a:ext cx="2230495" cy="4490359"/>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600" b="1">
                <a:solidFill>
                  <a:schemeClr val="tx1"/>
                </a:solidFill>
              </a:rPr>
              <a:t>IEGP Introduction</a:t>
            </a:r>
          </a:p>
          <a:p>
            <a:pPr algn="ctr">
              <a:spcAft>
                <a:spcPts val="600"/>
              </a:spcAft>
            </a:pPr>
            <a:endParaRPr lang="en-US" sz="1400" b="1">
              <a:solidFill>
                <a:schemeClr val="tx1"/>
              </a:solidFill>
            </a:endParaRPr>
          </a:p>
          <a:p>
            <a:pPr algn="ctr">
              <a:spcAft>
                <a:spcPts val="600"/>
              </a:spcAft>
            </a:pPr>
            <a:endParaRPr lang="en-GB" sz="1400">
              <a:solidFill>
                <a:schemeClr val="tx1"/>
              </a:solidFill>
            </a:endParaRPr>
          </a:p>
          <a:p>
            <a:pPr algn="ctr">
              <a:spcAft>
                <a:spcPts val="600"/>
              </a:spcAft>
            </a:pPr>
            <a:r>
              <a:rPr lang="en-GB" sz="1400">
                <a:solidFill>
                  <a:schemeClr val="tx1"/>
                </a:solidFill>
              </a:rPr>
              <a:t>Outlines how the </a:t>
            </a:r>
            <a:r>
              <a:rPr lang="en-GB" sz="1400" b="1">
                <a:solidFill>
                  <a:schemeClr val="tx1"/>
                </a:solidFill>
              </a:rPr>
              <a:t>IEGP is aligned to tislelizumab’s medical strategy</a:t>
            </a:r>
            <a:r>
              <a:rPr lang="en-GB" sz="1400">
                <a:solidFill>
                  <a:schemeClr val="tx1"/>
                </a:solidFill>
              </a:rPr>
              <a:t>, providing the necessary </a:t>
            </a:r>
            <a:r>
              <a:rPr lang="en-GB" sz="1400" b="1">
                <a:solidFill>
                  <a:schemeClr val="tx1"/>
                </a:solidFill>
              </a:rPr>
              <a:t>navigation and orientation information</a:t>
            </a:r>
            <a:endParaRPr lang="en-US" sz="1400" b="1">
              <a:solidFill>
                <a:schemeClr val="tx1"/>
              </a:solidFill>
            </a:endParaRPr>
          </a:p>
        </p:txBody>
      </p:sp>
      <p:sp>
        <p:nvSpPr>
          <p:cNvPr id="11" name="Rectangle 10">
            <a:extLst>
              <a:ext uri="{FF2B5EF4-FFF2-40B4-BE49-F238E27FC236}">
                <a16:creationId xmlns:a16="http://schemas.microsoft.com/office/drawing/2014/main" id="{BD90E518-1D97-77DE-7EFD-11C25830DB10}"/>
              </a:ext>
            </a:extLst>
          </p:cNvPr>
          <p:cNvSpPr/>
          <p:nvPr/>
        </p:nvSpPr>
        <p:spPr>
          <a:xfrm>
            <a:off x="4882263" y="1320800"/>
            <a:ext cx="4787610" cy="4490360"/>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600" b="1">
                <a:solidFill>
                  <a:schemeClr val="tx1"/>
                </a:solidFill>
              </a:rPr>
              <a:t>Mini IEGP Chapters:                                                  Evidence Gaps, Tactics &amp; Roadmap</a:t>
            </a:r>
            <a:endParaRPr lang="en-US" sz="1600">
              <a:solidFill>
                <a:schemeClr val="tx1"/>
              </a:solidFill>
            </a:endParaRPr>
          </a:p>
          <a:p>
            <a:pPr algn="ctr">
              <a:spcAft>
                <a:spcPts val="600"/>
              </a:spcAft>
            </a:pPr>
            <a:endParaRPr lang="en-US" sz="600" b="1">
              <a:solidFill>
                <a:schemeClr val="tx1"/>
              </a:solidFill>
            </a:endParaRPr>
          </a:p>
          <a:p>
            <a:pPr algn="ctr">
              <a:spcAft>
                <a:spcPts val="600"/>
              </a:spcAft>
            </a:pPr>
            <a:r>
              <a:rPr lang="en-US" sz="1400">
                <a:solidFill>
                  <a:schemeClr val="tx1"/>
                </a:solidFill>
              </a:rPr>
              <a:t>Detailed overview of </a:t>
            </a:r>
            <a:r>
              <a:rPr lang="en-US" sz="1400" b="1">
                <a:solidFill>
                  <a:schemeClr val="tx1"/>
                </a:solidFill>
              </a:rPr>
              <a:t>evidence gaps, tactics, and implementation roadmap </a:t>
            </a:r>
            <a:r>
              <a:rPr lang="en-US" sz="1400">
                <a:solidFill>
                  <a:schemeClr val="tx1"/>
                </a:solidFill>
              </a:rPr>
              <a:t>organized per indication:</a:t>
            </a:r>
            <a:endParaRPr lang="en-US" sz="1600">
              <a:solidFill>
                <a:schemeClr val="tx1"/>
              </a:solidFill>
            </a:endParaRPr>
          </a:p>
          <a:p>
            <a:pPr>
              <a:spcAft>
                <a:spcPts val="600"/>
              </a:spcAft>
            </a:pPr>
            <a:endParaRPr lang="en-US" sz="1400" b="1">
              <a:solidFill>
                <a:schemeClr val="tx1"/>
              </a:solidFill>
            </a:endParaRPr>
          </a:p>
          <a:p>
            <a:pPr algn="ctr">
              <a:spcAft>
                <a:spcPts val="600"/>
              </a:spcAft>
            </a:pPr>
            <a:endParaRPr lang="en-US" sz="1400">
              <a:solidFill>
                <a:schemeClr val="tx1"/>
              </a:solidFill>
            </a:endParaRPr>
          </a:p>
        </p:txBody>
      </p:sp>
      <p:sp>
        <p:nvSpPr>
          <p:cNvPr id="16" name="Rectangle 15">
            <a:extLst>
              <a:ext uri="{FF2B5EF4-FFF2-40B4-BE49-F238E27FC236}">
                <a16:creationId xmlns:a16="http://schemas.microsoft.com/office/drawing/2014/main" id="{98C16F5C-A3D6-0CC5-DC1B-BB010752B6C5}"/>
              </a:ext>
            </a:extLst>
          </p:cNvPr>
          <p:cNvSpPr/>
          <p:nvPr/>
        </p:nvSpPr>
        <p:spPr>
          <a:xfrm>
            <a:off x="9799512" y="1320800"/>
            <a:ext cx="2039542" cy="4490359"/>
          </a:xfrm>
          <a:prstGeom prst="rect">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600" b="1">
                <a:solidFill>
                  <a:schemeClr val="tx1"/>
                </a:solidFill>
              </a:rPr>
              <a:t>Appendix</a:t>
            </a:r>
            <a:endParaRPr lang="en-US" sz="1600">
              <a:solidFill>
                <a:schemeClr val="tx1"/>
              </a:solidFill>
            </a:endParaRPr>
          </a:p>
          <a:p>
            <a:pPr algn="ctr">
              <a:spcAft>
                <a:spcPts val="600"/>
              </a:spcAft>
            </a:pPr>
            <a:endParaRPr lang="en-US" sz="1400" b="1">
              <a:solidFill>
                <a:schemeClr val="tx1"/>
              </a:solidFill>
            </a:endParaRPr>
          </a:p>
          <a:p>
            <a:pPr algn="ctr">
              <a:spcAft>
                <a:spcPts val="600"/>
              </a:spcAft>
            </a:pPr>
            <a:endParaRPr lang="en-US" sz="1400">
              <a:solidFill>
                <a:schemeClr val="tx1"/>
              </a:solidFill>
            </a:endParaRPr>
          </a:p>
          <a:p>
            <a:pPr algn="ctr">
              <a:spcAft>
                <a:spcPts val="600"/>
              </a:spcAft>
            </a:pPr>
            <a:r>
              <a:rPr lang="en-US" sz="1400">
                <a:solidFill>
                  <a:schemeClr val="tx1"/>
                </a:solidFill>
              </a:rPr>
              <a:t>Detailed </a:t>
            </a:r>
            <a:r>
              <a:rPr lang="en-US" sz="1400" b="1">
                <a:solidFill>
                  <a:schemeClr val="tx1"/>
                </a:solidFill>
              </a:rPr>
              <a:t>ongoing/planned evidence generation efforts</a:t>
            </a:r>
            <a:r>
              <a:rPr lang="en-US" sz="1400">
                <a:solidFill>
                  <a:schemeClr val="tx1"/>
                </a:solidFill>
              </a:rPr>
              <a:t> across target indications </a:t>
            </a:r>
          </a:p>
        </p:txBody>
      </p:sp>
      <p:sp>
        <p:nvSpPr>
          <p:cNvPr id="17" name="Rectangle 16">
            <a:extLst>
              <a:ext uri="{FF2B5EF4-FFF2-40B4-BE49-F238E27FC236}">
                <a16:creationId xmlns:a16="http://schemas.microsoft.com/office/drawing/2014/main" id="{C172652F-B634-A817-D65D-FEC569FE18F5}"/>
              </a:ext>
            </a:extLst>
          </p:cNvPr>
          <p:cNvSpPr/>
          <p:nvPr/>
        </p:nvSpPr>
        <p:spPr>
          <a:xfrm>
            <a:off x="352947" y="5856316"/>
            <a:ext cx="2039542" cy="430887"/>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600" b="1">
                <a:solidFill>
                  <a:schemeClr val="tx1"/>
                </a:solidFill>
              </a:rPr>
              <a:t>Slides </a:t>
            </a:r>
            <a:r>
              <a:rPr lang="en-US" sz="1600" b="1">
                <a:solidFill>
                  <a:schemeClr val="tx1"/>
                </a:solidFill>
                <a:hlinkClick r:id="rId6" action="ppaction://hlinksldjump"/>
              </a:rPr>
              <a:t>3-9</a:t>
            </a:r>
            <a:endParaRPr lang="en-US" sz="1400" b="1">
              <a:solidFill>
                <a:schemeClr val="tx1"/>
              </a:solidFill>
            </a:endParaRPr>
          </a:p>
        </p:txBody>
      </p:sp>
      <p:sp>
        <p:nvSpPr>
          <p:cNvPr id="19" name="Rectangle 18">
            <a:extLst>
              <a:ext uri="{FF2B5EF4-FFF2-40B4-BE49-F238E27FC236}">
                <a16:creationId xmlns:a16="http://schemas.microsoft.com/office/drawing/2014/main" id="{C404E169-EE7E-AD2A-9789-20048214F10A}"/>
              </a:ext>
            </a:extLst>
          </p:cNvPr>
          <p:cNvSpPr/>
          <p:nvPr/>
        </p:nvSpPr>
        <p:spPr>
          <a:xfrm>
            <a:off x="2522128" y="5856316"/>
            <a:ext cx="2230495" cy="430887"/>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600" b="1">
                <a:solidFill>
                  <a:schemeClr val="tx1"/>
                </a:solidFill>
              </a:rPr>
              <a:t>Slides </a:t>
            </a:r>
            <a:r>
              <a:rPr lang="en-US" sz="1600" b="1">
                <a:solidFill>
                  <a:schemeClr val="tx1"/>
                </a:solidFill>
                <a:hlinkClick r:id="rId7" action="ppaction://hlinksldjump"/>
              </a:rPr>
              <a:t>10-18</a:t>
            </a:r>
            <a:endParaRPr lang="en-US" sz="1600" b="1">
              <a:solidFill>
                <a:schemeClr val="tx1"/>
              </a:solidFill>
            </a:endParaRPr>
          </a:p>
        </p:txBody>
      </p:sp>
      <p:sp>
        <p:nvSpPr>
          <p:cNvPr id="20" name="Rectangle 19">
            <a:extLst>
              <a:ext uri="{FF2B5EF4-FFF2-40B4-BE49-F238E27FC236}">
                <a16:creationId xmlns:a16="http://schemas.microsoft.com/office/drawing/2014/main" id="{774A5385-9541-0907-3B83-67641C4A148F}"/>
              </a:ext>
            </a:extLst>
          </p:cNvPr>
          <p:cNvSpPr/>
          <p:nvPr/>
        </p:nvSpPr>
        <p:spPr>
          <a:xfrm>
            <a:off x="4882263" y="5856315"/>
            <a:ext cx="4787610" cy="430887"/>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600" b="1">
                <a:solidFill>
                  <a:schemeClr val="tx1"/>
                </a:solidFill>
              </a:rPr>
              <a:t>Slides </a:t>
            </a:r>
            <a:r>
              <a:rPr lang="en-US" sz="1600" b="1">
                <a:solidFill>
                  <a:schemeClr val="tx1"/>
                </a:solidFill>
                <a:hlinkClick r:id="rId8" action="ppaction://hlinksldjump"/>
              </a:rPr>
              <a:t>19-81</a:t>
            </a:r>
            <a:endParaRPr lang="en-US" sz="1400" b="1">
              <a:solidFill>
                <a:schemeClr val="tx1"/>
              </a:solidFill>
            </a:endParaRPr>
          </a:p>
        </p:txBody>
      </p:sp>
      <p:sp>
        <p:nvSpPr>
          <p:cNvPr id="22" name="Rectangle 21">
            <a:extLst>
              <a:ext uri="{FF2B5EF4-FFF2-40B4-BE49-F238E27FC236}">
                <a16:creationId xmlns:a16="http://schemas.microsoft.com/office/drawing/2014/main" id="{AE9A82AD-FBFD-39CC-CDE5-799ABAD131AB}"/>
              </a:ext>
            </a:extLst>
          </p:cNvPr>
          <p:cNvSpPr/>
          <p:nvPr/>
        </p:nvSpPr>
        <p:spPr>
          <a:xfrm>
            <a:off x="9799512" y="5856315"/>
            <a:ext cx="2039542" cy="430887"/>
          </a:xfrm>
          <a:prstGeom prst="rect">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600" b="1">
                <a:solidFill>
                  <a:schemeClr val="tx1"/>
                </a:solidFill>
              </a:rPr>
              <a:t>Slides </a:t>
            </a:r>
            <a:r>
              <a:rPr lang="en-US" sz="1600" b="1">
                <a:solidFill>
                  <a:schemeClr val="tx1"/>
                </a:solidFill>
                <a:hlinkClick r:id="rId9" action="ppaction://hlinksldjump"/>
              </a:rPr>
              <a:t>82-91</a:t>
            </a:r>
            <a:endParaRPr lang="en-US" sz="1400" b="1">
              <a:solidFill>
                <a:schemeClr val="tx1"/>
              </a:solidFill>
            </a:endParaRPr>
          </a:p>
        </p:txBody>
      </p:sp>
      <p:sp>
        <p:nvSpPr>
          <p:cNvPr id="7" name="Rectangle 6">
            <a:hlinkClick r:id="rId10" action="ppaction://hlinksldjump"/>
            <a:extLst>
              <a:ext uri="{FF2B5EF4-FFF2-40B4-BE49-F238E27FC236}">
                <a16:creationId xmlns:a16="http://schemas.microsoft.com/office/drawing/2014/main" id="{4B28C5C9-DA90-0B7F-812E-B00E6FC6F555}"/>
              </a:ext>
            </a:extLst>
          </p:cNvPr>
          <p:cNvSpPr/>
          <p:nvPr/>
        </p:nvSpPr>
        <p:spPr>
          <a:xfrm>
            <a:off x="5776451" y="3900487"/>
            <a:ext cx="2999232" cy="28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mn-ea"/>
                <a:cs typeface="+mn-cs"/>
              </a:rPr>
              <a:t>4. Advanced/Metastatic GC/GEJ</a:t>
            </a:r>
          </a:p>
        </p:txBody>
      </p:sp>
      <p:sp>
        <p:nvSpPr>
          <p:cNvPr id="9" name="Rectangle 8">
            <a:hlinkClick r:id="rId11" action="ppaction://hlinksldjump"/>
            <a:extLst>
              <a:ext uri="{FF2B5EF4-FFF2-40B4-BE49-F238E27FC236}">
                <a16:creationId xmlns:a16="http://schemas.microsoft.com/office/drawing/2014/main" id="{89833B81-48E0-45DF-AEF6-D5E029028160}"/>
              </a:ext>
            </a:extLst>
          </p:cNvPr>
          <p:cNvSpPr/>
          <p:nvPr/>
        </p:nvSpPr>
        <p:spPr>
          <a:xfrm>
            <a:off x="5776451" y="4282545"/>
            <a:ext cx="2999232" cy="288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mn-ea"/>
                <a:cs typeface="+mn-cs"/>
              </a:rPr>
              <a:t>5.  Across Lung</a:t>
            </a:r>
          </a:p>
        </p:txBody>
      </p:sp>
      <p:sp>
        <p:nvSpPr>
          <p:cNvPr id="12" name="Rectangle 11">
            <a:hlinkClick r:id="rId12" action="ppaction://hlinksldjump"/>
            <a:extLst>
              <a:ext uri="{FF2B5EF4-FFF2-40B4-BE49-F238E27FC236}">
                <a16:creationId xmlns:a16="http://schemas.microsoft.com/office/drawing/2014/main" id="{0838CE08-07B9-01EA-5389-A7B20C1455D0}"/>
              </a:ext>
            </a:extLst>
          </p:cNvPr>
          <p:cNvSpPr/>
          <p:nvPr/>
        </p:nvSpPr>
        <p:spPr>
          <a:xfrm>
            <a:off x="5776451" y="5428717"/>
            <a:ext cx="2999232" cy="288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1200" b="1">
                <a:solidFill>
                  <a:srgbClr val="FFFFFF"/>
                </a:solidFill>
                <a:latin typeface="Poppins"/>
              </a:rPr>
              <a:t>8</a:t>
            </a:r>
            <a:r>
              <a:rPr kumimoji="0" lang="en-US" sz="1200" b="1" i="0" u="none" strike="noStrike" kern="1200" cap="none" spc="0" normalizeH="0" baseline="0" noProof="0">
                <a:ln>
                  <a:noFill/>
                </a:ln>
                <a:solidFill>
                  <a:srgbClr val="FFFFFF"/>
                </a:solidFill>
                <a:effectLst/>
                <a:uLnTx/>
                <a:uFillTx/>
                <a:latin typeface="Poppins"/>
                <a:ea typeface="+mn-ea"/>
                <a:cs typeface="+mn-cs"/>
              </a:rPr>
              <a:t>. Extensive-Stage SCLC</a:t>
            </a:r>
          </a:p>
        </p:txBody>
      </p:sp>
      <p:sp>
        <p:nvSpPr>
          <p:cNvPr id="13" name="Rectangle 12">
            <a:hlinkClick r:id="rId8" action="ppaction://hlinksldjump"/>
            <a:extLst>
              <a:ext uri="{FF2B5EF4-FFF2-40B4-BE49-F238E27FC236}">
                <a16:creationId xmlns:a16="http://schemas.microsoft.com/office/drawing/2014/main" id="{23E4C7A8-1D80-C61B-F52E-218BD1125EDB}"/>
              </a:ext>
            </a:extLst>
          </p:cNvPr>
          <p:cNvSpPr/>
          <p:nvPr/>
        </p:nvSpPr>
        <p:spPr>
          <a:xfrm>
            <a:off x="5776358" y="2754313"/>
            <a:ext cx="2999418" cy="28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mn-ea"/>
                <a:cs typeface="+mn-cs"/>
              </a:rPr>
              <a:t>1. Transversal across all indications</a:t>
            </a:r>
          </a:p>
        </p:txBody>
      </p:sp>
      <p:sp>
        <p:nvSpPr>
          <p:cNvPr id="14" name="Rectangle 13">
            <a:hlinkClick r:id="rId13" action="ppaction://hlinksldjump"/>
            <a:extLst>
              <a:ext uri="{FF2B5EF4-FFF2-40B4-BE49-F238E27FC236}">
                <a16:creationId xmlns:a16="http://schemas.microsoft.com/office/drawing/2014/main" id="{A46D1803-B76C-EA5D-9419-4E942D935FB9}"/>
              </a:ext>
            </a:extLst>
          </p:cNvPr>
          <p:cNvSpPr/>
          <p:nvPr/>
        </p:nvSpPr>
        <p:spPr>
          <a:xfrm>
            <a:off x="5776358" y="3518429"/>
            <a:ext cx="2999418" cy="28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mn-ea"/>
                <a:cs typeface="+mn-cs"/>
              </a:rPr>
              <a:t>3. Advanced/Metastatic ESCC</a:t>
            </a:r>
          </a:p>
        </p:txBody>
      </p:sp>
      <p:sp>
        <p:nvSpPr>
          <p:cNvPr id="18" name="Rectangle 17">
            <a:hlinkClick r:id="rId14" action="ppaction://hlinksldjump"/>
            <a:extLst>
              <a:ext uri="{FF2B5EF4-FFF2-40B4-BE49-F238E27FC236}">
                <a16:creationId xmlns:a16="http://schemas.microsoft.com/office/drawing/2014/main" id="{BBFB09F9-C5C2-9452-8295-A136F6AAD725}"/>
              </a:ext>
            </a:extLst>
          </p:cNvPr>
          <p:cNvSpPr/>
          <p:nvPr/>
        </p:nvSpPr>
        <p:spPr>
          <a:xfrm>
            <a:off x="5776358" y="3136371"/>
            <a:ext cx="2999418" cy="288000"/>
          </a:xfrm>
          <a:prstGeom prst="rect">
            <a:avLst/>
          </a:prstGeom>
          <a:solidFill>
            <a:srgbClr val="28334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mn-ea"/>
                <a:cs typeface="+mn-cs"/>
              </a:rPr>
              <a:t>2. Across Upper GI</a:t>
            </a:r>
          </a:p>
        </p:txBody>
      </p:sp>
      <p:sp>
        <p:nvSpPr>
          <p:cNvPr id="23" name="Rectangle 22">
            <a:hlinkClick r:id="rId15" action="ppaction://hlinksldjump"/>
            <a:extLst>
              <a:ext uri="{FF2B5EF4-FFF2-40B4-BE49-F238E27FC236}">
                <a16:creationId xmlns:a16="http://schemas.microsoft.com/office/drawing/2014/main" id="{1F33B425-DF94-DEFA-7BE4-1C3716224CBC}"/>
              </a:ext>
            </a:extLst>
          </p:cNvPr>
          <p:cNvSpPr/>
          <p:nvPr/>
        </p:nvSpPr>
        <p:spPr>
          <a:xfrm>
            <a:off x="5776451" y="4664603"/>
            <a:ext cx="2999232" cy="288000"/>
          </a:xfrm>
          <a:prstGeom prst="rect">
            <a:avLst/>
          </a:prstGeom>
          <a:solidFill>
            <a:srgbClr val="26C5BE"/>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Poppins"/>
                <a:ea typeface="+mn-ea"/>
                <a:cs typeface="+mn-cs"/>
              </a:rPr>
              <a:t>6</a:t>
            </a:r>
            <a:r>
              <a:rPr kumimoji="0" lang="en-US" sz="1200" b="1" i="0" u="none" strike="noStrike" kern="1200" cap="none" spc="0" normalizeH="0" baseline="0" noProof="0">
                <a:ln>
                  <a:noFill/>
                </a:ln>
                <a:solidFill>
                  <a:srgbClr val="FFFFFF"/>
                </a:solidFill>
                <a:effectLst/>
                <a:uLnTx/>
                <a:uFillTx/>
                <a:latin typeface="Poppins"/>
                <a:ea typeface="+mn-ea"/>
                <a:cs typeface="+mn-cs"/>
              </a:rPr>
              <a:t>.  Perioperative NSCLC</a:t>
            </a:r>
          </a:p>
        </p:txBody>
      </p:sp>
      <p:sp>
        <p:nvSpPr>
          <p:cNvPr id="24" name="Rectangle 23">
            <a:hlinkClick r:id="rId16" action="ppaction://hlinksldjump"/>
            <a:extLst>
              <a:ext uri="{FF2B5EF4-FFF2-40B4-BE49-F238E27FC236}">
                <a16:creationId xmlns:a16="http://schemas.microsoft.com/office/drawing/2014/main" id="{924EB204-DAF3-7500-AC73-F23E1D805C27}"/>
              </a:ext>
            </a:extLst>
          </p:cNvPr>
          <p:cNvSpPr/>
          <p:nvPr/>
        </p:nvSpPr>
        <p:spPr>
          <a:xfrm>
            <a:off x="5776451" y="5046661"/>
            <a:ext cx="2999232" cy="28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Poppins"/>
              </a:rPr>
              <a:t>7</a:t>
            </a:r>
            <a:r>
              <a:rPr kumimoji="0" lang="en-US" sz="1200" b="1" i="0" u="none" strike="noStrike" kern="1200" cap="none" spc="0" normalizeH="0" baseline="0" noProof="0">
                <a:ln>
                  <a:noFill/>
                </a:ln>
                <a:solidFill>
                  <a:srgbClr val="FFFFFF"/>
                </a:solidFill>
                <a:effectLst/>
                <a:uLnTx/>
                <a:uFillTx/>
                <a:latin typeface="Poppins"/>
                <a:ea typeface="+mn-ea"/>
                <a:cs typeface="+mn-cs"/>
              </a:rPr>
              <a:t>. Metastatic NSCLC</a:t>
            </a:r>
          </a:p>
        </p:txBody>
      </p:sp>
    </p:spTree>
    <p:extLst>
      <p:ext uri="{BB962C8B-B14F-4D97-AF65-F5344CB8AC3E}">
        <p14:creationId xmlns:p14="http://schemas.microsoft.com/office/powerpoint/2010/main" val="57586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ADDD1-CA84-34D2-1A95-19B67A4869B0}"/>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400BF3B-2D32-9B12-FFE5-D786B091DFBF}"/>
              </a:ext>
            </a:extLst>
          </p:cNvPr>
          <p:cNvGraphicFramePr>
            <a:graphicFrameLocks noChangeAspect="1"/>
          </p:cNvGraphicFramePr>
          <p:nvPr>
            <p:custDataLst>
              <p:tags r:id="rId1"/>
            </p:custDataLst>
            <p:extLst>
              <p:ext uri="{D42A27DB-BD31-4B8C-83A1-F6EECF244321}">
                <p14:modId xmlns:p14="http://schemas.microsoft.com/office/powerpoint/2010/main" val="11907670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1400BF3B-2D32-9B12-FFE5-D786B091DF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3388AB4-519A-28DA-2F8E-5707503360C7}"/>
              </a:ext>
            </a:extLst>
          </p:cNvPr>
          <p:cNvSpPr>
            <a:spLocks noGrp="1"/>
          </p:cNvSpPr>
          <p:nvPr>
            <p:ph type="ctrTitle"/>
          </p:nvPr>
        </p:nvSpPr>
        <p:spPr>
          <a:xfrm>
            <a:off x="336165" y="3000231"/>
            <a:ext cx="7031736" cy="738664"/>
          </a:xfrm>
        </p:spPr>
        <p:txBody>
          <a:bodyPr vert="horz"/>
          <a:lstStyle/>
          <a:p>
            <a:r>
              <a:rPr lang="en-US" b="1"/>
              <a:t>Executive Summary</a:t>
            </a:r>
          </a:p>
        </p:txBody>
      </p:sp>
    </p:spTree>
    <p:extLst>
      <p:ext uri="{BB962C8B-B14F-4D97-AF65-F5344CB8AC3E}">
        <p14:creationId xmlns:p14="http://schemas.microsoft.com/office/powerpoint/2010/main" val="341463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ABD4F-6B9E-6AE5-73E4-09734C56B95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C4F168A-0B0E-8935-0812-AEF329AA5C20}"/>
              </a:ext>
            </a:extLst>
          </p:cNvPr>
          <p:cNvGraphicFramePr>
            <a:graphicFrameLocks noChangeAspect="1"/>
          </p:cNvGraphicFramePr>
          <p:nvPr>
            <p:custDataLst>
              <p:tags r:id="rId1"/>
            </p:custDataLst>
            <p:extLst>
              <p:ext uri="{D42A27DB-BD31-4B8C-83A1-F6EECF244321}">
                <p14:modId xmlns:p14="http://schemas.microsoft.com/office/powerpoint/2010/main" val="3170117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5" name="think-cell data - do not delete" hidden="1">
                        <a:extLst>
                          <a:ext uri="{FF2B5EF4-FFF2-40B4-BE49-F238E27FC236}">
                            <a16:creationId xmlns:a16="http://schemas.microsoft.com/office/drawing/2014/main" id="{4C4F168A-0B0E-8935-0812-AEF329AA5C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1F59B8D-8920-0192-9C92-AFCCA1A90181}"/>
              </a:ext>
            </a:extLst>
          </p:cNvPr>
          <p:cNvSpPr>
            <a:spLocks noGrp="1"/>
          </p:cNvSpPr>
          <p:nvPr>
            <p:ph type="title"/>
          </p:nvPr>
        </p:nvSpPr>
        <p:spPr>
          <a:xfrm>
            <a:off x="358337" y="271427"/>
            <a:ext cx="11470125" cy="369332"/>
          </a:xfrm>
        </p:spPr>
        <p:txBody>
          <a:bodyPr vert="horz"/>
          <a:lstStyle/>
          <a:p>
            <a:r>
              <a:rPr lang="en-US" sz="2400"/>
              <a:t>IEGP Executive Summary</a:t>
            </a:r>
          </a:p>
        </p:txBody>
      </p:sp>
      <p:sp>
        <p:nvSpPr>
          <p:cNvPr id="3" name="Footer Placeholder 2">
            <a:extLst>
              <a:ext uri="{FF2B5EF4-FFF2-40B4-BE49-F238E27FC236}">
                <a16:creationId xmlns:a16="http://schemas.microsoft.com/office/drawing/2014/main" id="{FD56D33F-F7DD-54F0-0327-3BEBE519A290}"/>
              </a:ext>
            </a:extLst>
          </p:cNvPr>
          <p:cNvSpPr>
            <a:spLocks noGrp="1"/>
          </p:cNvSpPr>
          <p:nvPr>
            <p:ph type="ftr" sz="quarter" idx="10"/>
          </p:nvPr>
        </p:nvSpPr>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ESCC: Esophageal Squamous Cell Carcinoma; EvGen: Evidence Generation; GC: Gastric Cancer; GEJ: Gastroesophageal Junction; GI: Gastrointestinal; HEOR: Health Economics and Outcomes Research; IEGP: Integrated Evidence Generation Plan; PRO: Patient Reported Outcomes; NSCLC: Non-Small Cell Lung Cancer; SCLC: Small Cell Lung Cancer</a:t>
            </a:r>
          </a:p>
        </p:txBody>
      </p:sp>
      <p:sp>
        <p:nvSpPr>
          <p:cNvPr id="8" name="Rectangle 7">
            <a:extLst>
              <a:ext uri="{FF2B5EF4-FFF2-40B4-BE49-F238E27FC236}">
                <a16:creationId xmlns:a16="http://schemas.microsoft.com/office/drawing/2014/main" id="{1AE7F8EF-FF5B-693E-F33B-3EF9CC60E125}"/>
              </a:ext>
            </a:extLst>
          </p:cNvPr>
          <p:cNvSpPr/>
          <p:nvPr/>
        </p:nvSpPr>
        <p:spPr>
          <a:xfrm>
            <a:off x="2282386" y="1371599"/>
            <a:ext cx="9546075" cy="1440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0" i="0" u="none" strike="noStrike" kern="1200" cap="none" spc="0" normalizeH="0" baseline="0" noProof="0">
                <a:ln>
                  <a:noFill/>
                </a:ln>
                <a:solidFill>
                  <a:srgbClr val="000000"/>
                </a:solidFill>
                <a:effectLst/>
                <a:uLnTx/>
                <a:uFillTx/>
                <a:latin typeface="Poppins"/>
                <a:ea typeface="+mn-ea"/>
                <a:cs typeface="+mn-cs"/>
              </a:rPr>
              <a:t>This </a:t>
            </a:r>
            <a:r>
              <a:rPr kumimoji="0" lang="en-GB" sz="1400" b="0" i="0" u="none" strike="noStrike" kern="1200" cap="none" spc="0" normalizeH="0" baseline="0" noProof="0" err="1">
                <a:ln>
                  <a:noFill/>
                </a:ln>
                <a:solidFill>
                  <a:srgbClr val="000000"/>
                </a:solidFill>
                <a:effectLst/>
                <a:uLnTx/>
                <a:uFillTx/>
                <a:latin typeface="Poppins"/>
                <a:ea typeface="+mn-ea"/>
                <a:cs typeface="+mn-cs"/>
              </a:rPr>
              <a:t>BeOne</a:t>
            </a:r>
            <a:r>
              <a:rPr kumimoji="0" lang="en-GB" sz="1400" b="0" i="0" u="none" strike="noStrike" kern="1200" cap="none" spc="0" normalizeH="0" baseline="0" noProof="0">
                <a:ln>
                  <a:noFill/>
                </a:ln>
                <a:solidFill>
                  <a:srgbClr val="000000"/>
                </a:solidFill>
                <a:effectLst/>
                <a:uLnTx/>
                <a:uFillTx/>
                <a:latin typeface="Poppins"/>
                <a:ea typeface="+mn-ea"/>
                <a:cs typeface="+mn-cs"/>
              </a:rPr>
              <a:t> </a:t>
            </a:r>
            <a:r>
              <a:rPr kumimoji="0" lang="en-GB" sz="1400" b="1" i="0" u="none" strike="noStrike" kern="1200" cap="none" spc="0" normalizeH="0" baseline="0" noProof="0">
                <a:ln>
                  <a:noFill/>
                </a:ln>
                <a:solidFill>
                  <a:srgbClr val="000000"/>
                </a:solidFill>
                <a:effectLst/>
                <a:uLnTx/>
                <a:uFillTx/>
                <a:latin typeface="Poppins"/>
                <a:ea typeface="+mn-ea"/>
                <a:cs typeface="+mn-cs"/>
              </a:rPr>
              <a:t>Integrated Evidence Generation Plan (IEGP) </a:t>
            </a:r>
            <a:r>
              <a:rPr kumimoji="0" lang="en-GB" sz="1400" b="0" i="0" u="none" strike="noStrike" kern="1200" cap="none" spc="0" normalizeH="0" baseline="0" noProof="0">
                <a:ln>
                  <a:noFill/>
                </a:ln>
                <a:solidFill>
                  <a:srgbClr val="000000"/>
                </a:solidFill>
                <a:effectLst/>
                <a:uLnTx/>
                <a:uFillTx/>
                <a:latin typeface="Poppins"/>
                <a:ea typeface="+mn-ea"/>
                <a:cs typeface="+mn-cs"/>
              </a:rPr>
              <a:t>was developed to align on </a:t>
            </a:r>
            <a:r>
              <a:rPr kumimoji="0" lang="en-GB" sz="1400" b="1" i="0" u="none" strike="noStrike" kern="1200" cap="none" spc="0" normalizeH="0" baseline="0" noProof="0">
                <a:ln>
                  <a:noFill/>
                </a:ln>
                <a:solidFill>
                  <a:srgbClr val="000000"/>
                </a:solidFill>
                <a:effectLst/>
                <a:uLnTx/>
                <a:uFillTx/>
                <a:latin typeface="Poppins"/>
                <a:ea typeface="+mn-ea"/>
                <a:cs typeface="+mn-cs"/>
              </a:rPr>
              <a:t>evidence generation  efforts for tislelizumab</a:t>
            </a:r>
            <a:r>
              <a:rPr kumimoji="0" lang="en-GB" sz="1400" b="0" i="0" u="none" strike="noStrike" kern="1200" cap="none" spc="0" normalizeH="0" baseline="0" noProof="0">
                <a:ln>
                  <a:noFill/>
                </a:ln>
                <a:solidFill>
                  <a:srgbClr val="000000"/>
                </a:solidFill>
                <a:effectLst/>
                <a:uLnTx/>
                <a:uFillTx/>
                <a:latin typeface="Poppins"/>
                <a:ea typeface="+mn-ea"/>
                <a:cs typeface="+mn-cs"/>
              </a:rPr>
              <a:t> in support of its upcoming launches in the 2026-2028 timeframe across several key indications in upper GI and Lung including:</a:t>
            </a: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Poppins"/>
              <a:ea typeface="+mn-ea"/>
              <a:cs typeface="+mn-cs"/>
            </a:endParaRPr>
          </a:p>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GB" sz="100" b="0" i="0" u="none" strike="noStrike" kern="1200" cap="none" spc="0" normalizeH="0" baseline="0" noProof="0">
              <a:ln>
                <a:noFill/>
              </a:ln>
              <a:solidFill>
                <a:srgbClr val="000000"/>
              </a:solidFill>
              <a:effectLst/>
              <a:uLnTx/>
              <a:uFillTx/>
              <a:latin typeface="Poppins"/>
              <a:ea typeface="+mn-ea"/>
              <a:cs typeface="+mn-cs"/>
            </a:endParaRPr>
          </a:p>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200" b="1" i="1" u="none" strike="noStrike" kern="1200" cap="none" spc="0" normalizeH="0" baseline="0" noProof="0">
                <a:ln>
                  <a:noFill/>
                </a:ln>
                <a:solidFill>
                  <a:srgbClr val="D62B1E"/>
                </a:solidFill>
                <a:effectLst/>
                <a:highlight>
                  <a:srgbClr val="FFFF00"/>
                </a:highlight>
                <a:uLnTx/>
                <a:uFillTx/>
                <a:latin typeface="Poppins"/>
                <a:ea typeface="+mn-ea"/>
                <a:cs typeface="+mn-cs"/>
              </a:rPr>
              <a:t>This IEGP focuses only on open evidence gaps that are not addressed by ongoing/planned EvGen activities</a:t>
            </a:r>
          </a:p>
        </p:txBody>
      </p:sp>
      <p:sp>
        <p:nvSpPr>
          <p:cNvPr id="9" name="Rectangle 8">
            <a:extLst>
              <a:ext uri="{FF2B5EF4-FFF2-40B4-BE49-F238E27FC236}">
                <a16:creationId xmlns:a16="http://schemas.microsoft.com/office/drawing/2014/main" id="{4BD79AD1-DDEC-BE1C-2B66-5AD3B8A8F5AE}"/>
              </a:ext>
            </a:extLst>
          </p:cNvPr>
          <p:cNvSpPr/>
          <p:nvPr/>
        </p:nvSpPr>
        <p:spPr>
          <a:xfrm>
            <a:off x="2282385" y="3012677"/>
            <a:ext cx="9546075" cy="1440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0" i="0" u="none" strike="noStrike" kern="1200" cap="none" spc="0" normalizeH="0" baseline="0" noProof="0">
                <a:ln>
                  <a:noFill/>
                </a:ln>
                <a:solidFill>
                  <a:srgbClr val="000000"/>
                </a:solidFill>
                <a:effectLst/>
                <a:uLnTx/>
                <a:uFillTx/>
                <a:latin typeface="Poppins"/>
                <a:ea typeface="+mn-ea"/>
                <a:cs typeface="+mn-cs"/>
              </a:rPr>
              <a:t>A series of activities including </a:t>
            </a:r>
            <a:r>
              <a:rPr kumimoji="0" lang="en-GB" sz="1400" b="1" i="0" u="none" strike="noStrike" kern="1200" cap="none" spc="0" normalizeH="0" baseline="0" noProof="0">
                <a:ln>
                  <a:noFill/>
                </a:ln>
                <a:solidFill>
                  <a:srgbClr val="000000"/>
                </a:solidFill>
                <a:effectLst/>
                <a:uLnTx/>
                <a:uFillTx/>
                <a:latin typeface="Poppins"/>
                <a:ea typeface="+mn-ea"/>
                <a:cs typeface="+mn-cs"/>
              </a:rPr>
              <a:t>robust material audit</a:t>
            </a:r>
            <a:r>
              <a:rPr kumimoji="0" lang="en-GB" sz="1400" b="0" i="0" u="none" strike="noStrike" kern="1200" cap="none" spc="0" normalizeH="0" baseline="0" noProof="0">
                <a:ln>
                  <a:noFill/>
                </a:ln>
                <a:solidFill>
                  <a:srgbClr val="000000"/>
                </a:solidFill>
                <a:effectLst/>
                <a:uLnTx/>
                <a:uFillTx/>
                <a:latin typeface="Poppins"/>
                <a:ea typeface="+mn-ea"/>
                <a:cs typeface="+mn-cs"/>
              </a:rPr>
              <a:t>, </a:t>
            </a:r>
            <a:r>
              <a:rPr kumimoji="0" lang="en-GB" sz="1400" b="1" i="0" u="none" strike="noStrike" kern="1200" cap="none" spc="0" normalizeH="0" baseline="0" noProof="0">
                <a:ln>
                  <a:noFill/>
                </a:ln>
                <a:solidFill>
                  <a:srgbClr val="000000"/>
                </a:solidFill>
                <a:effectLst/>
                <a:uLnTx/>
                <a:uFillTx/>
                <a:latin typeface="Poppins"/>
                <a:ea typeface="+mn-ea"/>
                <a:cs typeface="+mn-cs"/>
              </a:rPr>
              <a:t>internal interviews</a:t>
            </a:r>
            <a:r>
              <a:rPr kumimoji="0" lang="en-GB" sz="1400" b="0" i="0" u="none" strike="noStrike" kern="1200" cap="none" spc="0" normalizeH="0" baseline="0" noProof="0">
                <a:ln>
                  <a:noFill/>
                </a:ln>
                <a:solidFill>
                  <a:srgbClr val="000000"/>
                </a:solidFill>
                <a:effectLst/>
                <a:uLnTx/>
                <a:uFillTx/>
                <a:latin typeface="Poppins"/>
                <a:ea typeface="+mn-ea"/>
                <a:cs typeface="+mn-cs"/>
              </a:rPr>
              <a:t>, </a:t>
            </a:r>
            <a:r>
              <a:rPr kumimoji="0" lang="en-GB" sz="1400" b="1" i="0" u="none" strike="noStrike" kern="1200" cap="none" spc="0" normalizeH="0" baseline="0" noProof="0">
                <a:ln>
                  <a:noFill/>
                </a:ln>
                <a:solidFill>
                  <a:srgbClr val="000000"/>
                </a:solidFill>
                <a:effectLst/>
                <a:uLnTx/>
                <a:uFillTx/>
                <a:latin typeface="Poppins"/>
                <a:ea typeface="+mn-ea"/>
                <a:cs typeface="+mn-cs"/>
              </a:rPr>
              <a:t>pre-workshop survey</a:t>
            </a:r>
            <a:r>
              <a:rPr kumimoji="0" lang="en-GB" sz="1400" b="0" i="0" u="none" strike="noStrike" kern="1200" cap="none" spc="0" normalizeH="0" baseline="0" noProof="0">
                <a:ln>
                  <a:noFill/>
                </a:ln>
                <a:solidFill>
                  <a:srgbClr val="000000"/>
                </a:solidFill>
                <a:effectLst/>
                <a:uLnTx/>
                <a:uFillTx/>
                <a:latin typeface="Poppins"/>
                <a:ea typeface="+mn-ea"/>
                <a:cs typeface="+mn-cs"/>
              </a:rPr>
              <a:t>, and </a:t>
            </a:r>
            <a:r>
              <a:rPr kumimoji="0" lang="en-GB" sz="1400" b="1" i="0" u="none" strike="noStrike" kern="1200" cap="none" spc="0" normalizeH="0" baseline="0" noProof="0">
                <a:ln>
                  <a:noFill/>
                </a:ln>
                <a:solidFill>
                  <a:srgbClr val="000000"/>
                </a:solidFill>
                <a:effectLst/>
                <a:uLnTx/>
                <a:uFillTx/>
                <a:latin typeface="Poppins"/>
                <a:ea typeface="+mn-ea"/>
                <a:cs typeface="+mn-cs"/>
              </a:rPr>
              <a:t>cross-functional workshop </a:t>
            </a:r>
            <a:r>
              <a:rPr kumimoji="0" lang="en-GB" sz="1400" b="0" i="0" u="none" strike="noStrike" kern="1200" cap="none" spc="0" normalizeH="0" baseline="0" noProof="0">
                <a:ln>
                  <a:noFill/>
                </a:ln>
                <a:solidFill>
                  <a:srgbClr val="000000"/>
                </a:solidFill>
                <a:effectLst/>
                <a:uLnTx/>
                <a:uFillTx/>
                <a:latin typeface="Poppins"/>
                <a:ea typeface="+mn-ea"/>
                <a:cs typeface="+mn-cs"/>
              </a:rPr>
              <a:t>provided input on </a:t>
            </a:r>
            <a:r>
              <a:rPr kumimoji="0" lang="en-GB" sz="1400" b="1" i="0" u="none" strike="noStrike" kern="1200" cap="none" spc="0" normalizeH="0" baseline="0" noProof="0">
                <a:ln>
                  <a:noFill/>
                </a:ln>
                <a:solidFill>
                  <a:srgbClr val="000000"/>
                </a:solidFill>
                <a:effectLst/>
                <a:uLnTx/>
                <a:uFillTx/>
                <a:latin typeface="Poppins"/>
                <a:ea typeface="+mn-ea"/>
                <a:cs typeface="+mn-cs"/>
              </a:rPr>
              <a:t>functional needs </a:t>
            </a:r>
            <a:r>
              <a:rPr kumimoji="0" lang="en-GB" sz="1400" b="0" i="0" u="none" strike="noStrike" kern="1200" cap="none" spc="0" normalizeH="0" baseline="0" noProof="0">
                <a:ln>
                  <a:noFill/>
                </a:ln>
                <a:solidFill>
                  <a:srgbClr val="000000"/>
                </a:solidFill>
                <a:effectLst/>
                <a:uLnTx/>
                <a:uFillTx/>
                <a:latin typeface="Poppins"/>
                <a:ea typeface="+mn-ea"/>
                <a:cs typeface="+mn-cs"/>
              </a:rPr>
              <a:t>and other </a:t>
            </a:r>
            <a:r>
              <a:rPr kumimoji="0" lang="en-GB" sz="1400" b="1" i="0" u="none" strike="noStrike" kern="1200" cap="none" spc="0" normalizeH="0" baseline="0" noProof="0">
                <a:ln>
                  <a:noFill/>
                </a:ln>
                <a:solidFill>
                  <a:srgbClr val="000000"/>
                </a:solidFill>
                <a:effectLst/>
                <a:uLnTx/>
                <a:uFillTx/>
                <a:latin typeface="Poppins"/>
                <a:ea typeface="+mn-ea"/>
                <a:cs typeface="+mn-cs"/>
              </a:rPr>
              <a:t>regional considerations </a:t>
            </a:r>
            <a:r>
              <a:rPr kumimoji="0" lang="en-GB" sz="1400" b="0" i="0" u="none" strike="noStrike" kern="1200" cap="none" spc="0" normalizeH="0" baseline="0" noProof="0">
                <a:ln>
                  <a:noFill/>
                </a:ln>
                <a:solidFill>
                  <a:srgbClr val="000000"/>
                </a:solidFill>
                <a:effectLst/>
                <a:uLnTx/>
                <a:uFillTx/>
                <a:latin typeface="Poppins"/>
                <a:ea typeface="+mn-ea"/>
                <a:cs typeface="+mn-cs"/>
              </a:rPr>
              <a:t>to </a:t>
            </a:r>
            <a:r>
              <a:rPr kumimoji="0" lang="en-GB" sz="1400" b="1" i="0" u="none" strike="noStrike" kern="1200" cap="none" spc="0" normalizeH="0" baseline="0" noProof="0">
                <a:ln>
                  <a:noFill/>
                </a:ln>
                <a:solidFill>
                  <a:srgbClr val="000000"/>
                </a:solidFill>
                <a:effectLst/>
                <a:uLnTx/>
                <a:uFillTx/>
                <a:latin typeface="Poppins"/>
                <a:ea typeface="+mn-ea"/>
                <a:cs typeface="+mn-cs"/>
              </a:rPr>
              <a:t>align on high- and medium- priority evidence gaps </a:t>
            </a:r>
            <a:r>
              <a:rPr kumimoji="0" lang="en-GB" sz="1400" b="0" i="0" u="none" strike="noStrike" kern="1200" cap="none" spc="0" normalizeH="0" baseline="0" noProof="0">
                <a:ln>
                  <a:noFill/>
                </a:ln>
                <a:solidFill>
                  <a:srgbClr val="000000"/>
                </a:solidFill>
                <a:effectLst/>
                <a:uLnTx/>
                <a:uFillTx/>
                <a:latin typeface="Poppins"/>
                <a:ea typeface="+mn-ea"/>
                <a:cs typeface="+mn-cs"/>
              </a:rPr>
              <a:t>based on strategic importance and urgency to generate evidence and </a:t>
            </a:r>
            <a:r>
              <a:rPr kumimoji="0" lang="en-GB" sz="1400" b="1" i="0" u="none" strike="noStrike" kern="1200" cap="none" spc="0" normalizeH="0" baseline="0" noProof="0">
                <a:ln>
                  <a:noFill/>
                </a:ln>
                <a:solidFill>
                  <a:srgbClr val="000000"/>
                </a:solidFill>
                <a:effectLst/>
                <a:uLnTx/>
                <a:uFillTx/>
                <a:latin typeface="Poppins"/>
                <a:ea typeface="+mn-ea"/>
                <a:cs typeface="+mn-cs"/>
              </a:rPr>
              <a:t>develop related tactics </a:t>
            </a:r>
            <a:r>
              <a:rPr kumimoji="0" lang="en-GB" sz="1400" b="0" i="0" u="none" strike="noStrike" kern="1200" cap="none" spc="0" normalizeH="0" baseline="0" noProof="0">
                <a:ln>
                  <a:noFill/>
                </a:ln>
                <a:solidFill>
                  <a:srgbClr val="000000"/>
                </a:solidFill>
                <a:effectLst/>
                <a:uLnTx/>
                <a:uFillTx/>
                <a:latin typeface="Poppins"/>
                <a:ea typeface="+mn-ea"/>
                <a:cs typeface="+mn-cs"/>
              </a:rPr>
              <a:t>and </a:t>
            </a:r>
            <a:r>
              <a:rPr kumimoji="0" lang="en-GB" sz="1400" b="1" i="0" u="none" strike="noStrike" kern="1200" cap="none" spc="0" normalizeH="0" baseline="0" noProof="0">
                <a:ln>
                  <a:noFill/>
                </a:ln>
                <a:solidFill>
                  <a:srgbClr val="000000"/>
                </a:solidFill>
                <a:effectLst/>
                <a:uLnTx/>
                <a:uFillTx/>
                <a:latin typeface="Poppins"/>
                <a:ea typeface="+mn-ea"/>
                <a:cs typeface="+mn-cs"/>
              </a:rPr>
              <a:t>implementation roadmap</a:t>
            </a:r>
          </a:p>
        </p:txBody>
      </p:sp>
      <p:sp>
        <p:nvSpPr>
          <p:cNvPr id="10" name="Rectangle 9">
            <a:extLst>
              <a:ext uri="{FF2B5EF4-FFF2-40B4-BE49-F238E27FC236}">
                <a16:creationId xmlns:a16="http://schemas.microsoft.com/office/drawing/2014/main" id="{EEAB1D55-C530-FD53-92C7-32F64D92EA90}"/>
              </a:ext>
            </a:extLst>
          </p:cNvPr>
          <p:cNvSpPr/>
          <p:nvPr/>
        </p:nvSpPr>
        <p:spPr>
          <a:xfrm>
            <a:off x="2282385" y="4653755"/>
            <a:ext cx="9546075" cy="144000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norm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400" b="0" i="0" u="none" strike="noStrike" kern="1200" cap="none" spc="0" normalizeH="0" baseline="0" noProof="0">
                <a:ln>
                  <a:noFill/>
                </a:ln>
                <a:solidFill>
                  <a:srgbClr val="000000"/>
                </a:solidFill>
                <a:effectLst/>
                <a:uLnTx/>
                <a:uFillTx/>
                <a:latin typeface="Poppins"/>
                <a:ea typeface="+mn-ea"/>
                <a:cs typeface="+mn-cs"/>
              </a:rPr>
              <a:t>This IEGP captures </a:t>
            </a:r>
            <a:r>
              <a:rPr kumimoji="0" lang="en-GB" sz="1400" b="1" i="0" u="none" strike="noStrike" kern="1200" cap="none" spc="0" normalizeH="0" baseline="0" noProof="0">
                <a:ln>
                  <a:noFill/>
                </a:ln>
                <a:solidFill>
                  <a:srgbClr val="000000"/>
                </a:solidFill>
                <a:effectLst/>
                <a:uLnTx/>
                <a:uFillTx/>
                <a:latin typeface="Poppins"/>
                <a:ea typeface="+mn-ea"/>
                <a:cs typeface="+mn-cs"/>
              </a:rPr>
              <a:t>cross-functional</a:t>
            </a:r>
            <a:r>
              <a:rPr kumimoji="0" lang="en-GB" sz="1400" b="0" i="0" u="none" strike="noStrike" kern="1200" cap="none" spc="0" normalizeH="0" baseline="0" noProof="0">
                <a:ln>
                  <a:noFill/>
                </a:ln>
                <a:solidFill>
                  <a:srgbClr val="000000"/>
                </a:solidFill>
                <a:effectLst/>
                <a:uLnTx/>
                <a:uFillTx/>
                <a:latin typeface="Poppins"/>
                <a:ea typeface="+mn-ea"/>
                <a:cs typeface="+mn-cs"/>
              </a:rPr>
              <a:t> perspective and </a:t>
            </a:r>
            <a:r>
              <a:rPr kumimoji="0" lang="en-GB" sz="1400" b="1" i="0" u="none" strike="noStrike" kern="1200" cap="none" spc="0" normalizeH="0" baseline="0" noProof="0">
                <a:ln>
                  <a:noFill/>
                </a:ln>
                <a:solidFill>
                  <a:srgbClr val="000000"/>
                </a:solidFill>
                <a:effectLst/>
                <a:uLnTx/>
                <a:uFillTx/>
                <a:latin typeface="Poppins"/>
                <a:ea typeface="+mn-ea"/>
                <a:cs typeface="+mn-cs"/>
              </a:rPr>
              <a:t>regional</a:t>
            </a:r>
            <a:r>
              <a:rPr kumimoji="0" lang="en-GB" sz="1400" b="0" i="0" u="none" strike="noStrike" kern="1200" cap="none" spc="0" normalizeH="0" baseline="0" noProof="0">
                <a:ln>
                  <a:noFill/>
                </a:ln>
                <a:solidFill>
                  <a:srgbClr val="000000"/>
                </a:solidFill>
                <a:effectLst/>
                <a:uLnTx/>
                <a:uFillTx/>
                <a:latin typeface="Poppins"/>
                <a:ea typeface="+mn-ea"/>
                <a:cs typeface="+mn-cs"/>
              </a:rPr>
              <a:t> input</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283349">
                    <a:lumMod val="50000"/>
                  </a:srgbClr>
                </a:solidFill>
                <a:effectLst/>
                <a:uLnTx/>
                <a:uFillTx/>
                <a:latin typeface="Poppins"/>
                <a:ea typeface="+mn-ea"/>
                <a:cs typeface="+mn-cs"/>
              </a:rPr>
              <a:t>Functions</a:t>
            </a:r>
            <a:r>
              <a:rPr kumimoji="0" lang="en-US" sz="1400" b="0" i="0" u="none" strike="noStrike" kern="1200" cap="none" spc="0" normalizeH="0" baseline="0" noProof="0">
                <a:ln>
                  <a:noFill/>
                </a:ln>
                <a:solidFill>
                  <a:srgbClr val="283349">
                    <a:lumMod val="50000"/>
                  </a:srgbClr>
                </a:solidFill>
                <a:effectLst/>
                <a:uLnTx/>
                <a:uFillTx/>
                <a:latin typeface="Poppins"/>
                <a:ea typeface="+mn-ea"/>
                <a:cs typeface="+mn-cs"/>
              </a:rPr>
              <a:t>: Medical, Clinical Development, Market Access, HEOR/PRO, Commercial, Marketing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1" i="0" u="none" strike="noStrike" kern="1200" cap="none" spc="0" normalizeH="0" baseline="0" noProof="0">
                <a:ln>
                  <a:noFill/>
                </a:ln>
                <a:solidFill>
                  <a:srgbClr val="283349">
                    <a:lumMod val="50000"/>
                  </a:srgbClr>
                </a:solidFill>
                <a:effectLst/>
                <a:uLnTx/>
                <a:uFillTx/>
                <a:latin typeface="Poppins"/>
                <a:ea typeface="+mn-ea"/>
                <a:cs typeface="+mn-cs"/>
              </a:rPr>
              <a:t>Regions: </a:t>
            </a:r>
            <a:r>
              <a:rPr kumimoji="0" lang="en-US" sz="1400" b="0" i="0" u="none" strike="noStrike" kern="1200" cap="none" spc="0" normalizeH="0" baseline="0" noProof="0">
                <a:ln>
                  <a:noFill/>
                </a:ln>
                <a:solidFill>
                  <a:srgbClr val="283349">
                    <a:lumMod val="50000"/>
                  </a:srgbClr>
                </a:solidFill>
                <a:effectLst/>
                <a:uLnTx/>
                <a:uFillTx/>
                <a:latin typeface="Poppins"/>
                <a:ea typeface="+mn-ea"/>
                <a:cs typeface="+mn-cs"/>
              </a:rPr>
              <a:t>Global, EU, JAPAC, New Markets, US etc. </a:t>
            </a:r>
            <a:endParaRPr kumimoji="0" lang="en-US" sz="1400" b="1" i="0" u="none" strike="noStrike" kern="1200" cap="none" spc="0" normalizeH="0" baseline="0" noProof="0">
              <a:ln>
                <a:noFill/>
              </a:ln>
              <a:solidFill>
                <a:srgbClr val="283349">
                  <a:lumMod val="50000"/>
                </a:srgbClr>
              </a:solidFill>
              <a:effectLst/>
              <a:uLnTx/>
              <a:uFillTx/>
              <a:latin typeface="Poppins"/>
              <a:ea typeface="+mn-ea"/>
              <a:cs typeface="+mn-cs"/>
            </a:endParaRPr>
          </a:p>
        </p:txBody>
      </p:sp>
      <p:sp>
        <p:nvSpPr>
          <p:cNvPr id="12" name="Rectangle 11">
            <a:extLst>
              <a:ext uri="{FF2B5EF4-FFF2-40B4-BE49-F238E27FC236}">
                <a16:creationId xmlns:a16="http://schemas.microsoft.com/office/drawing/2014/main" id="{4E8CEDE7-F162-EAB8-BCEC-F4C0CA46B81C}"/>
              </a:ext>
            </a:extLst>
          </p:cNvPr>
          <p:cNvSpPr/>
          <p:nvPr/>
        </p:nvSpPr>
        <p:spPr>
          <a:xfrm>
            <a:off x="358338" y="1371599"/>
            <a:ext cx="1924048" cy="144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Poppins"/>
                <a:ea typeface="+mn-ea"/>
                <a:cs typeface="+mn-cs"/>
              </a:rPr>
              <a:t>IEGP Overview</a:t>
            </a:r>
          </a:p>
        </p:txBody>
      </p:sp>
      <p:sp>
        <p:nvSpPr>
          <p:cNvPr id="13" name="Rectangle 12">
            <a:extLst>
              <a:ext uri="{FF2B5EF4-FFF2-40B4-BE49-F238E27FC236}">
                <a16:creationId xmlns:a16="http://schemas.microsoft.com/office/drawing/2014/main" id="{8B9A6D99-5B00-3E42-429A-3CCEA657143B}"/>
              </a:ext>
            </a:extLst>
          </p:cNvPr>
          <p:cNvSpPr/>
          <p:nvPr/>
        </p:nvSpPr>
        <p:spPr>
          <a:xfrm>
            <a:off x="358338" y="3012677"/>
            <a:ext cx="1924048" cy="1440000"/>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Poppins"/>
                <a:ea typeface="+mn-ea"/>
                <a:cs typeface="+mn-cs"/>
              </a:rPr>
              <a:t>Methodology</a:t>
            </a:r>
          </a:p>
        </p:txBody>
      </p:sp>
      <p:sp>
        <p:nvSpPr>
          <p:cNvPr id="14" name="Rectangle 13">
            <a:extLst>
              <a:ext uri="{FF2B5EF4-FFF2-40B4-BE49-F238E27FC236}">
                <a16:creationId xmlns:a16="http://schemas.microsoft.com/office/drawing/2014/main" id="{BCA29FA4-3FA4-C29E-19F2-A911517394A3}"/>
              </a:ext>
            </a:extLst>
          </p:cNvPr>
          <p:cNvSpPr/>
          <p:nvPr/>
        </p:nvSpPr>
        <p:spPr>
          <a:xfrm>
            <a:off x="358337" y="4653755"/>
            <a:ext cx="1924048" cy="144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FFFFFF"/>
                </a:solidFill>
                <a:effectLst/>
                <a:uLnTx/>
                <a:uFillTx/>
                <a:latin typeface="Poppins"/>
                <a:ea typeface="+mn-ea"/>
                <a:cs typeface="+mn-cs"/>
              </a:rPr>
              <a:t>Stakeholders Involved</a:t>
            </a:r>
          </a:p>
        </p:txBody>
      </p:sp>
      <p:sp>
        <p:nvSpPr>
          <p:cNvPr id="15" name="Rectangle 14">
            <a:extLst>
              <a:ext uri="{FF2B5EF4-FFF2-40B4-BE49-F238E27FC236}">
                <a16:creationId xmlns:a16="http://schemas.microsoft.com/office/drawing/2014/main" id="{8937BC9F-83AB-088F-011F-E3D1DC1A63E1}"/>
              </a:ext>
            </a:extLst>
          </p:cNvPr>
          <p:cNvSpPr/>
          <p:nvPr/>
        </p:nvSpPr>
        <p:spPr>
          <a:xfrm>
            <a:off x="2395081" y="2157472"/>
            <a:ext cx="2091194" cy="2520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83349">
                    <a:lumMod val="50000"/>
                  </a:srgbClr>
                </a:solidFill>
                <a:effectLst/>
                <a:uLnTx/>
                <a:uFillTx/>
                <a:latin typeface="Poppins"/>
                <a:ea typeface="+mn-ea"/>
                <a:cs typeface="+mn-cs"/>
              </a:rPr>
              <a:t>Advanced/Metastatic ESCC</a:t>
            </a:r>
          </a:p>
        </p:txBody>
      </p:sp>
      <p:sp>
        <p:nvSpPr>
          <p:cNvPr id="16" name="Rectangle 15">
            <a:extLst>
              <a:ext uri="{FF2B5EF4-FFF2-40B4-BE49-F238E27FC236}">
                <a16:creationId xmlns:a16="http://schemas.microsoft.com/office/drawing/2014/main" id="{5828FE09-F7A5-DC69-F720-762064F26C47}"/>
              </a:ext>
            </a:extLst>
          </p:cNvPr>
          <p:cNvSpPr/>
          <p:nvPr/>
        </p:nvSpPr>
        <p:spPr>
          <a:xfrm>
            <a:off x="4706800" y="2154060"/>
            <a:ext cx="2215019" cy="2520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83349">
                    <a:lumMod val="50000"/>
                  </a:srgbClr>
                </a:solidFill>
                <a:effectLst/>
                <a:uLnTx/>
                <a:uFillTx/>
                <a:latin typeface="Poppins"/>
                <a:ea typeface="+mn-ea"/>
                <a:cs typeface="+mn-cs"/>
              </a:rPr>
              <a:t>Advanced/Metastatic GC/GEJ</a:t>
            </a:r>
          </a:p>
        </p:txBody>
      </p:sp>
      <p:sp>
        <p:nvSpPr>
          <p:cNvPr id="17" name="Rectangle 16">
            <a:extLst>
              <a:ext uri="{FF2B5EF4-FFF2-40B4-BE49-F238E27FC236}">
                <a16:creationId xmlns:a16="http://schemas.microsoft.com/office/drawing/2014/main" id="{1CDE0999-A17C-A2C6-F02C-E93CFD0E3B09}"/>
              </a:ext>
            </a:extLst>
          </p:cNvPr>
          <p:cNvSpPr/>
          <p:nvPr/>
        </p:nvSpPr>
        <p:spPr>
          <a:xfrm>
            <a:off x="7142344" y="2157472"/>
            <a:ext cx="2520000" cy="2520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83349">
                    <a:lumMod val="50000"/>
                  </a:srgbClr>
                </a:solidFill>
                <a:effectLst/>
                <a:uLnTx/>
                <a:uFillTx/>
                <a:latin typeface="Poppins"/>
                <a:ea typeface="+mn-ea"/>
                <a:cs typeface="+mn-cs"/>
              </a:rPr>
              <a:t>Perioperative &amp; Metastatic NSCLC</a:t>
            </a:r>
          </a:p>
        </p:txBody>
      </p:sp>
      <p:sp>
        <p:nvSpPr>
          <p:cNvPr id="18" name="Rectangle 17">
            <a:extLst>
              <a:ext uri="{FF2B5EF4-FFF2-40B4-BE49-F238E27FC236}">
                <a16:creationId xmlns:a16="http://schemas.microsoft.com/office/drawing/2014/main" id="{EA87B122-E79D-B17A-B521-E23C925BC11C}"/>
              </a:ext>
            </a:extLst>
          </p:cNvPr>
          <p:cNvSpPr/>
          <p:nvPr/>
        </p:nvSpPr>
        <p:spPr>
          <a:xfrm>
            <a:off x="9882869" y="2154060"/>
            <a:ext cx="1859642" cy="2520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83349">
                    <a:lumMod val="50000"/>
                  </a:srgbClr>
                </a:solidFill>
                <a:effectLst/>
                <a:uLnTx/>
                <a:uFillTx/>
                <a:latin typeface="Poppins"/>
                <a:ea typeface="+mn-ea"/>
                <a:cs typeface="+mn-cs"/>
              </a:rPr>
              <a:t>Extensive-Stage SCLC</a:t>
            </a:r>
          </a:p>
        </p:txBody>
      </p:sp>
      <p:pic>
        <p:nvPicPr>
          <p:cNvPr id="24" name="Graphic 23">
            <a:extLst>
              <a:ext uri="{FF2B5EF4-FFF2-40B4-BE49-F238E27FC236}">
                <a16:creationId xmlns:a16="http://schemas.microsoft.com/office/drawing/2014/main" id="{F9E72473-0BE6-09EA-42A8-7627C5AD73D7}"/>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960362" y="1855603"/>
            <a:ext cx="720000" cy="720000"/>
          </a:xfrm>
          <a:prstGeom prst="rect">
            <a:avLst/>
          </a:prstGeom>
        </p:spPr>
      </p:pic>
      <p:pic>
        <p:nvPicPr>
          <p:cNvPr id="25" name="Graphic 24">
            <a:extLst>
              <a:ext uri="{FF2B5EF4-FFF2-40B4-BE49-F238E27FC236}">
                <a16:creationId xmlns:a16="http://schemas.microsoft.com/office/drawing/2014/main" id="{C7A81F19-FE50-8B94-6840-5886E315EFEE}"/>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960362" y="5287578"/>
            <a:ext cx="720000" cy="720000"/>
          </a:xfrm>
          <a:prstGeom prst="rect">
            <a:avLst/>
          </a:prstGeom>
        </p:spPr>
      </p:pic>
      <p:pic>
        <p:nvPicPr>
          <p:cNvPr id="26" name="Graphic 25">
            <a:extLst>
              <a:ext uri="{FF2B5EF4-FFF2-40B4-BE49-F238E27FC236}">
                <a16:creationId xmlns:a16="http://schemas.microsoft.com/office/drawing/2014/main" id="{3D41858B-67C3-9220-F6DB-3CC2B753EE21}"/>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960362" y="3506729"/>
            <a:ext cx="720000" cy="720000"/>
          </a:xfrm>
          <a:prstGeom prst="rect">
            <a:avLst/>
          </a:prstGeom>
        </p:spPr>
      </p:pic>
    </p:spTree>
    <p:extLst>
      <p:ext uri="{BB962C8B-B14F-4D97-AF65-F5344CB8AC3E}">
        <p14:creationId xmlns:p14="http://schemas.microsoft.com/office/powerpoint/2010/main" val="192725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033D7-BBA8-9851-6E37-658482C9461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C2724BA-903A-C6F1-3211-742262C0F8B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5" name="think-cell data - do not delete" hidden="1">
                        <a:extLst>
                          <a:ext uri="{FF2B5EF4-FFF2-40B4-BE49-F238E27FC236}">
                            <a16:creationId xmlns:a16="http://schemas.microsoft.com/office/drawing/2014/main" id="{EC2724BA-903A-C6F1-3211-742262C0F8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TextBox 18">
            <a:extLst>
              <a:ext uri="{FF2B5EF4-FFF2-40B4-BE49-F238E27FC236}">
                <a16:creationId xmlns:a16="http://schemas.microsoft.com/office/drawing/2014/main" id="{EE1B58F6-4674-65CC-1B83-4FCD8A5068F6}"/>
              </a:ext>
            </a:extLst>
          </p:cNvPr>
          <p:cNvSpPr txBox="1">
            <a:spLocks noGrp="1" noRot="1" noMove="1" noResize="1" noEditPoints="1" noAdjustHandles="1" noChangeArrowheads="1" noChangeShapeType="1"/>
          </p:cNvSpPr>
          <p:nvPr/>
        </p:nvSpPr>
        <p:spPr>
          <a:xfrm>
            <a:off x="358337" y="1110282"/>
            <a:ext cx="11559343" cy="433633"/>
          </a:xfrm>
          <a:prstGeom prst="rect">
            <a:avLst/>
          </a:prstGeom>
          <a:solidFill>
            <a:schemeClr val="bg1"/>
          </a:solidFill>
        </p:spPr>
        <p:txBody>
          <a:bodyPr wrap="square" lIns="0" tIns="0" rIns="0" bIns="0" rtlCol="0" anchor="b">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rgbClr val="283349">
                  <a:lumMod val="60000"/>
                  <a:lumOff val="40000"/>
                </a:srgbClr>
              </a:solidFill>
              <a:effectLst/>
              <a:uLnTx/>
              <a:uFillTx/>
              <a:latin typeface="Poppins Medium"/>
              <a:ea typeface="+mn-ea"/>
              <a:cs typeface="+mn-cs"/>
            </a:endParaRPr>
          </a:p>
        </p:txBody>
      </p:sp>
      <p:sp>
        <p:nvSpPr>
          <p:cNvPr id="2" name="Title 1">
            <a:extLst>
              <a:ext uri="{FF2B5EF4-FFF2-40B4-BE49-F238E27FC236}">
                <a16:creationId xmlns:a16="http://schemas.microsoft.com/office/drawing/2014/main" id="{17D5402C-6F12-E85B-5A7C-9A2B604A6C78}"/>
              </a:ext>
            </a:extLst>
          </p:cNvPr>
          <p:cNvSpPr>
            <a:spLocks noGrp="1"/>
          </p:cNvSpPr>
          <p:nvPr>
            <p:ph type="title"/>
          </p:nvPr>
        </p:nvSpPr>
        <p:spPr>
          <a:xfrm>
            <a:off x="358337" y="271427"/>
            <a:ext cx="11470125" cy="1107996"/>
          </a:xfrm>
        </p:spPr>
        <p:txBody>
          <a:bodyPr vert="horz"/>
          <a:lstStyle/>
          <a:p>
            <a:r>
              <a:rPr lang="en-GB" sz="2400"/>
              <a:t>Cross-functional stakeholders identified, evaluated, and prioritized gaps, ideating tactics for high- and medium- priority gaps</a:t>
            </a:r>
            <a:br>
              <a:rPr lang="en-GB" sz="2400"/>
            </a:br>
            <a:r>
              <a:rPr lang="en-US" sz="2400"/>
              <a:t> </a:t>
            </a:r>
          </a:p>
        </p:txBody>
      </p:sp>
      <p:sp>
        <p:nvSpPr>
          <p:cNvPr id="3" name="Footer Placeholder 2">
            <a:extLst>
              <a:ext uri="{FF2B5EF4-FFF2-40B4-BE49-F238E27FC236}">
                <a16:creationId xmlns:a16="http://schemas.microsoft.com/office/drawing/2014/main" id="{038762B4-3832-2A8E-F0C6-A918D7D2139D}"/>
              </a:ext>
            </a:extLst>
          </p:cNvPr>
          <p:cNvSpPr>
            <a:spLocks noGrp="1"/>
          </p:cNvSpPr>
          <p:nvPr>
            <p:ph type="ftr" sz="quarter" idx="10"/>
          </p:nvPr>
        </p:nvSpPr>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HEOR: Health Economics and Outcomes Research; IEGP: Integrated Evidence Generation Plan; PRO: Patient Reported Outcomes</a:t>
            </a:r>
          </a:p>
        </p:txBody>
      </p:sp>
      <p:sp>
        <p:nvSpPr>
          <p:cNvPr id="4" name="Rectangle 3">
            <a:extLst>
              <a:ext uri="{FF2B5EF4-FFF2-40B4-BE49-F238E27FC236}">
                <a16:creationId xmlns:a16="http://schemas.microsoft.com/office/drawing/2014/main" id="{CF39B4C2-D091-CC82-0734-B84B9E0F26D3}"/>
              </a:ext>
            </a:extLst>
          </p:cNvPr>
          <p:cNvSpPr/>
          <p:nvPr/>
        </p:nvSpPr>
        <p:spPr>
          <a:xfrm rot="5400000">
            <a:off x="2035388" y="426919"/>
            <a:ext cx="433633" cy="2342956"/>
          </a:xfrm>
          <a:prstGeom prst="rect">
            <a:avLst/>
          </a:prstGeom>
          <a:solidFill>
            <a:schemeClr val="tx2"/>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Poppins"/>
                <a:ea typeface="+mn-ea"/>
                <a:cs typeface="+mn-cs"/>
              </a:rPr>
              <a:t>Pre-Workshop Activities </a:t>
            </a:r>
          </a:p>
        </p:txBody>
      </p:sp>
      <p:pic>
        <p:nvPicPr>
          <p:cNvPr id="11" name="Graphic 10">
            <a:extLst>
              <a:ext uri="{FF2B5EF4-FFF2-40B4-BE49-F238E27FC236}">
                <a16:creationId xmlns:a16="http://schemas.microsoft.com/office/drawing/2014/main" id="{8CB38C2B-1325-8C11-E23E-9FEDFB0A31FF}"/>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4314038" y="1492889"/>
            <a:ext cx="612000" cy="612000"/>
          </a:xfrm>
          <a:prstGeom prst="rect">
            <a:avLst/>
          </a:prstGeom>
        </p:spPr>
      </p:pic>
      <p:sp>
        <p:nvSpPr>
          <p:cNvPr id="12" name="TextBox 11">
            <a:extLst>
              <a:ext uri="{FF2B5EF4-FFF2-40B4-BE49-F238E27FC236}">
                <a16:creationId xmlns:a16="http://schemas.microsoft.com/office/drawing/2014/main" id="{3263A8F8-C587-721F-E445-DEFC5F09E5C9}"/>
              </a:ext>
            </a:extLst>
          </p:cNvPr>
          <p:cNvSpPr txBox="1"/>
          <p:nvPr/>
        </p:nvSpPr>
        <p:spPr>
          <a:xfrm>
            <a:off x="3504077" y="2104150"/>
            <a:ext cx="2231923" cy="553998"/>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83349">
                    <a:lumMod val="60000"/>
                    <a:lumOff val="40000"/>
                  </a:srgbClr>
                </a:solidFill>
                <a:effectLst/>
                <a:uLnTx/>
                <a:uFillTx/>
                <a:latin typeface="Poppins"/>
                <a:ea typeface="+mn-ea"/>
                <a:cs typeface="+mn-cs"/>
              </a:rPr>
              <a:t>1. </a:t>
            </a:r>
            <a:r>
              <a:rPr kumimoji="0" lang="en-GB" sz="1200" b="0" i="0" u="none" strike="noStrike" kern="1200" cap="none" spc="0" normalizeH="0" baseline="0" noProof="0">
                <a:ln>
                  <a:noFill/>
                </a:ln>
                <a:solidFill>
                  <a:srgbClr val="000000"/>
                </a:solidFill>
                <a:effectLst/>
                <a:uLnTx/>
                <a:uFillTx/>
                <a:latin typeface="Poppins"/>
                <a:ea typeface="+mn-ea"/>
                <a:cs typeface="+mn-cs"/>
              </a:rPr>
              <a:t>Robust </a:t>
            </a:r>
            <a:r>
              <a:rPr kumimoji="0" lang="en-GB" sz="1200" b="1" i="0" u="none" strike="noStrike" kern="1200" cap="none" spc="0" normalizeH="0" baseline="0" noProof="0">
                <a:ln>
                  <a:noFill/>
                </a:ln>
                <a:solidFill>
                  <a:srgbClr val="000000"/>
                </a:solidFill>
                <a:effectLst/>
                <a:uLnTx/>
                <a:uFillTx/>
                <a:latin typeface="Poppins"/>
                <a:ea typeface="+mn-ea"/>
                <a:cs typeface="+mn-cs"/>
              </a:rPr>
              <a:t>review</a:t>
            </a:r>
            <a:r>
              <a:rPr kumimoji="0" lang="en-GB" sz="1200" b="0" i="0" u="none" strike="noStrike" kern="1200" cap="none" spc="0" normalizeH="0" baseline="0" noProof="0">
                <a:ln>
                  <a:noFill/>
                </a:ln>
                <a:solidFill>
                  <a:srgbClr val="000000"/>
                </a:solidFill>
                <a:effectLst/>
                <a:uLnTx/>
                <a:uFillTx/>
                <a:latin typeface="Poppins"/>
                <a:ea typeface="+mn-ea"/>
                <a:cs typeface="+mn-cs"/>
              </a:rPr>
              <a:t> of </a:t>
            </a:r>
            <a:r>
              <a:rPr kumimoji="0" lang="en-GB" sz="1200" b="0" i="0" u="none" strike="noStrike" kern="1200" cap="none" spc="0" normalizeH="0" baseline="0" noProof="0" err="1">
                <a:ln>
                  <a:noFill/>
                </a:ln>
                <a:solidFill>
                  <a:srgbClr val="000000"/>
                </a:solidFill>
                <a:effectLst/>
                <a:uLnTx/>
                <a:uFillTx/>
                <a:latin typeface="Poppins"/>
                <a:ea typeface="+mn-ea"/>
                <a:cs typeface="+mn-cs"/>
              </a:rPr>
              <a:t>BeOne</a:t>
            </a:r>
            <a:r>
              <a:rPr kumimoji="0" lang="en-GB" sz="1200" b="0" i="0" u="none" strike="noStrike" kern="1200" cap="none" spc="0" normalizeH="0" baseline="0" noProof="0">
                <a:ln>
                  <a:noFill/>
                </a:ln>
                <a:solidFill>
                  <a:srgbClr val="000000"/>
                </a:solidFill>
                <a:effectLst/>
                <a:uLnTx/>
                <a:uFillTx/>
                <a:latin typeface="Poppins"/>
                <a:ea typeface="+mn-ea"/>
                <a:cs typeface="+mn-cs"/>
              </a:rPr>
              <a:t> </a:t>
            </a:r>
            <a:r>
              <a:rPr kumimoji="0" lang="en-GB" sz="1200" b="1" i="0" u="none" strike="noStrike" kern="1200" cap="none" spc="0" normalizeH="0" baseline="0" noProof="0">
                <a:ln>
                  <a:noFill/>
                </a:ln>
                <a:solidFill>
                  <a:srgbClr val="000000"/>
                </a:solidFill>
                <a:effectLst/>
                <a:uLnTx/>
                <a:uFillTx/>
                <a:latin typeface="Poppins"/>
                <a:ea typeface="+mn-ea"/>
                <a:cs typeface="+mn-cs"/>
              </a:rPr>
              <a:t>strategic materials</a:t>
            </a:r>
            <a:endParaRPr kumimoji="0" lang="en-GB" sz="1200" b="1" i="0" u="none" strike="sngStrike" kern="1200" cap="none" spc="0" normalizeH="0" baseline="0" noProof="0">
              <a:ln>
                <a:noFill/>
              </a:ln>
              <a:solidFill>
                <a:srgbClr val="000000"/>
              </a:solidFill>
              <a:effectLst/>
              <a:uLnTx/>
              <a:uFillTx/>
              <a:latin typeface="Poppins"/>
              <a:ea typeface="+mn-ea"/>
              <a:cs typeface="+mn-cs"/>
            </a:endParaRPr>
          </a:p>
        </p:txBody>
      </p:sp>
      <p:cxnSp>
        <p:nvCxnSpPr>
          <p:cNvPr id="14" name="Straight Arrow Connector 13">
            <a:extLst>
              <a:ext uri="{FF2B5EF4-FFF2-40B4-BE49-F238E27FC236}">
                <a16:creationId xmlns:a16="http://schemas.microsoft.com/office/drawing/2014/main" id="{2882654F-5D7C-B548-69A3-D949978EEC00}"/>
              </a:ext>
            </a:extLst>
          </p:cNvPr>
          <p:cNvCxnSpPr>
            <a:cxnSpLocks/>
          </p:cNvCxnSpPr>
          <p:nvPr/>
        </p:nvCxnSpPr>
        <p:spPr>
          <a:xfrm>
            <a:off x="5736000" y="1843943"/>
            <a:ext cx="720000" cy="4258"/>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1985265-8224-E3C9-6120-EBAD9E97001E}"/>
              </a:ext>
            </a:extLst>
          </p:cNvPr>
          <p:cNvSpPr txBox="1"/>
          <p:nvPr/>
        </p:nvSpPr>
        <p:spPr>
          <a:xfrm>
            <a:off x="6150000" y="2104150"/>
            <a:ext cx="2231923" cy="553998"/>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83349">
                    <a:lumMod val="60000"/>
                    <a:lumOff val="40000"/>
                  </a:srgbClr>
                </a:solidFill>
                <a:effectLst/>
                <a:uLnTx/>
                <a:uFillTx/>
                <a:latin typeface="Poppins"/>
                <a:ea typeface="+mn-ea"/>
                <a:cs typeface="+mn-cs"/>
              </a:rPr>
              <a:t>2. </a:t>
            </a:r>
            <a:r>
              <a:rPr kumimoji="0" lang="en-GB" sz="1200" b="0" i="0" u="none" strike="noStrike" kern="1200" cap="none" spc="0" normalizeH="0" baseline="0" noProof="0">
                <a:ln>
                  <a:noFill/>
                </a:ln>
                <a:solidFill>
                  <a:srgbClr val="000000"/>
                </a:solidFill>
                <a:effectLst/>
                <a:uLnTx/>
                <a:uFillTx/>
                <a:latin typeface="Poppins"/>
                <a:ea typeface="+mn-ea"/>
                <a:cs typeface="+mn-cs"/>
              </a:rPr>
              <a:t>Cross-functional </a:t>
            </a:r>
            <a:r>
              <a:rPr kumimoji="0" lang="en-GB" sz="1200" b="1" i="0" u="none" strike="noStrike" kern="1200" cap="none" spc="0" normalizeH="0" baseline="0" noProof="0">
                <a:ln>
                  <a:noFill/>
                </a:ln>
                <a:solidFill>
                  <a:srgbClr val="000000"/>
                </a:solidFill>
                <a:effectLst/>
                <a:uLnTx/>
                <a:uFillTx/>
                <a:latin typeface="Poppins"/>
                <a:ea typeface="+mn-ea"/>
                <a:cs typeface="+mn-cs"/>
              </a:rPr>
              <a:t>internal interviews</a:t>
            </a:r>
            <a:endParaRPr kumimoji="0" lang="en-GB" sz="1200" b="0" i="0" u="none" strike="noStrike" kern="1200" cap="none" spc="0" normalizeH="0" baseline="0" noProof="0">
              <a:ln>
                <a:noFill/>
              </a:ln>
              <a:solidFill>
                <a:srgbClr val="000000"/>
              </a:solidFill>
              <a:effectLst/>
              <a:uLnTx/>
              <a:uFillTx/>
              <a:latin typeface="Poppins"/>
              <a:ea typeface="+mn-ea"/>
              <a:cs typeface="+mn-cs"/>
            </a:endParaRPr>
          </a:p>
        </p:txBody>
      </p:sp>
      <p:pic>
        <p:nvPicPr>
          <p:cNvPr id="24" name="Graphic 23">
            <a:extLst>
              <a:ext uri="{FF2B5EF4-FFF2-40B4-BE49-F238E27FC236}">
                <a16:creationId xmlns:a16="http://schemas.microsoft.com/office/drawing/2014/main" id="{673FCE39-A4ED-DDC4-50FD-5636A7E7900C}"/>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6959961" y="1532281"/>
            <a:ext cx="612000" cy="612000"/>
          </a:xfrm>
          <a:prstGeom prst="rect">
            <a:avLst/>
          </a:prstGeom>
        </p:spPr>
      </p:pic>
      <p:cxnSp>
        <p:nvCxnSpPr>
          <p:cNvPr id="25" name="Straight Arrow Connector 24">
            <a:extLst>
              <a:ext uri="{FF2B5EF4-FFF2-40B4-BE49-F238E27FC236}">
                <a16:creationId xmlns:a16="http://schemas.microsoft.com/office/drawing/2014/main" id="{A7C4C787-B149-BF63-64D3-DF4391C051B4}"/>
              </a:ext>
            </a:extLst>
          </p:cNvPr>
          <p:cNvCxnSpPr>
            <a:cxnSpLocks/>
          </p:cNvCxnSpPr>
          <p:nvPr/>
        </p:nvCxnSpPr>
        <p:spPr>
          <a:xfrm>
            <a:off x="8378790" y="1849605"/>
            <a:ext cx="720000" cy="4258"/>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56940EC-372D-6664-2B54-CCD054752451}"/>
              </a:ext>
            </a:extLst>
          </p:cNvPr>
          <p:cNvSpPr txBox="1"/>
          <p:nvPr/>
        </p:nvSpPr>
        <p:spPr>
          <a:xfrm>
            <a:off x="8792790" y="2109812"/>
            <a:ext cx="2231923" cy="369332"/>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83349">
                    <a:lumMod val="60000"/>
                    <a:lumOff val="40000"/>
                  </a:srgbClr>
                </a:solidFill>
                <a:effectLst/>
                <a:uLnTx/>
                <a:uFillTx/>
                <a:latin typeface="Poppins"/>
                <a:ea typeface="+mn-ea"/>
                <a:cs typeface="+mn-cs"/>
              </a:rPr>
              <a:t>3. </a:t>
            </a:r>
            <a:r>
              <a:rPr kumimoji="0" lang="en-GB" sz="1200" b="0" i="0" u="none" strike="noStrike" kern="1200" cap="none" spc="0" normalizeH="0" baseline="0" noProof="0">
                <a:ln>
                  <a:noFill/>
                </a:ln>
                <a:solidFill>
                  <a:srgbClr val="000000"/>
                </a:solidFill>
                <a:effectLst/>
                <a:uLnTx/>
                <a:uFillTx/>
                <a:latin typeface="Poppins"/>
                <a:ea typeface="+mn-ea"/>
                <a:cs typeface="+mn-cs"/>
              </a:rPr>
              <a:t>Pre-workshop </a:t>
            </a:r>
            <a:r>
              <a:rPr kumimoji="0" lang="en-GB" sz="1200" b="1" i="0" u="none" strike="noStrike" kern="1200" cap="none" spc="0" normalizeH="0" baseline="0" noProof="0">
                <a:ln>
                  <a:noFill/>
                </a:ln>
                <a:solidFill>
                  <a:srgbClr val="000000"/>
                </a:solidFill>
                <a:effectLst/>
                <a:uLnTx/>
                <a:uFillTx/>
                <a:latin typeface="Poppins"/>
                <a:ea typeface="+mn-ea"/>
                <a:cs typeface="+mn-cs"/>
              </a:rPr>
              <a:t>survey</a:t>
            </a:r>
          </a:p>
        </p:txBody>
      </p:sp>
      <p:pic>
        <p:nvPicPr>
          <p:cNvPr id="29" name="Graphic 28">
            <a:extLst>
              <a:ext uri="{FF2B5EF4-FFF2-40B4-BE49-F238E27FC236}">
                <a16:creationId xmlns:a16="http://schemas.microsoft.com/office/drawing/2014/main" id="{2CB5E674-50B2-1C6E-B3A5-92DD0F32D302}"/>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9602751" y="1532281"/>
            <a:ext cx="612000" cy="612000"/>
          </a:xfrm>
          <a:prstGeom prst="rect">
            <a:avLst/>
          </a:prstGeom>
        </p:spPr>
      </p:pic>
      <p:sp>
        <p:nvSpPr>
          <p:cNvPr id="35" name="Rectangle 34">
            <a:extLst>
              <a:ext uri="{FF2B5EF4-FFF2-40B4-BE49-F238E27FC236}">
                <a16:creationId xmlns:a16="http://schemas.microsoft.com/office/drawing/2014/main" id="{3AB25B2E-95D5-41D9-386F-07723FA8F625}"/>
              </a:ext>
            </a:extLst>
          </p:cNvPr>
          <p:cNvSpPr/>
          <p:nvPr/>
        </p:nvSpPr>
        <p:spPr>
          <a:xfrm rot="5400000">
            <a:off x="2112006" y="1436835"/>
            <a:ext cx="922344" cy="1701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000" b="0" i="1" u="none" strike="noStrike" kern="1200" cap="none" spc="0" normalizeH="0" baseline="0" noProof="0">
                <a:ln>
                  <a:noFill/>
                </a:ln>
                <a:solidFill>
                  <a:srgbClr val="283349"/>
                </a:solidFill>
                <a:effectLst/>
                <a:uLnTx/>
                <a:uFillTx/>
                <a:latin typeface="Poppins"/>
                <a:ea typeface="+mn-ea"/>
                <a:cs typeface="+mn-cs"/>
              </a:rPr>
              <a:t>Identify and pressure-test initial list of evidence gaps</a:t>
            </a:r>
          </a:p>
        </p:txBody>
      </p:sp>
      <p:sp>
        <p:nvSpPr>
          <p:cNvPr id="36" name="Rectangle 35">
            <a:extLst>
              <a:ext uri="{FF2B5EF4-FFF2-40B4-BE49-F238E27FC236}">
                <a16:creationId xmlns:a16="http://schemas.microsoft.com/office/drawing/2014/main" id="{3FB7B87D-693F-A18F-FC04-D3CB1DB6C08F}"/>
              </a:ext>
            </a:extLst>
          </p:cNvPr>
          <p:cNvSpPr/>
          <p:nvPr/>
        </p:nvSpPr>
        <p:spPr>
          <a:xfrm rot="5400000">
            <a:off x="5324045" y="-2863894"/>
            <a:ext cx="1369088" cy="9855722"/>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Poppins"/>
              <a:ea typeface="+mn-ea"/>
              <a:cs typeface="+mn-cs"/>
            </a:endParaRPr>
          </a:p>
        </p:txBody>
      </p:sp>
      <p:pic>
        <p:nvPicPr>
          <p:cNvPr id="37" name="Graphic 36">
            <a:extLst>
              <a:ext uri="{FF2B5EF4-FFF2-40B4-BE49-F238E27FC236}">
                <a16:creationId xmlns:a16="http://schemas.microsoft.com/office/drawing/2014/main" id="{624C1806-BC05-6F85-FCCB-13F2EBDBDF1A}"/>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191583" y="2071339"/>
            <a:ext cx="432000" cy="432000"/>
          </a:xfrm>
          <a:prstGeom prst="rect">
            <a:avLst/>
          </a:prstGeom>
        </p:spPr>
      </p:pic>
      <p:grpSp>
        <p:nvGrpSpPr>
          <p:cNvPr id="67" name="Group 66">
            <a:extLst>
              <a:ext uri="{FF2B5EF4-FFF2-40B4-BE49-F238E27FC236}">
                <a16:creationId xmlns:a16="http://schemas.microsoft.com/office/drawing/2014/main" id="{3E7CF9EC-C539-3046-BF39-FF75848B3E98}"/>
              </a:ext>
            </a:extLst>
          </p:cNvPr>
          <p:cNvGrpSpPr/>
          <p:nvPr/>
        </p:nvGrpSpPr>
        <p:grpSpPr>
          <a:xfrm>
            <a:off x="11061208" y="2029367"/>
            <a:ext cx="379251" cy="1742400"/>
            <a:chOff x="10009629" y="2029367"/>
            <a:chExt cx="379251" cy="1742400"/>
          </a:xfrm>
        </p:grpSpPr>
        <p:cxnSp>
          <p:nvCxnSpPr>
            <p:cNvPr id="38" name="Straight Arrow Connector 37">
              <a:extLst>
                <a:ext uri="{FF2B5EF4-FFF2-40B4-BE49-F238E27FC236}">
                  <a16:creationId xmlns:a16="http://schemas.microsoft.com/office/drawing/2014/main" id="{CAFC2C21-8F7D-6A66-3364-6CA18AA23E42}"/>
                </a:ext>
              </a:extLst>
            </p:cNvPr>
            <p:cNvCxnSpPr>
              <a:cxnSpLocks/>
            </p:cNvCxnSpPr>
            <p:nvPr/>
          </p:nvCxnSpPr>
          <p:spPr>
            <a:xfrm rot="10800000">
              <a:off x="10028880" y="3741991"/>
              <a:ext cx="360000" cy="4258"/>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397F125-86BA-FC3E-28DF-0EF9409F0830}"/>
                </a:ext>
              </a:extLst>
            </p:cNvPr>
            <p:cNvCxnSpPr>
              <a:cxnSpLocks/>
            </p:cNvCxnSpPr>
            <p:nvPr/>
          </p:nvCxnSpPr>
          <p:spPr>
            <a:xfrm rot="10800000">
              <a:off x="10009629" y="2055275"/>
              <a:ext cx="360000" cy="4258"/>
            </a:xfrm>
            <a:prstGeom prst="straightConnector1">
              <a:avLst/>
            </a:prstGeom>
            <a:ln w="571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B99C958-2B6F-AA2E-A972-9D07B53043E5}"/>
                </a:ext>
              </a:extLst>
            </p:cNvPr>
            <p:cNvCxnSpPr>
              <a:cxnSpLocks/>
            </p:cNvCxnSpPr>
            <p:nvPr/>
          </p:nvCxnSpPr>
          <p:spPr>
            <a:xfrm rot="16200000">
              <a:off x="9498429" y="2900567"/>
              <a:ext cx="1742400" cy="0"/>
            </a:xfrm>
            <a:prstGeom prst="straightConnector1">
              <a:avLst/>
            </a:prstGeom>
            <a:ln w="571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2" name="Rectangle 41">
            <a:extLst>
              <a:ext uri="{FF2B5EF4-FFF2-40B4-BE49-F238E27FC236}">
                <a16:creationId xmlns:a16="http://schemas.microsoft.com/office/drawing/2014/main" id="{E3204B01-34E7-1E5A-CA61-DFEB299E211D}"/>
              </a:ext>
            </a:extLst>
          </p:cNvPr>
          <p:cNvSpPr/>
          <p:nvPr/>
        </p:nvSpPr>
        <p:spPr>
          <a:xfrm rot="5400000">
            <a:off x="2035390" y="2038746"/>
            <a:ext cx="433633" cy="2342956"/>
          </a:xfrm>
          <a:prstGeom prst="rect">
            <a:avLst/>
          </a:prstGeom>
          <a:solidFill>
            <a:schemeClr val="tx2"/>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Poppins"/>
                <a:ea typeface="+mn-ea"/>
                <a:cs typeface="+mn-cs"/>
              </a:rPr>
              <a:t>Cross-functional Workshop</a:t>
            </a:r>
          </a:p>
        </p:txBody>
      </p:sp>
      <p:sp>
        <p:nvSpPr>
          <p:cNvPr id="46" name="TextBox 45">
            <a:extLst>
              <a:ext uri="{FF2B5EF4-FFF2-40B4-BE49-F238E27FC236}">
                <a16:creationId xmlns:a16="http://schemas.microsoft.com/office/drawing/2014/main" id="{CD85D8E4-F1C3-F364-F770-EC03287E7E02}"/>
              </a:ext>
            </a:extLst>
          </p:cNvPr>
          <p:cNvSpPr txBox="1"/>
          <p:nvPr/>
        </p:nvSpPr>
        <p:spPr>
          <a:xfrm>
            <a:off x="3499426" y="3796920"/>
            <a:ext cx="2231923" cy="553998"/>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83349">
                    <a:lumMod val="60000"/>
                    <a:lumOff val="40000"/>
                  </a:srgbClr>
                </a:solidFill>
                <a:effectLst/>
                <a:uLnTx/>
                <a:uFillTx/>
                <a:latin typeface="Poppins"/>
                <a:ea typeface="+mn-ea"/>
                <a:cs typeface="+mn-cs"/>
              </a:rPr>
              <a:t>4. </a:t>
            </a:r>
            <a:r>
              <a:rPr kumimoji="0" lang="en-GB" sz="1200" b="1" i="0" u="none" strike="noStrike" kern="1200" cap="none" spc="0" normalizeH="0" baseline="0" noProof="0">
                <a:ln>
                  <a:noFill/>
                </a:ln>
                <a:solidFill>
                  <a:srgbClr val="000000"/>
                </a:solidFill>
                <a:effectLst/>
                <a:uLnTx/>
                <a:uFillTx/>
                <a:latin typeface="Poppins"/>
                <a:ea typeface="+mn-ea"/>
                <a:cs typeface="+mn-cs"/>
              </a:rPr>
              <a:t>2-Day cross-functional workshop</a:t>
            </a:r>
          </a:p>
        </p:txBody>
      </p:sp>
      <p:sp>
        <p:nvSpPr>
          <p:cNvPr id="51" name="Rectangle 50">
            <a:extLst>
              <a:ext uri="{FF2B5EF4-FFF2-40B4-BE49-F238E27FC236}">
                <a16:creationId xmlns:a16="http://schemas.microsoft.com/office/drawing/2014/main" id="{D102D23B-363E-3B51-FC11-19CE8AAAF099}"/>
              </a:ext>
            </a:extLst>
          </p:cNvPr>
          <p:cNvSpPr/>
          <p:nvPr/>
        </p:nvSpPr>
        <p:spPr>
          <a:xfrm rot="5400000">
            <a:off x="1873985" y="3176638"/>
            <a:ext cx="1306612" cy="18074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000" b="0" i="1" u="none" strike="noStrike" kern="1200" cap="none" spc="0" normalizeH="0" baseline="0" noProof="0">
                <a:ln>
                  <a:noFill/>
                </a:ln>
                <a:solidFill>
                  <a:srgbClr val="283349"/>
                </a:solidFill>
                <a:effectLst/>
                <a:uLnTx/>
                <a:uFillTx/>
                <a:latin typeface="Poppins"/>
                <a:ea typeface="+mn-ea"/>
                <a:cs typeface="+mn-cs"/>
              </a:rPr>
              <a:t>Align on high- and medium- priority gaps and develop related tactics and roadmap, </a:t>
            </a:r>
            <a:r>
              <a:rPr kumimoji="0" lang="en-GB" sz="1000" b="1" i="1" u="none" strike="noStrike" kern="1200" cap="none" spc="0" normalizeH="0" baseline="0" noProof="0">
                <a:ln>
                  <a:noFill/>
                </a:ln>
                <a:solidFill>
                  <a:srgbClr val="283349"/>
                </a:solidFill>
                <a:effectLst/>
                <a:uLnTx/>
                <a:uFillTx/>
                <a:latin typeface="Poppins"/>
                <a:ea typeface="+mn-ea"/>
                <a:cs typeface="+mn-cs"/>
              </a:rPr>
              <a:t>prioritizing post-hoc analyses of existing evidence before pursuing any additional tactics</a:t>
            </a:r>
          </a:p>
        </p:txBody>
      </p:sp>
      <p:sp>
        <p:nvSpPr>
          <p:cNvPr id="52" name="Rectangle 51">
            <a:extLst>
              <a:ext uri="{FF2B5EF4-FFF2-40B4-BE49-F238E27FC236}">
                <a16:creationId xmlns:a16="http://schemas.microsoft.com/office/drawing/2014/main" id="{A16717B2-BCDA-ACDF-22B8-BB0837FC58C6}"/>
              </a:ext>
            </a:extLst>
          </p:cNvPr>
          <p:cNvSpPr/>
          <p:nvPr/>
        </p:nvSpPr>
        <p:spPr>
          <a:xfrm rot="5400000">
            <a:off x="5137391" y="-1065410"/>
            <a:ext cx="1742401" cy="9855724"/>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Poppins"/>
              <a:ea typeface="+mn-ea"/>
              <a:cs typeface="+mn-cs"/>
            </a:endParaRPr>
          </a:p>
        </p:txBody>
      </p:sp>
      <p:pic>
        <p:nvPicPr>
          <p:cNvPr id="53" name="Graphic 52">
            <a:extLst>
              <a:ext uri="{FF2B5EF4-FFF2-40B4-BE49-F238E27FC236}">
                <a16:creationId xmlns:a16="http://schemas.microsoft.com/office/drawing/2014/main" id="{724A5716-20D4-ED16-AA58-7D6CDCEE47B0}"/>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191585" y="3683166"/>
            <a:ext cx="432000" cy="432000"/>
          </a:xfrm>
          <a:prstGeom prst="rect">
            <a:avLst/>
          </a:prstGeom>
        </p:spPr>
      </p:pic>
      <p:pic>
        <p:nvPicPr>
          <p:cNvPr id="56" name="Graphic 55">
            <a:extLst>
              <a:ext uri="{FF2B5EF4-FFF2-40B4-BE49-F238E27FC236}">
                <a16:creationId xmlns:a16="http://schemas.microsoft.com/office/drawing/2014/main" id="{7A9ADEDE-CD21-18C6-96C3-6419674F75A5}"/>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4304209" y="3225051"/>
            <a:ext cx="612000" cy="612000"/>
          </a:xfrm>
          <a:prstGeom prst="rect">
            <a:avLst/>
          </a:prstGeom>
        </p:spPr>
      </p:pic>
      <p:sp>
        <p:nvSpPr>
          <p:cNvPr id="57" name="Speech Bubble: Rectangle 56">
            <a:extLst>
              <a:ext uri="{FF2B5EF4-FFF2-40B4-BE49-F238E27FC236}">
                <a16:creationId xmlns:a16="http://schemas.microsoft.com/office/drawing/2014/main" id="{52EADAB7-CBA4-05A4-B081-F2704312EA22}"/>
              </a:ext>
            </a:extLst>
          </p:cNvPr>
          <p:cNvSpPr/>
          <p:nvPr/>
        </p:nvSpPr>
        <p:spPr>
          <a:xfrm>
            <a:off x="6216103" y="3193695"/>
            <a:ext cx="4354238" cy="613693"/>
          </a:xfrm>
          <a:prstGeom prst="wedgeRectCallout">
            <a:avLst>
              <a:gd name="adj1" fmla="val -55801"/>
              <a:gd name="adj2" fmla="val 46229"/>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00000"/>
                </a:solidFill>
                <a:effectLst/>
                <a:uLnTx/>
                <a:uFillTx/>
                <a:latin typeface="Poppins"/>
                <a:ea typeface="+mn-ea"/>
                <a:cs typeface="+mn-cs"/>
              </a:rPr>
              <a:t>Functions</a:t>
            </a:r>
            <a:r>
              <a:rPr kumimoji="0" lang="en-US" sz="1100" b="0" i="0" u="none" strike="noStrike" kern="1200" cap="none" spc="0" normalizeH="0" baseline="0" noProof="0">
                <a:ln>
                  <a:noFill/>
                </a:ln>
                <a:solidFill>
                  <a:srgbClr val="000000"/>
                </a:solidFill>
                <a:effectLst/>
                <a:uLnTx/>
                <a:uFillTx/>
                <a:latin typeface="Poppins"/>
                <a:ea typeface="+mn-ea"/>
                <a:cs typeface="+mn-cs"/>
              </a:rPr>
              <a:t> involved included Medical, Clinical Dev, Market Access, HEOR/PRO, Commercial, Marketing</a:t>
            </a:r>
          </a:p>
        </p:txBody>
      </p:sp>
      <p:sp>
        <p:nvSpPr>
          <p:cNvPr id="58" name="Speech Bubble: Rectangle 57">
            <a:extLst>
              <a:ext uri="{FF2B5EF4-FFF2-40B4-BE49-F238E27FC236}">
                <a16:creationId xmlns:a16="http://schemas.microsoft.com/office/drawing/2014/main" id="{9E6AFB5A-220E-A05A-F81E-697C70DF200C}"/>
              </a:ext>
            </a:extLst>
          </p:cNvPr>
          <p:cNvSpPr/>
          <p:nvPr/>
        </p:nvSpPr>
        <p:spPr>
          <a:xfrm>
            <a:off x="6216103" y="3916143"/>
            <a:ext cx="4354238" cy="613693"/>
          </a:xfrm>
          <a:prstGeom prst="wedgeRectCallout">
            <a:avLst>
              <a:gd name="adj1" fmla="val -55205"/>
              <a:gd name="adj2" fmla="val -51144"/>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000000"/>
                </a:solidFill>
                <a:effectLst/>
                <a:uLnTx/>
                <a:uFillTx/>
                <a:latin typeface="Poppins"/>
                <a:ea typeface="+mn-ea"/>
                <a:cs typeface="+mn-cs"/>
              </a:rPr>
              <a:t>Regions </a:t>
            </a:r>
            <a:r>
              <a:rPr kumimoji="0" lang="en-US" sz="1100" b="0" i="0" u="none" strike="noStrike" kern="1200" cap="none" spc="0" normalizeH="0" baseline="0" noProof="0">
                <a:ln>
                  <a:noFill/>
                </a:ln>
                <a:solidFill>
                  <a:srgbClr val="000000"/>
                </a:solidFill>
                <a:effectLst/>
                <a:uLnTx/>
                <a:uFillTx/>
                <a:latin typeface="Poppins"/>
                <a:ea typeface="+mn-ea"/>
                <a:cs typeface="+mn-cs"/>
              </a:rPr>
              <a:t>involved in this workstream included Global, EU, JAPAC, New Markets, US etc. </a:t>
            </a:r>
            <a:endParaRPr kumimoji="0" lang="en-US" sz="1100" b="1" i="0" u="none" strike="noStrike" kern="1200" cap="none" spc="0" normalizeH="0" baseline="0" noProof="0">
              <a:ln>
                <a:noFill/>
              </a:ln>
              <a:solidFill>
                <a:srgbClr val="000000"/>
              </a:solidFill>
              <a:effectLst/>
              <a:uLnTx/>
              <a:uFillTx/>
              <a:latin typeface="Poppins"/>
              <a:ea typeface="+mn-ea"/>
              <a:cs typeface="+mn-cs"/>
            </a:endParaRPr>
          </a:p>
        </p:txBody>
      </p:sp>
      <p:sp>
        <p:nvSpPr>
          <p:cNvPr id="69" name="Rectangle 68">
            <a:extLst>
              <a:ext uri="{FF2B5EF4-FFF2-40B4-BE49-F238E27FC236}">
                <a16:creationId xmlns:a16="http://schemas.microsoft.com/office/drawing/2014/main" id="{F6A08E1E-4126-1994-D50A-30C7FE860105}"/>
              </a:ext>
            </a:extLst>
          </p:cNvPr>
          <p:cNvSpPr/>
          <p:nvPr/>
        </p:nvSpPr>
        <p:spPr>
          <a:xfrm rot="5400000">
            <a:off x="2035388" y="4023888"/>
            <a:ext cx="433633" cy="2342956"/>
          </a:xfrm>
          <a:prstGeom prst="rect">
            <a:avLst/>
          </a:prstGeom>
          <a:solidFill>
            <a:schemeClr val="tx2"/>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FFFFFF"/>
                </a:solidFill>
                <a:effectLst/>
                <a:uLnTx/>
                <a:uFillTx/>
                <a:latin typeface="Poppins"/>
                <a:ea typeface="+mn-ea"/>
                <a:cs typeface="+mn-cs"/>
              </a:rPr>
              <a:t>IEGP Development</a:t>
            </a:r>
          </a:p>
        </p:txBody>
      </p:sp>
      <p:sp>
        <p:nvSpPr>
          <p:cNvPr id="71" name="TextBox 70">
            <a:extLst>
              <a:ext uri="{FF2B5EF4-FFF2-40B4-BE49-F238E27FC236}">
                <a16:creationId xmlns:a16="http://schemas.microsoft.com/office/drawing/2014/main" id="{2A9B25CD-47C4-67A7-8149-B25B0E6D272F}"/>
              </a:ext>
            </a:extLst>
          </p:cNvPr>
          <p:cNvSpPr txBox="1"/>
          <p:nvPr/>
        </p:nvSpPr>
        <p:spPr>
          <a:xfrm>
            <a:off x="3504077" y="5822141"/>
            <a:ext cx="2231923" cy="369332"/>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83349">
                    <a:lumMod val="60000"/>
                    <a:lumOff val="40000"/>
                  </a:srgbClr>
                </a:solidFill>
                <a:effectLst/>
                <a:uLnTx/>
                <a:uFillTx/>
                <a:latin typeface="Poppins"/>
                <a:ea typeface="+mn-ea"/>
                <a:cs typeface="+mn-cs"/>
              </a:rPr>
              <a:t>5. </a:t>
            </a:r>
            <a:r>
              <a:rPr kumimoji="0" lang="en-GB" sz="1200" b="0" i="0" u="none" strike="noStrike" kern="1200" cap="none" spc="0" normalizeH="0" baseline="0" noProof="0">
                <a:ln>
                  <a:noFill/>
                </a:ln>
                <a:solidFill>
                  <a:srgbClr val="000000"/>
                </a:solidFill>
                <a:effectLst/>
                <a:uLnTx/>
                <a:uFillTx/>
                <a:latin typeface="Poppins"/>
                <a:ea typeface="+mn-ea"/>
                <a:cs typeface="+mn-cs"/>
              </a:rPr>
              <a:t>Draft workshop outputs</a:t>
            </a:r>
            <a:endParaRPr kumimoji="0" lang="en-GB" sz="1200" b="1" i="0" u="none" strike="sngStrike" kern="1200" cap="none" spc="0" normalizeH="0" baseline="0" noProof="0">
              <a:ln>
                <a:noFill/>
              </a:ln>
              <a:solidFill>
                <a:srgbClr val="000000"/>
              </a:solidFill>
              <a:effectLst/>
              <a:uLnTx/>
              <a:uFillTx/>
              <a:latin typeface="Poppins"/>
              <a:ea typeface="+mn-ea"/>
              <a:cs typeface="+mn-cs"/>
            </a:endParaRPr>
          </a:p>
        </p:txBody>
      </p:sp>
      <p:cxnSp>
        <p:nvCxnSpPr>
          <p:cNvPr id="72" name="Straight Arrow Connector 71">
            <a:extLst>
              <a:ext uri="{FF2B5EF4-FFF2-40B4-BE49-F238E27FC236}">
                <a16:creationId xmlns:a16="http://schemas.microsoft.com/office/drawing/2014/main" id="{DD81EE37-E296-DE90-0A4A-AD454096C63A}"/>
              </a:ext>
            </a:extLst>
          </p:cNvPr>
          <p:cNvCxnSpPr>
            <a:cxnSpLocks/>
          </p:cNvCxnSpPr>
          <p:nvPr/>
        </p:nvCxnSpPr>
        <p:spPr>
          <a:xfrm>
            <a:off x="5736000" y="5508752"/>
            <a:ext cx="720000" cy="4258"/>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C0BF8FD4-1FAB-CD3A-88C4-62CA6EAC970D}"/>
              </a:ext>
            </a:extLst>
          </p:cNvPr>
          <p:cNvSpPr txBox="1"/>
          <p:nvPr/>
        </p:nvSpPr>
        <p:spPr>
          <a:xfrm>
            <a:off x="6150000" y="5822141"/>
            <a:ext cx="2231923" cy="553998"/>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83349">
                    <a:lumMod val="60000"/>
                    <a:lumOff val="40000"/>
                  </a:srgbClr>
                </a:solidFill>
                <a:effectLst/>
                <a:uLnTx/>
                <a:uFillTx/>
                <a:latin typeface="Poppins"/>
                <a:ea typeface="+mn-ea"/>
                <a:cs typeface="+mn-cs"/>
              </a:rPr>
              <a:t>6. </a:t>
            </a:r>
            <a:r>
              <a:rPr kumimoji="0" lang="en-GB" sz="1200" b="0" i="0" u="none" strike="noStrike" kern="1200" cap="none" spc="0" normalizeH="0" baseline="0" noProof="0">
                <a:ln>
                  <a:noFill/>
                </a:ln>
                <a:solidFill>
                  <a:srgbClr val="000000"/>
                </a:solidFill>
                <a:effectLst/>
                <a:uLnTx/>
                <a:uFillTx/>
                <a:latin typeface="Poppins"/>
                <a:ea typeface="+mn-ea"/>
                <a:cs typeface="+mn-cs"/>
              </a:rPr>
              <a:t>Incorporation of additional JAPAC input</a:t>
            </a:r>
          </a:p>
        </p:txBody>
      </p:sp>
      <p:cxnSp>
        <p:nvCxnSpPr>
          <p:cNvPr id="75" name="Straight Arrow Connector 74">
            <a:extLst>
              <a:ext uri="{FF2B5EF4-FFF2-40B4-BE49-F238E27FC236}">
                <a16:creationId xmlns:a16="http://schemas.microsoft.com/office/drawing/2014/main" id="{21A01E67-F59D-79A6-439C-C06F90399AE6}"/>
              </a:ext>
            </a:extLst>
          </p:cNvPr>
          <p:cNvCxnSpPr>
            <a:cxnSpLocks/>
          </p:cNvCxnSpPr>
          <p:nvPr/>
        </p:nvCxnSpPr>
        <p:spPr>
          <a:xfrm>
            <a:off x="8378790" y="5508752"/>
            <a:ext cx="720000" cy="4258"/>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78C40EBC-7773-E18E-2783-3DAC260A3C5A}"/>
              </a:ext>
            </a:extLst>
          </p:cNvPr>
          <p:cNvSpPr txBox="1"/>
          <p:nvPr/>
        </p:nvSpPr>
        <p:spPr>
          <a:xfrm>
            <a:off x="8792790" y="5822141"/>
            <a:ext cx="2231923" cy="369332"/>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83349">
                    <a:lumMod val="60000"/>
                    <a:lumOff val="40000"/>
                  </a:srgbClr>
                </a:solidFill>
                <a:effectLst/>
                <a:uLnTx/>
                <a:uFillTx/>
                <a:latin typeface="Poppins"/>
                <a:ea typeface="+mn-ea"/>
                <a:cs typeface="+mn-cs"/>
              </a:rPr>
              <a:t>7. </a:t>
            </a:r>
            <a:r>
              <a:rPr kumimoji="0" lang="en-GB" sz="1200" b="0" i="0" u="none" strike="noStrike" kern="1200" cap="none" spc="0" normalizeH="0" baseline="0" noProof="0">
                <a:ln>
                  <a:noFill/>
                </a:ln>
                <a:solidFill>
                  <a:srgbClr val="000000"/>
                </a:solidFill>
                <a:effectLst/>
                <a:uLnTx/>
                <a:uFillTx/>
                <a:latin typeface="Poppins"/>
                <a:ea typeface="+mn-ea"/>
                <a:cs typeface="+mn-cs"/>
              </a:rPr>
              <a:t>Final IEGP development</a:t>
            </a:r>
            <a:endParaRPr kumimoji="0" lang="en-GB" sz="1200" b="1" i="0" u="none" strike="noStrike" kern="1200" cap="none" spc="0" normalizeH="0" baseline="0" noProof="0">
              <a:ln>
                <a:noFill/>
              </a:ln>
              <a:solidFill>
                <a:srgbClr val="000000"/>
              </a:solidFill>
              <a:effectLst/>
              <a:uLnTx/>
              <a:uFillTx/>
              <a:latin typeface="Poppins"/>
              <a:ea typeface="+mn-ea"/>
              <a:cs typeface="+mn-cs"/>
            </a:endParaRPr>
          </a:p>
        </p:txBody>
      </p:sp>
      <p:sp>
        <p:nvSpPr>
          <p:cNvPr id="78" name="Rectangle 77">
            <a:extLst>
              <a:ext uri="{FF2B5EF4-FFF2-40B4-BE49-F238E27FC236}">
                <a16:creationId xmlns:a16="http://schemas.microsoft.com/office/drawing/2014/main" id="{CB191FD8-9647-96B4-4DFD-6017171FCC1F}"/>
              </a:ext>
            </a:extLst>
          </p:cNvPr>
          <p:cNvSpPr/>
          <p:nvPr/>
        </p:nvSpPr>
        <p:spPr>
          <a:xfrm rot="5400000">
            <a:off x="2112006" y="5012423"/>
            <a:ext cx="922344" cy="1701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000" b="0" i="1" u="none" strike="noStrike" kern="1200" cap="none" spc="0" normalizeH="0" baseline="0" noProof="0">
                <a:ln>
                  <a:noFill/>
                </a:ln>
                <a:solidFill>
                  <a:srgbClr val="283349"/>
                </a:solidFill>
                <a:effectLst/>
                <a:uLnTx/>
                <a:uFillTx/>
                <a:latin typeface="Poppins"/>
                <a:ea typeface="+mn-ea"/>
                <a:cs typeface="+mn-cs"/>
              </a:rPr>
              <a:t>Integrate cross-functional and regional insights into IEGP development</a:t>
            </a:r>
          </a:p>
        </p:txBody>
      </p:sp>
      <p:sp>
        <p:nvSpPr>
          <p:cNvPr id="79" name="Rectangle 78">
            <a:extLst>
              <a:ext uri="{FF2B5EF4-FFF2-40B4-BE49-F238E27FC236}">
                <a16:creationId xmlns:a16="http://schemas.microsoft.com/office/drawing/2014/main" id="{34D5CFEE-6A39-76E9-FCF2-24C419D8C012}"/>
              </a:ext>
            </a:extLst>
          </p:cNvPr>
          <p:cNvSpPr/>
          <p:nvPr/>
        </p:nvSpPr>
        <p:spPr>
          <a:xfrm rot="5400000">
            <a:off x="5324045" y="733075"/>
            <a:ext cx="1369088" cy="9855722"/>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GB" sz="1100" b="0" i="0" u="none" strike="noStrike" kern="1200" cap="none" spc="0" normalizeH="0" baseline="0" noProof="0">
              <a:ln>
                <a:noFill/>
              </a:ln>
              <a:solidFill>
                <a:srgbClr val="000000"/>
              </a:solidFill>
              <a:effectLst/>
              <a:uLnTx/>
              <a:uFillTx/>
              <a:latin typeface="Poppins"/>
              <a:ea typeface="+mn-ea"/>
              <a:cs typeface="+mn-cs"/>
            </a:endParaRPr>
          </a:p>
        </p:txBody>
      </p:sp>
      <p:pic>
        <p:nvPicPr>
          <p:cNvPr id="80" name="Graphic 79">
            <a:extLst>
              <a:ext uri="{FF2B5EF4-FFF2-40B4-BE49-F238E27FC236}">
                <a16:creationId xmlns:a16="http://schemas.microsoft.com/office/drawing/2014/main" id="{FEFAB6C5-D598-AE56-6DB7-B3D1156AE846}"/>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191583" y="5668308"/>
            <a:ext cx="432000" cy="432000"/>
          </a:xfrm>
          <a:prstGeom prst="rect">
            <a:avLst/>
          </a:prstGeom>
        </p:spPr>
      </p:pic>
      <p:grpSp>
        <p:nvGrpSpPr>
          <p:cNvPr id="81" name="Group 80">
            <a:extLst>
              <a:ext uri="{FF2B5EF4-FFF2-40B4-BE49-F238E27FC236}">
                <a16:creationId xmlns:a16="http://schemas.microsoft.com/office/drawing/2014/main" id="{A01AF75E-701A-7172-133A-D5B088A762E7}"/>
              </a:ext>
            </a:extLst>
          </p:cNvPr>
          <p:cNvGrpSpPr/>
          <p:nvPr/>
        </p:nvGrpSpPr>
        <p:grpSpPr>
          <a:xfrm rot="10800000" flipV="1">
            <a:off x="653880" y="3897154"/>
            <a:ext cx="379251" cy="1966687"/>
            <a:chOff x="10009629" y="2029367"/>
            <a:chExt cx="379251" cy="1742400"/>
          </a:xfrm>
        </p:grpSpPr>
        <p:cxnSp>
          <p:nvCxnSpPr>
            <p:cNvPr id="82" name="Straight Arrow Connector 81">
              <a:extLst>
                <a:ext uri="{FF2B5EF4-FFF2-40B4-BE49-F238E27FC236}">
                  <a16:creationId xmlns:a16="http://schemas.microsoft.com/office/drawing/2014/main" id="{11B4260F-F473-A300-2336-CAB336DBFE51}"/>
                </a:ext>
              </a:extLst>
            </p:cNvPr>
            <p:cNvCxnSpPr>
              <a:cxnSpLocks/>
            </p:cNvCxnSpPr>
            <p:nvPr/>
          </p:nvCxnSpPr>
          <p:spPr>
            <a:xfrm rot="10800000">
              <a:off x="10028880" y="3741991"/>
              <a:ext cx="360000" cy="4258"/>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CD31C7A-16C3-81D9-5772-50929B7407FD}"/>
                </a:ext>
              </a:extLst>
            </p:cNvPr>
            <p:cNvCxnSpPr>
              <a:cxnSpLocks/>
            </p:cNvCxnSpPr>
            <p:nvPr/>
          </p:nvCxnSpPr>
          <p:spPr>
            <a:xfrm rot="10800000">
              <a:off x="10009629" y="2055275"/>
              <a:ext cx="360000" cy="4258"/>
            </a:xfrm>
            <a:prstGeom prst="straightConnector1">
              <a:avLst/>
            </a:prstGeom>
            <a:ln w="571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00F488E0-BEA9-0478-48BB-0C49B5409241}"/>
                </a:ext>
              </a:extLst>
            </p:cNvPr>
            <p:cNvCxnSpPr>
              <a:cxnSpLocks/>
            </p:cNvCxnSpPr>
            <p:nvPr/>
          </p:nvCxnSpPr>
          <p:spPr>
            <a:xfrm rot="16200000">
              <a:off x="9498429" y="2900567"/>
              <a:ext cx="1742400" cy="0"/>
            </a:xfrm>
            <a:prstGeom prst="straightConnector1">
              <a:avLst/>
            </a:prstGeom>
            <a:ln w="571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pic>
        <p:nvPicPr>
          <p:cNvPr id="89" name="Graphic 88">
            <a:extLst>
              <a:ext uri="{FF2B5EF4-FFF2-40B4-BE49-F238E27FC236}">
                <a16:creationId xmlns:a16="http://schemas.microsoft.com/office/drawing/2014/main" id="{BF0C2391-B7D9-281A-0D6A-EB7EB6404AA5}"/>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6965141" y="5204881"/>
            <a:ext cx="612000" cy="612000"/>
          </a:xfrm>
          <a:prstGeom prst="rect">
            <a:avLst/>
          </a:prstGeom>
        </p:spPr>
      </p:pic>
      <p:pic>
        <p:nvPicPr>
          <p:cNvPr id="90" name="Graphic 89">
            <a:extLst>
              <a:ext uri="{FF2B5EF4-FFF2-40B4-BE49-F238E27FC236}">
                <a16:creationId xmlns:a16="http://schemas.microsoft.com/office/drawing/2014/main" id="{3A60CB09-47B4-7591-5BE0-ACDC8071CBFE}"/>
              </a:ext>
            </a:extLst>
          </p:cNvPr>
          <p:cNvPicPr>
            <a:picLocks/>
          </p:cNvPicPr>
          <p:nvPr/>
        </p:nvPicPr>
        <p:blipFill>
          <a:blip r:embed="rId17">
            <a:extLst>
              <a:ext uri="{96DAC541-7B7A-43D3-8B79-37D633B846F1}">
                <asvg:svgBlip xmlns:asvg="http://schemas.microsoft.com/office/drawing/2016/SVG/main" r:embed="rId18"/>
              </a:ext>
            </a:extLst>
          </a:blip>
          <a:stretch>
            <a:fillRect/>
          </a:stretch>
        </p:blipFill>
        <p:spPr>
          <a:xfrm>
            <a:off x="4308859" y="5204881"/>
            <a:ext cx="612000" cy="612000"/>
          </a:xfrm>
          <a:prstGeom prst="rect">
            <a:avLst/>
          </a:prstGeom>
        </p:spPr>
      </p:pic>
      <p:pic>
        <p:nvPicPr>
          <p:cNvPr id="91" name="Graphic 90">
            <a:extLst>
              <a:ext uri="{FF2B5EF4-FFF2-40B4-BE49-F238E27FC236}">
                <a16:creationId xmlns:a16="http://schemas.microsoft.com/office/drawing/2014/main" id="{77419FA9-F330-B344-44FE-12EA35F34087}"/>
              </a:ext>
            </a:extLst>
          </p:cNvPr>
          <p:cNvPicPr>
            <a:picLocks/>
          </p:cNvPicPr>
          <p:nvPr/>
        </p:nvPicPr>
        <p:blipFill>
          <a:blip r:embed="rId19">
            <a:extLst>
              <a:ext uri="{96DAC541-7B7A-43D3-8B79-37D633B846F1}">
                <asvg:svgBlip xmlns:asvg="http://schemas.microsoft.com/office/drawing/2016/SVG/main" r:embed="rId20"/>
              </a:ext>
            </a:extLst>
          </a:blip>
          <a:stretch>
            <a:fillRect/>
          </a:stretch>
        </p:blipFill>
        <p:spPr>
          <a:xfrm>
            <a:off x="9540439" y="5150881"/>
            <a:ext cx="720000" cy="720000"/>
          </a:xfrm>
          <a:prstGeom prst="rect">
            <a:avLst/>
          </a:prstGeom>
        </p:spPr>
      </p:pic>
    </p:spTree>
    <p:extLst>
      <p:ext uri="{BB962C8B-B14F-4D97-AF65-F5344CB8AC3E}">
        <p14:creationId xmlns:p14="http://schemas.microsoft.com/office/powerpoint/2010/main" val="3804084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387C4-11D5-5DA0-8558-665B52E8793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CA9594C-0127-22D4-D5F7-604BCF969D5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5" name="think-cell data - do not delete" hidden="1">
                        <a:extLst>
                          <a:ext uri="{FF2B5EF4-FFF2-40B4-BE49-F238E27FC236}">
                            <a16:creationId xmlns:a16="http://schemas.microsoft.com/office/drawing/2014/main" id="{3CA9594C-0127-22D4-D5F7-604BCF969D5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5" name="Flowchart: Extract 54">
            <a:extLst>
              <a:ext uri="{FF2B5EF4-FFF2-40B4-BE49-F238E27FC236}">
                <a16:creationId xmlns:a16="http://schemas.microsoft.com/office/drawing/2014/main" id="{6283B677-9AE5-CA35-D874-EA74C92F4C12}"/>
              </a:ext>
            </a:extLst>
          </p:cNvPr>
          <p:cNvSpPr/>
          <p:nvPr/>
        </p:nvSpPr>
        <p:spPr>
          <a:xfrm flipV="1">
            <a:off x="5532178" y="1765331"/>
            <a:ext cx="819150" cy="4462476"/>
          </a:xfrm>
          <a:prstGeom prst="flowChartExtra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 name="Title 1">
            <a:extLst>
              <a:ext uri="{FF2B5EF4-FFF2-40B4-BE49-F238E27FC236}">
                <a16:creationId xmlns:a16="http://schemas.microsoft.com/office/drawing/2014/main" id="{1F4C2ADA-969C-5119-720A-2E0435E47A41}"/>
              </a:ext>
            </a:extLst>
          </p:cNvPr>
          <p:cNvSpPr>
            <a:spLocks noGrp="1"/>
          </p:cNvSpPr>
          <p:nvPr>
            <p:ph type="title"/>
          </p:nvPr>
        </p:nvSpPr>
        <p:spPr>
          <a:xfrm>
            <a:off x="358337" y="271427"/>
            <a:ext cx="11470125" cy="738664"/>
          </a:xfrm>
        </p:spPr>
        <p:txBody>
          <a:bodyPr vert="horz"/>
          <a:lstStyle/>
          <a:p>
            <a:r>
              <a:rPr lang="en-GB" sz="2400"/>
              <a:t>Robust material audit, internal interviews, pre-workshop survey, and cross-functional workshop informed prioritization of evidence gaps</a:t>
            </a:r>
            <a:endParaRPr lang="en-US" sz="2400">
              <a:highlight>
                <a:srgbClr val="FFFF00"/>
              </a:highlight>
            </a:endParaRPr>
          </a:p>
        </p:txBody>
      </p:sp>
      <p:sp>
        <p:nvSpPr>
          <p:cNvPr id="3" name="Footer Placeholder 2">
            <a:extLst>
              <a:ext uri="{FF2B5EF4-FFF2-40B4-BE49-F238E27FC236}">
                <a16:creationId xmlns:a16="http://schemas.microsoft.com/office/drawing/2014/main" id="{E7DB90B2-12F9-D572-817C-7F38DBBF7707}"/>
              </a:ext>
            </a:extLst>
          </p:cNvPr>
          <p:cNvSpPr>
            <a:spLocks noGrp="1"/>
          </p:cNvSpPr>
          <p:nvPr>
            <p:ph type="ftr" sz="quarter" idx="10"/>
          </p:nvPr>
        </p:nvSpPr>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Notes: EvGen: Evidence Generation; GMA: Global Medical Affairs; IEGP: Integrated Evidence Generation Plan; JAPAC: Japan and Asia-Pacific</a:t>
            </a:r>
          </a:p>
        </p:txBody>
      </p:sp>
      <p:sp>
        <p:nvSpPr>
          <p:cNvPr id="24" name="Oval 23">
            <a:extLst>
              <a:ext uri="{FF2B5EF4-FFF2-40B4-BE49-F238E27FC236}">
                <a16:creationId xmlns:a16="http://schemas.microsoft.com/office/drawing/2014/main" id="{BC22FEAD-78E9-796E-5D6C-AF6D1E071025}"/>
              </a:ext>
            </a:extLst>
          </p:cNvPr>
          <p:cNvSpPr/>
          <p:nvPr/>
        </p:nvSpPr>
        <p:spPr>
          <a:xfrm>
            <a:off x="4782835" y="2029928"/>
            <a:ext cx="610815" cy="602370"/>
          </a:xfrm>
          <a:prstGeom prst="ellips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Poppins"/>
                <a:ea typeface="+mn-ea"/>
                <a:cs typeface="+mn-cs"/>
              </a:rPr>
              <a:t>1</a:t>
            </a:r>
          </a:p>
        </p:txBody>
      </p:sp>
      <p:sp>
        <p:nvSpPr>
          <p:cNvPr id="28" name="Oval 27">
            <a:extLst>
              <a:ext uri="{FF2B5EF4-FFF2-40B4-BE49-F238E27FC236}">
                <a16:creationId xmlns:a16="http://schemas.microsoft.com/office/drawing/2014/main" id="{94164FEF-FC0D-A587-9626-14196581943F}"/>
              </a:ext>
            </a:extLst>
          </p:cNvPr>
          <p:cNvSpPr/>
          <p:nvPr/>
        </p:nvSpPr>
        <p:spPr>
          <a:xfrm>
            <a:off x="4809796" y="3429690"/>
            <a:ext cx="556893" cy="549194"/>
          </a:xfrm>
          <a:prstGeom prst="ellips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Poppins"/>
                <a:ea typeface="+mn-ea"/>
                <a:cs typeface="+mn-cs"/>
              </a:rPr>
              <a:t>2</a:t>
            </a:r>
          </a:p>
        </p:txBody>
      </p:sp>
      <p:sp>
        <p:nvSpPr>
          <p:cNvPr id="29" name="Oval 28">
            <a:extLst>
              <a:ext uri="{FF2B5EF4-FFF2-40B4-BE49-F238E27FC236}">
                <a16:creationId xmlns:a16="http://schemas.microsoft.com/office/drawing/2014/main" id="{B18D44A6-63FB-2D71-7AAE-F7D11ADC6301}"/>
              </a:ext>
            </a:extLst>
          </p:cNvPr>
          <p:cNvSpPr/>
          <p:nvPr/>
        </p:nvSpPr>
        <p:spPr>
          <a:xfrm>
            <a:off x="4809796" y="4951679"/>
            <a:ext cx="556893" cy="549194"/>
          </a:xfrm>
          <a:prstGeom prst="ellipse">
            <a:avLst/>
          </a:prstGeom>
          <a:solidFill>
            <a:srgbClr val="173668"/>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Poppins"/>
                <a:ea typeface="+mn-ea"/>
                <a:cs typeface="+mn-cs"/>
              </a:rPr>
              <a:t>3</a:t>
            </a:r>
          </a:p>
        </p:txBody>
      </p:sp>
      <p:sp>
        <p:nvSpPr>
          <p:cNvPr id="4" name="Right Triangle 3">
            <a:extLst>
              <a:ext uri="{FF2B5EF4-FFF2-40B4-BE49-F238E27FC236}">
                <a16:creationId xmlns:a16="http://schemas.microsoft.com/office/drawing/2014/main" id="{D3C8668E-BD90-3CA1-98B9-0A5F073FA14B}"/>
              </a:ext>
            </a:extLst>
          </p:cNvPr>
          <p:cNvSpPr/>
          <p:nvPr/>
        </p:nvSpPr>
        <p:spPr>
          <a:xfrm rot="10800000">
            <a:off x="725992" y="1652232"/>
            <a:ext cx="3945275" cy="4462475"/>
          </a:xfrm>
          <a:prstGeom prst="r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grpSp>
        <p:nvGrpSpPr>
          <p:cNvPr id="6" name="Group 5">
            <a:extLst>
              <a:ext uri="{FF2B5EF4-FFF2-40B4-BE49-F238E27FC236}">
                <a16:creationId xmlns:a16="http://schemas.microsoft.com/office/drawing/2014/main" id="{66235A90-4BD6-DE67-ADD1-311BD834DD26}"/>
              </a:ext>
            </a:extLst>
          </p:cNvPr>
          <p:cNvGrpSpPr/>
          <p:nvPr/>
        </p:nvGrpSpPr>
        <p:grpSpPr>
          <a:xfrm>
            <a:off x="358337" y="1881113"/>
            <a:ext cx="4312932" cy="900000"/>
            <a:chOff x="294593" y="1512305"/>
            <a:chExt cx="4312932" cy="900000"/>
          </a:xfrm>
        </p:grpSpPr>
        <p:sp>
          <p:nvSpPr>
            <p:cNvPr id="7" name="Rectangle 6">
              <a:extLst>
                <a:ext uri="{FF2B5EF4-FFF2-40B4-BE49-F238E27FC236}">
                  <a16:creationId xmlns:a16="http://schemas.microsoft.com/office/drawing/2014/main" id="{BAB32C3D-84AF-9B8A-E61E-6BEEE9A74441}"/>
                </a:ext>
              </a:extLst>
            </p:cNvPr>
            <p:cNvSpPr>
              <a:spLocks/>
            </p:cNvSpPr>
            <p:nvPr/>
          </p:nvSpPr>
          <p:spPr>
            <a:xfrm>
              <a:off x="294593" y="1512305"/>
              <a:ext cx="516936" cy="900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Poppins"/>
                <a:ea typeface="+mn-ea"/>
                <a:cs typeface="+mn-cs"/>
              </a:endParaRPr>
            </a:p>
          </p:txBody>
        </p:sp>
        <p:sp>
          <p:nvSpPr>
            <p:cNvPr id="9" name="Rectangle 8">
              <a:extLst>
                <a:ext uri="{FF2B5EF4-FFF2-40B4-BE49-F238E27FC236}">
                  <a16:creationId xmlns:a16="http://schemas.microsoft.com/office/drawing/2014/main" id="{8A0A9CF7-0F69-F822-124E-FFCD936BFD71}"/>
                </a:ext>
              </a:extLst>
            </p:cNvPr>
            <p:cNvSpPr>
              <a:spLocks/>
            </p:cNvSpPr>
            <p:nvPr/>
          </p:nvSpPr>
          <p:spPr>
            <a:xfrm>
              <a:off x="811529" y="1512305"/>
              <a:ext cx="3795996" cy="900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a:ea typeface="+mn-ea"/>
                  <a:cs typeface="+mn-cs"/>
                </a:rPr>
                <a:t>Materials Audit (n=71) </a:t>
              </a:r>
            </a:p>
            <a:p>
              <a:pPr marL="0" marR="0" lvl="0" indent="0" algn="ctr" defTabSz="4572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a:ea typeface="+mn-ea"/>
                  <a:cs typeface="+mn-cs"/>
                </a:rPr>
                <a:t>&amp; Internal Interviews (n=22)</a:t>
              </a:r>
            </a:p>
          </p:txBody>
        </p:sp>
        <p:pic>
          <p:nvPicPr>
            <p:cNvPr id="10" name="Graphic 9">
              <a:extLst>
                <a:ext uri="{FF2B5EF4-FFF2-40B4-BE49-F238E27FC236}">
                  <a16:creationId xmlns:a16="http://schemas.microsoft.com/office/drawing/2014/main" id="{15963F9F-5C13-E1EB-4C94-6C0123BA9387}"/>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82577" y="1687985"/>
              <a:ext cx="548640" cy="548640"/>
            </a:xfrm>
            <a:prstGeom prst="rect">
              <a:avLst/>
            </a:prstGeom>
          </p:spPr>
        </p:pic>
      </p:grpSp>
      <p:grpSp>
        <p:nvGrpSpPr>
          <p:cNvPr id="11" name="Group 10">
            <a:extLst>
              <a:ext uri="{FF2B5EF4-FFF2-40B4-BE49-F238E27FC236}">
                <a16:creationId xmlns:a16="http://schemas.microsoft.com/office/drawing/2014/main" id="{1CA20F64-803B-2CC5-CF67-EFF5E84422B1}"/>
              </a:ext>
            </a:extLst>
          </p:cNvPr>
          <p:cNvGrpSpPr/>
          <p:nvPr/>
        </p:nvGrpSpPr>
        <p:grpSpPr>
          <a:xfrm>
            <a:off x="670881" y="3254287"/>
            <a:ext cx="4000387" cy="900000"/>
            <a:chOff x="1845055" y="2953369"/>
            <a:chExt cx="3374083" cy="900000"/>
          </a:xfrm>
        </p:grpSpPr>
        <p:sp>
          <p:nvSpPr>
            <p:cNvPr id="12" name="Rectangle 11">
              <a:extLst>
                <a:ext uri="{FF2B5EF4-FFF2-40B4-BE49-F238E27FC236}">
                  <a16:creationId xmlns:a16="http://schemas.microsoft.com/office/drawing/2014/main" id="{3082B1AB-49EC-EF56-4E44-259EADB6FF11}"/>
                </a:ext>
              </a:extLst>
            </p:cNvPr>
            <p:cNvSpPr>
              <a:spLocks/>
            </p:cNvSpPr>
            <p:nvPr/>
          </p:nvSpPr>
          <p:spPr>
            <a:xfrm>
              <a:off x="2357867" y="2953369"/>
              <a:ext cx="2861271" cy="900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a:ea typeface="+mn-ea"/>
                  <a:cs typeface="+mn-cs"/>
                </a:rPr>
                <a:t>Survey Feedback (n=37)</a:t>
              </a:r>
            </a:p>
          </p:txBody>
        </p:sp>
        <p:sp>
          <p:nvSpPr>
            <p:cNvPr id="13" name="Rectangle 12">
              <a:extLst>
                <a:ext uri="{FF2B5EF4-FFF2-40B4-BE49-F238E27FC236}">
                  <a16:creationId xmlns:a16="http://schemas.microsoft.com/office/drawing/2014/main" id="{ED59D2C5-EA81-6279-3E17-401B7A5D2EA2}"/>
                </a:ext>
              </a:extLst>
            </p:cNvPr>
            <p:cNvSpPr>
              <a:spLocks/>
            </p:cNvSpPr>
            <p:nvPr/>
          </p:nvSpPr>
          <p:spPr>
            <a:xfrm>
              <a:off x="1845055" y="2953369"/>
              <a:ext cx="516936" cy="900000"/>
            </a:xfrm>
            <a:prstGeom prst="rect">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Poppins"/>
                <a:ea typeface="+mn-ea"/>
                <a:cs typeface="+mn-cs"/>
              </a:endParaRPr>
            </a:p>
          </p:txBody>
        </p:sp>
        <p:pic>
          <p:nvPicPr>
            <p:cNvPr id="14" name="Graphic 13">
              <a:extLst>
                <a:ext uri="{FF2B5EF4-FFF2-40B4-BE49-F238E27FC236}">
                  <a16:creationId xmlns:a16="http://schemas.microsoft.com/office/drawing/2014/main" id="{0312E5BE-1834-5D51-28EF-A140464AEB17}"/>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1961894" y="3129049"/>
              <a:ext cx="548640" cy="548640"/>
            </a:xfrm>
            <a:prstGeom prst="rect">
              <a:avLst/>
            </a:prstGeom>
          </p:spPr>
        </p:pic>
      </p:grpSp>
      <p:grpSp>
        <p:nvGrpSpPr>
          <p:cNvPr id="19" name="Group 18">
            <a:extLst>
              <a:ext uri="{FF2B5EF4-FFF2-40B4-BE49-F238E27FC236}">
                <a16:creationId xmlns:a16="http://schemas.microsoft.com/office/drawing/2014/main" id="{0E63FBE8-AEC6-146D-1110-E581CEC4615F}"/>
              </a:ext>
            </a:extLst>
          </p:cNvPr>
          <p:cNvGrpSpPr/>
          <p:nvPr/>
        </p:nvGrpSpPr>
        <p:grpSpPr>
          <a:xfrm>
            <a:off x="1328372" y="4857276"/>
            <a:ext cx="3342896" cy="738000"/>
            <a:chOff x="2443080" y="4201042"/>
            <a:chExt cx="3342896" cy="738000"/>
          </a:xfrm>
        </p:grpSpPr>
        <p:sp>
          <p:nvSpPr>
            <p:cNvPr id="20" name="Rectangle 19">
              <a:extLst>
                <a:ext uri="{FF2B5EF4-FFF2-40B4-BE49-F238E27FC236}">
                  <a16:creationId xmlns:a16="http://schemas.microsoft.com/office/drawing/2014/main" id="{CB798743-E8B3-7B2B-941C-35ABFC98A6B1}"/>
                </a:ext>
              </a:extLst>
            </p:cNvPr>
            <p:cNvSpPr>
              <a:spLocks/>
            </p:cNvSpPr>
            <p:nvPr/>
          </p:nvSpPr>
          <p:spPr>
            <a:xfrm>
              <a:off x="2960016" y="4201042"/>
              <a:ext cx="2825960" cy="738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a:ea typeface="+mn-ea"/>
                  <a:cs typeface="+mn-cs"/>
                </a:rPr>
                <a:t> 2-Day Workshop (n=27) </a:t>
              </a:r>
            </a:p>
            <a:p>
              <a:pPr marL="0" marR="0" lvl="0" indent="0" algn="ctr" defTabSz="4572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a:ea typeface="+mn-ea"/>
                  <a:cs typeface="+mn-cs"/>
                </a:rPr>
                <a:t>&amp; GMA and JAPAC Review</a:t>
              </a:r>
            </a:p>
          </p:txBody>
        </p:sp>
        <p:sp>
          <p:nvSpPr>
            <p:cNvPr id="21" name="Rectangle 20">
              <a:extLst>
                <a:ext uri="{FF2B5EF4-FFF2-40B4-BE49-F238E27FC236}">
                  <a16:creationId xmlns:a16="http://schemas.microsoft.com/office/drawing/2014/main" id="{7452AAA8-8AF3-4D10-C30D-21DFA597B856}"/>
                </a:ext>
              </a:extLst>
            </p:cNvPr>
            <p:cNvSpPr>
              <a:spLocks/>
            </p:cNvSpPr>
            <p:nvPr/>
          </p:nvSpPr>
          <p:spPr>
            <a:xfrm>
              <a:off x="2443080" y="4201042"/>
              <a:ext cx="516936" cy="738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FFFFFF"/>
                </a:solidFill>
                <a:effectLst/>
                <a:uLnTx/>
                <a:uFillTx/>
                <a:latin typeface="Poppins"/>
                <a:ea typeface="+mn-ea"/>
                <a:cs typeface="+mn-cs"/>
              </a:endParaRPr>
            </a:p>
          </p:txBody>
        </p:sp>
        <p:pic>
          <p:nvPicPr>
            <p:cNvPr id="22" name="Graphic 21">
              <a:extLst>
                <a:ext uri="{FF2B5EF4-FFF2-40B4-BE49-F238E27FC236}">
                  <a16:creationId xmlns:a16="http://schemas.microsoft.com/office/drawing/2014/main" id="{3194A0DA-BF7D-AE6E-5D5E-ED7330E2E903}"/>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2470769" y="4261858"/>
              <a:ext cx="548640" cy="548640"/>
            </a:xfrm>
            <a:prstGeom prst="rect">
              <a:avLst/>
            </a:prstGeom>
          </p:spPr>
        </p:pic>
      </p:grpSp>
      <p:sp>
        <p:nvSpPr>
          <p:cNvPr id="41" name="TextBox 40">
            <a:extLst>
              <a:ext uri="{FF2B5EF4-FFF2-40B4-BE49-F238E27FC236}">
                <a16:creationId xmlns:a16="http://schemas.microsoft.com/office/drawing/2014/main" id="{F949C91F-3F88-0F5D-0236-BF16CE5AD370}"/>
              </a:ext>
            </a:extLst>
          </p:cNvPr>
          <p:cNvSpPr txBox="1"/>
          <p:nvPr/>
        </p:nvSpPr>
        <p:spPr>
          <a:xfrm>
            <a:off x="6427528" y="1881113"/>
            <a:ext cx="5400934" cy="900000"/>
          </a:xfrm>
          <a:prstGeom prst="rect">
            <a:avLst/>
          </a:prstGeom>
          <a:noFill/>
          <a:ln w="19050">
            <a:solidFill>
              <a:schemeClr val="accent3">
                <a:lumMod val="20000"/>
                <a:lumOff val="80000"/>
              </a:schemeClr>
            </a:solidFill>
          </a:ln>
        </p:spPr>
        <p:txBody>
          <a:bodyPr wrap="square" lIns="91440" tIns="91440" rIns="91440" bIns="9144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Poppins"/>
                <a:ea typeface="+mn-ea"/>
                <a:cs typeface="+mn-cs"/>
              </a:rPr>
              <a:t>Evidence gaps identified </a:t>
            </a:r>
            <a:r>
              <a:rPr kumimoji="0" lang="en-US" sz="1200" b="0" i="0" u="none" strike="noStrike" kern="1200" cap="none" spc="0" normalizeH="0" baseline="0" noProof="0">
                <a:ln>
                  <a:noFill/>
                </a:ln>
                <a:solidFill>
                  <a:srgbClr val="000000"/>
                </a:solidFill>
                <a:effectLst/>
                <a:uLnTx/>
                <a:uFillTx/>
                <a:latin typeface="Poppins"/>
                <a:ea typeface="+mn-ea"/>
                <a:cs typeface="+mn-cs"/>
              </a:rPr>
              <a:t>as part of initial materials audit and internal cross-functional interviews</a:t>
            </a:r>
          </a:p>
        </p:txBody>
      </p:sp>
      <p:sp>
        <p:nvSpPr>
          <p:cNvPr id="47" name="TextBox 46">
            <a:extLst>
              <a:ext uri="{FF2B5EF4-FFF2-40B4-BE49-F238E27FC236}">
                <a16:creationId xmlns:a16="http://schemas.microsoft.com/office/drawing/2014/main" id="{21758EF0-0E7F-14E7-6385-1231F12A4C7F}"/>
              </a:ext>
            </a:extLst>
          </p:cNvPr>
          <p:cNvSpPr txBox="1"/>
          <p:nvPr/>
        </p:nvSpPr>
        <p:spPr>
          <a:xfrm>
            <a:off x="5532177" y="1881113"/>
            <a:ext cx="819151" cy="900000"/>
          </a:xfrm>
          <a:prstGeom prst="rect">
            <a:avLst/>
          </a:prstGeom>
          <a:solidFill>
            <a:schemeClr val="bg2"/>
          </a:solidFill>
          <a:ln w="19050">
            <a:solidFill>
              <a:schemeClr val="accent3">
                <a:lumMod val="20000"/>
                <a:lumOff val="80000"/>
              </a:schemeClr>
            </a:solidFill>
          </a:ln>
        </p:spPr>
        <p:txBody>
          <a:bodyPr wrap="square" lIns="91440" tIns="91440" rIns="91440" bIns="9144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Poppins"/>
                <a:ea typeface="+mn-ea"/>
                <a:cs typeface="+mn-cs"/>
              </a:rPr>
              <a:t>125</a:t>
            </a:r>
            <a:endParaRPr kumimoji="0" lang="en-US" sz="1200" b="0" i="0" u="none" strike="noStrike" kern="1200" cap="none" spc="0" normalizeH="0" baseline="0" noProof="0">
              <a:ln>
                <a:noFill/>
              </a:ln>
              <a:solidFill>
                <a:srgbClr val="000000"/>
              </a:solidFill>
              <a:effectLst/>
              <a:uLnTx/>
              <a:uFillTx/>
              <a:latin typeface="Poppins"/>
              <a:ea typeface="+mn-ea"/>
              <a:cs typeface="+mn-cs"/>
            </a:endParaRPr>
          </a:p>
        </p:txBody>
      </p:sp>
      <p:sp>
        <p:nvSpPr>
          <p:cNvPr id="49" name="TextBox 48">
            <a:extLst>
              <a:ext uri="{FF2B5EF4-FFF2-40B4-BE49-F238E27FC236}">
                <a16:creationId xmlns:a16="http://schemas.microsoft.com/office/drawing/2014/main" id="{170799BF-4C82-BA99-4C64-EB6C47CE465F}"/>
              </a:ext>
            </a:extLst>
          </p:cNvPr>
          <p:cNvSpPr txBox="1"/>
          <p:nvPr/>
        </p:nvSpPr>
        <p:spPr>
          <a:xfrm>
            <a:off x="6427528" y="3254287"/>
            <a:ext cx="5400934" cy="900000"/>
          </a:xfrm>
          <a:prstGeom prst="rect">
            <a:avLst/>
          </a:prstGeom>
          <a:noFill/>
          <a:ln w="19050">
            <a:solidFill>
              <a:schemeClr val="accent2">
                <a:lumMod val="75000"/>
                <a:lumOff val="25000"/>
              </a:schemeClr>
            </a:solidFill>
          </a:ln>
        </p:spPr>
        <p:txBody>
          <a:bodyPr wrap="square" lIns="91440" tIns="91440" rIns="91440" bIns="9144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Poppins"/>
                <a:ea typeface="+mn-ea"/>
                <a:cs typeface="+mn-cs"/>
              </a:rPr>
              <a:t>Initial priority of evidence gaps is determined </a:t>
            </a:r>
            <a:r>
              <a:rPr kumimoji="0" lang="en-US" sz="1200" b="0" i="0" u="none" strike="noStrike" kern="1200" cap="none" spc="0" normalizeH="0" baseline="0" noProof="0">
                <a:ln>
                  <a:noFill/>
                </a:ln>
                <a:solidFill>
                  <a:srgbClr val="000000"/>
                </a:solidFill>
                <a:effectLst/>
                <a:uLnTx/>
                <a:uFillTx/>
                <a:latin typeface="Poppins"/>
                <a:ea typeface="+mn-ea"/>
                <a:cs typeface="+mn-cs"/>
              </a:rPr>
              <a:t>via survey feedback</a:t>
            </a:r>
          </a:p>
        </p:txBody>
      </p:sp>
      <p:sp>
        <p:nvSpPr>
          <p:cNvPr id="51" name="TextBox 50">
            <a:extLst>
              <a:ext uri="{FF2B5EF4-FFF2-40B4-BE49-F238E27FC236}">
                <a16:creationId xmlns:a16="http://schemas.microsoft.com/office/drawing/2014/main" id="{A7BD2B44-384B-EB9F-9CA6-2A1624FDBB84}"/>
              </a:ext>
            </a:extLst>
          </p:cNvPr>
          <p:cNvSpPr txBox="1"/>
          <p:nvPr/>
        </p:nvSpPr>
        <p:spPr>
          <a:xfrm>
            <a:off x="5532177" y="3254287"/>
            <a:ext cx="819151" cy="900000"/>
          </a:xfrm>
          <a:prstGeom prst="rect">
            <a:avLst/>
          </a:prstGeom>
          <a:solidFill>
            <a:schemeClr val="bg2"/>
          </a:solidFill>
          <a:ln w="19050">
            <a:solidFill>
              <a:schemeClr val="accent2">
                <a:lumMod val="75000"/>
                <a:lumOff val="25000"/>
              </a:schemeClr>
            </a:solidFill>
          </a:ln>
        </p:spPr>
        <p:txBody>
          <a:bodyPr wrap="square" lIns="91440" tIns="91440" rIns="91440" bIns="9144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Poppins"/>
                <a:ea typeface="+mn-ea"/>
                <a:cs typeface="+mn-cs"/>
              </a:rPr>
              <a:t>41</a:t>
            </a:r>
            <a:endParaRPr kumimoji="0" lang="en-US" sz="1200" b="0" i="0" u="none" strike="noStrike" kern="1200" cap="none" spc="0" normalizeH="0" baseline="0" noProof="0">
              <a:ln>
                <a:noFill/>
              </a:ln>
              <a:solidFill>
                <a:srgbClr val="000000"/>
              </a:solidFill>
              <a:effectLst/>
              <a:uLnTx/>
              <a:uFillTx/>
              <a:latin typeface="Poppins"/>
              <a:ea typeface="+mn-ea"/>
              <a:cs typeface="+mn-cs"/>
            </a:endParaRPr>
          </a:p>
        </p:txBody>
      </p:sp>
      <p:sp>
        <p:nvSpPr>
          <p:cNvPr id="53" name="TextBox 52">
            <a:extLst>
              <a:ext uri="{FF2B5EF4-FFF2-40B4-BE49-F238E27FC236}">
                <a16:creationId xmlns:a16="http://schemas.microsoft.com/office/drawing/2014/main" id="{13E91AF4-E73F-F0C3-EEB9-C574817670B6}"/>
              </a:ext>
            </a:extLst>
          </p:cNvPr>
          <p:cNvSpPr txBox="1"/>
          <p:nvPr/>
        </p:nvSpPr>
        <p:spPr>
          <a:xfrm>
            <a:off x="6427528" y="4776276"/>
            <a:ext cx="5400934" cy="900000"/>
          </a:xfrm>
          <a:prstGeom prst="rect">
            <a:avLst/>
          </a:prstGeom>
          <a:noFill/>
          <a:ln w="19050">
            <a:solidFill>
              <a:schemeClr val="accent2">
                <a:lumMod val="90000"/>
                <a:lumOff val="10000"/>
              </a:schemeClr>
            </a:solidFill>
          </a:ln>
        </p:spPr>
        <p:txBody>
          <a:bodyPr wrap="square" lIns="91440" tIns="91440" rIns="91440" bIns="9144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Poppins"/>
                <a:ea typeface="+mn-ea"/>
                <a:cs typeface="+mn-cs"/>
              </a:rPr>
              <a:t>Open high- and medium- priority evidence gaps </a:t>
            </a:r>
            <a:r>
              <a:rPr kumimoji="0" lang="en-US" sz="1200" b="0" i="0" u="none" strike="noStrike" kern="1200" cap="none" spc="0" normalizeH="0" baseline="0" noProof="0">
                <a:ln>
                  <a:noFill/>
                </a:ln>
                <a:solidFill>
                  <a:srgbClr val="000000"/>
                </a:solidFill>
                <a:effectLst/>
                <a:uLnTx/>
                <a:uFillTx/>
                <a:latin typeface="Poppins"/>
                <a:ea typeface="+mn-ea"/>
                <a:cs typeface="+mn-cs"/>
              </a:rPr>
              <a:t>with relevant </a:t>
            </a:r>
            <a:r>
              <a:rPr kumimoji="0" lang="en-US" sz="1200" b="1" i="0" u="none" strike="noStrike" kern="1200" cap="none" spc="0" normalizeH="0" baseline="0" noProof="0">
                <a:ln>
                  <a:noFill/>
                </a:ln>
                <a:solidFill>
                  <a:srgbClr val="000000"/>
                </a:solidFill>
                <a:effectLst/>
                <a:uLnTx/>
                <a:uFillTx/>
                <a:latin typeface="Poppins"/>
                <a:ea typeface="+mn-ea"/>
                <a:cs typeface="+mn-cs"/>
              </a:rPr>
              <a:t>tactics &amp; implementation roadmap </a:t>
            </a:r>
            <a:r>
              <a:rPr kumimoji="0" lang="en-US" sz="1200" b="0" i="0" u="none" strike="noStrike" kern="1200" cap="none" spc="0" normalizeH="0" baseline="0" noProof="0">
                <a:ln>
                  <a:noFill/>
                </a:ln>
                <a:solidFill>
                  <a:srgbClr val="000000"/>
                </a:solidFill>
                <a:effectLst/>
                <a:uLnTx/>
                <a:uFillTx/>
                <a:latin typeface="Poppins"/>
                <a:ea typeface="+mn-ea"/>
                <a:cs typeface="+mn-cs"/>
              </a:rPr>
              <a:t>are discussed during the cross-functional workshop and included in the final IEGP, as they are not addressed by ongoing EvGen activities </a:t>
            </a:r>
          </a:p>
        </p:txBody>
      </p:sp>
      <p:sp>
        <p:nvSpPr>
          <p:cNvPr id="54" name="TextBox 53">
            <a:extLst>
              <a:ext uri="{FF2B5EF4-FFF2-40B4-BE49-F238E27FC236}">
                <a16:creationId xmlns:a16="http://schemas.microsoft.com/office/drawing/2014/main" id="{6D0B4970-44D0-AEDD-B4F0-F82278198D45}"/>
              </a:ext>
            </a:extLst>
          </p:cNvPr>
          <p:cNvSpPr txBox="1"/>
          <p:nvPr/>
        </p:nvSpPr>
        <p:spPr>
          <a:xfrm>
            <a:off x="5532177" y="4776276"/>
            <a:ext cx="819151" cy="900000"/>
          </a:xfrm>
          <a:prstGeom prst="rect">
            <a:avLst/>
          </a:prstGeom>
          <a:solidFill>
            <a:schemeClr val="bg2"/>
          </a:solidFill>
          <a:ln w="19050">
            <a:solidFill>
              <a:schemeClr val="accent2">
                <a:lumMod val="90000"/>
                <a:lumOff val="10000"/>
              </a:schemeClr>
            </a:solidFill>
          </a:ln>
        </p:spPr>
        <p:txBody>
          <a:bodyPr wrap="square" lIns="91440" tIns="91440" rIns="91440" bIns="9144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Poppins"/>
                <a:ea typeface="+mn-ea"/>
                <a:cs typeface="+mn-cs"/>
              </a:rPr>
              <a:t>33</a:t>
            </a:r>
            <a:endParaRPr kumimoji="0" lang="en-US" sz="1200" b="0" i="0" u="none" strike="noStrike" kern="1200" cap="none" spc="0" normalizeH="0" baseline="0" noProof="0">
              <a:ln>
                <a:noFill/>
              </a:ln>
              <a:solidFill>
                <a:srgbClr val="000000"/>
              </a:solidFill>
              <a:effectLst/>
              <a:uLnTx/>
              <a:uFillTx/>
              <a:latin typeface="Poppins"/>
              <a:ea typeface="+mn-ea"/>
              <a:cs typeface="+mn-cs"/>
            </a:endParaRPr>
          </a:p>
        </p:txBody>
      </p:sp>
      <p:sp>
        <p:nvSpPr>
          <p:cNvPr id="23" name="TextBox 22">
            <a:extLst>
              <a:ext uri="{FF2B5EF4-FFF2-40B4-BE49-F238E27FC236}">
                <a16:creationId xmlns:a16="http://schemas.microsoft.com/office/drawing/2014/main" id="{4EADB888-F06F-3FB4-909D-0A321A26587A}"/>
              </a:ext>
            </a:extLst>
          </p:cNvPr>
          <p:cNvSpPr txBox="1"/>
          <p:nvPr/>
        </p:nvSpPr>
        <p:spPr>
          <a:xfrm>
            <a:off x="5225920" y="1336025"/>
            <a:ext cx="1431663" cy="492443"/>
          </a:xfrm>
          <a:prstGeom prst="rect">
            <a:avLst/>
          </a:prstGeom>
          <a:noFill/>
          <a:ln w="19050">
            <a:noFill/>
          </a:ln>
        </p:spPr>
        <p:txBody>
          <a:bodyPr wrap="square" lIns="91440" tIns="91440" rIns="91440" bIns="9144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Number of  Evidence Gaps</a:t>
            </a:r>
            <a:endParaRPr kumimoji="0" lang="en-US" sz="1000" b="0" i="0" u="none" strike="noStrike" kern="1200" cap="none" spc="0" normalizeH="0" baseline="0" noProof="0">
              <a:ln>
                <a:noFill/>
              </a:ln>
              <a:solidFill>
                <a:srgbClr val="000000"/>
              </a:solidFill>
              <a:effectLst/>
              <a:uLnTx/>
              <a:uFillTx/>
              <a:latin typeface="Poppins"/>
              <a:ea typeface="+mn-ea"/>
              <a:cs typeface="+mn-cs"/>
            </a:endParaRPr>
          </a:p>
        </p:txBody>
      </p:sp>
    </p:spTree>
    <p:extLst>
      <p:ext uri="{BB962C8B-B14F-4D97-AF65-F5344CB8AC3E}">
        <p14:creationId xmlns:p14="http://schemas.microsoft.com/office/powerpoint/2010/main" val="3669042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A137C-3C39-9551-D6B7-F594C77E586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65BE89-0344-054B-37EC-FA0E36980D07}"/>
              </a:ext>
            </a:extLst>
          </p:cNvPr>
          <p:cNvGraphicFramePr>
            <a:graphicFrameLocks noChangeAspect="1"/>
          </p:cNvGraphicFramePr>
          <p:nvPr>
            <p:custDataLst>
              <p:tags r:id="rId1"/>
            </p:custDataLst>
            <p:extLst>
              <p:ext uri="{D42A27DB-BD31-4B8C-83A1-F6EECF244321}">
                <p14:modId xmlns:p14="http://schemas.microsoft.com/office/powerpoint/2010/main" val="4268940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5" name="think-cell data - do not delete" hidden="1">
                        <a:extLst>
                          <a:ext uri="{FF2B5EF4-FFF2-40B4-BE49-F238E27FC236}">
                            <a16:creationId xmlns:a16="http://schemas.microsoft.com/office/drawing/2014/main" id="{B665BE89-0344-054B-37EC-FA0E36980D0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3BB0862-5D99-6BBB-0528-54097BD62E9E}"/>
              </a:ext>
            </a:extLst>
          </p:cNvPr>
          <p:cNvSpPr>
            <a:spLocks noGrp="1"/>
          </p:cNvSpPr>
          <p:nvPr>
            <p:ph type="title"/>
          </p:nvPr>
        </p:nvSpPr>
        <p:spPr>
          <a:xfrm>
            <a:off x="358337" y="271427"/>
            <a:ext cx="11470125" cy="738664"/>
          </a:xfrm>
        </p:spPr>
        <p:txBody>
          <a:bodyPr vert="horz"/>
          <a:lstStyle/>
          <a:p>
            <a:r>
              <a:rPr lang="en-GB" sz="2400"/>
              <a:t>Key evidence generation is driven by maturity of tislelizumab and the overall market environment</a:t>
            </a:r>
            <a:r>
              <a:rPr lang="en-US" sz="2400"/>
              <a:t> </a:t>
            </a:r>
          </a:p>
        </p:txBody>
      </p:sp>
      <p:sp>
        <p:nvSpPr>
          <p:cNvPr id="3" name="Footer Placeholder 2">
            <a:extLst>
              <a:ext uri="{FF2B5EF4-FFF2-40B4-BE49-F238E27FC236}">
                <a16:creationId xmlns:a16="http://schemas.microsoft.com/office/drawing/2014/main" id="{CEB8E2A3-C884-147C-0B7B-49D8D6DCE086}"/>
              </a:ext>
            </a:extLst>
          </p:cNvPr>
          <p:cNvSpPr>
            <a:spLocks noGrp="1"/>
          </p:cNvSpPr>
          <p:nvPr>
            <p:ph type="ftr" sz="quarter" idx="10"/>
          </p:nvPr>
        </p:nvSpPr>
        <p:spPr>
          <a:xfrm>
            <a:off x="358337" y="6403693"/>
            <a:ext cx="7909560" cy="365760"/>
          </a:xfrm>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FOLFOX: Folinic Acid-Fluorouracil-Oxaliplatin; SOX: S-1 (Tegafur,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Gimeracil</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Oteracil</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potassium) Oxaliplatin; PROs: Patient-Reported Outcomes RWE: Real World Evidence; Tx: Treatment</a:t>
            </a:r>
          </a:p>
        </p:txBody>
      </p:sp>
      <p:sp>
        <p:nvSpPr>
          <p:cNvPr id="4" name="TextBox 3">
            <a:extLst>
              <a:ext uri="{FF2B5EF4-FFF2-40B4-BE49-F238E27FC236}">
                <a16:creationId xmlns:a16="http://schemas.microsoft.com/office/drawing/2014/main" id="{AB7547C5-FC5E-A6CD-B6F1-07275107EDD6}"/>
              </a:ext>
            </a:extLst>
          </p:cNvPr>
          <p:cNvSpPr txBox="1"/>
          <p:nvPr/>
        </p:nvSpPr>
        <p:spPr>
          <a:xfrm>
            <a:off x="390683" y="1418893"/>
            <a:ext cx="3780149" cy="433633"/>
          </a:xfrm>
          <a:prstGeom prst="rect">
            <a:avLst/>
          </a:prstGeom>
          <a:noFill/>
        </p:spPr>
        <p:txBody>
          <a:bodyPr wrap="square" lIns="0" tIns="0" rIns="0" bIns="0" rtlCol="0" anchor="b">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83349">
                    <a:lumMod val="60000"/>
                    <a:lumOff val="40000"/>
                  </a:srgbClr>
                </a:solidFill>
                <a:effectLst/>
                <a:uLnTx/>
                <a:uFillTx/>
                <a:latin typeface="Poppins Medium"/>
                <a:ea typeface="+mn-ea"/>
                <a:cs typeface="+mn-cs"/>
              </a:rPr>
              <a:t>Key Evidence Gap Themes*</a:t>
            </a:r>
          </a:p>
        </p:txBody>
      </p:sp>
      <p:sp>
        <p:nvSpPr>
          <p:cNvPr id="6" name="TextBox 5">
            <a:extLst>
              <a:ext uri="{FF2B5EF4-FFF2-40B4-BE49-F238E27FC236}">
                <a16:creationId xmlns:a16="http://schemas.microsoft.com/office/drawing/2014/main" id="{5C84063D-0221-837D-9FED-0557BF89B0C4}"/>
              </a:ext>
            </a:extLst>
          </p:cNvPr>
          <p:cNvSpPr txBox="1"/>
          <p:nvPr/>
        </p:nvSpPr>
        <p:spPr>
          <a:xfrm>
            <a:off x="390684" y="4650538"/>
            <a:ext cx="4500294" cy="288000"/>
          </a:xfrm>
          <a:prstGeom prst="rect">
            <a:avLst/>
          </a:prstGeom>
          <a:solidFill>
            <a:schemeClr val="bg2"/>
          </a:solidFill>
        </p:spPr>
        <p:txBody>
          <a:bodyPr wrap="square" lIns="0" tIns="0" rIns="0" bIns="0" rtlCol="0" anchor="b">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83349">
                    <a:lumMod val="60000"/>
                    <a:lumOff val="40000"/>
                  </a:srgbClr>
                </a:solidFill>
                <a:effectLst/>
                <a:uLnTx/>
                <a:uFillTx/>
                <a:latin typeface="Poppins Medium"/>
                <a:ea typeface="+mn-ea"/>
                <a:cs typeface="+mn-cs"/>
              </a:rPr>
              <a:t>Relevant Strategic Imperatives</a:t>
            </a:r>
          </a:p>
        </p:txBody>
      </p:sp>
      <p:sp>
        <p:nvSpPr>
          <p:cNvPr id="8" name="Rectangle 7">
            <a:extLst>
              <a:ext uri="{FF2B5EF4-FFF2-40B4-BE49-F238E27FC236}">
                <a16:creationId xmlns:a16="http://schemas.microsoft.com/office/drawing/2014/main" id="{9C1F383A-ECEA-E558-2E56-2127AF760B12}"/>
              </a:ext>
            </a:extLst>
          </p:cNvPr>
          <p:cNvSpPr/>
          <p:nvPr/>
        </p:nvSpPr>
        <p:spPr>
          <a:xfrm>
            <a:off x="390681" y="1985066"/>
            <a:ext cx="3600000" cy="576000"/>
          </a:xfrm>
          <a:prstGeom prst="rect">
            <a:avLst/>
          </a:prstGeom>
          <a:solidFill>
            <a:schemeClr val="tx2"/>
          </a:solidFill>
          <a:ln>
            <a:solidFill>
              <a:schemeClr val="tx2">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a:ln>
                  <a:noFill/>
                </a:ln>
                <a:solidFill>
                  <a:schemeClr val="bg1"/>
                </a:solidFill>
                <a:effectLst/>
                <a:uLnTx/>
                <a:uFillTx/>
                <a:latin typeface="Poppins"/>
                <a:ea typeface="+mn-ea"/>
                <a:cs typeface="+mn-cs"/>
              </a:rPr>
              <a:t>Need for Prospective/Retrospective RWE</a:t>
            </a:r>
            <a:endParaRPr kumimoji="0" lang="en-GB" sz="1600" b="0" i="0" u="none" strike="noStrike" kern="1200" cap="none" spc="0" normalizeH="0" baseline="0" noProof="0">
              <a:ln>
                <a:noFill/>
              </a:ln>
              <a:solidFill>
                <a:schemeClr val="bg1"/>
              </a:solidFill>
              <a:effectLst/>
              <a:uLnTx/>
              <a:uFillTx/>
              <a:latin typeface="Poppins"/>
              <a:ea typeface="+mn-ea"/>
              <a:cs typeface="+mn-cs"/>
            </a:endParaRPr>
          </a:p>
        </p:txBody>
      </p:sp>
      <p:sp>
        <p:nvSpPr>
          <p:cNvPr id="15" name="Rectangle 14">
            <a:extLst>
              <a:ext uri="{FF2B5EF4-FFF2-40B4-BE49-F238E27FC236}">
                <a16:creationId xmlns:a16="http://schemas.microsoft.com/office/drawing/2014/main" id="{A18260B8-1977-1B8C-029B-4728CC198994}"/>
              </a:ext>
            </a:extLst>
          </p:cNvPr>
          <p:cNvSpPr/>
          <p:nvPr/>
        </p:nvSpPr>
        <p:spPr>
          <a:xfrm>
            <a:off x="4295999" y="1985066"/>
            <a:ext cx="3600000" cy="576000"/>
          </a:xfrm>
          <a:prstGeom prst="rect">
            <a:avLst/>
          </a:prstGeom>
          <a:solidFill>
            <a:schemeClr val="tx2"/>
          </a:solidFill>
          <a:ln>
            <a:solidFill>
              <a:schemeClr val="tx2">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0000" rIns="45720" rtlCol="0" anchor="ctr">
            <a:normAutofit lnSpcReduction="10000"/>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a:ln>
                  <a:noFill/>
                </a:ln>
                <a:solidFill>
                  <a:schemeClr val="bg1"/>
                </a:solidFill>
                <a:effectLst/>
                <a:uLnTx/>
                <a:uFillTx/>
                <a:latin typeface="Poppins"/>
                <a:ea typeface="+mn-ea"/>
                <a:cs typeface="+mn-cs"/>
              </a:rPr>
              <a:t>Tislelizumab + </a:t>
            </a:r>
            <a:r>
              <a:rPr kumimoji="0" lang="en-GB" sz="1600" b="1" i="0" u="none" strike="noStrike" kern="1200" cap="none" spc="0" normalizeH="0" baseline="0" noProof="0" err="1">
                <a:ln>
                  <a:noFill/>
                </a:ln>
                <a:solidFill>
                  <a:schemeClr val="bg1"/>
                </a:solidFill>
                <a:effectLst/>
                <a:uLnTx/>
                <a:uFillTx/>
                <a:latin typeface="Poppins"/>
                <a:ea typeface="+mn-ea"/>
                <a:cs typeface="+mn-cs"/>
              </a:rPr>
              <a:t>CTx</a:t>
            </a:r>
            <a:r>
              <a:rPr kumimoji="0" lang="en-GB" sz="1600" b="1" i="0" u="none" strike="noStrike" kern="1200" cap="none" spc="0" normalizeH="0" baseline="0" noProof="0">
                <a:ln>
                  <a:noFill/>
                </a:ln>
                <a:solidFill>
                  <a:schemeClr val="bg1"/>
                </a:solidFill>
                <a:effectLst/>
                <a:uLnTx/>
                <a:uFillTx/>
                <a:latin typeface="Poppins"/>
                <a:ea typeface="+mn-ea"/>
                <a:cs typeface="+mn-cs"/>
              </a:rPr>
              <a:t> Data vs. Local SoC</a:t>
            </a:r>
            <a:endParaRPr kumimoji="0" lang="en-GB" sz="1600" b="0" i="0" u="none" strike="noStrike" kern="1200" cap="none" spc="0" normalizeH="0" baseline="0" noProof="0">
              <a:ln>
                <a:noFill/>
              </a:ln>
              <a:solidFill>
                <a:schemeClr val="bg1"/>
              </a:solidFill>
              <a:effectLst/>
              <a:uLnTx/>
              <a:uFillTx/>
              <a:latin typeface="Poppins"/>
              <a:ea typeface="+mn-ea"/>
              <a:cs typeface="+mn-cs"/>
            </a:endParaRPr>
          </a:p>
        </p:txBody>
      </p:sp>
      <p:sp>
        <p:nvSpPr>
          <p:cNvPr id="14" name="Rectangle 13">
            <a:extLst>
              <a:ext uri="{FF2B5EF4-FFF2-40B4-BE49-F238E27FC236}">
                <a16:creationId xmlns:a16="http://schemas.microsoft.com/office/drawing/2014/main" id="{695137F3-F6AB-649D-B119-F17B13E9CDC6}"/>
              </a:ext>
            </a:extLst>
          </p:cNvPr>
          <p:cNvSpPr/>
          <p:nvPr/>
        </p:nvSpPr>
        <p:spPr>
          <a:xfrm>
            <a:off x="8201317" y="1985067"/>
            <a:ext cx="3600000" cy="576000"/>
          </a:xfrm>
          <a:prstGeom prst="rect">
            <a:avLst/>
          </a:prstGeom>
          <a:solidFill>
            <a:schemeClr val="tx2"/>
          </a:solidFill>
          <a:ln>
            <a:solidFill>
              <a:schemeClr val="tx2">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a:ln>
                  <a:noFill/>
                </a:ln>
                <a:solidFill>
                  <a:schemeClr val="bg1"/>
                </a:solidFill>
                <a:effectLst/>
                <a:uLnTx/>
                <a:uFillTx/>
                <a:latin typeface="Poppins"/>
                <a:ea typeface="+mn-ea"/>
                <a:cs typeface="+mn-cs"/>
              </a:rPr>
              <a:t>Patient Subpopulations</a:t>
            </a:r>
          </a:p>
        </p:txBody>
      </p:sp>
      <p:sp>
        <p:nvSpPr>
          <p:cNvPr id="34" name="Rectangle 33">
            <a:extLst>
              <a:ext uri="{FF2B5EF4-FFF2-40B4-BE49-F238E27FC236}">
                <a16:creationId xmlns:a16="http://schemas.microsoft.com/office/drawing/2014/main" id="{C55DC685-9A42-07EA-1139-CDE437467E65}"/>
              </a:ext>
            </a:extLst>
          </p:cNvPr>
          <p:cNvSpPr/>
          <p:nvPr/>
        </p:nvSpPr>
        <p:spPr>
          <a:xfrm>
            <a:off x="391178" y="2585104"/>
            <a:ext cx="3599503" cy="1472843"/>
          </a:xfrm>
          <a:prstGeom prst="rect">
            <a:avLst/>
          </a:prstGeom>
          <a:solidFill>
            <a:schemeClr val="tx2">
              <a:lumMod val="20000"/>
              <a:lumOff val="80000"/>
            </a:schemeClr>
          </a:solidFill>
          <a:ln>
            <a:solidFill>
              <a:schemeClr val="tx2">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111125" lvl="1" algn="ctr">
              <a:spcAft>
                <a:spcPts val="300"/>
              </a:spcAft>
              <a:defRPr/>
            </a:pPr>
            <a:r>
              <a:rPr lang="en-GB" sz="1400" b="1">
                <a:solidFill>
                  <a:srgbClr val="000000"/>
                </a:solidFill>
              </a:rPr>
              <a:t>Need for data generation </a:t>
            </a:r>
            <a:r>
              <a:rPr lang="en-GB" sz="1400">
                <a:solidFill>
                  <a:srgbClr val="000000"/>
                </a:solidFill>
              </a:rPr>
              <a:t>to confirm and complement existing clinical trial data (Upper GI) and close fundamental data gaps (e.g., Caucasian data in Lung Cancers)</a:t>
            </a:r>
            <a:endParaRPr lang="en-GB" sz="1400" b="1">
              <a:solidFill>
                <a:srgbClr val="000000"/>
              </a:solidFill>
            </a:endParaRPr>
          </a:p>
        </p:txBody>
      </p:sp>
      <p:sp>
        <p:nvSpPr>
          <p:cNvPr id="33" name="Rectangle 32">
            <a:extLst>
              <a:ext uri="{FF2B5EF4-FFF2-40B4-BE49-F238E27FC236}">
                <a16:creationId xmlns:a16="http://schemas.microsoft.com/office/drawing/2014/main" id="{D8C03B7A-4390-1424-7736-42BF99302C63}"/>
              </a:ext>
            </a:extLst>
          </p:cNvPr>
          <p:cNvSpPr/>
          <p:nvPr/>
        </p:nvSpPr>
        <p:spPr>
          <a:xfrm>
            <a:off x="4296496" y="2585103"/>
            <a:ext cx="3599503" cy="1472843"/>
          </a:xfrm>
          <a:prstGeom prst="rect">
            <a:avLst/>
          </a:prstGeom>
          <a:solidFill>
            <a:schemeClr val="tx2">
              <a:lumMod val="20000"/>
              <a:lumOff val="80000"/>
            </a:schemeClr>
          </a:solidFill>
          <a:ln>
            <a:solidFill>
              <a:schemeClr val="tx2">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111125" lvl="1" algn="ctr">
              <a:spcAft>
                <a:spcPts val="300"/>
              </a:spcAft>
              <a:defRPr/>
            </a:pPr>
            <a:r>
              <a:rPr lang="en-GB" sz="1400" b="1">
                <a:solidFill>
                  <a:srgbClr val="000000"/>
                </a:solidFill>
              </a:rPr>
              <a:t>Need for </a:t>
            </a:r>
            <a:r>
              <a:rPr lang="en-GB" sz="1400" b="1" err="1">
                <a:solidFill>
                  <a:srgbClr val="000000"/>
                </a:solidFill>
              </a:rPr>
              <a:t>tislelelizumab</a:t>
            </a:r>
            <a:r>
              <a:rPr lang="en-GB" sz="1400" b="1">
                <a:solidFill>
                  <a:srgbClr val="000000"/>
                </a:solidFill>
              </a:rPr>
              <a:t> + </a:t>
            </a:r>
            <a:r>
              <a:rPr lang="en-GB" sz="1400" b="1" err="1">
                <a:solidFill>
                  <a:srgbClr val="000000"/>
                </a:solidFill>
              </a:rPr>
              <a:t>CTx</a:t>
            </a:r>
            <a:r>
              <a:rPr lang="en-GB" sz="1400" b="1">
                <a:solidFill>
                  <a:srgbClr val="000000"/>
                </a:solidFill>
              </a:rPr>
              <a:t> data </a:t>
            </a:r>
            <a:r>
              <a:rPr lang="en-GB" sz="1400">
                <a:solidFill>
                  <a:srgbClr val="000000"/>
                </a:solidFill>
              </a:rPr>
              <a:t>(e.g., FOLFOX or SOX), mirroring local clinical practice</a:t>
            </a:r>
            <a:endParaRPr lang="en-US" sz="1400" b="1">
              <a:solidFill>
                <a:srgbClr val="000000"/>
              </a:solidFill>
            </a:endParaRPr>
          </a:p>
        </p:txBody>
      </p:sp>
      <p:sp>
        <p:nvSpPr>
          <p:cNvPr id="35" name="Rectangle 34">
            <a:extLst>
              <a:ext uri="{FF2B5EF4-FFF2-40B4-BE49-F238E27FC236}">
                <a16:creationId xmlns:a16="http://schemas.microsoft.com/office/drawing/2014/main" id="{41FA3C23-6049-4060-804C-04A3CA191C10}"/>
              </a:ext>
            </a:extLst>
          </p:cNvPr>
          <p:cNvSpPr/>
          <p:nvPr/>
        </p:nvSpPr>
        <p:spPr>
          <a:xfrm>
            <a:off x="8201565" y="2585103"/>
            <a:ext cx="3599503" cy="1472843"/>
          </a:xfrm>
          <a:prstGeom prst="rect">
            <a:avLst/>
          </a:prstGeom>
          <a:solidFill>
            <a:schemeClr val="tx2">
              <a:lumMod val="20000"/>
              <a:lumOff val="80000"/>
            </a:schemeClr>
          </a:solidFill>
          <a:ln>
            <a:solidFill>
              <a:schemeClr val="tx2">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111125" lvl="1" algn="ctr">
              <a:spcAft>
                <a:spcPts val="300"/>
              </a:spcAft>
              <a:defRPr/>
            </a:pPr>
            <a:r>
              <a:rPr lang="en-GB" sz="1400">
                <a:solidFill>
                  <a:srgbClr val="000000"/>
                </a:solidFill>
              </a:rPr>
              <a:t>Need for </a:t>
            </a:r>
            <a:r>
              <a:rPr lang="en-GB" sz="1400" b="1">
                <a:solidFill>
                  <a:srgbClr val="000000"/>
                </a:solidFill>
              </a:rPr>
              <a:t>efficacy</a:t>
            </a:r>
            <a:r>
              <a:rPr lang="en-GB" sz="1400">
                <a:solidFill>
                  <a:srgbClr val="000000"/>
                </a:solidFill>
              </a:rPr>
              <a:t> and/or </a:t>
            </a:r>
            <a:r>
              <a:rPr lang="en-GB" sz="1400" b="1">
                <a:solidFill>
                  <a:srgbClr val="000000"/>
                </a:solidFill>
              </a:rPr>
              <a:t>safety</a:t>
            </a:r>
            <a:r>
              <a:rPr lang="en-GB" sz="1400">
                <a:solidFill>
                  <a:srgbClr val="000000"/>
                </a:solidFill>
              </a:rPr>
              <a:t> data for </a:t>
            </a:r>
            <a:r>
              <a:rPr lang="en-GB" sz="1400" b="1">
                <a:solidFill>
                  <a:srgbClr val="000000"/>
                </a:solidFill>
              </a:rPr>
              <a:t>subpopulations</a:t>
            </a:r>
            <a:r>
              <a:rPr lang="en-GB" sz="1400">
                <a:solidFill>
                  <a:srgbClr val="000000"/>
                </a:solidFill>
              </a:rPr>
              <a:t> of </a:t>
            </a:r>
            <a:r>
              <a:rPr lang="en-GB" sz="1400" b="1">
                <a:solidFill>
                  <a:srgbClr val="000000"/>
                </a:solidFill>
              </a:rPr>
              <a:t>interest</a:t>
            </a:r>
            <a:r>
              <a:rPr lang="en-GB" sz="1400">
                <a:solidFill>
                  <a:srgbClr val="000000"/>
                </a:solidFill>
              </a:rPr>
              <a:t> (e.g., elderly/frail populations)  </a:t>
            </a:r>
            <a:endParaRPr lang="en-US" sz="1400" b="1">
              <a:solidFill>
                <a:srgbClr val="000000"/>
              </a:solidFill>
            </a:endParaRPr>
          </a:p>
        </p:txBody>
      </p:sp>
      <p:grpSp>
        <p:nvGrpSpPr>
          <p:cNvPr id="38" name="Group 37">
            <a:extLst>
              <a:ext uri="{FF2B5EF4-FFF2-40B4-BE49-F238E27FC236}">
                <a16:creationId xmlns:a16="http://schemas.microsoft.com/office/drawing/2014/main" id="{5401481C-25B0-7A47-841A-FD1353C3F948}"/>
              </a:ext>
            </a:extLst>
          </p:cNvPr>
          <p:cNvGrpSpPr/>
          <p:nvPr/>
        </p:nvGrpSpPr>
        <p:grpSpPr>
          <a:xfrm>
            <a:off x="390681" y="5026888"/>
            <a:ext cx="11410636" cy="1194972"/>
            <a:chOff x="390681" y="4512333"/>
            <a:chExt cx="11410636" cy="1194972"/>
          </a:xfrm>
          <a:effectLst>
            <a:outerShdw blurRad="50800" dist="38100" dir="2700000" algn="tl" rotWithShape="0">
              <a:prstClr val="black">
                <a:alpha val="40000"/>
              </a:prstClr>
            </a:outerShdw>
          </a:effectLst>
        </p:grpSpPr>
        <p:sp>
          <p:nvSpPr>
            <p:cNvPr id="10" name="Rectangle 9">
              <a:extLst>
                <a:ext uri="{FF2B5EF4-FFF2-40B4-BE49-F238E27FC236}">
                  <a16:creationId xmlns:a16="http://schemas.microsoft.com/office/drawing/2014/main" id="{ED4003BE-3749-FBC1-7DD1-075AFE6EA58C}"/>
                </a:ext>
              </a:extLst>
            </p:cNvPr>
            <p:cNvSpPr/>
            <p:nvPr/>
          </p:nvSpPr>
          <p:spPr>
            <a:xfrm>
              <a:off x="8201565" y="5152905"/>
              <a:ext cx="3599503" cy="554400"/>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a:ea typeface="+mn-ea"/>
                  <a:cs typeface="+mn-cs"/>
                </a:rPr>
                <a:t>Drive Differentiation</a:t>
              </a:r>
            </a:p>
          </p:txBody>
        </p:sp>
        <p:sp>
          <p:nvSpPr>
            <p:cNvPr id="9" name="Rectangle 8">
              <a:extLst>
                <a:ext uri="{FF2B5EF4-FFF2-40B4-BE49-F238E27FC236}">
                  <a16:creationId xmlns:a16="http://schemas.microsoft.com/office/drawing/2014/main" id="{6F82CA1D-9FF2-C659-9BF2-5077EDA5D6B6}"/>
                </a:ext>
              </a:extLst>
            </p:cNvPr>
            <p:cNvSpPr/>
            <p:nvPr/>
          </p:nvSpPr>
          <p:spPr>
            <a:xfrm>
              <a:off x="8201317" y="4512333"/>
              <a:ext cx="3600000" cy="554400"/>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a:ea typeface="+mn-ea"/>
                  <a:cs typeface="+mn-cs"/>
                </a:rPr>
                <a:t>Build Solid Tumor Leadership</a:t>
              </a:r>
            </a:p>
          </p:txBody>
        </p:sp>
        <p:sp>
          <p:nvSpPr>
            <p:cNvPr id="7" name="Rectangle 6">
              <a:extLst>
                <a:ext uri="{FF2B5EF4-FFF2-40B4-BE49-F238E27FC236}">
                  <a16:creationId xmlns:a16="http://schemas.microsoft.com/office/drawing/2014/main" id="{B2E1AAC2-1A09-3C6F-EC7A-7642A083D1E3}"/>
                </a:ext>
              </a:extLst>
            </p:cNvPr>
            <p:cNvSpPr/>
            <p:nvPr/>
          </p:nvSpPr>
          <p:spPr>
            <a:xfrm>
              <a:off x="390681" y="4514899"/>
              <a:ext cx="3600000" cy="554400"/>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a:ea typeface="+mn-ea"/>
                  <a:cs typeface="+mn-cs"/>
                </a:rPr>
                <a:t>Secure Broad Access</a:t>
              </a:r>
            </a:p>
          </p:txBody>
        </p:sp>
        <p:sp>
          <p:nvSpPr>
            <p:cNvPr id="36" name="Rectangle 35">
              <a:extLst>
                <a:ext uri="{FF2B5EF4-FFF2-40B4-BE49-F238E27FC236}">
                  <a16:creationId xmlns:a16="http://schemas.microsoft.com/office/drawing/2014/main" id="{4980609E-9FC8-F977-557C-04B2F3BB1F90}"/>
                </a:ext>
              </a:extLst>
            </p:cNvPr>
            <p:cNvSpPr/>
            <p:nvPr/>
          </p:nvSpPr>
          <p:spPr>
            <a:xfrm>
              <a:off x="4293399" y="4514899"/>
              <a:ext cx="3600000" cy="554400"/>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a:ea typeface="+mn-ea"/>
                  <a:cs typeface="+mn-cs"/>
                </a:rPr>
                <a:t>Secure Broad Access</a:t>
              </a:r>
            </a:p>
          </p:txBody>
        </p:sp>
      </p:grpSp>
      <p:sp>
        <p:nvSpPr>
          <p:cNvPr id="46" name="Isosceles Triangle 45">
            <a:extLst>
              <a:ext uri="{FF2B5EF4-FFF2-40B4-BE49-F238E27FC236}">
                <a16:creationId xmlns:a16="http://schemas.microsoft.com/office/drawing/2014/main" id="{740AD861-0D4C-290C-67B5-901FF561A34C}"/>
              </a:ext>
            </a:extLst>
          </p:cNvPr>
          <p:cNvSpPr/>
          <p:nvPr/>
        </p:nvSpPr>
        <p:spPr>
          <a:xfrm rot="10800000">
            <a:off x="1690950" y="4136065"/>
            <a:ext cx="999461" cy="294401"/>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GB" err="1">
              <a:solidFill>
                <a:schemeClr val="bg1"/>
              </a:solidFill>
            </a:endParaRPr>
          </a:p>
        </p:txBody>
      </p:sp>
      <p:sp>
        <p:nvSpPr>
          <p:cNvPr id="47" name="Isosceles Triangle 46">
            <a:extLst>
              <a:ext uri="{FF2B5EF4-FFF2-40B4-BE49-F238E27FC236}">
                <a16:creationId xmlns:a16="http://schemas.microsoft.com/office/drawing/2014/main" id="{05C95CB3-D8EB-C59F-AE05-230AF7B04A9C}"/>
              </a:ext>
            </a:extLst>
          </p:cNvPr>
          <p:cNvSpPr/>
          <p:nvPr/>
        </p:nvSpPr>
        <p:spPr>
          <a:xfrm rot="10800000">
            <a:off x="5593668" y="4136065"/>
            <a:ext cx="999461" cy="294401"/>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GB" err="1">
              <a:solidFill>
                <a:schemeClr val="bg1"/>
              </a:solidFill>
            </a:endParaRPr>
          </a:p>
        </p:txBody>
      </p:sp>
      <p:sp>
        <p:nvSpPr>
          <p:cNvPr id="48" name="Isosceles Triangle 47">
            <a:extLst>
              <a:ext uri="{FF2B5EF4-FFF2-40B4-BE49-F238E27FC236}">
                <a16:creationId xmlns:a16="http://schemas.microsoft.com/office/drawing/2014/main" id="{D3E601C4-699B-4A45-B3A6-137BA6DB989D}"/>
              </a:ext>
            </a:extLst>
          </p:cNvPr>
          <p:cNvSpPr/>
          <p:nvPr/>
        </p:nvSpPr>
        <p:spPr>
          <a:xfrm rot="10800000">
            <a:off x="9501590" y="4136064"/>
            <a:ext cx="999461" cy="294401"/>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GB" err="1">
              <a:solidFill>
                <a:schemeClr val="bg1"/>
              </a:solidFill>
            </a:endParaRPr>
          </a:p>
        </p:txBody>
      </p:sp>
      <p:sp>
        <p:nvSpPr>
          <p:cNvPr id="50" name="Rectangle 49">
            <a:extLst>
              <a:ext uri="{FF2B5EF4-FFF2-40B4-BE49-F238E27FC236}">
                <a16:creationId xmlns:a16="http://schemas.microsoft.com/office/drawing/2014/main" id="{2F2450B7-F0CF-0785-7E5E-59519DF9F523}"/>
              </a:ext>
            </a:extLst>
          </p:cNvPr>
          <p:cNvSpPr/>
          <p:nvPr/>
        </p:nvSpPr>
        <p:spPr>
          <a:xfrm>
            <a:off x="390681" y="1985066"/>
            <a:ext cx="300882" cy="222396"/>
          </a:xfrm>
          <a:prstGeom prst="rect">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200" b="1">
                <a:solidFill>
                  <a:schemeClr val="bg1"/>
                </a:solidFill>
              </a:rPr>
              <a:t>A</a:t>
            </a:r>
          </a:p>
        </p:txBody>
      </p:sp>
      <p:sp>
        <p:nvSpPr>
          <p:cNvPr id="51" name="Rectangle 50">
            <a:extLst>
              <a:ext uri="{FF2B5EF4-FFF2-40B4-BE49-F238E27FC236}">
                <a16:creationId xmlns:a16="http://schemas.microsoft.com/office/drawing/2014/main" id="{F015CE6E-981A-4724-E1B2-4D2C00649825}"/>
              </a:ext>
            </a:extLst>
          </p:cNvPr>
          <p:cNvSpPr/>
          <p:nvPr/>
        </p:nvSpPr>
        <p:spPr>
          <a:xfrm>
            <a:off x="4293399" y="1985066"/>
            <a:ext cx="300882" cy="222396"/>
          </a:xfrm>
          <a:prstGeom prst="rect">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200" b="1">
                <a:solidFill>
                  <a:schemeClr val="bg1"/>
                </a:solidFill>
              </a:rPr>
              <a:t>B</a:t>
            </a:r>
          </a:p>
        </p:txBody>
      </p:sp>
      <p:sp>
        <p:nvSpPr>
          <p:cNvPr id="52" name="Rectangle 51">
            <a:extLst>
              <a:ext uri="{FF2B5EF4-FFF2-40B4-BE49-F238E27FC236}">
                <a16:creationId xmlns:a16="http://schemas.microsoft.com/office/drawing/2014/main" id="{3C1F2AC4-BFB7-DDD8-6472-8EC961551A58}"/>
              </a:ext>
            </a:extLst>
          </p:cNvPr>
          <p:cNvSpPr/>
          <p:nvPr/>
        </p:nvSpPr>
        <p:spPr>
          <a:xfrm>
            <a:off x="8201317" y="1985066"/>
            <a:ext cx="300882" cy="222396"/>
          </a:xfrm>
          <a:prstGeom prst="rect">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a:bodyPr>
          <a:lstStyle/>
          <a:p>
            <a:pPr algn="ctr"/>
            <a:r>
              <a:rPr lang="en-GB" sz="1200" b="1">
                <a:solidFill>
                  <a:schemeClr val="bg1"/>
                </a:solidFill>
              </a:rPr>
              <a:t>C</a:t>
            </a:r>
          </a:p>
        </p:txBody>
      </p:sp>
      <p:sp>
        <p:nvSpPr>
          <p:cNvPr id="11" name="TextBox 10">
            <a:extLst>
              <a:ext uri="{FF2B5EF4-FFF2-40B4-BE49-F238E27FC236}">
                <a16:creationId xmlns:a16="http://schemas.microsoft.com/office/drawing/2014/main" id="{7296C508-E972-A8AA-F959-9D603036E480}"/>
              </a:ext>
            </a:extLst>
          </p:cNvPr>
          <p:cNvSpPr txBox="1"/>
          <p:nvPr/>
        </p:nvSpPr>
        <p:spPr>
          <a:xfrm>
            <a:off x="358337" y="6214246"/>
            <a:ext cx="7629191" cy="288000"/>
          </a:xfrm>
          <a:prstGeom prst="rect">
            <a:avLst/>
          </a:prstGeom>
          <a:noFill/>
        </p:spPr>
        <p:txBody>
          <a:bodyPr wrap="square" lIns="0" tIns="0" rIns="0" bIns="0" rtlCol="0" anchor="b">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i="1" u="none" strike="noStrike" kern="1200" cap="none" spc="0" normalizeH="0" baseline="0" noProof="0">
                <a:ln>
                  <a:noFill/>
                </a:ln>
                <a:effectLst/>
                <a:uLnTx/>
                <a:uFillTx/>
                <a:latin typeface="Poppins Medium"/>
                <a:ea typeface="+mn-ea"/>
                <a:cs typeface="+mn-cs"/>
              </a:rPr>
              <a:t>*Displayed themes represent the primary areas for additional evidence generation but are </a:t>
            </a:r>
            <a:r>
              <a:rPr kumimoji="0" lang="en-US" sz="1100" b="1" i="1" u="none" strike="noStrike" kern="1200" cap="none" spc="0" normalizeH="0" baseline="0" noProof="0">
                <a:ln>
                  <a:noFill/>
                </a:ln>
                <a:effectLst/>
                <a:uLnTx/>
                <a:uFillTx/>
                <a:latin typeface="Poppins Medium"/>
                <a:ea typeface="+mn-ea"/>
                <a:cs typeface="+mn-cs"/>
              </a:rPr>
              <a:t>not exhaustive</a:t>
            </a:r>
          </a:p>
        </p:txBody>
      </p:sp>
    </p:spTree>
    <p:extLst>
      <p:ext uri="{BB962C8B-B14F-4D97-AF65-F5344CB8AC3E}">
        <p14:creationId xmlns:p14="http://schemas.microsoft.com/office/powerpoint/2010/main" val="1374487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7F8DC-CF4C-43BA-F0B1-DC0682DD6BA0}"/>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E5224C9A-8645-7CA9-5C58-77F4EFCC8A42}"/>
              </a:ext>
            </a:extLst>
          </p:cNvPr>
          <p:cNvGraphicFramePr>
            <a:graphicFrameLocks noChangeAspect="1"/>
          </p:cNvGraphicFramePr>
          <p:nvPr>
            <p:custDataLst>
              <p:tags r:id="rId1"/>
            </p:custDataLst>
            <p:extLst>
              <p:ext uri="{D42A27DB-BD31-4B8C-83A1-F6EECF244321}">
                <p14:modId xmlns:p14="http://schemas.microsoft.com/office/powerpoint/2010/main" val="32451918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11" name="think-cell data - do not delete" hidden="1">
                        <a:extLst>
                          <a:ext uri="{FF2B5EF4-FFF2-40B4-BE49-F238E27FC236}">
                            <a16:creationId xmlns:a16="http://schemas.microsoft.com/office/drawing/2014/main" id="{E5224C9A-8645-7CA9-5C58-77F4EFCC8A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8" name="Rectangle 37">
            <a:extLst>
              <a:ext uri="{FF2B5EF4-FFF2-40B4-BE49-F238E27FC236}">
                <a16:creationId xmlns:a16="http://schemas.microsoft.com/office/drawing/2014/main" id="{7D791CD8-575B-2A95-0B7C-FFB21FBF33D0}"/>
              </a:ext>
            </a:extLst>
          </p:cNvPr>
          <p:cNvSpPr>
            <a:spLocks noGrp="1" noRot="1" noMove="1" noResize="1" noEditPoints="1" noAdjustHandles="1" noChangeArrowheads="1" noChangeShapeType="1"/>
          </p:cNvSpPr>
          <p:nvPr/>
        </p:nvSpPr>
        <p:spPr>
          <a:xfrm>
            <a:off x="237565" y="941294"/>
            <a:ext cx="11797553" cy="4557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3" name="Title 2">
            <a:extLst>
              <a:ext uri="{FF2B5EF4-FFF2-40B4-BE49-F238E27FC236}">
                <a16:creationId xmlns:a16="http://schemas.microsoft.com/office/drawing/2014/main" id="{C21736AC-4C47-4C5B-D55E-698A6307A1AF}"/>
              </a:ext>
            </a:extLst>
          </p:cNvPr>
          <p:cNvSpPr>
            <a:spLocks noGrp="1"/>
          </p:cNvSpPr>
          <p:nvPr>
            <p:ph type="title"/>
          </p:nvPr>
        </p:nvSpPr>
        <p:spPr>
          <a:xfrm>
            <a:off x="358337" y="271427"/>
            <a:ext cx="11470125" cy="738664"/>
          </a:xfrm>
        </p:spPr>
        <p:txBody>
          <a:bodyPr vert="horz"/>
          <a:lstStyle/>
          <a:p>
            <a:r>
              <a:rPr lang="en-US" sz="2400"/>
              <a:t>Remaining evidence needs can be addressed through three general approaches</a:t>
            </a:r>
          </a:p>
        </p:txBody>
      </p:sp>
      <p:sp>
        <p:nvSpPr>
          <p:cNvPr id="4" name="Footer Placeholder 3">
            <a:extLst>
              <a:ext uri="{FF2B5EF4-FFF2-40B4-BE49-F238E27FC236}">
                <a16:creationId xmlns:a16="http://schemas.microsoft.com/office/drawing/2014/main" id="{8D757AA0-FAFB-F4E4-40D4-A5D2B90109D2}"/>
              </a:ext>
            </a:extLst>
          </p:cNvPr>
          <p:cNvSpPr>
            <a:spLocks noGrp="1"/>
          </p:cNvSpPr>
          <p:nvPr>
            <p:ph type="ftr" sz="quarter" idx="10"/>
          </p:nvPr>
        </p:nvSpPr>
        <p:spPr>
          <a:xfrm>
            <a:off x="244923" y="6468805"/>
            <a:ext cx="11519725" cy="365760"/>
          </a:xfrm>
        </p:spPr>
        <p:txBody>
          <a:bodyPr/>
          <a:lstStyle/>
          <a:p>
            <a:pPr>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a:t>
            </a:r>
            <a:r>
              <a:rPr lang="en-US" b="1">
                <a:solidFill>
                  <a:srgbClr val="000000">
                    <a:lumMod val="65000"/>
                    <a:lumOff val="35000"/>
                  </a:srgbClr>
                </a:solidFill>
                <a:latin typeface="Poppins"/>
              </a:rPr>
              <a:t>Certain</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a:t>
            </a:r>
            <a:r>
              <a:rPr kumimoji="0" lang="en-US" sz="700" b="1" i="0" u="none" strike="noStrike" kern="1200" cap="none" spc="0" normalizeH="0" baseline="0" noProof="0">
                <a:ln>
                  <a:noFill/>
                </a:ln>
                <a:solidFill>
                  <a:srgbClr val="000000">
                    <a:lumMod val="65000"/>
                    <a:lumOff val="35000"/>
                  </a:srgbClr>
                </a:solidFill>
                <a:effectLst/>
                <a:uLnTx/>
                <a:uFillTx/>
                <a:latin typeface="Poppins"/>
                <a:ea typeface="+mn-ea"/>
                <a:cs typeface="+mn-cs"/>
              </a:rPr>
              <a:t>gaps pertaining to the “Tislelizumab </a:t>
            </a:r>
            <a:r>
              <a:rPr lang="en-GB" b="1">
                <a:solidFill>
                  <a:srgbClr val="000000">
                    <a:lumMod val="65000"/>
                    <a:lumOff val="35000"/>
                  </a:srgbClr>
                </a:solidFill>
                <a:latin typeface="Poppins"/>
              </a:rPr>
              <a:t>+ </a:t>
            </a:r>
            <a:r>
              <a:rPr lang="en-GB" b="1" err="1">
                <a:solidFill>
                  <a:srgbClr val="000000">
                    <a:lumMod val="65000"/>
                    <a:lumOff val="35000"/>
                  </a:srgbClr>
                </a:solidFill>
                <a:latin typeface="Poppins"/>
              </a:rPr>
              <a:t>CTx</a:t>
            </a:r>
            <a:r>
              <a:rPr lang="en-GB" b="1">
                <a:solidFill>
                  <a:srgbClr val="000000">
                    <a:lumMod val="65000"/>
                    <a:lumOff val="35000"/>
                  </a:srgbClr>
                </a:solidFill>
                <a:latin typeface="Poppins"/>
              </a:rPr>
              <a:t> Data vs. Local” theme will be closed by R&amp;D and do not fall within the scope of post-</a:t>
            </a:r>
            <a:r>
              <a:rPr lang="en-GB" b="1" err="1">
                <a:solidFill>
                  <a:srgbClr val="000000">
                    <a:lumMod val="65000"/>
                    <a:lumOff val="35000"/>
                  </a:srgbClr>
                </a:solidFill>
                <a:latin typeface="Poppins"/>
              </a:rPr>
              <a:t>hocs</a:t>
            </a:r>
            <a:r>
              <a:rPr lang="en-GB" b="1">
                <a:solidFill>
                  <a:srgbClr val="000000">
                    <a:lumMod val="65000"/>
                    <a:lumOff val="35000"/>
                  </a:srgbClr>
                </a:solidFill>
                <a:latin typeface="Poppins"/>
              </a:rPr>
              <a:t>, RWE, and IIT studies</a:t>
            </a:r>
            <a:r>
              <a:rPr lang="en-GB">
                <a:solidFill>
                  <a:srgbClr val="000000">
                    <a:lumMod val="65000"/>
                    <a:lumOff val="35000"/>
                  </a:srgbClr>
                </a:solidFill>
                <a:latin typeface="Poppins"/>
              </a:rPr>
              <a:t>. A</a:t>
            </a:r>
            <a:r>
              <a:rPr lang="en-US" err="1">
                <a:solidFill>
                  <a:srgbClr val="000000">
                    <a:lumMod val="65000"/>
                    <a:lumOff val="35000"/>
                  </a:srgbClr>
                </a:solidFill>
                <a:latin typeface="Poppins"/>
              </a:rPr>
              <a:t>bbreviations</a:t>
            </a:r>
            <a:r>
              <a:rPr lang="en-US">
                <a:solidFill>
                  <a:srgbClr val="000000">
                    <a:lumMod val="65000"/>
                    <a:lumOff val="35000"/>
                  </a:srgbClr>
                </a:solidFill>
                <a:latin typeface="Poppins"/>
              </a:rPr>
              <a:t>: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CG: Cooperative Group;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ES-SCLC: Extensive Stage Small Cell Lung Cancer; IIT: Investigator Initiated Trial; IO: Immuno-oncology;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MoA</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Mechanism of Action; NIS: Non-Interventional Study; NSCLC: Non-Small Cell Lung Cancer; </a:t>
            </a:r>
            <a:r>
              <a:rPr lang="en-US">
                <a:solidFill>
                  <a:srgbClr val="000000">
                    <a:lumMod val="65000"/>
                    <a:lumOff val="35000"/>
                  </a:srgbClr>
                </a:solidFill>
              </a:rPr>
              <a:t>PD-1: Programmed Death Protein-1;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RWE: Real-World Evidence; Tx: Treatment</a:t>
            </a:r>
          </a:p>
        </p:txBody>
      </p:sp>
      <p:sp>
        <p:nvSpPr>
          <p:cNvPr id="13" name="Rectangle: Rounded Corners 12">
            <a:extLst>
              <a:ext uri="{FF2B5EF4-FFF2-40B4-BE49-F238E27FC236}">
                <a16:creationId xmlns:a16="http://schemas.microsoft.com/office/drawing/2014/main" id="{BE5E560B-9EA3-1061-9618-FE7FAC0EA2C0}"/>
              </a:ext>
            </a:extLst>
          </p:cNvPr>
          <p:cNvSpPr>
            <a:spLocks/>
          </p:cNvSpPr>
          <p:nvPr/>
        </p:nvSpPr>
        <p:spPr>
          <a:xfrm>
            <a:off x="6730794" y="1791089"/>
            <a:ext cx="5033855" cy="4752000"/>
          </a:xfrm>
          <a:prstGeom prst="roundRect">
            <a:avLst>
              <a:gd name="adj" fmla="val 0"/>
            </a:avLst>
          </a:prstGeom>
          <a:solidFill>
            <a:srgbClr val="E7E7E7"/>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3554" rtl="0" eaLnBrk="1" fontAlgn="auto" latinLnBrk="0" hangingPunct="1">
              <a:lnSpc>
                <a:spcPct val="100000"/>
              </a:lnSpc>
              <a:spcBef>
                <a:spcPts val="0"/>
              </a:spcBef>
              <a:spcAft>
                <a:spcPts val="900"/>
              </a:spcAft>
              <a:buClrTx/>
              <a:buSzTx/>
              <a:buFont typeface="Arial" panose="020B0604020202020204" pitchFamily="34" charset="0"/>
              <a:buChar char="•"/>
              <a:tabLst/>
              <a:defRPr/>
            </a:pPr>
            <a:endParaRPr kumimoji="0" lang="en-US" sz="1400" b="1" i="0" u="none" strike="noStrike" kern="1200" cap="none" spc="0" normalizeH="0" baseline="0" noProof="0">
              <a:ln>
                <a:noFill/>
              </a:ln>
              <a:solidFill>
                <a:srgbClr val="000000"/>
              </a:solidFill>
              <a:effectLst/>
              <a:uLnTx/>
              <a:uFillTx/>
              <a:latin typeface="Poppins"/>
              <a:ea typeface="+mn-ea"/>
              <a:cs typeface="+mn-cs"/>
            </a:endParaRPr>
          </a:p>
        </p:txBody>
      </p:sp>
      <p:sp>
        <p:nvSpPr>
          <p:cNvPr id="9" name="Rectangle 8">
            <a:extLst>
              <a:ext uri="{FF2B5EF4-FFF2-40B4-BE49-F238E27FC236}">
                <a16:creationId xmlns:a16="http://schemas.microsoft.com/office/drawing/2014/main" id="{40201645-98AF-5F28-7A68-4BDE8BF5E0BA}"/>
              </a:ext>
            </a:extLst>
          </p:cNvPr>
          <p:cNvSpPr>
            <a:spLocks/>
          </p:cNvSpPr>
          <p:nvPr/>
        </p:nvSpPr>
        <p:spPr>
          <a:xfrm>
            <a:off x="6836995" y="1866928"/>
            <a:ext cx="4817486" cy="365527"/>
          </a:xfrm>
          <a:prstGeom prst="rect">
            <a:avLst/>
          </a:prstGeom>
          <a:solidFill>
            <a:schemeClr val="bg2">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a:ea typeface="+mn-ea"/>
                <a:cs typeface="+mn-cs"/>
              </a:rPr>
              <a:t>RWE / IITs</a:t>
            </a:r>
          </a:p>
        </p:txBody>
      </p:sp>
      <p:pic>
        <p:nvPicPr>
          <p:cNvPr id="41" name="Graphic 40">
            <a:extLst>
              <a:ext uri="{FF2B5EF4-FFF2-40B4-BE49-F238E27FC236}">
                <a16:creationId xmlns:a16="http://schemas.microsoft.com/office/drawing/2014/main" id="{5981BE6F-5D78-B0C1-1B3A-E1FBC3836D18}"/>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6937937" y="1854634"/>
            <a:ext cx="390114" cy="390114"/>
          </a:xfrm>
          <a:prstGeom prst="rect">
            <a:avLst/>
          </a:prstGeom>
        </p:spPr>
      </p:pic>
      <p:sp>
        <p:nvSpPr>
          <p:cNvPr id="47" name="Rectangle 46">
            <a:extLst>
              <a:ext uri="{FF2B5EF4-FFF2-40B4-BE49-F238E27FC236}">
                <a16:creationId xmlns:a16="http://schemas.microsoft.com/office/drawing/2014/main" id="{F02B8E39-518F-AA57-C5CE-C3155B66FE3A}"/>
              </a:ext>
            </a:extLst>
          </p:cNvPr>
          <p:cNvSpPr>
            <a:spLocks/>
          </p:cNvSpPr>
          <p:nvPr/>
        </p:nvSpPr>
        <p:spPr>
          <a:xfrm>
            <a:off x="6836994" y="2845833"/>
            <a:ext cx="4804021" cy="230284"/>
          </a:xfrm>
          <a:prstGeom prst="rect">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Transversal </a:t>
            </a:r>
            <a:r>
              <a:rPr kumimoji="0" lang="en-US" sz="1000" b="0" i="0" u="none" strike="noStrike" kern="1200" cap="none" spc="0" normalizeH="0" baseline="0" noProof="0">
                <a:ln>
                  <a:noFill/>
                </a:ln>
                <a:solidFill>
                  <a:srgbClr val="FFFFFF"/>
                </a:solidFill>
                <a:effectLst/>
                <a:uLnTx/>
                <a:uFillTx/>
                <a:latin typeface="Poppins"/>
                <a:ea typeface="+mn-ea"/>
                <a:cs typeface="+mn-cs"/>
              </a:rPr>
              <a:t>(Across ALL indications)</a:t>
            </a:r>
          </a:p>
        </p:txBody>
      </p:sp>
      <p:sp>
        <p:nvSpPr>
          <p:cNvPr id="49" name="Rectangle 48">
            <a:extLst>
              <a:ext uri="{FF2B5EF4-FFF2-40B4-BE49-F238E27FC236}">
                <a16:creationId xmlns:a16="http://schemas.microsoft.com/office/drawing/2014/main" id="{6711ACF6-DBC3-61DD-A363-B113174F1799}"/>
              </a:ext>
            </a:extLst>
          </p:cNvPr>
          <p:cNvSpPr>
            <a:spLocks/>
          </p:cNvSpPr>
          <p:nvPr/>
        </p:nvSpPr>
        <p:spPr>
          <a:xfrm>
            <a:off x="6836993" y="5044330"/>
            <a:ext cx="2782415" cy="230284"/>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51" name="TextBox 50">
            <a:extLst>
              <a:ext uri="{FF2B5EF4-FFF2-40B4-BE49-F238E27FC236}">
                <a16:creationId xmlns:a16="http://schemas.microsoft.com/office/drawing/2014/main" id="{A8261BC2-1D43-7359-623D-5FBE518E6D3C}"/>
              </a:ext>
            </a:extLst>
          </p:cNvPr>
          <p:cNvSpPr txBox="1">
            <a:spLocks/>
          </p:cNvSpPr>
          <p:nvPr/>
        </p:nvSpPr>
        <p:spPr>
          <a:xfrm>
            <a:off x="6836994" y="3114800"/>
            <a:ext cx="5355006" cy="584775"/>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Retrospective descriptive</a:t>
            </a:r>
            <a:r>
              <a:rPr lang="en-US" sz="900" b="1">
                <a:solidFill>
                  <a:srgbClr val="000000"/>
                </a:solidFill>
                <a:latin typeface="Poppins"/>
                <a:cs typeface="Arial" panose="020B0604020202020204" pitchFamily="34" charset="0"/>
              </a:rPr>
              <a:t> study</a:t>
            </a:r>
            <a:r>
              <a:rPr lang="en-US" sz="900">
                <a:solidFill>
                  <a:srgbClr val="000000"/>
                </a:solidFill>
                <a:latin typeface="Poppins"/>
                <a:cs typeface="Arial" panose="020B0604020202020204" pitchFamily="34" charset="0"/>
              </a:rPr>
              <a:t> on </a:t>
            </a:r>
            <a:r>
              <a:rPr lang="en-US" sz="900" b="1">
                <a:solidFill>
                  <a:srgbClr val="000000"/>
                </a:solidFill>
                <a:latin typeface="Poppins"/>
                <a:cs typeface="Arial" panose="020B0604020202020204" pitchFamily="34" charset="0"/>
              </a:rPr>
              <a:t>efficacy in Non-Asian / local populations</a:t>
            </a:r>
            <a:endPar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endParaRPr>
          </a:p>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Observational prospective expansion of REVOLUTE</a:t>
            </a:r>
            <a:r>
              <a:rPr lang="en-US" sz="900">
                <a:solidFill>
                  <a:srgbClr val="000000"/>
                </a:solidFill>
                <a:latin typeface="Poppins"/>
                <a:cs typeface="Arial" panose="020B0604020202020204" pitchFamily="34" charset="0"/>
              </a:rPr>
              <a:t> on efficacy in Non-Asian pts</a:t>
            </a:r>
            <a:endParaRPr kumimoji="0" lang="en-US" sz="900" i="0" u="none" strike="noStrike" kern="1200" cap="none" spc="0" normalizeH="0" baseline="0" noProof="0">
              <a:ln>
                <a:noFill/>
              </a:ln>
              <a:solidFill>
                <a:srgbClr val="000000"/>
              </a:solidFill>
              <a:effectLst/>
              <a:uLnTx/>
              <a:uFillTx/>
              <a:latin typeface="Poppins"/>
              <a:ea typeface="+mn-ea"/>
              <a:cs typeface="Arial" panose="020B0604020202020204" pitchFamily="34" charset="0"/>
            </a:endParaRPr>
          </a:p>
          <a:p>
            <a:pPr marL="171450" indent="-171450">
              <a:spcAft>
                <a:spcPts val="300"/>
              </a:spcAft>
              <a:buFont typeface="Arial" panose="020B0604020202020204" pitchFamily="34" charset="0"/>
              <a:buChar char="•"/>
              <a:defRPr/>
            </a:pPr>
            <a:r>
              <a:rPr lang="en-US" sz="900">
                <a:solidFill>
                  <a:srgbClr val="000000"/>
                </a:solidFill>
                <a:cs typeface="Arial" panose="020B0604020202020204" pitchFamily="34" charset="0"/>
              </a:rPr>
              <a:t>IIT on </a:t>
            </a:r>
            <a:r>
              <a:rPr lang="en-US" sz="900" b="1">
                <a:solidFill>
                  <a:srgbClr val="000000"/>
                </a:solidFill>
                <a:cs typeface="Arial" panose="020B0604020202020204" pitchFamily="34" charset="0"/>
              </a:rPr>
              <a:t>efficacy in Non-Asian patients</a:t>
            </a:r>
          </a:p>
        </p:txBody>
      </p:sp>
      <p:sp>
        <p:nvSpPr>
          <p:cNvPr id="53" name="TextBox 52">
            <a:extLst>
              <a:ext uri="{FF2B5EF4-FFF2-40B4-BE49-F238E27FC236}">
                <a16:creationId xmlns:a16="http://schemas.microsoft.com/office/drawing/2014/main" id="{92B40FB3-65C8-5E6E-6376-1063EE2E7886}"/>
              </a:ext>
            </a:extLst>
          </p:cNvPr>
          <p:cNvSpPr txBox="1">
            <a:spLocks/>
          </p:cNvSpPr>
          <p:nvPr/>
        </p:nvSpPr>
        <p:spPr>
          <a:xfrm>
            <a:off x="6836994" y="5327097"/>
            <a:ext cx="2782415" cy="1138773"/>
          </a:xfrm>
          <a:prstGeom prst="rect">
            <a:avLst/>
          </a:prstGeom>
          <a:noFill/>
        </p:spPr>
        <p:txBody>
          <a:bodyPr wrap="square">
            <a:spAutoFit/>
          </a:bodyPr>
          <a:lstStyle/>
          <a:p>
            <a:pPr marL="171450" indent="-171450">
              <a:spcAft>
                <a:spcPts val="300"/>
              </a:spcAft>
              <a:buFont typeface="Arial" panose="020B0604020202020204" pitchFamily="34" charset="0"/>
              <a:buChar char="•"/>
              <a:defRPr/>
            </a:pPr>
            <a:r>
              <a:rPr lang="en-US" sz="900">
                <a:solidFill>
                  <a:srgbClr val="000000"/>
                </a:solidFill>
                <a:latin typeface="Poppins"/>
              </a:rPr>
              <a:t>RWE study on </a:t>
            </a:r>
            <a:r>
              <a:rPr lang="en-US" sz="900" b="1">
                <a:solidFill>
                  <a:srgbClr val="000000"/>
                </a:solidFill>
                <a:latin typeface="Poppins"/>
              </a:rPr>
              <a:t>tislelizumab efficacy vs other IOs in later lines of therapy (TBD)</a:t>
            </a:r>
          </a:p>
          <a:p>
            <a:pPr marL="171450" indent="-171450">
              <a:spcAft>
                <a:spcPts val="300"/>
              </a:spcAft>
              <a:buFont typeface="Arial" panose="020B0604020202020204" pitchFamily="34" charset="0"/>
              <a:buChar char="•"/>
              <a:defRPr/>
            </a:pPr>
            <a:r>
              <a:rPr lang="en-US" sz="900">
                <a:solidFill>
                  <a:srgbClr val="000000"/>
                </a:solidFill>
                <a:latin typeface="Poppins"/>
              </a:rPr>
              <a:t>IIT on </a:t>
            </a:r>
            <a:r>
              <a:rPr lang="en-US" sz="900" b="1">
                <a:solidFill>
                  <a:srgbClr val="000000"/>
                </a:solidFill>
                <a:latin typeface="Poppins"/>
              </a:rPr>
              <a:t>intraperitoneal vs. intravenous administration of tislelizumab</a:t>
            </a:r>
          </a:p>
          <a:p>
            <a:pPr marL="171450" indent="-171450">
              <a:spcAft>
                <a:spcPts val="300"/>
              </a:spcAft>
              <a:buFont typeface="Arial" panose="020B0604020202020204" pitchFamily="34" charset="0"/>
              <a:buChar char="•"/>
              <a:defRPr/>
            </a:pPr>
            <a:r>
              <a:rPr lang="en-US" sz="900">
                <a:solidFill>
                  <a:srgbClr val="000000"/>
                </a:solidFill>
                <a:latin typeface="Poppins"/>
              </a:rPr>
              <a:t>IIT on </a:t>
            </a:r>
            <a:r>
              <a:rPr lang="en-US" sz="900" b="1">
                <a:solidFill>
                  <a:srgbClr val="000000"/>
                </a:solidFill>
                <a:latin typeface="Poppins"/>
              </a:rPr>
              <a:t>tislelizumab ability to prevent / delay peritoneal </a:t>
            </a:r>
            <a:r>
              <a:rPr lang="en-US" sz="900" err="1">
                <a:solidFill>
                  <a:srgbClr val="000000"/>
                </a:solidFill>
                <a:latin typeface="Poppins"/>
              </a:rPr>
              <a:t>mets</a:t>
            </a:r>
            <a:r>
              <a:rPr lang="en-US" sz="900">
                <a:solidFill>
                  <a:srgbClr val="000000"/>
                </a:solidFill>
                <a:latin typeface="Poppins"/>
              </a:rPr>
              <a:t> (KR proposal under review)</a:t>
            </a:r>
          </a:p>
        </p:txBody>
      </p:sp>
      <p:sp>
        <p:nvSpPr>
          <p:cNvPr id="78" name="Rectangle: Rounded Corners 77">
            <a:extLst>
              <a:ext uri="{FF2B5EF4-FFF2-40B4-BE49-F238E27FC236}">
                <a16:creationId xmlns:a16="http://schemas.microsoft.com/office/drawing/2014/main" id="{AE459ED8-3601-1257-4A33-CA7C70120A0D}"/>
              </a:ext>
            </a:extLst>
          </p:cNvPr>
          <p:cNvSpPr>
            <a:spLocks/>
          </p:cNvSpPr>
          <p:nvPr/>
        </p:nvSpPr>
        <p:spPr>
          <a:xfrm>
            <a:off x="6814537" y="2210287"/>
            <a:ext cx="4817486" cy="530003"/>
          </a:xfrm>
          <a:prstGeom prst="roundRect">
            <a:avLst>
              <a:gd name="adj" fmla="val 0"/>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554" rtl="0" eaLnBrk="1" fontAlgn="auto" latinLnBrk="0" hangingPunct="1">
              <a:lnSpc>
                <a:spcPct val="100000"/>
              </a:lnSpc>
              <a:spcBef>
                <a:spcPts val="0"/>
              </a:spcBef>
              <a:spcAft>
                <a:spcPts val="900"/>
              </a:spcAft>
              <a:buClrTx/>
              <a:buSzTx/>
              <a:buFontTx/>
              <a:buNone/>
              <a:tabLst/>
              <a:defRPr/>
            </a:pPr>
            <a:r>
              <a:rPr kumimoji="0" lang="en-US" sz="1000" b="0" i="1" u="none" strike="noStrike" kern="1200" cap="none" spc="0" normalizeH="0" baseline="0" noProof="0">
                <a:ln>
                  <a:noFill/>
                </a:ln>
                <a:solidFill>
                  <a:srgbClr val="000000"/>
                </a:solidFill>
                <a:effectLst/>
                <a:uLnTx/>
                <a:uFillTx/>
                <a:latin typeface="Poppins"/>
                <a:ea typeface="+mn-ea"/>
                <a:cs typeface="+mn-cs"/>
              </a:rPr>
              <a:t>RWE studies validate pivotal trial data in RW settings, supporting broad access for tislelizumab, while IITs fill gaps by generating data </a:t>
            </a:r>
            <a:r>
              <a:rPr lang="en-US" sz="1000" i="1">
                <a:solidFill>
                  <a:srgbClr val="000000"/>
                </a:solidFill>
                <a:latin typeface="Poppins"/>
              </a:rPr>
              <a:t>for subpopulations underrepresented in pivotal trials</a:t>
            </a:r>
            <a:endParaRPr kumimoji="0" lang="en-US" sz="1000" b="0" i="1" u="none" strike="noStrike" kern="1200" cap="none" spc="0" normalizeH="0" baseline="0" noProof="0">
              <a:ln>
                <a:noFill/>
              </a:ln>
              <a:solidFill>
                <a:srgbClr val="000000"/>
              </a:solidFill>
              <a:effectLst/>
              <a:uLnTx/>
              <a:uFillTx/>
              <a:latin typeface="Poppins"/>
              <a:ea typeface="+mn-ea"/>
              <a:cs typeface="+mn-cs"/>
            </a:endParaRPr>
          </a:p>
        </p:txBody>
      </p:sp>
      <p:sp>
        <p:nvSpPr>
          <p:cNvPr id="16" name="Rectangle 15">
            <a:extLst>
              <a:ext uri="{FF2B5EF4-FFF2-40B4-BE49-F238E27FC236}">
                <a16:creationId xmlns:a16="http://schemas.microsoft.com/office/drawing/2014/main" id="{D48F6CC2-ADD0-BB13-CBC4-C2D5881D58AA}"/>
              </a:ext>
            </a:extLst>
          </p:cNvPr>
          <p:cNvSpPr>
            <a:spLocks/>
          </p:cNvSpPr>
          <p:nvPr/>
        </p:nvSpPr>
        <p:spPr>
          <a:xfrm>
            <a:off x="6837008" y="3711946"/>
            <a:ext cx="2782415" cy="230284"/>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Across GI </a:t>
            </a:r>
            <a:r>
              <a:rPr kumimoji="0" lang="en-US" sz="1000" b="0" i="0" u="none" strike="noStrike" kern="1200" cap="none" spc="0" normalizeH="0" baseline="0" noProof="0">
                <a:ln>
                  <a:noFill/>
                </a:ln>
                <a:solidFill>
                  <a:srgbClr val="FFFFFF"/>
                </a:solidFill>
                <a:effectLst/>
                <a:uLnTx/>
                <a:uFillTx/>
                <a:latin typeface="Poppins"/>
                <a:ea typeface="+mn-ea"/>
                <a:cs typeface="+mn-cs"/>
              </a:rPr>
              <a:t>(ESCC, GC / GEJ)</a:t>
            </a:r>
          </a:p>
        </p:txBody>
      </p:sp>
      <p:sp>
        <p:nvSpPr>
          <p:cNvPr id="27" name="TextBox 26">
            <a:extLst>
              <a:ext uri="{FF2B5EF4-FFF2-40B4-BE49-F238E27FC236}">
                <a16:creationId xmlns:a16="http://schemas.microsoft.com/office/drawing/2014/main" id="{766266C4-E246-45EE-84B4-8E6B02167EFB}"/>
              </a:ext>
            </a:extLst>
          </p:cNvPr>
          <p:cNvSpPr txBox="1">
            <a:spLocks/>
          </p:cNvSpPr>
          <p:nvPr/>
        </p:nvSpPr>
        <p:spPr>
          <a:xfrm>
            <a:off x="6837008" y="3949362"/>
            <a:ext cx="2782415" cy="369332"/>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Poppins"/>
                <a:ea typeface="+mn-ea"/>
                <a:cs typeface="Arial" panose="020B0604020202020204" pitchFamily="34" charset="0"/>
              </a:rPr>
              <a:t>Prospective study on data for </a:t>
            </a:r>
            <a:r>
              <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optimal sequencing of IO and targeted therapies</a:t>
            </a:r>
          </a:p>
        </p:txBody>
      </p:sp>
      <p:grpSp>
        <p:nvGrpSpPr>
          <p:cNvPr id="28" name="Group 27">
            <a:extLst>
              <a:ext uri="{FF2B5EF4-FFF2-40B4-BE49-F238E27FC236}">
                <a16:creationId xmlns:a16="http://schemas.microsoft.com/office/drawing/2014/main" id="{8388145C-E982-BDAB-E7CF-6D5F67859A43}"/>
              </a:ext>
            </a:extLst>
          </p:cNvPr>
          <p:cNvGrpSpPr>
            <a:grpSpLocks/>
          </p:cNvGrpSpPr>
          <p:nvPr/>
        </p:nvGrpSpPr>
        <p:grpSpPr>
          <a:xfrm>
            <a:off x="6836993" y="4400133"/>
            <a:ext cx="2785709" cy="594524"/>
            <a:chOff x="8975481" y="4934928"/>
            <a:chExt cx="2199683" cy="594524"/>
          </a:xfrm>
        </p:grpSpPr>
        <p:sp>
          <p:nvSpPr>
            <p:cNvPr id="29" name="Rectangle 28">
              <a:extLst>
                <a:ext uri="{FF2B5EF4-FFF2-40B4-BE49-F238E27FC236}">
                  <a16:creationId xmlns:a16="http://schemas.microsoft.com/office/drawing/2014/main" id="{F0C191D0-7BAF-1359-8B1C-332DBBCCB862}"/>
                </a:ext>
              </a:extLst>
            </p:cNvPr>
            <p:cNvSpPr>
              <a:spLocks/>
            </p:cNvSpPr>
            <p:nvPr/>
          </p:nvSpPr>
          <p:spPr>
            <a:xfrm>
              <a:off x="8978082" y="4934928"/>
              <a:ext cx="2197082" cy="2286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30" name="TextBox 29">
              <a:extLst>
                <a:ext uri="{FF2B5EF4-FFF2-40B4-BE49-F238E27FC236}">
                  <a16:creationId xmlns:a16="http://schemas.microsoft.com/office/drawing/2014/main" id="{B3138DC7-DAE2-8150-7525-8BD847C6B02E}"/>
                </a:ext>
              </a:extLst>
            </p:cNvPr>
            <p:cNvSpPr txBox="1">
              <a:spLocks/>
            </p:cNvSpPr>
            <p:nvPr/>
          </p:nvSpPr>
          <p:spPr>
            <a:xfrm>
              <a:off x="8975481" y="5160120"/>
              <a:ext cx="2197082" cy="369332"/>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Poppins"/>
                  <a:ea typeface="+mn-ea"/>
                  <a:cs typeface="Arial" panose="020B0604020202020204" pitchFamily="34" charset="0"/>
                </a:rPr>
                <a:t>IIT on </a:t>
              </a:r>
              <a:r>
                <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organ preservation</a:t>
              </a:r>
              <a:r>
                <a:rPr kumimoji="0" lang="en-US" sz="900" b="0" i="0" u="none" strike="noStrike" kern="1200" cap="none" spc="0" normalizeH="0" baseline="0" noProof="0">
                  <a:ln>
                    <a:noFill/>
                  </a:ln>
                  <a:solidFill>
                    <a:srgbClr val="000000"/>
                  </a:solidFill>
                  <a:effectLst/>
                  <a:uLnTx/>
                  <a:uFillTx/>
                  <a:latin typeface="Poppins"/>
                  <a:ea typeface="+mn-ea"/>
                  <a:cs typeface="Arial" panose="020B0604020202020204" pitchFamily="34" charset="0"/>
                </a:rPr>
                <a:t> in </a:t>
              </a:r>
              <a:r>
                <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esophageal adenocarcinoma </a:t>
              </a:r>
              <a:r>
                <a:rPr kumimoji="0" lang="en-US" sz="900" b="0" i="0" u="none" strike="noStrike" kern="1200" cap="none" spc="0" normalizeH="0" baseline="0" noProof="0">
                  <a:ln>
                    <a:noFill/>
                  </a:ln>
                  <a:solidFill>
                    <a:srgbClr val="000000"/>
                  </a:solidFill>
                  <a:effectLst/>
                  <a:uLnTx/>
                  <a:uFillTx/>
                  <a:latin typeface="Poppins"/>
                  <a:ea typeface="+mn-ea"/>
                  <a:cs typeface="Arial" panose="020B0604020202020204" pitchFamily="34" charset="0"/>
                </a:rPr>
                <a:t>patients</a:t>
              </a:r>
              <a:endPar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endParaRPr>
            </a:p>
          </p:txBody>
        </p:sp>
      </p:grpSp>
      <p:grpSp>
        <p:nvGrpSpPr>
          <p:cNvPr id="31" name="Group 30">
            <a:extLst>
              <a:ext uri="{FF2B5EF4-FFF2-40B4-BE49-F238E27FC236}">
                <a16:creationId xmlns:a16="http://schemas.microsoft.com/office/drawing/2014/main" id="{A9ECD3AA-891B-8D70-4FC8-9095B56213CB}"/>
              </a:ext>
            </a:extLst>
          </p:cNvPr>
          <p:cNvGrpSpPr>
            <a:grpSpLocks/>
          </p:cNvGrpSpPr>
          <p:nvPr/>
        </p:nvGrpSpPr>
        <p:grpSpPr>
          <a:xfrm>
            <a:off x="9813390" y="4394568"/>
            <a:ext cx="1841091" cy="461116"/>
            <a:chOff x="8975481" y="5600921"/>
            <a:chExt cx="2825496" cy="461116"/>
          </a:xfrm>
        </p:grpSpPr>
        <p:sp>
          <p:nvSpPr>
            <p:cNvPr id="32" name="Rectangle 31">
              <a:extLst>
                <a:ext uri="{FF2B5EF4-FFF2-40B4-BE49-F238E27FC236}">
                  <a16:creationId xmlns:a16="http://schemas.microsoft.com/office/drawing/2014/main" id="{B46C407B-3624-7080-DCB6-8FCDBE660F92}"/>
                </a:ext>
              </a:extLst>
            </p:cNvPr>
            <p:cNvSpPr>
              <a:spLocks/>
            </p:cNvSpPr>
            <p:nvPr/>
          </p:nvSpPr>
          <p:spPr>
            <a:xfrm>
              <a:off x="8975481" y="5600921"/>
              <a:ext cx="2825496" cy="23028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Extensive-Stage SCLC</a:t>
              </a:r>
            </a:p>
          </p:txBody>
        </p:sp>
        <p:sp>
          <p:nvSpPr>
            <p:cNvPr id="33" name="TextBox 32">
              <a:extLst>
                <a:ext uri="{FF2B5EF4-FFF2-40B4-BE49-F238E27FC236}">
                  <a16:creationId xmlns:a16="http://schemas.microsoft.com/office/drawing/2014/main" id="{CF47AC90-D9F6-F5D8-6622-6C80BFB427D9}"/>
                </a:ext>
              </a:extLst>
            </p:cNvPr>
            <p:cNvSpPr txBox="1">
              <a:spLocks/>
            </p:cNvSpPr>
            <p:nvPr/>
          </p:nvSpPr>
          <p:spPr>
            <a:xfrm>
              <a:off x="8975481" y="5831205"/>
              <a:ext cx="2822355" cy="230832"/>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Poppins"/>
                  <a:ea typeface="+mn-ea"/>
                  <a:cs typeface="Arial" panose="020B0604020202020204" pitchFamily="34" charset="0"/>
                </a:rPr>
                <a:t>IIT on </a:t>
              </a:r>
              <a:r>
                <a:rPr kumimoji="0" lang="en-US" sz="900" b="1" i="0" u="none" strike="noStrike" kern="1200" cap="none" spc="0" normalizeH="0" baseline="0" noProof="0" err="1">
                  <a:ln>
                    <a:noFill/>
                  </a:ln>
                  <a:solidFill>
                    <a:srgbClr val="000000"/>
                  </a:solidFill>
                  <a:effectLst/>
                  <a:uLnTx/>
                  <a:uFillTx/>
                  <a:latin typeface="Poppins"/>
                  <a:ea typeface="+mn-ea"/>
                  <a:cs typeface="Arial" panose="020B0604020202020204" pitchFamily="34" charset="0"/>
                </a:rPr>
                <a:t>iPFS</a:t>
              </a:r>
              <a:r>
                <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 in patients with brain </a:t>
              </a:r>
              <a:r>
                <a:rPr kumimoji="0" lang="en-US" sz="900" b="1" i="0" u="none" strike="noStrike" kern="1200" cap="none" spc="0" normalizeH="0" baseline="0" noProof="0" err="1">
                  <a:ln>
                    <a:noFill/>
                  </a:ln>
                  <a:solidFill>
                    <a:srgbClr val="000000"/>
                  </a:solidFill>
                  <a:effectLst/>
                  <a:uLnTx/>
                  <a:uFillTx/>
                  <a:latin typeface="Poppins"/>
                  <a:ea typeface="+mn-ea"/>
                  <a:cs typeface="Arial" panose="020B0604020202020204" pitchFamily="34" charset="0"/>
                </a:rPr>
                <a:t>mets</a:t>
              </a:r>
              <a:endPar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endParaRPr>
            </a:p>
          </p:txBody>
        </p:sp>
      </p:grpSp>
      <p:grpSp>
        <p:nvGrpSpPr>
          <p:cNvPr id="34" name="Group 33">
            <a:extLst>
              <a:ext uri="{FF2B5EF4-FFF2-40B4-BE49-F238E27FC236}">
                <a16:creationId xmlns:a16="http://schemas.microsoft.com/office/drawing/2014/main" id="{8980585E-2961-097F-A356-B8A2AE64BACA}"/>
              </a:ext>
            </a:extLst>
          </p:cNvPr>
          <p:cNvGrpSpPr>
            <a:grpSpLocks/>
          </p:cNvGrpSpPr>
          <p:nvPr/>
        </p:nvGrpSpPr>
        <p:grpSpPr>
          <a:xfrm>
            <a:off x="9813492" y="3714105"/>
            <a:ext cx="1839045" cy="456024"/>
            <a:chOff x="8975481" y="4934928"/>
            <a:chExt cx="2822355" cy="456024"/>
          </a:xfrm>
        </p:grpSpPr>
        <p:sp>
          <p:nvSpPr>
            <p:cNvPr id="35" name="Rectangle 34">
              <a:extLst>
                <a:ext uri="{FF2B5EF4-FFF2-40B4-BE49-F238E27FC236}">
                  <a16:creationId xmlns:a16="http://schemas.microsoft.com/office/drawing/2014/main" id="{D19A9DE6-6F69-3D80-E433-07959C7F809B}"/>
                </a:ext>
              </a:extLst>
            </p:cNvPr>
            <p:cNvSpPr>
              <a:spLocks/>
            </p:cNvSpPr>
            <p:nvPr/>
          </p:nvSpPr>
          <p:spPr>
            <a:xfrm>
              <a:off x="8978082" y="4934928"/>
              <a:ext cx="2819282" cy="228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Metastatic NSCLC</a:t>
              </a:r>
            </a:p>
          </p:txBody>
        </p:sp>
        <p:sp>
          <p:nvSpPr>
            <p:cNvPr id="36" name="TextBox 35">
              <a:extLst>
                <a:ext uri="{FF2B5EF4-FFF2-40B4-BE49-F238E27FC236}">
                  <a16:creationId xmlns:a16="http://schemas.microsoft.com/office/drawing/2014/main" id="{01D63256-D55C-8330-A810-64C221C06EB2}"/>
                </a:ext>
              </a:extLst>
            </p:cNvPr>
            <p:cNvSpPr txBox="1">
              <a:spLocks/>
            </p:cNvSpPr>
            <p:nvPr/>
          </p:nvSpPr>
          <p:spPr>
            <a:xfrm>
              <a:off x="8975481" y="5160120"/>
              <a:ext cx="2822355" cy="230832"/>
            </a:xfrm>
            <a:prstGeom prst="rect">
              <a:avLst/>
            </a:prstGeom>
            <a:noFill/>
          </p:spPr>
          <p:txBody>
            <a:bodyPr wrap="square">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IIT </a:t>
              </a:r>
              <a:r>
                <a:rPr kumimoji="0" lang="en-US" sz="900" b="0" i="0" u="none" strike="noStrike" kern="1200" cap="none" spc="0" normalizeH="0" baseline="0" noProof="0">
                  <a:ln>
                    <a:noFill/>
                  </a:ln>
                  <a:solidFill>
                    <a:srgbClr val="000000"/>
                  </a:solidFill>
                  <a:effectLst/>
                  <a:uLnTx/>
                  <a:uFillTx/>
                  <a:latin typeface="Poppins"/>
                  <a:ea typeface="+mn-ea"/>
                  <a:cs typeface="Arial" panose="020B0604020202020204" pitchFamily="34" charset="0"/>
                </a:rPr>
                <a:t>on efficacy in </a:t>
              </a:r>
              <a:r>
                <a:rPr kumimoji="0" lang="en-US" sz="9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PD-L1 &gt;50% patients</a:t>
              </a:r>
            </a:p>
          </p:txBody>
        </p:sp>
      </p:grpSp>
      <p:sp>
        <p:nvSpPr>
          <p:cNvPr id="79" name="Rectangle: Rounded Corners 78">
            <a:extLst>
              <a:ext uri="{FF2B5EF4-FFF2-40B4-BE49-F238E27FC236}">
                <a16:creationId xmlns:a16="http://schemas.microsoft.com/office/drawing/2014/main" id="{62F939A6-DD95-3A67-629F-475369EE3823}"/>
              </a:ext>
            </a:extLst>
          </p:cNvPr>
          <p:cNvSpPr>
            <a:spLocks/>
          </p:cNvSpPr>
          <p:nvPr/>
        </p:nvSpPr>
        <p:spPr>
          <a:xfrm>
            <a:off x="10592875" y="-6428"/>
            <a:ext cx="1384378" cy="324319"/>
          </a:xfrm>
          <a:prstGeom prst="roundRect">
            <a:avLst>
              <a:gd name="adj" fmla="val 0"/>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554" rtl="0" eaLnBrk="1" fontAlgn="auto" latinLnBrk="0" hangingPunct="1">
              <a:lnSpc>
                <a:spcPct val="100000"/>
              </a:lnSpc>
              <a:spcBef>
                <a:spcPts val="0"/>
              </a:spcBef>
              <a:spcAft>
                <a:spcPts val="900"/>
              </a:spcAft>
              <a:buClrTx/>
              <a:buSzTx/>
              <a:buFontTx/>
              <a:buNone/>
              <a:tabLst/>
              <a:defRPr/>
            </a:pPr>
            <a:r>
              <a:rPr kumimoji="0" lang="en-US" sz="950" b="1" i="1" u="sng" strike="noStrike" kern="1200" cap="none" spc="0" normalizeH="0" baseline="0" noProof="0">
                <a:ln>
                  <a:noFill/>
                </a:ln>
                <a:solidFill>
                  <a:srgbClr val="FF0000"/>
                </a:solidFill>
                <a:effectLst/>
                <a:uLnTx/>
                <a:uFillTx/>
                <a:latin typeface="Poppins"/>
                <a:ea typeface="+mn-ea"/>
                <a:cs typeface="+mn-cs"/>
              </a:rPr>
              <a:t>NON-EXHAUSTIVE</a:t>
            </a:r>
          </a:p>
        </p:txBody>
      </p:sp>
      <p:sp>
        <p:nvSpPr>
          <p:cNvPr id="17" name="Rectangle 16">
            <a:extLst>
              <a:ext uri="{FF2B5EF4-FFF2-40B4-BE49-F238E27FC236}">
                <a16:creationId xmlns:a16="http://schemas.microsoft.com/office/drawing/2014/main" id="{AE8E8152-ADC3-D2F2-9F4D-21D8F45F5AC5}"/>
              </a:ext>
            </a:extLst>
          </p:cNvPr>
          <p:cNvSpPr/>
          <p:nvPr/>
        </p:nvSpPr>
        <p:spPr>
          <a:xfrm>
            <a:off x="269241" y="1233020"/>
            <a:ext cx="11495408" cy="52494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Poppins"/>
                <a:ea typeface="+mn-ea"/>
                <a:cs typeface="+mn-cs"/>
              </a:rPr>
              <a:t>Post-</a:t>
            </a:r>
            <a:r>
              <a:rPr kumimoji="0" lang="en-US" sz="1400" b="1" i="0" u="none" strike="noStrike" kern="1200" cap="none" spc="0" normalizeH="0" baseline="0" noProof="0" err="1">
                <a:ln>
                  <a:noFill/>
                </a:ln>
                <a:solidFill>
                  <a:srgbClr val="000000"/>
                </a:solidFill>
                <a:effectLst/>
                <a:uLnTx/>
                <a:uFillTx/>
                <a:latin typeface="Poppins"/>
                <a:ea typeface="+mn-ea"/>
                <a:cs typeface="+mn-cs"/>
              </a:rPr>
              <a:t>hocs</a:t>
            </a:r>
            <a:r>
              <a:rPr kumimoji="0" lang="en-US" sz="1400" b="1" i="0" u="none" strike="noStrike" kern="1200" cap="none" spc="0" normalizeH="0" baseline="0" noProof="0">
                <a:ln>
                  <a:noFill/>
                </a:ln>
                <a:solidFill>
                  <a:srgbClr val="000000"/>
                </a:solidFill>
                <a:effectLst/>
                <a:uLnTx/>
                <a:uFillTx/>
                <a:latin typeface="Poppins"/>
                <a:ea typeface="+mn-ea"/>
                <a:cs typeface="+mn-cs"/>
              </a:rPr>
              <a:t> are prioritized to leverage existing data</a:t>
            </a:r>
            <a:r>
              <a:rPr kumimoji="0" lang="en-US" sz="1400" b="0" i="0" u="none" strike="noStrike" kern="1200" cap="none" spc="0" normalizeH="0" baseline="0" noProof="0">
                <a:ln>
                  <a:noFill/>
                </a:ln>
                <a:solidFill>
                  <a:srgbClr val="000000"/>
                </a:solidFill>
                <a:effectLst/>
                <a:uLnTx/>
                <a:uFillTx/>
                <a:latin typeface="Poppins"/>
                <a:ea typeface="+mn-ea"/>
                <a:cs typeface="+mn-cs"/>
              </a:rPr>
              <a:t> and maximize impact with current investments while continuing to work on other RWE/IIT studies to support the strategy</a:t>
            </a:r>
          </a:p>
        </p:txBody>
      </p:sp>
      <p:sp>
        <p:nvSpPr>
          <p:cNvPr id="63" name="Rectangle: Rounded Corners 62">
            <a:extLst>
              <a:ext uri="{FF2B5EF4-FFF2-40B4-BE49-F238E27FC236}">
                <a16:creationId xmlns:a16="http://schemas.microsoft.com/office/drawing/2014/main" id="{9CF0A222-D091-9AAB-FCD3-655AB3AD8B13}"/>
              </a:ext>
            </a:extLst>
          </p:cNvPr>
          <p:cNvSpPr>
            <a:spLocks/>
          </p:cNvSpPr>
          <p:nvPr/>
        </p:nvSpPr>
        <p:spPr>
          <a:xfrm>
            <a:off x="269240" y="1791089"/>
            <a:ext cx="6267572" cy="4752000"/>
          </a:xfrm>
          <a:prstGeom prst="roundRect">
            <a:avLst>
              <a:gd name="adj" fmla="val 0"/>
            </a:avLst>
          </a:prstGeom>
          <a:solidFill>
            <a:srgbClr val="FFEDE7"/>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171450" marR="0" lvl="0" indent="-171450" algn="l" defTabSz="913554" rtl="0" eaLnBrk="1" fontAlgn="auto" latinLnBrk="0" hangingPunct="1">
              <a:lnSpc>
                <a:spcPct val="100000"/>
              </a:lnSpc>
              <a:spcBef>
                <a:spcPts val="0"/>
              </a:spcBef>
              <a:spcAft>
                <a:spcPts val="900"/>
              </a:spcAft>
              <a:buClrTx/>
              <a:buSzTx/>
              <a:buFont typeface="Arial" panose="020B0604020202020204" pitchFamily="34" charset="0"/>
              <a:buChar char="•"/>
              <a:tabLst/>
              <a:defRPr/>
            </a:pPr>
            <a:endParaRPr kumimoji="0" lang="en-US" sz="1400" b="1" i="0" u="none" strike="noStrike" kern="1200" cap="none" spc="0" normalizeH="0" baseline="0" noProof="0">
              <a:ln>
                <a:noFill/>
              </a:ln>
              <a:solidFill>
                <a:srgbClr val="000000"/>
              </a:solidFill>
              <a:effectLst/>
              <a:uLnTx/>
              <a:uFillTx/>
              <a:latin typeface="Poppins"/>
              <a:ea typeface="+mn-ea"/>
              <a:cs typeface="+mn-cs"/>
            </a:endParaRPr>
          </a:p>
        </p:txBody>
      </p:sp>
      <p:sp>
        <p:nvSpPr>
          <p:cNvPr id="8" name="Rectangle 7">
            <a:extLst>
              <a:ext uri="{FF2B5EF4-FFF2-40B4-BE49-F238E27FC236}">
                <a16:creationId xmlns:a16="http://schemas.microsoft.com/office/drawing/2014/main" id="{1A700D01-AD26-28E3-C97A-0A2F710743B6}"/>
              </a:ext>
            </a:extLst>
          </p:cNvPr>
          <p:cNvSpPr>
            <a:spLocks/>
          </p:cNvSpPr>
          <p:nvPr/>
        </p:nvSpPr>
        <p:spPr>
          <a:xfrm>
            <a:off x="391275" y="1866928"/>
            <a:ext cx="6000288" cy="365527"/>
          </a:xfrm>
          <a:prstGeom prst="rect">
            <a:avLst/>
          </a:prstGeom>
          <a:solidFill>
            <a:srgbClr val="0F244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4864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a:ea typeface="+mn-ea"/>
                <a:cs typeface="+mn-cs"/>
              </a:rPr>
              <a:t>Post-</a:t>
            </a:r>
            <a:r>
              <a:rPr kumimoji="0" lang="en-US" sz="1600" b="1" i="0" u="none" strike="noStrike" kern="1200" cap="none" spc="0" normalizeH="0" baseline="0" noProof="0" err="1">
                <a:ln>
                  <a:noFill/>
                </a:ln>
                <a:solidFill>
                  <a:srgbClr val="FFFFFF"/>
                </a:solidFill>
                <a:effectLst/>
                <a:uLnTx/>
                <a:uFillTx/>
                <a:latin typeface="Poppins"/>
                <a:ea typeface="+mn-ea"/>
                <a:cs typeface="+mn-cs"/>
              </a:rPr>
              <a:t>hocs</a:t>
            </a:r>
            <a:r>
              <a:rPr kumimoji="0" lang="en-US" sz="1600" b="1" i="0" u="none" strike="noStrike" kern="1200" cap="none" spc="0" normalizeH="0" baseline="0" noProof="0">
                <a:ln>
                  <a:noFill/>
                </a:ln>
                <a:solidFill>
                  <a:srgbClr val="FFFFFF"/>
                </a:solidFill>
                <a:effectLst/>
                <a:uLnTx/>
                <a:uFillTx/>
                <a:latin typeface="Poppins"/>
                <a:ea typeface="+mn-ea"/>
                <a:cs typeface="+mn-cs"/>
              </a:rPr>
              <a:t> on key subgroups</a:t>
            </a:r>
          </a:p>
        </p:txBody>
      </p:sp>
      <p:sp>
        <p:nvSpPr>
          <p:cNvPr id="15" name="Rectangle: Rounded Corners 14">
            <a:extLst>
              <a:ext uri="{FF2B5EF4-FFF2-40B4-BE49-F238E27FC236}">
                <a16:creationId xmlns:a16="http://schemas.microsoft.com/office/drawing/2014/main" id="{1ED49A32-2D02-7DB1-1317-DDF1CB9BEBB2}"/>
              </a:ext>
            </a:extLst>
          </p:cNvPr>
          <p:cNvSpPr>
            <a:spLocks/>
          </p:cNvSpPr>
          <p:nvPr/>
        </p:nvSpPr>
        <p:spPr>
          <a:xfrm>
            <a:off x="391434" y="2210287"/>
            <a:ext cx="5393216" cy="530002"/>
          </a:xfrm>
          <a:prstGeom prst="roundRect">
            <a:avLst>
              <a:gd name="adj" fmla="val 0"/>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3554" rtl="0" eaLnBrk="1" fontAlgn="auto" latinLnBrk="0" hangingPunct="1">
              <a:lnSpc>
                <a:spcPct val="100000"/>
              </a:lnSpc>
              <a:spcBef>
                <a:spcPts val="0"/>
              </a:spcBef>
              <a:spcAft>
                <a:spcPts val="900"/>
              </a:spcAft>
              <a:buClrTx/>
              <a:buSzTx/>
              <a:buFontTx/>
              <a:buNone/>
              <a:tabLst/>
              <a:defRPr/>
            </a:pPr>
            <a:r>
              <a:rPr kumimoji="0" lang="en-US" sz="1000" b="0" i="1" u="none" strike="noStrike" kern="1200" cap="none" spc="0" normalizeH="0" baseline="0" noProof="0">
                <a:ln>
                  <a:noFill/>
                </a:ln>
                <a:solidFill>
                  <a:srgbClr val="000000"/>
                </a:solidFill>
                <a:effectLst/>
                <a:uLnTx/>
                <a:uFillTx/>
                <a:latin typeface="Poppins"/>
                <a:ea typeface="+mn-ea"/>
                <a:cs typeface="+mn-cs"/>
              </a:rPr>
              <a:t>Post-hoc analyses support tislelizumab value in key patient populations and subgroups to drive differentiation and build solid tumor leadership</a:t>
            </a:r>
          </a:p>
        </p:txBody>
      </p:sp>
      <p:pic>
        <p:nvPicPr>
          <p:cNvPr id="42" name="Graphic 41">
            <a:extLst>
              <a:ext uri="{FF2B5EF4-FFF2-40B4-BE49-F238E27FC236}">
                <a16:creationId xmlns:a16="http://schemas.microsoft.com/office/drawing/2014/main" id="{FC88CA86-D084-8AF0-88E1-D9CBDEB9F361}"/>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496289" y="1833844"/>
            <a:ext cx="431695" cy="431695"/>
          </a:xfrm>
          <a:prstGeom prst="rect">
            <a:avLst/>
          </a:prstGeom>
        </p:spPr>
      </p:pic>
      <p:sp>
        <p:nvSpPr>
          <p:cNvPr id="43" name="Rectangle 42">
            <a:extLst>
              <a:ext uri="{FF2B5EF4-FFF2-40B4-BE49-F238E27FC236}">
                <a16:creationId xmlns:a16="http://schemas.microsoft.com/office/drawing/2014/main" id="{2AF078D2-F5BE-16FA-3E8D-D8CC0AC307E5}"/>
              </a:ext>
            </a:extLst>
          </p:cNvPr>
          <p:cNvSpPr>
            <a:spLocks/>
          </p:cNvSpPr>
          <p:nvPr/>
        </p:nvSpPr>
        <p:spPr>
          <a:xfrm>
            <a:off x="463222" y="3999569"/>
            <a:ext cx="2539919" cy="2286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44" name="Rectangle 43">
            <a:extLst>
              <a:ext uri="{FF2B5EF4-FFF2-40B4-BE49-F238E27FC236}">
                <a16:creationId xmlns:a16="http://schemas.microsoft.com/office/drawing/2014/main" id="{065CF279-0901-F2F5-198F-825ECFCFFC4D}"/>
              </a:ext>
            </a:extLst>
          </p:cNvPr>
          <p:cNvSpPr>
            <a:spLocks/>
          </p:cNvSpPr>
          <p:nvPr/>
        </p:nvSpPr>
        <p:spPr>
          <a:xfrm>
            <a:off x="463222" y="4881972"/>
            <a:ext cx="2539919" cy="2286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45" name="Rectangle 44">
            <a:extLst>
              <a:ext uri="{FF2B5EF4-FFF2-40B4-BE49-F238E27FC236}">
                <a16:creationId xmlns:a16="http://schemas.microsoft.com/office/drawing/2014/main" id="{81077728-9DEF-CC2E-905E-AD7D7F7A0198}"/>
              </a:ext>
            </a:extLst>
          </p:cNvPr>
          <p:cNvSpPr>
            <a:spLocks/>
          </p:cNvSpPr>
          <p:nvPr/>
        </p:nvSpPr>
        <p:spPr>
          <a:xfrm>
            <a:off x="3120629" y="3521276"/>
            <a:ext cx="3270934" cy="2286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Perioperative &amp; Metastatic NSCLC</a:t>
            </a:r>
          </a:p>
        </p:txBody>
      </p:sp>
      <p:sp>
        <p:nvSpPr>
          <p:cNvPr id="59" name="Rectangle 58">
            <a:extLst>
              <a:ext uri="{FF2B5EF4-FFF2-40B4-BE49-F238E27FC236}">
                <a16:creationId xmlns:a16="http://schemas.microsoft.com/office/drawing/2014/main" id="{B1E3B29E-A7F0-9C9C-D9AF-52991A0056E2}"/>
              </a:ext>
            </a:extLst>
          </p:cNvPr>
          <p:cNvSpPr>
            <a:spLocks/>
          </p:cNvSpPr>
          <p:nvPr/>
        </p:nvSpPr>
        <p:spPr>
          <a:xfrm>
            <a:off x="3120628" y="5712282"/>
            <a:ext cx="3270934" cy="23028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Extensive-Stage SCLC</a:t>
            </a:r>
          </a:p>
        </p:txBody>
      </p:sp>
      <p:sp>
        <p:nvSpPr>
          <p:cNvPr id="60" name="Rectangle 59">
            <a:extLst>
              <a:ext uri="{FF2B5EF4-FFF2-40B4-BE49-F238E27FC236}">
                <a16:creationId xmlns:a16="http://schemas.microsoft.com/office/drawing/2014/main" id="{D5FCC63C-5F68-BA64-B07F-E5E42DA9686E}"/>
              </a:ext>
            </a:extLst>
          </p:cNvPr>
          <p:cNvSpPr>
            <a:spLocks/>
          </p:cNvSpPr>
          <p:nvPr/>
        </p:nvSpPr>
        <p:spPr>
          <a:xfrm>
            <a:off x="3120628" y="2711714"/>
            <a:ext cx="3270934" cy="230284"/>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Across Lung </a:t>
            </a:r>
            <a:r>
              <a:rPr kumimoji="0" lang="en-US" sz="1000" b="0" i="0" u="none" strike="noStrike" kern="1200" cap="none" spc="0" normalizeH="0" baseline="0" noProof="0">
                <a:ln>
                  <a:noFill/>
                </a:ln>
                <a:solidFill>
                  <a:srgbClr val="FFFFFF"/>
                </a:solidFill>
                <a:effectLst/>
                <a:uLnTx/>
                <a:uFillTx/>
                <a:latin typeface="Poppins"/>
                <a:ea typeface="+mn-ea"/>
                <a:cs typeface="+mn-cs"/>
              </a:rPr>
              <a:t>(NSCLC, ES-SCLC)</a:t>
            </a:r>
          </a:p>
        </p:txBody>
      </p:sp>
      <p:sp>
        <p:nvSpPr>
          <p:cNvPr id="65" name="TextBox 64">
            <a:extLst>
              <a:ext uri="{FF2B5EF4-FFF2-40B4-BE49-F238E27FC236}">
                <a16:creationId xmlns:a16="http://schemas.microsoft.com/office/drawing/2014/main" id="{06564B84-E218-9BC2-76FA-DDCD498F568D}"/>
              </a:ext>
            </a:extLst>
          </p:cNvPr>
          <p:cNvSpPr txBox="1">
            <a:spLocks/>
          </p:cNvSpPr>
          <p:nvPr/>
        </p:nvSpPr>
        <p:spPr>
          <a:xfrm>
            <a:off x="463222" y="4239363"/>
            <a:ext cx="2539919" cy="646331"/>
          </a:xfrm>
          <a:prstGeom prst="rect">
            <a:avLst/>
          </a:prstGeom>
          <a:noFill/>
        </p:spPr>
        <p:txBody>
          <a:bodyPr wrap="square" lIns="45720" rIns="0">
            <a:sp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Post hoc of RN-306 </a:t>
            </a:r>
            <a:r>
              <a:rPr kumimoji="0" lang="en-US" sz="900" b="0" i="0" u="none" strike="noStrike" kern="1200" cap="none" spc="0" normalizeH="0" baseline="0" noProof="0">
                <a:ln>
                  <a:noFill/>
                </a:ln>
                <a:solidFill>
                  <a:srgbClr val="000000"/>
                </a:solidFill>
                <a:effectLst/>
                <a:uLnTx/>
                <a:uFillTx/>
                <a:latin typeface="Poppins"/>
                <a:ea typeface="+mn-ea"/>
                <a:cs typeface="+mn-cs"/>
              </a:rPr>
              <a:t>on biomarker data in patients with early and long-lasting response to tislelizumab</a:t>
            </a:r>
          </a:p>
          <a:p>
            <a:pPr marL="228600" marR="0" lvl="1" indent="-11112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9" name="TextBox 68">
            <a:extLst>
              <a:ext uri="{FF2B5EF4-FFF2-40B4-BE49-F238E27FC236}">
                <a16:creationId xmlns:a16="http://schemas.microsoft.com/office/drawing/2014/main" id="{1066D296-5DE5-821C-20DE-39DC0886BF8E}"/>
              </a:ext>
            </a:extLst>
          </p:cNvPr>
          <p:cNvSpPr txBox="1">
            <a:spLocks/>
          </p:cNvSpPr>
          <p:nvPr/>
        </p:nvSpPr>
        <p:spPr>
          <a:xfrm>
            <a:off x="3120629" y="2953009"/>
            <a:ext cx="3270934" cy="723275"/>
          </a:xfrm>
          <a:prstGeom prst="rect">
            <a:avLst/>
          </a:prstGeom>
          <a:noFill/>
        </p:spPr>
        <p:txBody>
          <a:bodyPr wrap="square" lIns="45720" rIns="0">
            <a:spAutoFit/>
          </a:bodyPr>
          <a:lstStyle/>
          <a:p>
            <a:pPr marL="180975" marR="0" lvl="0" indent="-180975"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Post hoc of RN-312 &amp; RN-304 </a:t>
            </a:r>
            <a:r>
              <a:rPr kumimoji="0" lang="en-US" sz="900" b="0" i="0" u="none" strike="noStrike" kern="1200" cap="none" spc="0" normalizeH="0" baseline="0" noProof="0">
                <a:ln>
                  <a:noFill/>
                </a:ln>
                <a:solidFill>
                  <a:srgbClr val="000000"/>
                </a:solidFill>
                <a:effectLst/>
                <a:uLnTx/>
                <a:uFillTx/>
                <a:latin typeface="Poppins"/>
                <a:ea typeface="+mn-ea"/>
                <a:cs typeface="+mn-cs"/>
              </a:rPr>
              <a:t>on efficacy by </a:t>
            </a:r>
            <a:r>
              <a:rPr kumimoji="0" lang="en-US" sz="900" b="0" i="0" u="none" strike="noStrike" kern="1200" cap="none" spc="0" normalizeH="0" baseline="0" noProof="0" err="1">
                <a:ln>
                  <a:noFill/>
                </a:ln>
                <a:solidFill>
                  <a:srgbClr val="000000"/>
                </a:solidFill>
                <a:effectLst/>
                <a:uLnTx/>
                <a:uFillTx/>
                <a:latin typeface="Poppins"/>
                <a:ea typeface="+mn-ea"/>
                <a:cs typeface="+mn-cs"/>
              </a:rPr>
              <a:t>CTx</a:t>
            </a:r>
            <a:r>
              <a:rPr kumimoji="0" lang="en-US" sz="900" b="0" i="0" u="none" strike="noStrike" kern="1200" cap="none" spc="0" normalizeH="0" baseline="0" noProof="0">
                <a:ln>
                  <a:noFill/>
                </a:ln>
                <a:solidFill>
                  <a:srgbClr val="000000"/>
                </a:solidFill>
                <a:effectLst/>
                <a:uLnTx/>
                <a:uFillTx/>
                <a:latin typeface="Poppins"/>
                <a:ea typeface="+mn-ea"/>
                <a:cs typeface="+mn-cs"/>
              </a:rPr>
              <a:t> </a:t>
            </a:r>
            <a:r>
              <a:rPr lang="en-US" sz="900">
                <a:solidFill>
                  <a:srgbClr val="000000"/>
                </a:solidFill>
                <a:latin typeface="Poppins"/>
              </a:rPr>
              <a:t>T</a:t>
            </a:r>
            <a:r>
              <a:rPr kumimoji="0" lang="en-US" sz="900" b="0" i="0" u="none" strike="noStrike" kern="1200" cap="none" spc="0" normalizeH="0" baseline="0" noProof="0">
                <a:ln>
                  <a:noFill/>
                </a:ln>
                <a:solidFill>
                  <a:srgbClr val="000000"/>
                </a:solidFill>
                <a:effectLst/>
                <a:uLnTx/>
                <a:uFillTx/>
                <a:latin typeface="Poppins"/>
                <a:ea typeface="+mn-ea"/>
                <a:cs typeface="+mn-cs"/>
              </a:rPr>
              <a:t>x</a:t>
            </a:r>
          </a:p>
          <a:p>
            <a:pPr marL="180975" marR="0" lvl="0" indent="-180975"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Post hoc of RN-315 &amp; RN-312 </a:t>
            </a:r>
            <a:r>
              <a:rPr kumimoji="0" lang="en-US" sz="900" b="0" i="0" u="none" strike="noStrike" kern="1200" cap="none" spc="0" normalizeH="0" baseline="0" noProof="0">
                <a:ln>
                  <a:noFill/>
                </a:ln>
                <a:solidFill>
                  <a:srgbClr val="000000"/>
                </a:solidFill>
                <a:effectLst/>
                <a:uLnTx/>
                <a:uFillTx/>
                <a:latin typeface="Poppins"/>
                <a:ea typeface="+mn-ea"/>
                <a:cs typeface="+mn-cs"/>
              </a:rPr>
              <a:t>on tislelizumab efficacy in smokers and pts with liver/ brain mets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70" name="TextBox 69">
            <a:extLst>
              <a:ext uri="{FF2B5EF4-FFF2-40B4-BE49-F238E27FC236}">
                <a16:creationId xmlns:a16="http://schemas.microsoft.com/office/drawing/2014/main" id="{DDE8BCF3-8EEB-1F49-9447-958B4D8AB7CF}"/>
              </a:ext>
            </a:extLst>
          </p:cNvPr>
          <p:cNvSpPr txBox="1">
            <a:spLocks/>
          </p:cNvSpPr>
          <p:nvPr/>
        </p:nvSpPr>
        <p:spPr>
          <a:xfrm>
            <a:off x="3120629" y="3757448"/>
            <a:ext cx="3270934" cy="1985159"/>
          </a:xfrm>
          <a:prstGeom prst="rect">
            <a:avLst/>
          </a:prstGeom>
          <a:noFill/>
        </p:spPr>
        <p:txBody>
          <a:bodyPr wrap="square" lIns="45720" rIns="0">
            <a:spAutoFit/>
          </a:bodyPr>
          <a:lstStyle/>
          <a:p>
            <a:pPr>
              <a:spcAft>
                <a:spcPts val="3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Post </a:t>
            </a:r>
            <a:r>
              <a:rPr kumimoji="0" lang="en-US" sz="900" b="1" i="0" u="none" strike="noStrike" kern="1200" cap="none" spc="0" normalizeH="0" baseline="0" noProof="0" err="1">
                <a:ln>
                  <a:noFill/>
                </a:ln>
                <a:solidFill>
                  <a:srgbClr val="000000"/>
                </a:solidFill>
                <a:effectLst/>
                <a:uLnTx/>
                <a:uFillTx/>
                <a:latin typeface="Poppins"/>
                <a:ea typeface="+mn-ea"/>
                <a:cs typeface="+mn-cs"/>
              </a:rPr>
              <a:t>hocs</a:t>
            </a:r>
            <a:r>
              <a:rPr kumimoji="0" lang="en-US" sz="900" b="1" i="0" u="none" strike="noStrike" kern="1200" cap="none" spc="0" normalizeH="0" baseline="0" noProof="0">
                <a:ln>
                  <a:noFill/>
                </a:ln>
                <a:solidFill>
                  <a:srgbClr val="000000"/>
                </a:solidFill>
                <a:effectLst/>
                <a:uLnTx/>
                <a:uFillTx/>
                <a:latin typeface="Poppins"/>
                <a:ea typeface="+mn-ea"/>
                <a:cs typeface="+mn-cs"/>
              </a:rPr>
              <a:t> of RN-315:</a:t>
            </a:r>
            <a:endParaRPr lang="en-US" sz="900" b="1">
              <a:solidFill>
                <a:srgbClr val="000000"/>
              </a:solidFill>
              <a:latin typeface="Poppins"/>
            </a:endParaRPr>
          </a:p>
          <a:p>
            <a:pPr marL="171450" indent="-171450">
              <a:spcAft>
                <a:spcPts val="300"/>
              </a:spcAft>
              <a:buFont typeface="Arial" panose="020B0604020202020204" pitchFamily="34" charset="0"/>
              <a:buChar char="•"/>
              <a:defRPr/>
            </a:pPr>
            <a:r>
              <a:rPr lang="en-US" sz="900">
                <a:solidFill>
                  <a:srgbClr val="000000"/>
                </a:solidFill>
                <a:latin typeface="Poppins"/>
              </a:rPr>
              <a:t>[Pan-peri] on patient characteristics influencing Tx decisions</a:t>
            </a:r>
          </a:p>
          <a:p>
            <a:pPr marL="171450" indent="-171450">
              <a:spcAft>
                <a:spcPts val="300"/>
              </a:spcAft>
              <a:buFont typeface="Arial" panose="020B0604020202020204" pitchFamily="34" charset="0"/>
              <a:buChar char="•"/>
              <a:defRPr/>
            </a:pPr>
            <a:r>
              <a:rPr lang="en-US" sz="900">
                <a:solidFill>
                  <a:srgbClr val="000000"/>
                </a:solidFill>
                <a:latin typeface="Poppins"/>
              </a:rPr>
              <a:t>[Pan-peri] Completion and adherence to adj. tislelizumab as predictor of long-term response and outcomes</a:t>
            </a:r>
          </a:p>
          <a:p>
            <a:pPr marL="171450" indent="-171450">
              <a:spcAft>
                <a:spcPts val="300"/>
              </a:spcAft>
              <a:buFont typeface="Arial" panose="020B0604020202020204" pitchFamily="34" charset="0"/>
              <a:buChar char="•"/>
              <a:defRPr/>
            </a:pPr>
            <a:r>
              <a:rPr lang="en-US" sz="900">
                <a:solidFill>
                  <a:srgbClr val="000000"/>
                </a:solidFill>
                <a:latin typeface="Poppins"/>
              </a:rPr>
              <a:t>EPS by surgically relevant subgroups</a:t>
            </a:r>
          </a:p>
          <a:p>
            <a:pPr marL="171450" indent="-171450">
              <a:spcAft>
                <a:spcPts val="300"/>
              </a:spcAft>
              <a:buFont typeface="Arial" panose="020B0604020202020204" pitchFamily="34" charset="0"/>
              <a:buChar char="•"/>
              <a:defRPr/>
            </a:pPr>
            <a:r>
              <a:rPr lang="en-US" sz="900">
                <a:solidFill>
                  <a:srgbClr val="000000"/>
                </a:solidFill>
                <a:latin typeface="Poppins"/>
              </a:rPr>
              <a:t>[Neo] EPS &amp; OS stratified by MPR &amp; </a:t>
            </a:r>
            <a:r>
              <a:rPr lang="en-US" sz="900" err="1">
                <a:solidFill>
                  <a:srgbClr val="000000"/>
                </a:solidFill>
                <a:latin typeface="Poppins"/>
              </a:rPr>
              <a:t>pCR</a:t>
            </a:r>
            <a:endParaRPr lang="en-US" sz="900">
              <a:solidFill>
                <a:srgbClr val="000000"/>
              </a:solidFill>
              <a:latin typeface="Poppins"/>
            </a:endParaRPr>
          </a:p>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Post hoc of RN-307 </a:t>
            </a:r>
            <a:r>
              <a:rPr kumimoji="0" lang="en-US" sz="900" b="0" i="0" u="none" strike="noStrike" kern="1200" cap="none" spc="0" normalizeH="0" baseline="0" noProof="0">
                <a:ln>
                  <a:noFill/>
                </a:ln>
                <a:solidFill>
                  <a:srgbClr val="000000"/>
                </a:solidFill>
                <a:effectLst/>
                <a:uLnTx/>
                <a:uFillTx/>
                <a:latin typeface="Poppins"/>
                <a:ea typeface="+mn-ea"/>
                <a:cs typeface="+mn-cs"/>
              </a:rPr>
              <a:t>on biomarkers to guide </a:t>
            </a:r>
            <a:r>
              <a:rPr lang="en-US" sz="900">
                <a:solidFill>
                  <a:srgbClr val="000000"/>
                </a:solidFill>
                <a:latin typeface="Poppins"/>
              </a:rPr>
              <a:t>T</a:t>
            </a:r>
            <a:r>
              <a:rPr kumimoji="0" lang="en-US" sz="900" b="0" i="0" u="none" strike="noStrike" kern="1200" cap="none" spc="0" normalizeH="0" baseline="0" noProof="0">
                <a:ln>
                  <a:noFill/>
                </a:ln>
                <a:solidFill>
                  <a:srgbClr val="000000"/>
                </a:solidFill>
                <a:effectLst/>
                <a:uLnTx/>
                <a:uFillTx/>
                <a:latin typeface="Poppins"/>
                <a:ea typeface="+mn-ea"/>
                <a:cs typeface="+mn-cs"/>
              </a:rPr>
              <a:t>x decisions</a:t>
            </a:r>
          </a:p>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Post-hoc of RN-303, RN-304 and RN-307 </a:t>
            </a:r>
            <a:r>
              <a:rPr kumimoji="0" lang="en-US" sz="900" b="0" i="0" u="none" strike="noStrike" kern="1200" cap="none" spc="0" normalizeH="0" baseline="0" noProof="0">
                <a:ln>
                  <a:noFill/>
                </a:ln>
                <a:solidFill>
                  <a:srgbClr val="000000"/>
                </a:solidFill>
                <a:effectLst/>
                <a:uLnTx/>
                <a:uFillTx/>
                <a:latin typeface="Poppins"/>
                <a:ea typeface="+mn-ea"/>
                <a:cs typeface="+mn-cs"/>
              </a:rPr>
              <a:t>further characterizing </a:t>
            </a:r>
            <a:r>
              <a:rPr kumimoji="0" lang="en-US" sz="900" b="0" i="0" u="none" strike="noStrike" kern="1200" cap="none" spc="0" normalizeH="0" baseline="0" noProof="0" err="1">
                <a:ln>
                  <a:noFill/>
                </a:ln>
                <a:solidFill>
                  <a:srgbClr val="000000"/>
                </a:solidFill>
                <a:effectLst/>
                <a:uLnTx/>
                <a:uFillTx/>
                <a:latin typeface="Poppins"/>
                <a:ea typeface="+mn-ea"/>
                <a:cs typeface="+mn-cs"/>
              </a:rPr>
              <a:t>MoA</a:t>
            </a:r>
            <a:r>
              <a:rPr kumimoji="0" lang="en-US" sz="900" b="0" i="0" u="none" strike="noStrike" kern="1200" cap="none" spc="0" normalizeH="0" baseline="0" noProof="0">
                <a:ln>
                  <a:noFill/>
                </a:ln>
                <a:solidFill>
                  <a:srgbClr val="000000"/>
                </a:solidFill>
                <a:effectLst/>
                <a:uLnTx/>
                <a:uFillTx/>
                <a:latin typeface="Poppins"/>
                <a:ea typeface="+mn-ea"/>
                <a:cs typeface="+mn-cs"/>
              </a:rPr>
              <a:t> in metastatic NSCLC</a:t>
            </a:r>
          </a:p>
        </p:txBody>
      </p:sp>
      <p:sp>
        <p:nvSpPr>
          <p:cNvPr id="71" name="TextBox 70">
            <a:extLst>
              <a:ext uri="{FF2B5EF4-FFF2-40B4-BE49-F238E27FC236}">
                <a16:creationId xmlns:a16="http://schemas.microsoft.com/office/drawing/2014/main" id="{1B60E5FB-BA8F-9EC2-4755-9EC48787BEEE}"/>
              </a:ext>
            </a:extLst>
          </p:cNvPr>
          <p:cNvSpPr txBox="1">
            <a:spLocks/>
          </p:cNvSpPr>
          <p:nvPr/>
        </p:nvSpPr>
        <p:spPr>
          <a:xfrm>
            <a:off x="463222" y="5146306"/>
            <a:ext cx="2539919" cy="1038746"/>
          </a:xfrm>
          <a:prstGeom prst="rect">
            <a:avLst/>
          </a:prstGeom>
          <a:noFill/>
        </p:spPr>
        <p:txBody>
          <a:bodyPr wrap="square" lIns="45720" rIns="0">
            <a:spAutoFit/>
          </a:bodyPr>
          <a:lstStyle/>
          <a:p>
            <a:pPr marR="0" lvl="0" algn="l" defTabSz="457200" rtl="0" eaLnBrk="1" fontAlgn="auto" latinLnBrk="0" hangingPunct="1">
              <a:lnSpc>
                <a:spcPct val="100000"/>
              </a:lnSpc>
              <a:spcBef>
                <a:spcPts val="0"/>
              </a:spcBef>
              <a:spcAft>
                <a:spcPts val="300"/>
              </a:spcAft>
              <a:buClrTx/>
              <a:buSzTx/>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Post </a:t>
            </a:r>
            <a:r>
              <a:rPr kumimoji="0" lang="en-US" sz="900" b="1" i="0" u="none" strike="noStrike" kern="1200" cap="none" spc="0" normalizeH="0" baseline="0" noProof="0" err="1">
                <a:ln>
                  <a:noFill/>
                </a:ln>
                <a:solidFill>
                  <a:srgbClr val="000000"/>
                </a:solidFill>
                <a:effectLst/>
                <a:uLnTx/>
                <a:uFillTx/>
                <a:latin typeface="Poppins"/>
                <a:ea typeface="+mn-ea"/>
                <a:cs typeface="+mn-cs"/>
              </a:rPr>
              <a:t>hocs</a:t>
            </a:r>
            <a:r>
              <a:rPr kumimoji="0" lang="en-US" sz="900" b="1" i="0" u="none" strike="noStrike" kern="1200" cap="none" spc="0" normalizeH="0" baseline="0" noProof="0">
                <a:ln>
                  <a:noFill/>
                </a:ln>
                <a:solidFill>
                  <a:srgbClr val="000000"/>
                </a:solidFill>
                <a:effectLst/>
                <a:uLnTx/>
                <a:uFillTx/>
                <a:latin typeface="Poppins"/>
                <a:ea typeface="+mn-ea"/>
                <a:cs typeface="+mn-cs"/>
              </a:rPr>
              <a:t> of RN-305:</a:t>
            </a:r>
          </a:p>
          <a:p>
            <a:pPr marL="171450" indent="-171450">
              <a:spcAft>
                <a:spcPts val="300"/>
              </a:spcAft>
              <a:buFont typeface="Arial" panose="020B0604020202020204" pitchFamily="34" charset="0"/>
              <a:buChar char="•"/>
              <a:defRPr/>
            </a:pPr>
            <a:r>
              <a:rPr lang="en-US" sz="900">
                <a:solidFill>
                  <a:srgbClr val="000000"/>
                </a:solidFill>
                <a:latin typeface="Poppins"/>
              </a:rPr>
              <a:t>Tislelizumab ability to prevent / delay peritoneal metastases</a:t>
            </a:r>
          </a:p>
          <a:p>
            <a:pPr marL="171450" indent="-171450">
              <a:spcAft>
                <a:spcPts val="300"/>
              </a:spcAft>
              <a:buFont typeface="Arial" panose="020B0604020202020204" pitchFamily="34" charset="0"/>
              <a:buChar char="•"/>
              <a:defRPr/>
            </a:pPr>
            <a:r>
              <a:rPr lang="en-US" sz="900">
                <a:solidFill>
                  <a:srgbClr val="000000"/>
                </a:solidFill>
                <a:latin typeface="Poppins"/>
              </a:rPr>
              <a:t>Efficacy benefit in later lines of therapy</a:t>
            </a:r>
          </a:p>
          <a:p>
            <a:pPr marL="171450" indent="-171450">
              <a:spcAft>
                <a:spcPts val="300"/>
              </a:spcAft>
              <a:buFont typeface="Arial" panose="020B0604020202020204" pitchFamily="34" charset="0"/>
              <a:buChar char="•"/>
              <a:defRPr/>
            </a:pPr>
            <a:r>
              <a:rPr lang="en-US" sz="900">
                <a:solidFill>
                  <a:srgbClr val="000000"/>
                </a:solidFill>
                <a:latin typeface="Poppins"/>
              </a:rPr>
              <a:t>Impact of external confounders on RN-305 results</a:t>
            </a:r>
          </a:p>
        </p:txBody>
      </p:sp>
      <p:sp>
        <p:nvSpPr>
          <p:cNvPr id="72" name="TextBox 71">
            <a:extLst>
              <a:ext uri="{FF2B5EF4-FFF2-40B4-BE49-F238E27FC236}">
                <a16:creationId xmlns:a16="http://schemas.microsoft.com/office/drawing/2014/main" id="{59B2AF99-AC20-02D9-78FA-C14E3916CC59}"/>
              </a:ext>
            </a:extLst>
          </p:cNvPr>
          <p:cNvSpPr txBox="1">
            <a:spLocks/>
          </p:cNvSpPr>
          <p:nvPr/>
        </p:nvSpPr>
        <p:spPr>
          <a:xfrm>
            <a:off x="3120628" y="5943482"/>
            <a:ext cx="3270934" cy="584775"/>
          </a:xfrm>
          <a:prstGeom prst="rect">
            <a:avLst/>
          </a:prstGeom>
          <a:noFill/>
        </p:spPr>
        <p:txBody>
          <a:bodyPr wrap="square" lIns="45720" rIns="0">
            <a:spAutoFit/>
          </a:bodyPr>
          <a:lstStyle/>
          <a:p>
            <a:pPr marR="0" lvl="0" algn="l" defTabSz="457200" rtl="0" eaLnBrk="1" fontAlgn="auto" latinLnBrk="0" hangingPunct="1">
              <a:lnSpc>
                <a:spcPct val="100000"/>
              </a:lnSpc>
              <a:spcBef>
                <a:spcPts val="0"/>
              </a:spcBef>
              <a:spcAft>
                <a:spcPts val="300"/>
              </a:spcAft>
              <a:buClrTx/>
              <a:buSzTx/>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Post </a:t>
            </a:r>
            <a:r>
              <a:rPr kumimoji="0" lang="en-US" sz="900" b="1" i="0" u="none" strike="noStrike" kern="1200" cap="none" spc="0" normalizeH="0" baseline="0" noProof="0" err="1">
                <a:ln>
                  <a:noFill/>
                </a:ln>
                <a:solidFill>
                  <a:srgbClr val="000000"/>
                </a:solidFill>
                <a:effectLst/>
                <a:uLnTx/>
                <a:uFillTx/>
                <a:latin typeface="Poppins"/>
                <a:ea typeface="+mn-ea"/>
                <a:cs typeface="+mn-cs"/>
              </a:rPr>
              <a:t>hocs</a:t>
            </a:r>
            <a:r>
              <a:rPr kumimoji="0" lang="en-US" sz="900" b="1" i="0" u="none" strike="noStrike" kern="1200" cap="none" spc="0" normalizeH="0" baseline="0" noProof="0">
                <a:ln>
                  <a:noFill/>
                </a:ln>
                <a:solidFill>
                  <a:srgbClr val="000000"/>
                </a:solidFill>
                <a:effectLst/>
                <a:uLnTx/>
                <a:uFillTx/>
                <a:latin typeface="Poppins"/>
                <a:ea typeface="+mn-ea"/>
                <a:cs typeface="+mn-cs"/>
              </a:rPr>
              <a:t> of RN-315:</a:t>
            </a:r>
          </a:p>
          <a:p>
            <a:pPr marL="171450" marR="0" lvl="1" indent="-171450" fontAlgn="auto">
              <a:lnSpc>
                <a:spcPct val="100000"/>
              </a:lnSpc>
              <a:spcBef>
                <a:spcPts val="0"/>
              </a:spcBef>
              <a:spcAft>
                <a:spcPts val="300"/>
              </a:spcAft>
              <a:buClrTx/>
              <a:buSzTx/>
              <a:buFont typeface="Arial" panose="020B0604020202020204" pitchFamily="34" charset="0"/>
              <a:buChar char="•"/>
              <a:tabLst/>
              <a:defRPr/>
            </a:pPr>
            <a:r>
              <a:rPr lang="en-US" sz="900">
                <a:solidFill>
                  <a:srgbClr val="000000"/>
                </a:solidFill>
                <a:latin typeface="Poppins"/>
              </a:rPr>
              <a:t>Efficacy in pts with brain/liver mets</a:t>
            </a:r>
          </a:p>
          <a:p>
            <a:pPr marL="171450" marR="0" lvl="1" indent="-171450" fontAlgn="auto">
              <a:lnSpc>
                <a:spcPct val="100000"/>
              </a:lnSpc>
              <a:spcBef>
                <a:spcPts val="0"/>
              </a:spcBef>
              <a:spcAft>
                <a:spcPts val="300"/>
              </a:spcAft>
              <a:buClrTx/>
              <a:buSzTx/>
              <a:buFont typeface="Arial" panose="020B0604020202020204" pitchFamily="34" charset="0"/>
              <a:buChar char="•"/>
              <a:tabLst/>
              <a:defRPr/>
            </a:pPr>
            <a:r>
              <a:rPr lang="en-US" sz="900">
                <a:solidFill>
                  <a:srgbClr val="000000"/>
                </a:solidFill>
                <a:latin typeface="Poppins"/>
              </a:rPr>
              <a:t>Tislelizumab ability to prevent / delay mets</a:t>
            </a:r>
          </a:p>
        </p:txBody>
      </p:sp>
      <p:sp>
        <p:nvSpPr>
          <p:cNvPr id="2" name="Rectangle 1">
            <a:extLst>
              <a:ext uri="{FF2B5EF4-FFF2-40B4-BE49-F238E27FC236}">
                <a16:creationId xmlns:a16="http://schemas.microsoft.com/office/drawing/2014/main" id="{582B4538-1BE4-B5CA-0A18-97FE25D6DB45}"/>
              </a:ext>
            </a:extLst>
          </p:cNvPr>
          <p:cNvSpPr>
            <a:spLocks/>
          </p:cNvSpPr>
          <p:nvPr/>
        </p:nvSpPr>
        <p:spPr>
          <a:xfrm>
            <a:off x="463222" y="2715731"/>
            <a:ext cx="2539919" cy="230284"/>
          </a:xfrm>
          <a:prstGeom prst="rect">
            <a:avLst/>
          </a:prstGeom>
          <a:solidFill>
            <a:srgbClr val="173668"/>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Poppins"/>
                <a:ea typeface="+mn-ea"/>
                <a:cs typeface="+mn-cs"/>
              </a:rPr>
              <a:t>Across Upper GI (ESCC, GC/GEJ)</a:t>
            </a:r>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5" name="TextBox 4">
            <a:extLst>
              <a:ext uri="{FF2B5EF4-FFF2-40B4-BE49-F238E27FC236}">
                <a16:creationId xmlns:a16="http://schemas.microsoft.com/office/drawing/2014/main" id="{BBB11013-681E-13F6-A7D0-155469C9D1D0}"/>
              </a:ext>
            </a:extLst>
          </p:cNvPr>
          <p:cNvSpPr txBox="1">
            <a:spLocks/>
          </p:cNvSpPr>
          <p:nvPr/>
        </p:nvSpPr>
        <p:spPr>
          <a:xfrm>
            <a:off x="463222" y="2957026"/>
            <a:ext cx="2539919" cy="1138773"/>
          </a:xfrm>
          <a:prstGeom prst="rect">
            <a:avLst/>
          </a:prstGeom>
          <a:noFill/>
        </p:spPr>
        <p:txBody>
          <a:bodyPr wrap="square" lIns="45720" rIns="0">
            <a:spAutoFit/>
          </a:bodyPr>
          <a:lstStyle/>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Post-hoc of ASKB589 </a:t>
            </a:r>
            <a:r>
              <a:rPr kumimoji="0" lang="en-US" sz="900" b="0" i="0" u="none" strike="noStrike" kern="1200" cap="none" spc="0" normalizeH="0" baseline="0" noProof="0">
                <a:ln>
                  <a:noFill/>
                </a:ln>
                <a:solidFill>
                  <a:srgbClr val="000000"/>
                </a:solidFill>
                <a:effectLst/>
                <a:uLnTx/>
                <a:uFillTx/>
                <a:latin typeface="Poppins"/>
                <a:ea typeface="+mn-ea"/>
                <a:cs typeface="+mn-cs"/>
              </a:rPr>
              <a:t>on tislelizumab data with </a:t>
            </a:r>
            <a:r>
              <a:rPr kumimoji="0" lang="en-US" sz="900" b="0" i="0" u="none" strike="noStrike" kern="1200" cap="none" spc="0" normalizeH="0" baseline="0" noProof="0" err="1">
                <a:ln>
                  <a:noFill/>
                </a:ln>
                <a:solidFill>
                  <a:srgbClr val="000000"/>
                </a:solidFill>
                <a:effectLst/>
                <a:uLnTx/>
                <a:uFillTx/>
                <a:latin typeface="Poppins"/>
                <a:ea typeface="+mn-ea"/>
                <a:cs typeface="+mn-cs"/>
              </a:rPr>
              <a:t>CTx</a:t>
            </a:r>
            <a:r>
              <a:rPr kumimoji="0" lang="en-US" sz="900" b="0" i="0" u="none" strike="noStrike" kern="1200" cap="none" spc="0" normalizeH="0" baseline="0" noProof="0">
                <a:ln>
                  <a:noFill/>
                </a:ln>
                <a:solidFill>
                  <a:srgbClr val="000000"/>
                </a:solidFill>
                <a:effectLst/>
                <a:uLnTx/>
                <a:uFillTx/>
                <a:latin typeface="Poppins"/>
                <a:ea typeface="+mn-ea"/>
                <a:cs typeface="+mn-cs"/>
              </a:rPr>
              <a:t> / targeted agents (e.g., CLDN18.2 inhibitors)</a:t>
            </a:r>
          </a:p>
          <a:p>
            <a:pPr marL="171450" marR="0" lvl="0" indent="-171450"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900" i="1" u="none" strike="noStrike" kern="1200" cap="none" spc="0" normalizeH="0" baseline="0" noProof="0">
                <a:ln>
                  <a:noFill/>
                </a:ln>
                <a:solidFill>
                  <a:schemeClr val="bg2">
                    <a:lumMod val="50000"/>
                  </a:schemeClr>
                </a:solidFill>
                <a:effectLst/>
                <a:uLnTx/>
                <a:uFillTx/>
                <a:latin typeface="Poppins"/>
                <a:ea typeface="+mn-ea"/>
                <a:cs typeface="+mn-cs"/>
              </a:rPr>
              <a:t>[Pending Feasibility Assessment] </a:t>
            </a:r>
            <a:r>
              <a:rPr kumimoji="0" lang="en-US" sz="900" b="1" i="1" u="none" strike="noStrike" kern="1200" cap="none" spc="0" normalizeH="0" baseline="0" noProof="0">
                <a:ln>
                  <a:noFill/>
                </a:ln>
                <a:solidFill>
                  <a:schemeClr val="bg2">
                    <a:lumMod val="50000"/>
                  </a:schemeClr>
                </a:solidFill>
                <a:effectLst/>
                <a:uLnTx/>
                <a:uFillTx/>
                <a:latin typeface="Poppins"/>
                <a:ea typeface="+mn-ea"/>
                <a:cs typeface="+mn-cs"/>
              </a:rPr>
              <a:t>Post hoc of RN-305 &amp; RN-306 </a:t>
            </a:r>
            <a:r>
              <a:rPr kumimoji="0" lang="en-US" sz="900" b="0" i="1" u="none" strike="noStrike" kern="1200" cap="none" spc="0" normalizeH="0" baseline="0" noProof="0">
                <a:ln>
                  <a:noFill/>
                </a:ln>
                <a:solidFill>
                  <a:schemeClr val="bg2">
                    <a:lumMod val="50000"/>
                  </a:schemeClr>
                </a:solidFill>
                <a:effectLst/>
                <a:uLnTx/>
                <a:uFillTx/>
                <a:latin typeface="Poppins"/>
                <a:ea typeface="+mn-ea"/>
                <a:cs typeface="+mn-cs"/>
              </a:rPr>
              <a:t>on efficacy in pts who stop </a:t>
            </a:r>
            <a:r>
              <a:rPr lang="en-US" sz="900" i="1">
                <a:solidFill>
                  <a:schemeClr val="bg2">
                    <a:lumMod val="50000"/>
                  </a:schemeClr>
                </a:solidFill>
                <a:latin typeface="Poppins"/>
              </a:rPr>
              <a:t>T</a:t>
            </a:r>
            <a:r>
              <a:rPr kumimoji="0" lang="en-US" sz="900" b="0" i="1" u="none" strike="noStrike" kern="1200" cap="none" spc="0" normalizeH="0" baseline="0" noProof="0">
                <a:ln>
                  <a:noFill/>
                </a:ln>
                <a:solidFill>
                  <a:schemeClr val="bg2">
                    <a:lumMod val="50000"/>
                  </a:schemeClr>
                </a:solidFill>
                <a:effectLst/>
                <a:uLnTx/>
                <a:uFillTx/>
                <a:latin typeface="Poppins"/>
                <a:ea typeface="+mn-ea"/>
                <a:cs typeface="+mn-cs"/>
              </a:rPr>
              <a:t>x at 24 </a:t>
            </a:r>
            <a:r>
              <a:rPr kumimoji="0" lang="en-US" sz="900" b="0" i="1" u="none" strike="noStrike" kern="1200" cap="none" spc="0" normalizeH="0" baseline="0" noProof="0" err="1">
                <a:ln>
                  <a:noFill/>
                </a:ln>
                <a:solidFill>
                  <a:schemeClr val="bg2">
                    <a:lumMod val="50000"/>
                  </a:schemeClr>
                </a:solidFill>
                <a:effectLst/>
                <a:uLnTx/>
                <a:uFillTx/>
                <a:latin typeface="Poppins"/>
                <a:ea typeface="+mn-ea"/>
                <a:cs typeface="+mn-cs"/>
              </a:rPr>
              <a:t>mo</a:t>
            </a:r>
            <a:endParaRPr kumimoji="0" lang="en-US" sz="900" b="0" i="1" u="none" strike="noStrike" kern="1200" cap="none" spc="0" normalizeH="0" baseline="0" noProof="0">
              <a:ln>
                <a:noFill/>
              </a:ln>
              <a:solidFill>
                <a:schemeClr val="bg2">
                  <a:lumMod val="50000"/>
                </a:schemeClr>
              </a:solidFill>
              <a:effectLst/>
              <a:uLnTx/>
              <a:uFillTx/>
              <a:latin typeface="Poppins"/>
              <a:ea typeface="+mn-ea"/>
              <a:cs typeface="+mn-cs"/>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nvGrpSpPr>
          <p:cNvPr id="57" name="Group 56">
            <a:extLst>
              <a:ext uri="{FF2B5EF4-FFF2-40B4-BE49-F238E27FC236}">
                <a16:creationId xmlns:a16="http://schemas.microsoft.com/office/drawing/2014/main" id="{05AD76E2-D7A2-94A2-C2CF-F169F03CC455}"/>
              </a:ext>
            </a:extLst>
          </p:cNvPr>
          <p:cNvGrpSpPr/>
          <p:nvPr/>
        </p:nvGrpSpPr>
        <p:grpSpPr>
          <a:xfrm>
            <a:off x="4204253" y="804359"/>
            <a:ext cx="7624210" cy="323165"/>
            <a:chOff x="3212455" y="804359"/>
            <a:chExt cx="7624210" cy="323165"/>
          </a:xfrm>
        </p:grpSpPr>
        <p:sp>
          <p:nvSpPr>
            <p:cNvPr id="46" name="TextBox 45">
              <a:extLst>
                <a:ext uri="{FF2B5EF4-FFF2-40B4-BE49-F238E27FC236}">
                  <a16:creationId xmlns:a16="http://schemas.microsoft.com/office/drawing/2014/main" id="{14393015-53CD-0D9D-C676-05C523E67264}"/>
                </a:ext>
              </a:extLst>
            </p:cNvPr>
            <p:cNvSpPr txBox="1"/>
            <p:nvPr/>
          </p:nvSpPr>
          <p:spPr>
            <a:xfrm>
              <a:off x="3212455" y="804359"/>
              <a:ext cx="7624210"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Gap Themes:             </a:t>
              </a:r>
              <a:r>
                <a:rPr kumimoji="0" lang="en-US" sz="900" b="0" i="0" u="none" strike="noStrike" kern="1200" cap="none" spc="0" normalizeH="0" baseline="0" noProof="0">
                  <a:ln>
                    <a:noFill/>
                  </a:ln>
                  <a:solidFill>
                    <a:srgbClr val="000000"/>
                  </a:solidFill>
                  <a:effectLst/>
                  <a:uLnTx/>
                  <a:uFillTx/>
                  <a:latin typeface="Poppins"/>
                  <a:ea typeface="+mn-ea"/>
                  <a:cs typeface="+mn-cs"/>
                </a:rPr>
                <a:t>Need for Prospective</a:t>
              </a:r>
              <a:r>
                <a:rPr lang="en-US" sz="900">
                  <a:solidFill>
                    <a:srgbClr val="000000"/>
                  </a:solidFill>
                  <a:latin typeface="Poppins"/>
                </a:rPr>
                <a:t>/Retrospective </a:t>
              </a:r>
              <a:r>
                <a:rPr kumimoji="0" lang="en-US" sz="900" b="0" i="0" u="none" strike="noStrike" kern="1200" cap="none" spc="0" normalizeH="0" baseline="0" noProof="0">
                  <a:ln>
                    <a:noFill/>
                  </a:ln>
                  <a:solidFill>
                    <a:srgbClr val="000000"/>
                  </a:solidFill>
                  <a:effectLst/>
                  <a:uLnTx/>
                  <a:uFillTx/>
                  <a:latin typeface="Poppins"/>
                  <a:ea typeface="+mn-ea"/>
                  <a:cs typeface="+mn-cs"/>
                </a:rPr>
                <a:t>RWE          Tislelizumab + </a:t>
              </a:r>
              <a:r>
                <a:rPr kumimoji="0" lang="en-US" sz="900" b="0" i="0" u="none" strike="noStrike" kern="1200" cap="none" spc="0" normalizeH="0" baseline="0" noProof="0" err="1">
                  <a:ln>
                    <a:noFill/>
                  </a:ln>
                  <a:solidFill>
                    <a:srgbClr val="000000"/>
                  </a:solidFill>
                  <a:effectLst/>
                  <a:uLnTx/>
                  <a:uFillTx/>
                  <a:latin typeface="Poppins"/>
                  <a:ea typeface="+mn-ea"/>
                  <a:cs typeface="+mn-cs"/>
                </a:rPr>
                <a:t>CTx</a:t>
              </a:r>
              <a:r>
                <a:rPr kumimoji="0" lang="en-US" sz="900" b="0" i="0" u="none" strike="noStrike" kern="1200" cap="none" spc="0" normalizeH="0" baseline="0" noProof="0">
                  <a:ln>
                    <a:noFill/>
                  </a:ln>
                  <a:solidFill>
                    <a:srgbClr val="000000"/>
                  </a:solidFill>
                  <a:effectLst/>
                  <a:uLnTx/>
                  <a:uFillTx/>
                  <a:latin typeface="Poppins"/>
                  <a:ea typeface="+mn-ea"/>
                  <a:cs typeface="+mn-cs"/>
                </a:rPr>
                <a:t> vs L</a:t>
              </a:r>
              <a:r>
                <a:rPr lang="en-US" sz="900" err="1">
                  <a:solidFill>
                    <a:srgbClr val="000000"/>
                  </a:solidFill>
                </a:rPr>
                <a:t>ocal</a:t>
              </a:r>
              <a:r>
                <a:rPr lang="en-US" sz="900">
                  <a:solidFill>
                    <a:srgbClr val="000000"/>
                  </a:solidFill>
                </a:rPr>
                <a:t> SoC          </a:t>
              </a:r>
              <a:r>
                <a:rPr kumimoji="0" lang="en-US" sz="900" b="0" i="0" u="none" strike="noStrike" kern="1200" cap="none" spc="0" normalizeH="0" baseline="0" noProof="0">
                  <a:ln>
                    <a:noFill/>
                  </a:ln>
                  <a:solidFill>
                    <a:srgbClr val="000000"/>
                  </a:solidFill>
                  <a:effectLst/>
                  <a:uLnTx/>
                  <a:uFillTx/>
                  <a:latin typeface="Poppins"/>
                  <a:ea typeface="+mn-ea"/>
                  <a:cs typeface="+mn-cs"/>
                </a:rPr>
                <a:t>Patient Subpopulations</a:t>
              </a:r>
            </a:p>
          </p:txBody>
        </p:sp>
        <p:sp>
          <p:nvSpPr>
            <p:cNvPr id="48" name="Flowchart: Connector 47">
              <a:extLst>
                <a:ext uri="{FF2B5EF4-FFF2-40B4-BE49-F238E27FC236}">
                  <a16:creationId xmlns:a16="http://schemas.microsoft.com/office/drawing/2014/main" id="{0BD8E238-C194-FA37-060D-AAAB4F767883}"/>
                </a:ext>
              </a:extLst>
            </p:cNvPr>
            <p:cNvSpPr/>
            <p:nvPr/>
          </p:nvSpPr>
          <p:spPr>
            <a:xfrm>
              <a:off x="4394739" y="851409"/>
              <a:ext cx="180000" cy="180000"/>
            </a:xfrm>
            <a:prstGeom prst="flowChartConnector">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grpSp>
      <p:sp>
        <p:nvSpPr>
          <p:cNvPr id="64" name="Flowchart: Connector 63">
            <a:extLst>
              <a:ext uri="{FF2B5EF4-FFF2-40B4-BE49-F238E27FC236}">
                <a16:creationId xmlns:a16="http://schemas.microsoft.com/office/drawing/2014/main" id="{751831DB-425C-EEE4-3A71-1A49A65E006A}"/>
              </a:ext>
            </a:extLst>
          </p:cNvPr>
          <p:cNvSpPr/>
          <p:nvPr/>
        </p:nvSpPr>
        <p:spPr>
          <a:xfrm>
            <a:off x="10023835" y="864789"/>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67" name="Flowchart: Connector 66">
            <a:extLst>
              <a:ext uri="{FF2B5EF4-FFF2-40B4-BE49-F238E27FC236}">
                <a16:creationId xmlns:a16="http://schemas.microsoft.com/office/drawing/2014/main" id="{4B306CC3-5573-D963-F7D8-055410AE9A32}"/>
              </a:ext>
            </a:extLst>
          </p:cNvPr>
          <p:cNvSpPr/>
          <p:nvPr/>
        </p:nvSpPr>
        <p:spPr>
          <a:xfrm>
            <a:off x="463738" y="4251930"/>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81" name="Flowchart: Connector 80">
            <a:extLst>
              <a:ext uri="{FF2B5EF4-FFF2-40B4-BE49-F238E27FC236}">
                <a16:creationId xmlns:a16="http://schemas.microsoft.com/office/drawing/2014/main" id="{763F6399-B4BD-26A0-1A9F-1285EEC4774A}"/>
              </a:ext>
            </a:extLst>
          </p:cNvPr>
          <p:cNvSpPr/>
          <p:nvPr/>
        </p:nvSpPr>
        <p:spPr>
          <a:xfrm>
            <a:off x="463738" y="3420141"/>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84" name="Flowchart: Connector 83">
            <a:extLst>
              <a:ext uri="{FF2B5EF4-FFF2-40B4-BE49-F238E27FC236}">
                <a16:creationId xmlns:a16="http://schemas.microsoft.com/office/drawing/2014/main" id="{B786DD00-567B-F73B-065B-3F4D23E0A2BE}"/>
              </a:ext>
            </a:extLst>
          </p:cNvPr>
          <p:cNvSpPr/>
          <p:nvPr/>
        </p:nvSpPr>
        <p:spPr>
          <a:xfrm>
            <a:off x="3121532" y="2964958"/>
            <a:ext cx="180000" cy="180000"/>
          </a:xfrm>
          <a:prstGeom prst="flowChartConnector">
            <a:avLst/>
          </a:prstGeom>
          <a:solidFill>
            <a:schemeClr val="accent5"/>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85" name="Flowchart: Connector 84">
            <a:extLst>
              <a:ext uri="{FF2B5EF4-FFF2-40B4-BE49-F238E27FC236}">
                <a16:creationId xmlns:a16="http://schemas.microsoft.com/office/drawing/2014/main" id="{AF1FE8A0-C92B-24D3-E5DC-98A369CA8FCA}"/>
              </a:ext>
            </a:extLst>
          </p:cNvPr>
          <p:cNvSpPr/>
          <p:nvPr/>
        </p:nvSpPr>
        <p:spPr>
          <a:xfrm>
            <a:off x="3121532" y="3167195"/>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86" name="Flowchart: Connector 85">
            <a:extLst>
              <a:ext uri="{FF2B5EF4-FFF2-40B4-BE49-F238E27FC236}">
                <a16:creationId xmlns:a16="http://schemas.microsoft.com/office/drawing/2014/main" id="{622ADC18-4428-0457-2285-D4F999650E2A}"/>
              </a:ext>
            </a:extLst>
          </p:cNvPr>
          <p:cNvSpPr/>
          <p:nvPr/>
        </p:nvSpPr>
        <p:spPr>
          <a:xfrm>
            <a:off x="3121532" y="3955466"/>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88" name="Flowchart: Connector 87">
            <a:extLst>
              <a:ext uri="{FF2B5EF4-FFF2-40B4-BE49-F238E27FC236}">
                <a16:creationId xmlns:a16="http://schemas.microsoft.com/office/drawing/2014/main" id="{85911ABF-B4A8-7FBD-DA01-F5AE660A5C51}"/>
              </a:ext>
            </a:extLst>
          </p:cNvPr>
          <p:cNvSpPr/>
          <p:nvPr/>
        </p:nvSpPr>
        <p:spPr>
          <a:xfrm>
            <a:off x="6842465" y="3490859"/>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89" name="Flowchart: Connector 88">
            <a:extLst>
              <a:ext uri="{FF2B5EF4-FFF2-40B4-BE49-F238E27FC236}">
                <a16:creationId xmlns:a16="http://schemas.microsoft.com/office/drawing/2014/main" id="{FDB93A3E-F3B6-4685-997B-8BCAC282C86E}"/>
              </a:ext>
            </a:extLst>
          </p:cNvPr>
          <p:cNvSpPr/>
          <p:nvPr/>
        </p:nvSpPr>
        <p:spPr>
          <a:xfrm>
            <a:off x="6842465" y="3312784"/>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90" name="Flowchart: Connector 89">
            <a:extLst>
              <a:ext uri="{FF2B5EF4-FFF2-40B4-BE49-F238E27FC236}">
                <a16:creationId xmlns:a16="http://schemas.microsoft.com/office/drawing/2014/main" id="{708A427F-5DAA-6332-CC91-FD98A10818FD}"/>
              </a:ext>
            </a:extLst>
          </p:cNvPr>
          <p:cNvSpPr/>
          <p:nvPr/>
        </p:nvSpPr>
        <p:spPr>
          <a:xfrm>
            <a:off x="3121532" y="5083279"/>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91" name="Flowchart: Connector 90">
            <a:extLst>
              <a:ext uri="{FF2B5EF4-FFF2-40B4-BE49-F238E27FC236}">
                <a16:creationId xmlns:a16="http://schemas.microsoft.com/office/drawing/2014/main" id="{91C0EF1C-6181-C16F-D437-C40C4AA23B9B}"/>
              </a:ext>
            </a:extLst>
          </p:cNvPr>
          <p:cNvSpPr/>
          <p:nvPr/>
        </p:nvSpPr>
        <p:spPr>
          <a:xfrm>
            <a:off x="6842465" y="4642788"/>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92" name="Flowchart: Connector 91">
            <a:extLst>
              <a:ext uri="{FF2B5EF4-FFF2-40B4-BE49-F238E27FC236}">
                <a16:creationId xmlns:a16="http://schemas.microsoft.com/office/drawing/2014/main" id="{27C8F969-40C5-FA7D-FBD7-A22A02DA1EBB}"/>
              </a:ext>
            </a:extLst>
          </p:cNvPr>
          <p:cNvSpPr/>
          <p:nvPr/>
        </p:nvSpPr>
        <p:spPr>
          <a:xfrm>
            <a:off x="9843835" y="4648119"/>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93" name="Flowchart: Connector 92">
            <a:extLst>
              <a:ext uri="{FF2B5EF4-FFF2-40B4-BE49-F238E27FC236}">
                <a16:creationId xmlns:a16="http://schemas.microsoft.com/office/drawing/2014/main" id="{63BC0B15-681D-70F5-A496-F5FEE064E206}"/>
              </a:ext>
            </a:extLst>
          </p:cNvPr>
          <p:cNvSpPr/>
          <p:nvPr/>
        </p:nvSpPr>
        <p:spPr>
          <a:xfrm>
            <a:off x="9843835" y="3970719"/>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95" name="Flowchart: Connector 94">
            <a:extLst>
              <a:ext uri="{FF2B5EF4-FFF2-40B4-BE49-F238E27FC236}">
                <a16:creationId xmlns:a16="http://schemas.microsoft.com/office/drawing/2014/main" id="{4F1DEE43-4BDC-4CFC-0065-D0F13AF255A8}"/>
              </a:ext>
            </a:extLst>
          </p:cNvPr>
          <p:cNvSpPr/>
          <p:nvPr/>
        </p:nvSpPr>
        <p:spPr>
          <a:xfrm>
            <a:off x="3121532" y="6129658"/>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98" name="Flowchart: Connector 97">
            <a:extLst>
              <a:ext uri="{FF2B5EF4-FFF2-40B4-BE49-F238E27FC236}">
                <a16:creationId xmlns:a16="http://schemas.microsoft.com/office/drawing/2014/main" id="{14846C04-95F7-FF70-E4A6-C594BC8DA7B4}"/>
              </a:ext>
            </a:extLst>
          </p:cNvPr>
          <p:cNvSpPr/>
          <p:nvPr/>
        </p:nvSpPr>
        <p:spPr>
          <a:xfrm>
            <a:off x="6842465" y="3128206"/>
            <a:ext cx="180000" cy="180000"/>
          </a:xfrm>
          <a:prstGeom prst="flowChartConnector">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99" name="Flowchart: Connector 98">
            <a:extLst>
              <a:ext uri="{FF2B5EF4-FFF2-40B4-BE49-F238E27FC236}">
                <a16:creationId xmlns:a16="http://schemas.microsoft.com/office/drawing/2014/main" id="{DAACB9B2-B7C7-A15D-091A-5C4900423CB4}"/>
              </a:ext>
            </a:extLst>
          </p:cNvPr>
          <p:cNvSpPr/>
          <p:nvPr/>
        </p:nvSpPr>
        <p:spPr>
          <a:xfrm>
            <a:off x="6842465" y="5354157"/>
            <a:ext cx="180000" cy="180000"/>
          </a:xfrm>
          <a:prstGeom prst="flowChartConnector">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100" name="Flowchart: Connector 99">
            <a:extLst>
              <a:ext uri="{FF2B5EF4-FFF2-40B4-BE49-F238E27FC236}">
                <a16:creationId xmlns:a16="http://schemas.microsoft.com/office/drawing/2014/main" id="{D4A82AF1-CE5F-F879-1106-45E150C83054}"/>
              </a:ext>
            </a:extLst>
          </p:cNvPr>
          <p:cNvSpPr/>
          <p:nvPr/>
        </p:nvSpPr>
        <p:spPr>
          <a:xfrm>
            <a:off x="6842465" y="5612915"/>
            <a:ext cx="180000" cy="180000"/>
          </a:xfrm>
          <a:prstGeom prst="flowChartConnector">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101" name="Flowchart: Connector 100">
            <a:extLst>
              <a:ext uri="{FF2B5EF4-FFF2-40B4-BE49-F238E27FC236}">
                <a16:creationId xmlns:a16="http://schemas.microsoft.com/office/drawing/2014/main" id="{83A7C3DA-3DEF-65E2-C336-F10E589EE30E}"/>
              </a:ext>
            </a:extLst>
          </p:cNvPr>
          <p:cNvSpPr/>
          <p:nvPr/>
        </p:nvSpPr>
        <p:spPr>
          <a:xfrm>
            <a:off x="6842465" y="5974474"/>
            <a:ext cx="180000" cy="180000"/>
          </a:xfrm>
          <a:prstGeom prst="flowChartConnector">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103" name="Flowchart: Connector 102">
            <a:extLst>
              <a:ext uri="{FF2B5EF4-FFF2-40B4-BE49-F238E27FC236}">
                <a16:creationId xmlns:a16="http://schemas.microsoft.com/office/drawing/2014/main" id="{E4A798F8-1263-7CE1-CBBA-99CD826B33A6}"/>
              </a:ext>
            </a:extLst>
          </p:cNvPr>
          <p:cNvSpPr/>
          <p:nvPr/>
        </p:nvSpPr>
        <p:spPr>
          <a:xfrm>
            <a:off x="3121532" y="4687414"/>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104" name="Flowchart: Connector 103">
            <a:extLst>
              <a:ext uri="{FF2B5EF4-FFF2-40B4-BE49-F238E27FC236}">
                <a16:creationId xmlns:a16="http://schemas.microsoft.com/office/drawing/2014/main" id="{BCDC92FF-2DFA-6D60-F99C-821D4F8F3AD0}"/>
              </a:ext>
            </a:extLst>
          </p:cNvPr>
          <p:cNvSpPr/>
          <p:nvPr/>
        </p:nvSpPr>
        <p:spPr>
          <a:xfrm>
            <a:off x="3121532" y="4885458"/>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106" name="Flowchart: Connector 105">
            <a:extLst>
              <a:ext uri="{FF2B5EF4-FFF2-40B4-BE49-F238E27FC236}">
                <a16:creationId xmlns:a16="http://schemas.microsoft.com/office/drawing/2014/main" id="{BF796713-999A-4200-E2FA-A091D4B168C9}"/>
              </a:ext>
            </a:extLst>
          </p:cNvPr>
          <p:cNvSpPr/>
          <p:nvPr/>
        </p:nvSpPr>
        <p:spPr>
          <a:xfrm>
            <a:off x="6842465" y="3954626"/>
            <a:ext cx="180000" cy="180000"/>
          </a:xfrm>
          <a:prstGeom prst="flowChartConnector">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6" name="Flowchart: Connector 5">
            <a:extLst>
              <a:ext uri="{FF2B5EF4-FFF2-40B4-BE49-F238E27FC236}">
                <a16:creationId xmlns:a16="http://schemas.microsoft.com/office/drawing/2014/main" id="{32647A7A-818F-31EF-1F7B-5DC18E560650}"/>
              </a:ext>
            </a:extLst>
          </p:cNvPr>
          <p:cNvSpPr/>
          <p:nvPr/>
        </p:nvSpPr>
        <p:spPr>
          <a:xfrm>
            <a:off x="7961182" y="864789"/>
            <a:ext cx="180000" cy="180000"/>
          </a:xfrm>
          <a:prstGeom prst="flowChartConnector">
            <a:avLst/>
          </a:prstGeom>
          <a:solidFill>
            <a:schemeClr val="accent5"/>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10" name="Flowchart: Connector 9">
            <a:extLst>
              <a:ext uri="{FF2B5EF4-FFF2-40B4-BE49-F238E27FC236}">
                <a16:creationId xmlns:a16="http://schemas.microsoft.com/office/drawing/2014/main" id="{47AAE656-2B9C-CB3D-E1FC-62DEB9B460F9}"/>
              </a:ext>
            </a:extLst>
          </p:cNvPr>
          <p:cNvSpPr/>
          <p:nvPr/>
        </p:nvSpPr>
        <p:spPr>
          <a:xfrm>
            <a:off x="460985" y="2964958"/>
            <a:ext cx="180000" cy="180000"/>
          </a:xfrm>
          <a:prstGeom prst="flowChartConnector">
            <a:avLst/>
          </a:prstGeom>
          <a:solidFill>
            <a:schemeClr val="accent5"/>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
        <p:nvSpPr>
          <p:cNvPr id="12" name="Flowchart: Connector 11">
            <a:extLst>
              <a:ext uri="{FF2B5EF4-FFF2-40B4-BE49-F238E27FC236}">
                <a16:creationId xmlns:a16="http://schemas.microsoft.com/office/drawing/2014/main" id="{4514F390-6E72-3B6C-3544-755CC9C47BD7}"/>
              </a:ext>
            </a:extLst>
          </p:cNvPr>
          <p:cNvSpPr/>
          <p:nvPr/>
        </p:nvSpPr>
        <p:spPr>
          <a:xfrm>
            <a:off x="463738" y="5832268"/>
            <a:ext cx="180000" cy="180000"/>
          </a:xfrm>
          <a:prstGeom prst="flowChartConnector">
            <a:avLst/>
          </a:prstGeom>
          <a:solidFill>
            <a:schemeClr val="accent4">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92500" lnSpcReduction="10000"/>
          </a:bodyPr>
          <a:lstStyle/>
          <a:p>
            <a:pPr algn="ctr"/>
            <a:endParaRPr lang="en-GB" sz="1000">
              <a:solidFill>
                <a:schemeClr val="bg1"/>
              </a:solidFill>
            </a:endParaRPr>
          </a:p>
        </p:txBody>
      </p:sp>
    </p:spTree>
    <p:extLst>
      <p:ext uri="{BB962C8B-B14F-4D97-AF65-F5344CB8AC3E}">
        <p14:creationId xmlns:p14="http://schemas.microsoft.com/office/powerpoint/2010/main" val="683549290"/>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36296010-885E-A01D-4056-B1FEA5F90669}"/>
              </a:ext>
            </a:extLst>
          </p:cNvPr>
          <p:cNvGraphicFramePr>
            <a:graphicFrameLocks noChangeAspect="1"/>
          </p:cNvGraphicFramePr>
          <p:nvPr>
            <p:custDataLst>
              <p:tags r:id="rId1"/>
            </p:custDataLst>
            <p:extLst>
              <p:ext uri="{D42A27DB-BD31-4B8C-83A1-F6EECF244321}">
                <p14:modId xmlns:p14="http://schemas.microsoft.com/office/powerpoint/2010/main" val="12958095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5" name="think-cell data - do not delete" hidden="1">
                        <a:extLst>
                          <a:ext uri="{FF2B5EF4-FFF2-40B4-BE49-F238E27FC236}">
                            <a16:creationId xmlns:a16="http://schemas.microsoft.com/office/drawing/2014/main" id="{36296010-885E-A01D-4056-B1FEA5F906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1A0B46F-56FE-2708-9D59-6638AB26E76B}"/>
              </a:ext>
            </a:extLst>
          </p:cNvPr>
          <p:cNvSpPr>
            <a:spLocks noGrp="1"/>
          </p:cNvSpPr>
          <p:nvPr>
            <p:ph type="title"/>
          </p:nvPr>
        </p:nvSpPr>
        <p:spPr>
          <a:xfrm>
            <a:off x="358337" y="271427"/>
            <a:ext cx="11470125" cy="369332"/>
          </a:xfrm>
        </p:spPr>
        <p:txBody>
          <a:bodyPr vert="horz"/>
          <a:lstStyle/>
          <a:p>
            <a:r>
              <a:rPr lang="en-US" sz="2400"/>
              <a:t>Tislelizumab IIT Guidance</a:t>
            </a:r>
          </a:p>
        </p:txBody>
      </p:sp>
      <p:sp>
        <p:nvSpPr>
          <p:cNvPr id="9" name="Rectangle 8">
            <a:extLst>
              <a:ext uri="{FF2B5EF4-FFF2-40B4-BE49-F238E27FC236}">
                <a16:creationId xmlns:a16="http://schemas.microsoft.com/office/drawing/2014/main" id="{4D0028A9-8912-54B4-9B98-D2BC944C5D5F}"/>
              </a:ext>
            </a:extLst>
          </p:cNvPr>
          <p:cNvSpPr>
            <a:spLocks noGrp="1" noRot="1" noMove="1" noResize="1" noEditPoints="1" noAdjustHandles="1" noChangeArrowheads="1" noChangeShapeType="1"/>
          </p:cNvSpPr>
          <p:nvPr/>
        </p:nvSpPr>
        <p:spPr>
          <a:xfrm>
            <a:off x="237565" y="1065084"/>
            <a:ext cx="11797553" cy="4557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grpSp>
        <p:nvGrpSpPr>
          <p:cNvPr id="33" name="Group 32">
            <a:extLst>
              <a:ext uri="{FF2B5EF4-FFF2-40B4-BE49-F238E27FC236}">
                <a16:creationId xmlns:a16="http://schemas.microsoft.com/office/drawing/2014/main" id="{F7DC5243-FDB9-2ACA-C4D9-F81686F54351}"/>
              </a:ext>
            </a:extLst>
          </p:cNvPr>
          <p:cNvGrpSpPr/>
          <p:nvPr/>
        </p:nvGrpSpPr>
        <p:grpSpPr>
          <a:xfrm>
            <a:off x="684755" y="1341173"/>
            <a:ext cx="11107283" cy="1101369"/>
            <a:chOff x="549292" y="1575084"/>
            <a:chExt cx="11107283" cy="1101369"/>
          </a:xfrm>
        </p:grpSpPr>
        <p:sp>
          <p:nvSpPr>
            <p:cNvPr id="15" name="TextBox 14">
              <a:extLst>
                <a:ext uri="{FF2B5EF4-FFF2-40B4-BE49-F238E27FC236}">
                  <a16:creationId xmlns:a16="http://schemas.microsoft.com/office/drawing/2014/main" id="{3FF939A9-6E01-48DA-88AE-94F6856E436A}"/>
                </a:ext>
              </a:extLst>
            </p:cNvPr>
            <p:cNvSpPr txBox="1"/>
            <p:nvPr/>
          </p:nvSpPr>
          <p:spPr>
            <a:xfrm>
              <a:off x="1088072" y="1583572"/>
              <a:ext cx="2987040" cy="1084393"/>
            </a:xfrm>
            <a:prstGeom prst="rect">
              <a:avLst/>
            </a:prstGeom>
            <a:solidFill>
              <a:schemeClr val="bg1"/>
            </a:solidFill>
          </p:spPr>
          <p:txBody>
            <a:bodyPr wrap="square" lIns="91440" tIns="91440" rIns="91440" bIns="9144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Poppins"/>
                  <a:ea typeface="+mn-ea"/>
                  <a:cs typeface="+mn-cs"/>
                </a:rPr>
                <a:t>Considering the maturing life cycle of tislelizumab, the IIT opportunity for the asset (monotherapy or in combination with established agents, like </a:t>
              </a:r>
              <a:r>
                <a:rPr kumimoji="0" lang="en-US" sz="1200" b="0" i="0" u="none" strike="noStrike" kern="1200" cap="none" spc="0" normalizeH="0" baseline="0" noProof="0" err="1">
                  <a:ln>
                    <a:noFill/>
                  </a:ln>
                  <a:solidFill>
                    <a:srgbClr val="000000"/>
                  </a:solidFill>
                  <a:effectLst/>
                  <a:uLnTx/>
                  <a:uFillTx/>
                  <a:latin typeface="Poppins"/>
                  <a:ea typeface="+mn-ea"/>
                  <a:cs typeface="+mn-cs"/>
                </a:rPr>
                <a:t>CTx</a:t>
              </a:r>
              <a:r>
                <a:rPr kumimoji="0" lang="en-US" sz="1200" b="0" i="0" u="none" strike="noStrike" kern="1200" cap="none" spc="0" normalizeH="0" baseline="0" noProof="0">
                  <a:ln>
                    <a:noFill/>
                  </a:ln>
                  <a:solidFill>
                    <a:srgbClr val="000000"/>
                  </a:solidFill>
                  <a:effectLst/>
                  <a:uLnTx/>
                  <a:uFillTx/>
                  <a:latin typeface="Poppins"/>
                  <a:ea typeface="+mn-ea"/>
                  <a:cs typeface="+mn-cs"/>
                </a:rPr>
                <a:t>) is limited due to the long-term nature of these trials</a:t>
              </a:r>
            </a:p>
          </p:txBody>
        </p:sp>
        <p:sp>
          <p:nvSpPr>
            <p:cNvPr id="18" name="TextBox 17">
              <a:extLst>
                <a:ext uri="{FF2B5EF4-FFF2-40B4-BE49-F238E27FC236}">
                  <a16:creationId xmlns:a16="http://schemas.microsoft.com/office/drawing/2014/main" id="{4393A2F0-004A-CB9E-FC73-B27719F5C9E4}"/>
                </a:ext>
              </a:extLst>
            </p:cNvPr>
            <p:cNvSpPr txBox="1"/>
            <p:nvPr/>
          </p:nvSpPr>
          <p:spPr>
            <a:xfrm>
              <a:off x="549292" y="1575084"/>
              <a:ext cx="335281" cy="1101369"/>
            </a:xfrm>
            <a:prstGeom prst="rect">
              <a:avLst/>
            </a:prstGeom>
            <a:solidFill>
              <a:schemeClr val="tx2">
                <a:lumMod val="40000"/>
                <a:lumOff val="60000"/>
              </a:schemeClr>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
                <a:ea typeface="+mn-ea"/>
                <a:cs typeface="+mn-cs"/>
              </a:endParaRPr>
            </a:p>
          </p:txBody>
        </p:sp>
        <p:sp>
          <p:nvSpPr>
            <p:cNvPr id="16" name="TextBox 15">
              <a:extLst>
                <a:ext uri="{FF2B5EF4-FFF2-40B4-BE49-F238E27FC236}">
                  <a16:creationId xmlns:a16="http://schemas.microsoft.com/office/drawing/2014/main" id="{31F6B110-BFA9-07B3-5C14-BABE9DC07BAB}"/>
                </a:ext>
              </a:extLst>
            </p:cNvPr>
            <p:cNvSpPr txBox="1"/>
            <p:nvPr/>
          </p:nvSpPr>
          <p:spPr>
            <a:xfrm>
              <a:off x="4877280" y="1583572"/>
              <a:ext cx="2987040" cy="1084393"/>
            </a:xfrm>
            <a:prstGeom prst="rect">
              <a:avLst/>
            </a:prstGeom>
            <a:solidFill>
              <a:schemeClr val="bg1"/>
            </a:solidFill>
          </p:spPr>
          <p:txBody>
            <a:bodyPr wrap="square" lIns="91440" tIns="91440" rIns="91440" bIns="9144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Poppins"/>
                  <a:ea typeface="+mn-ea"/>
                  <a:cs typeface="+mn-cs"/>
                </a:rPr>
                <a:t>BeOne will focus on impactful IITs that generate potentially practice-changing data or data that support the current approvals / HTA needs</a:t>
              </a:r>
            </a:p>
          </p:txBody>
        </p:sp>
        <p:sp>
          <p:nvSpPr>
            <p:cNvPr id="19" name="TextBox 18">
              <a:extLst>
                <a:ext uri="{FF2B5EF4-FFF2-40B4-BE49-F238E27FC236}">
                  <a16:creationId xmlns:a16="http://schemas.microsoft.com/office/drawing/2014/main" id="{C20204C5-3176-B0CA-6605-7B2A15006AE9}"/>
                </a:ext>
              </a:extLst>
            </p:cNvPr>
            <p:cNvSpPr txBox="1"/>
            <p:nvPr/>
          </p:nvSpPr>
          <p:spPr>
            <a:xfrm>
              <a:off x="4388951" y="1575084"/>
              <a:ext cx="335281" cy="1101369"/>
            </a:xfrm>
            <a:prstGeom prst="rect">
              <a:avLst/>
            </a:prstGeom>
            <a:solidFill>
              <a:schemeClr val="tx2">
                <a:lumMod val="60000"/>
                <a:lumOff val="40000"/>
              </a:schemeClr>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
                <a:ea typeface="+mn-ea"/>
                <a:cs typeface="+mn-cs"/>
              </a:endParaRPr>
            </a:p>
          </p:txBody>
        </p:sp>
        <p:sp>
          <p:nvSpPr>
            <p:cNvPr id="17" name="TextBox 16">
              <a:extLst>
                <a:ext uri="{FF2B5EF4-FFF2-40B4-BE49-F238E27FC236}">
                  <a16:creationId xmlns:a16="http://schemas.microsoft.com/office/drawing/2014/main" id="{5D96263F-DA89-02C4-355D-85722EECB843}"/>
                </a:ext>
              </a:extLst>
            </p:cNvPr>
            <p:cNvSpPr txBox="1"/>
            <p:nvPr/>
          </p:nvSpPr>
          <p:spPr>
            <a:xfrm>
              <a:off x="8666487" y="1583572"/>
              <a:ext cx="2990088" cy="1084393"/>
            </a:xfrm>
            <a:prstGeom prst="rect">
              <a:avLst/>
            </a:prstGeom>
            <a:solidFill>
              <a:schemeClr val="bg1"/>
            </a:solidFill>
          </p:spPr>
          <p:txBody>
            <a:bodyPr wrap="square" lIns="91440" tIns="91440" rIns="91440" bIns="9144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Poppins"/>
                  <a:ea typeface="+mn-ea"/>
                  <a:cs typeface="+mn-cs"/>
                </a:rPr>
                <a:t>IITs should be in alignment with the global brand plan and the global medical affairs plan, and will focus on essential </a:t>
              </a:r>
              <a:r>
                <a:rPr kumimoji="0" lang="en-US" sz="1200" b="0" i="0" u="none" strike="noStrike" kern="1200" cap="none" spc="0" normalizeH="0" baseline="0" noProof="0" err="1">
                  <a:ln>
                    <a:noFill/>
                  </a:ln>
                  <a:solidFill>
                    <a:srgbClr val="000000"/>
                  </a:solidFill>
                  <a:effectLst/>
                  <a:uLnTx/>
                  <a:uFillTx/>
                  <a:latin typeface="Poppins"/>
                  <a:ea typeface="+mn-ea"/>
                  <a:cs typeface="+mn-cs"/>
                </a:rPr>
                <a:t>dat</a:t>
              </a:r>
              <a:r>
                <a:rPr kumimoji="0" lang="en-US" sz="1200" b="0" i="0" u="none" strike="noStrike" kern="1200" cap="none" spc="0" normalizeH="0" baseline="0" noProof="0">
                  <a:ln>
                    <a:noFill/>
                  </a:ln>
                  <a:solidFill>
                    <a:srgbClr val="000000"/>
                  </a:solidFill>
                  <a:effectLst/>
                  <a:uLnTx/>
                  <a:uFillTx/>
                  <a:latin typeface="Poppins"/>
                  <a:ea typeface="+mn-ea"/>
                  <a:cs typeface="+mn-cs"/>
                </a:rPr>
                <a:t>a that cannot be addressed with analyses of ongoing trials / accessible databases </a:t>
              </a:r>
            </a:p>
          </p:txBody>
        </p:sp>
        <p:sp>
          <p:nvSpPr>
            <p:cNvPr id="20" name="TextBox 19">
              <a:extLst>
                <a:ext uri="{FF2B5EF4-FFF2-40B4-BE49-F238E27FC236}">
                  <a16:creationId xmlns:a16="http://schemas.microsoft.com/office/drawing/2014/main" id="{25C93672-4614-5F94-9FCD-CBF8F02432BD}"/>
                </a:ext>
              </a:extLst>
            </p:cNvPr>
            <p:cNvSpPr txBox="1"/>
            <p:nvPr/>
          </p:nvSpPr>
          <p:spPr>
            <a:xfrm>
              <a:off x="8228610" y="1575084"/>
              <a:ext cx="335281" cy="1101369"/>
            </a:xfrm>
            <a:prstGeom prst="rect">
              <a:avLst/>
            </a:prstGeom>
            <a:solidFill>
              <a:schemeClr val="tx2">
                <a:lumMod val="75000"/>
              </a:schemeClr>
            </a:solidFill>
          </p:spPr>
          <p:txBody>
            <a:bodyPr wrap="square" lIns="91440" tIns="91440" rIns="91440" bIns="9144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
                <a:ea typeface="+mn-ea"/>
                <a:cs typeface="+mn-cs"/>
              </a:endParaRPr>
            </a:p>
          </p:txBody>
        </p:sp>
      </p:grpSp>
      <p:sp>
        <p:nvSpPr>
          <p:cNvPr id="27" name="Isosceles Triangle 26">
            <a:extLst>
              <a:ext uri="{FF2B5EF4-FFF2-40B4-BE49-F238E27FC236}">
                <a16:creationId xmlns:a16="http://schemas.microsoft.com/office/drawing/2014/main" id="{7CD09931-7D41-D888-6F61-2B9F0896FED1}"/>
              </a:ext>
            </a:extLst>
          </p:cNvPr>
          <p:cNvSpPr/>
          <p:nvPr/>
        </p:nvSpPr>
        <p:spPr>
          <a:xfrm rot="5400000">
            <a:off x="5027594" y="4184147"/>
            <a:ext cx="2421605" cy="421289"/>
          </a:xfrm>
          <a:prstGeom prs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grpSp>
        <p:nvGrpSpPr>
          <p:cNvPr id="2" name="Group 1">
            <a:extLst>
              <a:ext uri="{FF2B5EF4-FFF2-40B4-BE49-F238E27FC236}">
                <a16:creationId xmlns:a16="http://schemas.microsoft.com/office/drawing/2014/main" id="{835B7E5C-F320-1885-3AD9-F93DC96204D5}"/>
              </a:ext>
            </a:extLst>
          </p:cNvPr>
          <p:cNvGrpSpPr/>
          <p:nvPr/>
        </p:nvGrpSpPr>
        <p:grpSpPr>
          <a:xfrm>
            <a:off x="342765" y="2622698"/>
            <a:ext cx="5506537" cy="3544185"/>
            <a:chOff x="342765" y="2700269"/>
            <a:chExt cx="5506537" cy="3544185"/>
          </a:xfrm>
        </p:grpSpPr>
        <p:sp>
          <p:nvSpPr>
            <p:cNvPr id="30" name="TextBox 29">
              <a:extLst>
                <a:ext uri="{FF2B5EF4-FFF2-40B4-BE49-F238E27FC236}">
                  <a16:creationId xmlns:a16="http://schemas.microsoft.com/office/drawing/2014/main" id="{C8FE026A-1B97-E57D-9BFC-24043F229AF6}"/>
                </a:ext>
              </a:extLst>
            </p:cNvPr>
            <p:cNvSpPr txBox="1"/>
            <p:nvPr/>
          </p:nvSpPr>
          <p:spPr>
            <a:xfrm>
              <a:off x="342765" y="2700269"/>
              <a:ext cx="5506537" cy="3544185"/>
            </a:xfrm>
            <a:prstGeom prst="rect">
              <a:avLst/>
            </a:prstGeom>
            <a:solidFill>
              <a:schemeClr val="bg2">
                <a:lumMod val="95000"/>
              </a:schemeClr>
            </a:solidFill>
            <a:effectLst>
              <a:outerShdw blurRad="50800" dist="38100" dir="2700000" algn="tl" rotWithShape="0">
                <a:prstClr val="black">
                  <a:alpha val="40000"/>
                </a:prstClr>
              </a:outerShdw>
            </a:effectLst>
          </p:spPr>
          <p:txBody>
            <a:bodyPr wrap="square" lIns="91440" tIns="91440" rIns="91440" bIns="9144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srgbClr val="000000"/>
                </a:solidFill>
                <a:effectLst/>
                <a:uLnTx/>
                <a:uFillTx/>
                <a:latin typeface="Poppins"/>
                <a:ea typeface="+mn-ea"/>
                <a:cs typeface="+mn-cs"/>
              </a:endParaRPr>
            </a:p>
          </p:txBody>
        </p:sp>
        <p:sp>
          <p:nvSpPr>
            <p:cNvPr id="28" name="TextBox 27">
              <a:extLst>
                <a:ext uri="{FF2B5EF4-FFF2-40B4-BE49-F238E27FC236}">
                  <a16:creationId xmlns:a16="http://schemas.microsoft.com/office/drawing/2014/main" id="{27E1B708-9554-178C-9D1E-3EF116ABD4A2}"/>
                </a:ext>
              </a:extLst>
            </p:cNvPr>
            <p:cNvSpPr txBox="1"/>
            <p:nvPr/>
          </p:nvSpPr>
          <p:spPr>
            <a:xfrm>
              <a:off x="358337" y="2891591"/>
              <a:ext cx="5490965" cy="461665"/>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Poppins"/>
                  <a:ea typeface="+mn-ea"/>
                  <a:cs typeface="+mn-cs"/>
                </a:rPr>
                <a:t>2024 IIT AREAS OF INTEREST</a:t>
              </a:r>
              <a:endParaRPr kumimoji="0" lang="en-US" sz="1800" b="0" i="0" u="none" strike="noStrike" kern="1200" cap="none" spc="0" normalizeH="0" baseline="0" noProof="0">
                <a:ln>
                  <a:noFill/>
                </a:ln>
                <a:solidFill>
                  <a:srgbClr val="000000"/>
                </a:solidFill>
                <a:effectLst/>
                <a:uLnTx/>
                <a:uFillTx/>
                <a:latin typeface="Poppins"/>
                <a:ea typeface="+mn-ea"/>
                <a:cs typeface="+mn-cs"/>
              </a:endParaRPr>
            </a:p>
          </p:txBody>
        </p:sp>
        <p:sp>
          <p:nvSpPr>
            <p:cNvPr id="29" name="TextBox 28">
              <a:extLst>
                <a:ext uri="{FF2B5EF4-FFF2-40B4-BE49-F238E27FC236}">
                  <a16:creationId xmlns:a16="http://schemas.microsoft.com/office/drawing/2014/main" id="{9D323285-889F-A3FA-4B61-36D4D36C5381}"/>
                </a:ext>
              </a:extLst>
            </p:cNvPr>
            <p:cNvSpPr txBox="1"/>
            <p:nvPr/>
          </p:nvSpPr>
          <p:spPr>
            <a:xfrm>
              <a:off x="571534" y="3498769"/>
              <a:ext cx="5165878" cy="2136582"/>
            </a:xfrm>
            <a:prstGeom prst="rect">
              <a:avLst/>
            </a:prstGeom>
            <a:noFill/>
          </p:spPr>
          <p:txBody>
            <a:bodyPr wrap="square" lIns="91440" tIns="91440" rIns="91440" bIns="91440" rtlCol="0">
              <a:noAutofit/>
            </a:bodyPr>
            <a:lstStyle/>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r>
                <a:rPr kumimoji="0" lang="en-US" sz="1100" b="0" i="0" u="none" strike="noStrike" kern="1200" cap="none" spc="0" normalizeH="0" baseline="0" noProof="0">
                  <a:ln>
                    <a:noFill/>
                  </a:ln>
                  <a:solidFill>
                    <a:srgbClr val="000000"/>
                  </a:solidFill>
                  <a:effectLst/>
                  <a:uLnTx/>
                  <a:uFillTx/>
                  <a:latin typeface="Poppins"/>
                  <a:ea typeface="+mn-ea"/>
                  <a:cs typeface="+mn-cs"/>
                </a:rPr>
                <a:t>Evidence to </a:t>
              </a:r>
              <a:r>
                <a:rPr kumimoji="0" lang="en-US" sz="1100" b="1" i="0" u="none" strike="noStrike" kern="1200" cap="none" spc="0" normalizeH="0" baseline="0" noProof="0">
                  <a:ln>
                    <a:noFill/>
                  </a:ln>
                  <a:solidFill>
                    <a:srgbClr val="000000"/>
                  </a:solidFill>
                  <a:effectLst/>
                  <a:uLnTx/>
                  <a:uFillTx/>
                  <a:latin typeface="Poppins"/>
                  <a:ea typeface="+mn-ea"/>
                  <a:cs typeface="+mn-cs"/>
                </a:rPr>
                <a:t>support the current label / positioning and HTA </a:t>
              </a:r>
              <a:r>
                <a:rPr kumimoji="0" lang="en-US" sz="1100" b="0" i="0" u="none" strike="noStrike" kern="1200" cap="none" spc="0" normalizeH="0" baseline="0" noProof="0">
                  <a:ln>
                    <a:noFill/>
                  </a:ln>
                  <a:solidFill>
                    <a:srgbClr val="000000"/>
                  </a:solidFill>
                  <a:effectLst/>
                  <a:uLnTx/>
                  <a:uFillTx/>
                  <a:latin typeface="Poppins"/>
                  <a:ea typeface="+mn-ea"/>
                  <a:cs typeface="+mn-cs"/>
                </a:rPr>
                <a:t>(e.g., diverse patient population in lung cancer)</a:t>
              </a:r>
            </a:p>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endParaRPr kumimoji="0" lang="en-US" sz="1100" b="0" i="0" u="none" strike="noStrike" kern="1200" cap="none" spc="0" normalizeH="0" baseline="0" noProof="0">
                <a:ln>
                  <a:noFill/>
                </a:ln>
                <a:solidFill>
                  <a:srgbClr val="000000"/>
                </a:solidFill>
                <a:effectLst/>
                <a:uLnTx/>
                <a:uFillTx/>
                <a:latin typeface="Poppins"/>
                <a:ea typeface="+mn-ea"/>
                <a:cs typeface="+mn-cs"/>
              </a:endParaRPr>
            </a:p>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r>
                <a:rPr kumimoji="0" lang="en-US" sz="1100" b="0" i="0" u="none" strike="noStrike" kern="1200" cap="none" spc="0" normalizeH="0" baseline="0" noProof="0">
                  <a:ln>
                    <a:noFill/>
                  </a:ln>
                  <a:solidFill>
                    <a:srgbClr val="000000"/>
                  </a:solidFill>
                  <a:effectLst/>
                  <a:uLnTx/>
                  <a:uFillTx/>
                  <a:latin typeface="Poppins"/>
                  <a:ea typeface="+mn-ea"/>
                  <a:cs typeface="+mn-cs"/>
                </a:rPr>
                <a:t>Tislelizumab in </a:t>
              </a:r>
              <a:r>
                <a:rPr kumimoji="0" lang="en-US" sz="1100" b="1" i="0" u="none" strike="noStrike" kern="1200" cap="none" spc="0" normalizeH="0" baseline="0" noProof="0">
                  <a:ln>
                    <a:noFill/>
                  </a:ln>
                  <a:solidFill>
                    <a:srgbClr val="000000"/>
                  </a:solidFill>
                  <a:effectLst/>
                  <a:uLnTx/>
                  <a:uFillTx/>
                  <a:latin typeface="Poppins"/>
                  <a:ea typeface="+mn-ea"/>
                  <a:cs typeface="+mn-cs"/>
                </a:rPr>
                <a:t>combination with novel agents</a:t>
              </a:r>
            </a:p>
            <a:p>
              <a:pPr marL="742950" marR="0" lvl="1" indent="-285750" algn="l" defTabSz="457200" rtl="0" eaLnBrk="1" fontAlgn="auto" latinLnBrk="0" hangingPunct="1">
                <a:lnSpc>
                  <a:spcPct val="100000"/>
                </a:lnSpc>
                <a:spcBef>
                  <a:spcPts val="0"/>
                </a:spcBef>
                <a:buClrTx/>
                <a:buSzTx/>
                <a:buFont typeface="Arial" panose="020B0604020202020204" pitchFamily="34" charset="0"/>
                <a:buChar char="•"/>
                <a:tabLst/>
                <a:defRPr/>
              </a:pPr>
              <a:r>
                <a:rPr kumimoji="0" lang="en-US" sz="1100" b="0" i="0" u="none" strike="noStrike" kern="1200" cap="none" spc="0" normalizeH="0" baseline="0" noProof="0" err="1">
                  <a:ln>
                    <a:noFill/>
                  </a:ln>
                  <a:solidFill>
                    <a:srgbClr val="000000"/>
                  </a:solidFill>
                  <a:effectLst/>
                  <a:uLnTx/>
                  <a:uFillTx/>
                  <a:latin typeface="Poppins"/>
                  <a:ea typeface="+mn-ea"/>
                  <a:cs typeface="+mn-cs"/>
                </a:rPr>
                <a:t>BeOne</a:t>
              </a:r>
              <a:r>
                <a:rPr kumimoji="0" lang="en-US" sz="1100" b="0" i="0" u="none" strike="noStrike" kern="1200" cap="none" spc="0" normalizeH="0" baseline="0" noProof="0">
                  <a:ln>
                    <a:noFill/>
                  </a:ln>
                  <a:solidFill>
                    <a:srgbClr val="000000"/>
                  </a:solidFill>
                  <a:effectLst/>
                  <a:uLnTx/>
                  <a:uFillTx/>
                  <a:latin typeface="Poppins"/>
                  <a:ea typeface="+mn-ea"/>
                  <a:cs typeface="+mn-cs"/>
                </a:rPr>
                <a:t> pipeline agents are preferred</a:t>
              </a:r>
            </a:p>
            <a:p>
              <a:pPr marL="742950" marR="0" lvl="1" indent="-285750" algn="l" defTabSz="457200" rtl="0" eaLnBrk="1" fontAlgn="auto" latinLnBrk="0" hangingPunct="1">
                <a:lnSpc>
                  <a:spcPct val="100000"/>
                </a:lnSpc>
                <a:spcBef>
                  <a:spcPts val="0"/>
                </a:spcBef>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Poppins"/>
                  <a:ea typeface="+mn-ea"/>
                  <a:cs typeface="+mn-cs"/>
                </a:rPr>
                <a:t>Other agents to be discussed with </a:t>
              </a:r>
              <a:r>
                <a:rPr kumimoji="0" lang="en-US" sz="1100" b="0" i="0" u="none" strike="noStrike" kern="1200" cap="none" spc="0" normalizeH="0" baseline="0" noProof="0" err="1">
                  <a:ln>
                    <a:noFill/>
                  </a:ln>
                  <a:solidFill>
                    <a:srgbClr val="000000"/>
                  </a:solidFill>
                  <a:effectLst/>
                  <a:uLnTx/>
                  <a:uFillTx/>
                  <a:latin typeface="Poppins"/>
                  <a:ea typeface="+mn-ea"/>
                  <a:cs typeface="+mn-cs"/>
                </a:rPr>
                <a:t>BeOne</a:t>
              </a:r>
              <a:r>
                <a:rPr kumimoji="0" lang="en-US" sz="1100" b="0" i="0" u="none" strike="noStrike" kern="1200" cap="none" spc="0" normalizeH="0" baseline="0" noProof="0">
                  <a:ln>
                    <a:noFill/>
                  </a:ln>
                  <a:solidFill>
                    <a:srgbClr val="000000"/>
                  </a:solidFill>
                  <a:effectLst/>
                  <a:uLnTx/>
                  <a:uFillTx/>
                  <a:latin typeface="Poppins"/>
                  <a:ea typeface="+mn-ea"/>
                  <a:cs typeface="+mn-cs"/>
                </a:rPr>
                <a:t> BD</a:t>
              </a:r>
            </a:p>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endParaRPr kumimoji="0" lang="en-US" sz="1100" b="0" i="0" u="none" strike="noStrike" kern="1200" cap="none" spc="0" normalizeH="0" baseline="0" noProof="0">
                <a:ln>
                  <a:noFill/>
                </a:ln>
                <a:solidFill>
                  <a:srgbClr val="000000"/>
                </a:solidFill>
                <a:effectLst/>
                <a:uLnTx/>
                <a:uFillTx/>
                <a:latin typeface="Poppins"/>
                <a:ea typeface="+mn-ea"/>
                <a:cs typeface="+mn-cs"/>
              </a:endParaRPr>
            </a:p>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r>
                <a:rPr kumimoji="0" lang="en-US" sz="1100" b="0" i="0" u="none" strike="noStrike" kern="1200" cap="none" spc="0" normalizeH="0" baseline="0" noProof="0">
                  <a:ln>
                    <a:noFill/>
                  </a:ln>
                  <a:solidFill>
                    <a:srgbClr val="000000"/>
                  </a:solidFill>
                  <a:effectLst/>
                  <a:uLnTx/>
                  <a:uFillTx/>
                  <a:latin typeface="Poppins"/>
                  <a:ea typeface="+mn-ea"/>
                  <a:cs typeface="+mn-cs"/>
                </a:rPr>
                <a:t>Tislelizumab in </a:t>
              </a:r>
              <a:r>
                <a:rPr kumimoji="0" lang="en-US" sz="1100" b="1" i="0" u="none" strike="noStrike" kern="1200" cap="none" spc="0" normalizeH="0" baseline="0" noProof="0">
                  <a:ln>
                    <a:noFill/>
                  </a:ln>
                  <a:solidFill>
                    <a:srgbClr val="000000"/>
                  </a:solidFill>
                  <a:effectLst/>
                  <a:uLnTx/>
                  <a:uFillTx/>
                  <a:latin typeface="Poppins"/>
                  <a:ea typeface="+mn-ea"/>
                  <a:cs typeface="+mn-cs"/>
                </a:rPr>
                <a:t>specific subgroups </a:t>
              </a:r>
              <a:r>
                <a:rPr kumimoji="0" lang="en-US" sz="1100" b="0" i="0" u="none" strike="noStrike" kern="1200" cap="none" spc="0" normalizeH="0" baseline="0" noProof="0">
                  <a:ln>
                    <a:noFill/>
                  </a:ln>
                  <a:solidFill>
                    <a:srgbClr val="000000"/>
                  </a:solidFill>
                  <a:effectLst/>
                  <a:uLnTx/>
                  <a:uFillTx/>
                  <a:latin typeface="Poppins"/>
                  <a:ea typeface="+mn-ea"/>
                  <a:cs typeface="+mn-cs"/>
                </a:rPr>
                <a:t>(e.g., efficacy PD(L)-1 &lt;5% gastric cancer, 1L NSQ NSCLC, PD(L)-1 &lt; 50%)</a:t>
              </a:r>
            </a:p>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endParaRPr kumimoji="0" lang="en-US" sz="1100" b="0" i="0" u="none" strike="noStrike" kern="1200" cap="none" spc="0" normalizeH="0" baseline="0" noProof="0">
                <a:ln>
                  <a:noFill/>
                </a:ln>
                <a:solidFill>
                  <a:srgbClr val="000000"/>
                </a:solidFill>
                <a:effectLst/>
                <a:uLnTx/>
                <a:uFillTx/>
                <a:latin typeface="Poppins"/>
                <a:ea typeface="+mn-ea"/>
                <a:cs typeface="+mn-cs"/>
              </a:endParaRPr>
            </a:p>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r>
                <a:rPr kumimoji="0" lang="en-US" sz="1100" b="0" i="0" u="none" strike="noStrike" kern="1200" cap="none" spc="0" normalizeH="0" baseline="0" noProof="0" err="1">
                  <a:ln>
                    <a:noFill/>
                  </a:ln>
                  <a:solidFill>
                    <a:srgbClr val="000000"/>
                  </a:solidFill>
                  <a:effectLst/>
                  <a:uLnTx/>
                  <a:uFillTx/>
                  <a:latin typeface="Poppins"/>
                  <a:ea typeface="+mn-ea"/>
                  <a:cs typeface="+mn-cs"/>
                </a:rPr>
                <a:t>Tisleliuzmab</a:t>
              </a:r>
              <a:r>
                <a:rPr kumimoji="0" lang="en-US" sz="1100" b="0" i="0" u="none" strike="noStrike" kern="1200" cap="none" spc="0" normalizeH="0" baseline="0" noProof="0">
                  <a:ln>
                    <a:noFill/>
                  </a:ln>
                  <a:solidFill>
                    <a:srgbClr val="000000"/>
                  </a:solidFill>
                  <a:effectLst/>
                  <a:uLnTx/>
                  <a:uFillTx/>
                  <a:latin typeface="Poppins"/>
                  <a:ea typeface="+mn-ea"/>
                  <a:cs typeface="+mn-cs"/>
                </a:rPr>
                <a:t> in </a:t>
              </a:r>
              <a:r>
                <a:rPr kumimoji="0" lang="en-US" sz="1100" b="1" i="0" u="none" strike="noStrike" kern="1200" cap="none" spc="0" normalizeH="0" baseline="0" noProof="0">
                  <a:ln>
                    <a:noFill/>
                  </a:ln>
                  <a:solidFill>
                    <a:srgbClr val="000000"/>
                  </a:solidFill>
                  <a:effectLst/>
                  <a:uLnTx/>
                  <a:uFillTx/>
                  <a:latin typeface="Poppins"/>
                  <a:ea typeface="+mn-ea"/>
                  <a:cs typeface="+mn-cs"/>
                </a:rPr>
                <a:t>combination with alternative established agents </a:t>
              </a:r>
              <a:r>
                <a:rPr kumimoji="0" lang="en-US" sz="1100" b="0" i="0" u="none" strike="noStrike" kern="1200" cap="none" spc="0" normalizeH="0" baseline="0" noProof="0">
                  <a:ln>
                    <a:noFill/>
                  </a:ln>
                  <a:solidFill>
                    <a:srgbClr val="000000"/>
                  </a:solidFill>
                  <a:effectLst/>
                  <a:uLnTx/>
                  <a:uFillTx/>
                  <a:latin typeface="Poppins"/>
                  <a:ea typeface="+mn-ea"/>
                  <a:cs typeface="+mn-cs"/>
                </a:rPr>
                <a:t>(e.g., FOLFOX, S1 (JP / Korea)</a:t>
              </a:r>
            </a:p>
          </p:txBody>
        </p:sp>
      </p:grpSp>
      <p:grpSp>
        <p:nvGrpSpPr>
          <p:cNvPr id="34" name="Group 33">
            <a:extLst>
              <a:ext uri="{FF2B5EF4-FFF2-40B4-BE49-F238E27FC236}">
                <a16:creationId xmlns:a16="http://schemas.microsoft.com/office/drawing/2014/main" id="{FF1F6554-E24E-C2B9-093B-95BE63D33B3A}"/>
              </a:ext>
            </a:extLst>
          </p:cNvPr>
          <p:cNvGrpSpPr/>
          <p:nvPr/>
        </p:nvGrpSpPr>
        <p:grpSpPr>
          <a:xfrm>
            <a:off x="660230" y="811454"/>
            <a:ext cx="10871540" cy="495163"/>
            <a:chOff x="689395" y="1045365"/>
            <a:chExt cx="10871540" cy="495163"/>
          </a:xfrm>
        </p:grpSpPr>
        <p:cxnSp>
          <p:nvCxnSpPr>
            <p:cNvPr id="13" name="Straight Connector 12">
              <a:extLst>
                <a:ext uri="{FF2B5EF4-FFF2-40B4-BE49-F238E27FC236}">
                  <a16:creationId xmlns:a16="http://schemas.microsoft.com/office/drawing/2014/main" id="{A2FDF61F-9734-EFD4-A035-721B0887816C}"/>
                </a:ext>
              </a:extLst>
            </p:cNvPr>
            <p:cNvCxnSpPr>
              <a:cxnSpLocks/>
            </p:cNvCxnSpPr>
            <p:nvPr/>
          </p:nvCxnSpPr>
          <p:spPr>
            <a:xfrm>
              <a:off x="689395" y="1292946"/>
              <a:ext cx="10871540" cy="0"/>
            </a:xfrm>
            <a:prstGeom prst="line">
              <a:avLst/>
            </a:prstGeom>
            <a:ln w="28575">
              <a:solidFill>
                <a:srgbClr val="003A7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3A3DF71-5077-1FD3-010A-0250D99235DE}"/>
                </a:ext>
              </a:extLst>
            </p:cNvPr>
            <p:cNvSpPr txBox="1"/>
            <p:nvPr/>
          </p:nvSpPr>
          <p:spPr>
            <a:xfrm>
              <a:off x="3580085" y="1045365"/>
              <a:ext cx="5090160" cy="495163"/>
            </a:xfrm>
            <a:prstGeom prst="rect">
              <a:avLst/>
            </a:prstGeom>
            <a:solidFill>
              <a:schemeClr val="bg1"/>
            </a:solidFill>
          </p:spPr>
          <p:txBody>
            <a:bodyPr wrap="square" lIns="91440" tIns="91440" rIns="91440" bIns="9144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Poppins"/>
                  <a:ea typeface="+mn-ea"/>
                  <a:cs typeface="+mn-cs"/>
                </a:rPr>
                <a:t>GENERAL GUIDANCE AND STRATEGY</a:t>
              </a:r>
            </a:p>
          </p:txBody>
        </p:sp>
      </p:grpSp>
      <p:grpSp>
        <p:nvGrpSpPr>
          <p:cNvPr id="4" name="Group 3">
            <a:extLst>
              <a:ext uri="{FF2B5EF4-FFF2-40B4-BE49-F238E27FC236}">
                <a16:creationId xmlns:a16="http://schemas.microsoft.com/office/drawing/2014/main" id="{69CF3D0F-6B98-BB82-7D2B-E5D6FF5C06DB}"/>
              </a:ext>
            </a:extLst>
          </p:cNvPr>
          <p:cNvGrpSpPr/>
          <p:nvPr/>
        </p:nvGrpSpPr>
        <p:grpSpPr>
          <a:xfrm>
            <a:off x="6527323" y="2622698"/>
            <a:ext cx="5506537" cy="3544186"/>
            <a:chOff x="6527323" y="2622698"/>
            <a:chExt cx="5506537" cy="3544186"/>
          </a:xfrm>
        </p:grpSpPr>
        <p:sp>
          <p:nvSpPr>
            <p:cNvPr id="24" name="TextBox 23">
              <a:extLst>
                <a:ext uri="{FF2B5EF4-FFF2-40B4-BE49-F238E27FC236}">
                  <a16:creationId xmlns:a16="http://schemas.microsoft.com/office/drawing/2014/main" id="{351398ED-0F37-57A1-2F75-6AEEC8B753EE}"/>
                </a:ext>
              </a:extLst>
            </p:cNvPr>
            <p:cNvSpPr txBox="1"/>
            <p:nvPr/>
          </p:nvSpPr>
          <p:spPr>
            <a:xfrm>
              <a:off x="6527323" y="2622698"/>
              <a:ext cx="5506537" cy="3544186"/>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lIns="91440" tIns="91440" rIns="91440" bIns="91440" rtlCol="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a:ln>
                  <a:noFill/>
                </a:ln>
                <a:solidFill>
                  <a:srgbClr val="000000"/>
                </a:solidFill>
                <a:effectLst/>
                <a:uLnTx/>
                <a:uFillTx/>
                <a:latin typeface="Poppins"/>
                <a:ea typeface="+mn-ea"/>
                <a:cs typeface="+mn-cs"/>
              </a:endParaRPr>
            </a:p>
          </p:txBody>
        </p:sp>
        <p:sp>
          <p:nvSpPr>
            <p:cNvPr id="25" name="TextBox 24">
              <a:extLst>
                <a:ext uri="{FF2B5EF4-FFF2-40B4-BE49-F238E27FC236}">
                  <a16:creationId xmlns:a16="http://schemas.microsoft.com/office/drawing/2014/main" id="{9FC1730E-87BC-7254-6DE9-DFD4154422ED}"/>
                </a:ext>
              </a:extLst>
            </p:cNvPr>
            <p:cNvSpPr txBox="1"/>
            <p:nvPr/>
          </p:nvSpPr>
          <p:spPr>
            <a:xfrm>
              <a:off x="6527323" y="2671856"/>
              <a:ext cx="5506537" cy="461665"/>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Poppins"/>
                  <a:ea typeface="+mn-ea"/>
                  <a:cs typeface="+mn-cs"/>
                </a:rPr>
                <a:t>2025 IIT AREAS OF INTEREST</a:t>
              </a:r>
              <a:endParaRPr kumimoji="0" lang="en-US" sz="1800" b="0" i="0" u="none" strike="noStrike" kern="1200" cap="none" spc="0" normalizeH="0" baseline="0" noProof="0">
                <a:ln>
                  <a:noFill/>
                </a:ln>
                <a:solidFill>
                  <a:srgbClr val="000000"/>
                </a:solidFill>
                <a:effectLst/>
                <a:uLnTx/>
                <a:uFillTx/>
                <a:latin typeface="Poppins"/>
                <a:ea typeface="+mn-ea"/>
                <a:cs typeface="+mn-cs"/>
              </a:endParaRPr>
            </a:p>
          </p:txBody>
        </p:sp>
        <p:sp>
          <p:nvSpPr>
            <p:cNvPr id="26" name="TextBox 25">
              <a:extLst>
                <a:ext uri="{FF2B5EF4-FFF2-40B4-BE49-F238E27FC236}">
                  <a16:creationId xmlns:a16="http://schemas.microsoft.com/office/drawing/2014/main" id="{CB1AB638-AD7B-8ECD-B8AC-7C269002F404}"/>
                </a:ext>
              </a:extLst>
            </p:cNvPr>
            <p:cNvSpPr txBox="1"/>
            <p:nvPr/>
          </p:nvSpPr>
          <p:spPr>
            <a:xfrm>
              <a:off x="6725214" y="2967238"/>
              <a:ext cx="5165878" cy="3199645"/>
            </a:xfrm>
            <a:prstGeom prst="rect">
              <a:avLst/>
            </a:prstGeom>
            <a:noFill/>
          </p:spPr>
          <p:txBody>
            <a:bodyPr wrap="square" lIns="91440" tIns="91440" rIns="91440" bIns="91440" rtlCol="0">
              <a:noAutofit/>
            </a:bodyPr>
            <a:lstStyle/>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r>
                <a:rPr kumimoji="0" lang="en-US" sz="1100" b="0" i="0" u="none" strike="noStrike" kern="1200" cap="none" spc="0" normalizeH="0" baseline="0" noProof="0">
                  <a:ln>
                    <a:noFill/>
                  </a:ln>
                  <a:solidFill>
                    <a:srgbClr val="000000"/>
                  </a:solidFill>
                  <a:effectLst/>
                  <a:uLnTx/>
                  <a:uFillTx/>
                  <a:latin typeface="Poppins"/>
                  <a:ea typeface="+mn-ea"/>
                  <a:cs typeface="Arial" panose="020B0604020202020204" pitchFamily="34" charset="0"/>
                </a:rPr>
                <a:t>Evidence to support tislelizumab </a:t>
              </a:r>
              <a:r>
                <a:rPr kumimoji="0" lang="en-US" sz="11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efficacy in non-Asian patients across indications </a:t>
              </a:r>
              <a:r>
                <a:rPr kumimoji="0" lang="en-US" sz="1100" i="0" u="none" strike="noStrike" kern="1200" cap="none" spc="0" normalizeH="0" baseline="0" noProof="0">
                  <a:ln>
                    <a:noFill/>
                  </a:ln>
                  <a:solidFill>
                    <a:srgbClr val="000000"/>
                  </a:solidFill>
                  <a:effectLst/>
                  <a:uLnTx/>
                  <a:uFillTx/>
                  <a:latin typeface="Poppins"/>
                  <a:ea typeface="+mn-ea"/>
                  <a:cs typeface="Arial" panose="020B0604020202020204" pitchFamily="34" charset="0"/>
                </a:rPr>
                <a:t>(e.g., RWE in Caucasian lung cancer patients)</a:t>
              </a:r>
            </a:p>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endParaRPr lang="en-US" sz="1100">
                <a:solidFill>
                  <a:srgbClr val="000000"/>
                </a:solidFill>
                <a:latin typeface="Poppins"/>
                <a:cs typeface="Arial" panose="020B0604020202020204" pitchFamily="34" charset="0"/>
              </a:endParaRPr>
            </a:p>
            <a:p>
              <a:pPr marL="285750" marR="0" lvl="0" indent="-285750" algn="l" defTabSz="457200" rtl="0" eaLnBrk="1" fontAlgn="auto" latinLnBrk="0" hangingPunct="1">
                <a:lnSpc>
                  <a:spcPct val="100000"/>
                </a:lnSpc>
                <a:spcBef>
                  <a:spcPts val="0"/>
                </a:spcBef>
                <a:buClrTx/>
                <a:buSzTx/>
                <a:buFont typeface="Wingdings" panose="05000000000000000000" pitchFamily="2" charset="2"/>
                <a:buChar char="q"/>
                <a:tabLst/>
                <a:defRPr/>
              </a:pPr>
              <a:r>
                <a:rPr lang="en-US" sz="1100">
                  <a:solidFill>
                    <a:srgbClr val="000000"/>
                  </a:solidFill>
                  <a:latin typeface="Poppins"/>
                  <a:cs typeface="Arial" panose="020B0604020202020204" pitchFamily="34" charset="0"/>
                </a:rPr>
                <a:t>Studies </a:t>
              </a:r>
              <a:r>
                <a:rPr lang="en-US" sz="1100" b="1">
                  <a:solidFill>
                    <a:srgbClr val="000000"/>
                  </a:solidFill>
                  <a:latin typeface="Poppins"/>
                  <a:cs typeface="Arial" panose="020B0604020202020204" pitchFamily="34" charset="0"/>
                </a:rPr>
                <a:t>that support guideline inclusion and thus commercial availability across geographies </a:t>
              </a:r>
              <a:r>
                <a:rPr lang="en-US" sz="1100">
                  <a:solidFill>
                    <a:srgbClr val="000000"/>
                  </a:solidFill>
                  <a:latin typeface="Poppins"/>
                  <a:cs typeface="Arial" panose="020B0604020202020204" pitchFamily="34" charset="0"/>
                </a:rPr>
                <a:t>(product only request) (e.g., NCCN or ESMO Guideline analyses, region specific label analyses)</a:t>
              </a:r>
              <a:endParaRPr kumimoji="0" lang="en-US" sz="1100" i="0" u="none" strike="noStrike" kern="1200" cap="none" spc="0" normalizeH="0" baseline="0" noProof="0">
                <a:ln>
                  <a:noFill/>
                </a:ln>
                <a:solidFill>
                  <a:srgbClr val="000000"/>
                </a:solidFill>
                <a:effectLst/>
                <a:uLnTx/>
                <a:uFillTx/>
                <a:latin typeface="Poppins"/>
                <a:ea typeface="+mn-ea"/>
                <a:cs typeface="Arial" panose="020B0604020202020204" pitchFamily="34" charset="0"/>
              </a:endParaRPr>
            </a:p>
            <a:p>
              <a:pPr marL="285750" lvl="0" indent="-285750">
                <a:buFont typeface="Wingdings" panose="05000000000000000000" pitchFamily="2" charset="2"/>
                <a:buChar char="q"/>
                <a:defRPr/>
              </a:pPr>
              <a:endParaRPr lang="en-GB" sz="1100">
                <a:solidFill>
                  <a:srgbClr val="000000"/>
                </a:solidFill>
                <a:latin typeface="Poppins"/>
                <a:cs typeface="Arial" panose="020B0604020202020204" pitchFamily="34" charset="0"/>
              </a:endParaRPr>
            </a:p>
            <a:p>
              <a:pPr marL="285750" lvl="0" indent="-285750">
                <a:buFont typeface="Wingdings" panose="05000000000000000000" pitchFamily="2" charset="2"/>
                <a:buChar char="q"/>
                <a:defRPr/>
              </a:pPr>
              <a:r>
                <a:rPr lang="en-GB" sz="1100">
                  <a:solidFill>
                    <a:srgbClr val="000000"/>
                  </a:solidFill>
                  <a:latin typeface="Poppins"/>
                  <a:cs typeface="Arial" panose="020B0604020202020204" pitchFamily="34" charset="0"/>
                </a:rPr>
                <a:t>Need for </a:t>
              </a:r>
              <a:r>
                <a:rPr lang="en-GB" sz="1100" b="1">
                  <a:solidFill>
                    <a:srgbClr val="000000"/>
                  </a:solidFill>
                  <a:latin typeface="Poppins"/>
                  <a:cs typeface="Arial" panose="020B0604020202020204" pitchFamily="34" charset="0"/>
                </a:rPr>
                <a:t>specific / additional data across subpopulations and geographies</a:t>
              </a:r>
              <a:r>
                <a:rPr lang="en-GB" sz="1100">
                  <a:solidFill>
                    <a:srgbClr val="000000"/>
                  </a:solidFill>
                  <a:latin typeface="Poppins"/>
                  <a:cs typeface="Arial" panose="020B0604020202020204" pitchFamily="34" charset="0"/>
                </a:rPr>
                <a:t>: </a:t>
              </a:r>
            </a:p>
            <a:p>
              <a:pPr marL="742950" lvl="1" indent="-285750">
                <a:buFont typeface="Arial" panose="020B0604020202020204" pitchFamily="34" charset="0"/>
                <a:buChar char="•"/>
                <a:defRPr/>
              </a:pPr>
              <a:r>
                <a:rPr lang="en-GB" sz="1100">
                  <a:solidFill>
                    <a:srgbClr val="000000"/>
                  </a:solidFill>
                  <a:latin typeface="Poppins"/>
                  <a:cs typeface="Arial" panose="020B0604020202020204" pitchFamily="34" charset="0"/>
                </a:rPr>
                <a:t>Frail/elderly patients </a:t>
              </a:r>
            </a:p>
            <a:p>
              <a:pPr marL="742950" lvl="1" indent="-285750">
                <a:buFont typeface="Arial" panose="020B0604020202020204" pitchFamily="34" charset="0"/>
                <a:buChar char="•"/>
                <a:defRPr/>
              </a:pPr>
              <a:r>
                <a:rPr lang="en-GB" sz="1100">
                  <a:solidFill>
                    <a:srgbClr val="000000"/>
                  </a:solidFill>
                  <a:latin typeface="Poppins"/>
                  <a:cs typeface="Arial" panose="020B0604020202020204" pitchFamily="34" charset="0"/>
                </a:rPr>
                <a:t>Smokers vs. non-smokers </a:t>
              </a:r>
            </a:p>
            <a:p>
              <a:pPr marL="742950" lvl="1" indent="-285750">
                <a:buFont typeface="Arial" panose="020B0604020202020204" pitchFamily="34" charset="0"/>
                <a:buChar char="•"/>
                <a:defRPr/>
              </a:pPr>
              <a:r>
                <a:rPr lang="en-US" sz="1100">
                  <a:solidFill>
                    <a:srgbClr val="000000"/>
                  </a:solidFill>
                </a:rPr>
                <a:t>PD(L)-1 &lt; 50% vs. PD(L)-1 &gt; 50% expressors</a:t>
              </a:r>
              <a:endParaRPr lang="en-GB" sz="1100">
                <a:solidFill>
                  <a:srgbClr val="000000"/>
                </a:solidFill>
                <a:latin typeface="Poppins"/>
                <a:cs typeface="Arial" panose="020B0604020202020204" pitchFamily="34" charset="0"/>
              </a:endParaRPr>
            </a:p>
            <a:p>
              <a:pPr marL="742950" lvl="1" indent="-285750">
                <a:buFont typeface="Arial" panose="020B0604020202020204" pitchFamily="34" charset="0"/>
                <a:buChar char="•"/>
                <a:defRPr/>
              </a:pPr>
              <a:r>
                <a:rPr lang="en-US" sz="1100">
                  <a:solidFill>
                    <a:srgbClr val="000000"/>
                  </a:solidFill>
                  <a:cs typeface="Arial" panose="020B0604020202020204" pitchFamily="34" charset="0"/>
                </a:rPr>
                <a:t>Local clinical practice data</a:t>
              </a:r>
            </a:p>
            <a:p>
              <a:pPr marL="285750" indent="-285750">
                <a:buFont typeface="Wingdings" panose="05000000000000000000" pitchFamily="2" charset="2"/>
                <a:buChar char="q"/>
                <a:defRPr/>
              </a:pPr>
              <a:endParaRPr kumimoji="0" lang="en-US" sz="1100" b="0" i="0" u="none" strike="noStrike" kern="1200" cap="none" spc="0" normalizeH="0" baseline="0" noProof="0">
                <a:ln>
                  <a:noFill/>
                </a:ln>
                <a:solidFill>
                  <a:srgbClr val="000000"/>
                </a:solidFill>
                <a:effectLst/>
                <a:uLnTx/>
                <a:uFillTx/>
                <a:latin typeface="Poppins"/>
                <a:ea typeface="+mn-ea"/>
                <a:cs typeface="Arial" panose="020B0604020202020204" pitchFamily="34" charset="0"/>
              </a:endParaRPr>
            </a:p>
            <a:p>
              <a:pPr marL="285750" indent="-285750">
                <a:buFont typeface="Wingdings" panose="05000000000000000000" pitchFamily="2" charset="2"/>
                <a:buChar char="q"/>
                <a:defRPr/>
              </a:pPr>
              <a:r>
                <a:rPr kumimoji="0" lang="en-US" sz="1100" b="0" i="0" u="none" strike="noStrike" kern="1200" cap="none" spc="0" normalizeH="0" baseline="0" noProof="0">
                  <a:ln>
                    <a:noFill/>
                  </a:ln>
                  <a:solidFill>
                    <a:srgbClr val="000000"/>
                  </a:solidFill>
                  <a:effectLst/>
                  <a:uLnTx/>
                  <a:uFillTx/>
                  <a:latin typeface="Poppins"/>
                  <a:ea typeface="+mn-ea"/>
                  <a:cs typeface="Arial" panose="020B0604020202020204" pitchFamily="34" charset="0"/>
                </a:rPr>
                <a:t>Evidence to determine optimal </a:t>
              </a:r>
              <a:r>
                <a:rPr kumimoji="0" lang="en-US" sz="1100" b="1" i="0" u="none" strike="noStrike" kern="1200" cap="none" spc="0" normalizeH="0" baseline="0" noProof="0">
                  <a:ln>
                    <a:noFill/>
                  </a:ln>
                  <a:solidFill>
                    <a:srgbClr val="000000"/>
                  </a:solidFill>
                  <a:effectLst/>
                  <a:uLnTx/>
                  <a:uFillTx/>
                  <a:latin typeface="Poppins"/>
                  <a:ea typeface="+mn-ea"/>
                  <a:cs typeface="Arial" panose="020B0604020202020204" pitchFamily="34" charset="0"/>
                </a:rPr>
                <a:t>sequencing of IOs and targeted therapies </a:t>
              </a:r>
            </a:p>
            <a:p>
              <a:pPr marL="742950" marR="0" lvl="1" indent="-285750" algn="l" defTabSz="457200" rtl="0" eaLnBrk="1" fontAlgn="auto" latinLnBrk="0" hangingPunct="1">
                <a:lnSpc>
                  <a:spcPct val="100000"/>
                </a:lnSpc>
                <a:spcBef>
                  <a:spcPts val="0"/>
                </a:spcBef>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Poppins"/>
                  <a:ea typeface="+mn-ea"/>
                  <a:cs typeface="Arial" panose="020B0604020202020204" pitchFamily="34" charset="0"/>
                </a:rPr>
                <a:t>Where tislelizumab falls within the treatment paradigm in a crowded PD-(L)1 market across geographies and indications</a:t>
              </a:r>
            </a:p>
            <a:p>
              <a:pPr marL="285750" marR="0" lvl="0"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endParaRPr kumimoji="0" lang="en-US" sz="1000" b="0" i="0" u="none" strike="noStrike" kern="1200" cap="none" spc="0" normalizeH="0" baseline="0" noProof="0">
                <a:ln>
                  <a:noFill/>
                </a:ln>
                <a:solidFill>
                  <a:srgbClr val="000000"/>
                </a:solidFill>
                <a:effectLst/>
                <a:uLnTx/>
                <a:uFillTx/>
                <a:latin typeface="Poppins"/>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endParaRPr kumimoji="0" lang="en-US" sz="1600" b="0" i="0" u="none" strike="noStrike" kern="1200" cap="none" spc="0" normalizeH="0" baseline="0" noProof="0">
                <a:ln>
                  <a:noFill/>
                </a:ln>
                <a:solidFill>
                  <a:srgbClr val="000000"/>
                </a:solidFill>
                <a:effectLst/>
                <a:uLnTx/>
                <a:uFillTx/>
                <a:latin typeface="Poppins"/>
                <a:ea typeface="+mn-ea"/>
                <a:cs typeface="Arial" panose="020B0604020202020204" pitchFamily="34" charset="0"/>
              </a:endParaRPr>
            </a:p>
          </p:txBody>
        </p:sp>
      </p:grpSp>
      <p:sp>
        <p:nvSpPr>
          <p:cNvPr id="31" name="Footer Placeholder 3">
            <a:extLst>
              <a:ext uri="{FF2B5EF4-FFF2-40B4-BE49-F238E27FC236}">
                <a16:creationId xmlns:a16="http://schemas.microsoft.com/office/drawing/2014/main" id="{0F399CA5-FE5A-EC65-97B8-1F090C319FB7}"/>
              </a:ext>
            </a:extLst>
          </p:cNvPr>
          <p:cNvSpPr>
            <a:spLocks noGrp="1"/>
          </p:cNvSpPr>
          <p:nvPr>
            <p:ph type="ftr" sz="quarter" idx="10"/>
          </p:nvPr>
        </p:nvSpPr>
        <p:spPr>
          <a:xfrm>
            <a:off x="358337" y="6227807"/>
            <a:ext cx="7909560" cy="365760"/>
          </a:xfrm>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ES-SCLC: Extensive Stage Small Cell Lung Cancer; FOLFOX: Folinic Acid-Fluorouracil-Oxaliplatin; GC: Gastric Cancer; GEJ: Gastroesophageal Junction; HTA: Health Technology Assessment; IIT: Investigator Initiated Trial; IO: Immuno-Oncology; JP: Japan; NSCLC: Non-Small Cell Lung Cancer;; RWE: Real World Evidence</a:t>
            </a:r>
          </a:p>
        </p:txBody>
      </p:sp>
      <p:grpSp>
        <p:nvGrpSpPr>
          <p:cNvPr id="32" name="Group 31">
            <a:extLst>
              <a:ext uri="{FF2B5EF4-FFF2-40B4-BE49-F238E27FC236}">
                <a16:creationId xmlns:a16="http://schemas.microsoft.com/office/drawing/2014/main" id="{103E45F4-8E7E-5F4B-8EA1-E5C66A9602FB}"/>
              </a:ext>
            </a:extLst>
          </p:cNvPr>
          <p:cNvGrpSpPr>
            <a:grpSpLocks/>
          </p:cNvGrpSpPr>
          <p:nvPr/>
        </p:nvGrpSpPr>
        <p:grpSpPr>
          <a:xfrm>
            <a:off x="911611" y="5922432"/>
            <a:ext cx="3948084" cy="316924"/>
            <a:chOff x="896060" y="8363232"/>
            <a:chExt cx="3948084" cy="316924"/>
          </a:xfrm>
        </p:grpSpPr>
        <p:sp>
          <p:nvSpPr>
            <p:cNvPr id="35" name="Speech Bubble: Rectangle 34">
              <a:extLst>
                <a:ext uri="{FF2B5EF4-FFF2-40B4-BE49-F238E27FC236}">
                  <a16:creationId xmlns:a16="http://schemas.microsoft.com/office/drawing/2014/main" id="{FD3BF0D0-E53E-7B74-52DC-271F95EAE271}"/>
                </a:ext>
              </a:extLst>
            </p:cNvPr>
            <p:cNvSpPr/>
            <p:nvPr/>
          </p:nvSpPr>
          <p:spPr>
            <a:xfrm>
              <a:off x="896060" y="8363232"/>
              <a:ext cx="3948084" cy="316924"/>
            </a:xfrm>
            <a:prstGeom prst="wedgeRectCallout">
              <a:avLst>
                <a:gd name="adj1" fmla="val -21750"/>
                <a:gd name="adj2" fmla="val -86949"/>
              </a:avLst>
            </a:prstGeom>
            <a:solidFill>
              <a:srgbClr val="FFE3C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fontScale="85000" lnSpcReduction="20000"/>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ysClr val="windowText" lastClr="000000"/>
                  </a:solidFill>
                  <a:effectLst/>
                  <a:uLnTx/>
                  <a:uFillTx/>
                  <a:latin typeface="Poppins"/>
                  <a:ea typeface="+mn-ea"/>
                  <a:cs typeface="+mn-cs"/>
                </a:rPr>
                <a:t>Note that the 2024 IITs are still of interest; several ongoing tactics address these AOIs</a:t>
              </a:r>
              <a:endParaRPr kumimoji="0" lang="en-US" sz="1050" b="0" i="0" u="none" strike="noStrike" kern="1200" cap="none" spc="0" normalizeH="0" baseline="0" noProof="0">
                <a:ln>
                  <a:noFill/>
                </a:ln>
                <a:solidFill>
                  <a:sysClr val="windowText" lastClr="000000"/>
                </a:solidFill>
                <a:effectLst/>
                <a:uLnTx/>
                <a:uFillTx/>
                <a:latin typeface="Poppins"/>
                <a:ea typeface="+mn-ea"/>
                <a:cs typeface="+mn-cs"/>
              </a:endParaRPr>
            </a:p>
          </p:txBody>
        </p:sp>
        <p:pic>
          <p:nvPicPr>
            <p:cNvPr id="36" name="Graphic 35">
              <a:extLst>
                <a:ext uri="{FF2B5EF4-FFF2-40B4-BE49-F238E27FC236}">
                  <a16:creationId xmlns:a16="http://schemas.microsoft.com/office/drawing/2014/main" id="{F0AE3423-99E7-3935-1E21-D56A9136BB3E}"/>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1143484" y="8397841"/>
              <a:ext cx="274320" cy="274320"/>
            </a:xfrm>
            <a:prstGeom prst="rect">
              <a:avLst/>
            </a:prstGeom>
          </p:spPr>
        </p:pic>
      </p:grpSp>
    </p:spTree>
    <p:extLst>
      <p:ext uri="{BB962C8B-B14F-4D97-AF65-F5344CB8AC3E}">
        <p14:creationId xmlns:p14="http://schemas.microsoft.com/office/powerpoint/2010/main" val="3571381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74C43-74F2-9B10-D6C5-0AA7C61F4D0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20AF989-E622-5B06-401E-3F417D52C749}"/>
              </a:ext>
            </a:extLst>
          </p:cNvPr>
          <p:cNvGraphicFramePr>
            <a:graphicFrameLocks noChangeAspect="1"/>
          </p:cNvGraphicFramePr>
          <p:nvPr>
            <p:custDataLst>
              <p:tags r:id="rId1"/>
            </p:custDataLst>
            <p:extLst>
              <p:ext uri="{D42A27DB-BD31-4B8C-83A1-F6EECF244321}">
                <p14:modId xmlns:p14="http://schemas.microsoft.com/office/powerpoint/2010/main" val="18166146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E20AF989-E622-5B06-401E-3F417D52C7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4ED93EC-6AB8-5431-464A-CA0DD6D3C60B}"/>
              </a:ext>
            </a:extLst>
          </p:cNvPr>
          <p:cNvSpPr>
            <a:spLocks noGrp="1"/>
          </p:cNvSpPr>
          <p:nvPr>
            <p:ph type="ctrTitle"/>
          </p:nvPr>
        </p:nvSpPr>
        <p:spPr>
          <a:xfrm>
            <a:off x="336165" y="3000231"/>
            <a:ext cx="7031736" cy="738664"/>
          </a:xfrm>
        </p:spPr>
        <p:txBody>
          <a:bodyPr vert="horz"/>
          <a:lstStyle/>
          <a:p>
            <a:r>
              <a:rPr lang="en-US" b="1"/>
              <a:t>IEGP Introduction</a:t>
            </a:r>
          </a:p>
        </p:txBody>
      </p:sp>
    </p:spTree>
    <p:extLst>
      <p:ext uri="{BB962C8B-B14F-4D97-AF65-F5344CB8AC3E}">
        <p14:creationId xmlns:p14="http://schemas.microsoft.com/office/powerpoint/2010/main" val="4231718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82B0E79-41E0-ADA5-5253-CDF271BE3D07}"/>
              </a:ext>
            </a:extLst>
          </p:cNvPr>
          <p:cNvGraphicFramePr>
            <a:graphicFrameLocks noChangeAspect="1"/>
          </p:cNvGraphicFramePr>
          <p:nvPr>
            <p:custDataLst>
              <p:tags r:id="rId1"/>
            </p:custDataLst>
            <p:extLst>
              <p:ext uri="{D42A27DB-BD31-4B8C-83A1-F6EECF244321}">
                <p14:modId xmlns:p14="http://schemas.microsoft.com/office/powerpoint/2010/main" val="426808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think-cell data - do not delete" hidden="1">
                        <a:extLst>
                          <a:ext uri="{FF2B5EF4-FFF2-40B4-BE49-F238E27FC236}">
                            <a16:creationId xmlns:a16="http://schemas.microsoft.com/office/drawing/2014/main" id="{B82B0E79-41E0-ADA5-5253-CDF271BE3D0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AE5D70A-600F-2E50-6C12-2A81E5ACECE6}"/>
              </a:ext>
            </a:extLst>
          </p:cNvPr>
          <p:cNvSpPr>
            <a:spLocks noGrp="1"/>
          </p:cNvSpPr>
          <p:nvPr>
            <p:ph type="title"/>
          </p:nvPr>
        </p:nvSpPr>
        <p:spPr>
          <a:xfrm>
            <a:off x="358337" y="271427"/>
            <a:ext cx="11470125" cy="738664"/>
          </a:xfrm>
        </p:spPr>
        <p:txBody>
          <a:bodyPr vert="horz"/>
          <a:lstStyle/>
          <a:p>
            <a:r>
              <a:rPr lang="en-US" sz="2400"/>
              <a:t>The IEGP supports </a:t>
            </a:r>
            <a:r>
              <a:rPr lang="en-US" sz="2400" err="1"/>
              <a:t>BeOne</a:t>
            </a:r>
            <a:r>
              <a:rPr lang="en-US" sz="2400"/>
              <a:t> efforts in creating a cohesive, cross-functional evidence generation plan to support upcoming tislelizumab launches</a:t>
            </a:r>
          </a:p>
        </p:txBody>
      </p:sp>
      <p:sp>
        <p:nvSpPr>
          <p:cNvPr id="12" name="Rectangle 11">
            <a:extLst>
              <a:ext uri="{FF2B5EF4-FFF2-40B4-BE49-F238E27FC236}">
                <a16:creationId xmlns:a16="http://schemas.microsoft.com/office/drawing/2014/main" id="{4582B38F-C769-D878-0441-85A3C5F86859}"/>
              </a:ext>
            </a:extLst>
          </p:cNvPr>
          <p:cNvSpPr/>
          <p:nvPr/>
        </p:nvSpPr>
        <p:spPr>
          <a:xfrm>
            <a:off x="358337" y="1791981"/>
            <a:ext cx="5737663" cy="1807979"/>
          </a:xfrm>
          <a:prstGeom prst="rect">
            <a:avLst/>
          </a:prstGeom>
          <a:solidFill>
            <a:schemeClr val="bg1"/>
          </a:solidFill>
          <a:ln>
            <a:solidFill>
              <a:schemeClr val="tx2">
                <a:lumMod val="60000"/>
                <a:lumOff val="40000"/>
              </a:schemeClr>
            </a:solidFill>
          </a:ln>
          <a:effectLst>
            <a:outerShdw blurRad="292100" dist="139700" dir="2700000" algn="tl" rotWithShape="0">
              <a:srgbClr val="333333">
                <a:alpha val="6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R="0" lvl="0" algn="ctr" defTabSz="457200" rtl="0" eaLnBrk="1" fontAlgn="auto" latinLnBrk="0" hangingPunct="1">
              <a:lnSpc>
                <a:spcPct val="100000"/>
              </a:lnSpc>
              <a:spcBef>
                <a:spcPts val="0"/>
              </a:spcBef>
              <a:spcAft>
                <a:spcPts val="600"/>
              </a:spcAft>
              <a:buClrTx/>
              <a:buSzTx/>
              <a:tabLst/>
              <a:defRPr/>
            </a:pPr>
            <a:r>
              <a:rPr kumimoji="0" lang="en-US" sz="1600" b="0" i="0" u="none" strike="noStrike" kern="1200" cap="none" spc="0" normalizeH="0" baseline="0" noProof="0">
                <a:ln>
                  <a:noFill/>
                </a:ln>
                <a:solidFill>
                  <a:srgbClr val="000000"/>
                </a:solidFill>
                <a:effectLst/>
                <a:uLnTx/>
                <a:uFillTx/>
                <a:ea typeface="+mn-ea"/>
                <a:cs typeface="+mn-cs"/>
              </a:rPr>
              <a:t>The BeOne </a:t>
            </a:r>
            <a:r>
              <a:rPr kumimoji="0" lang="en-US" sz="1600" b="1" i="0" u="none" strike="noStrike" kern="1200" cap="none" spc="0" normalizeH="0" baseline="0" noProof="0">
                <a:ln>
                  <a:noFill/>
                </a:ln>
                <a:solidFill>
                  <a:schemeClr val="tx2">
                    <a:lumMod val="60000"/>
                    <a:lumOff val="40000"/>
                  </a:schemeClr>
                </a:solidFill>
                <a:effectLst/>
                <a:uLnTx/>
                <a:uFillTx/>
                <a:ea typeface="+mn-ea"/>
                <a:cs typeface="+mn-cs"/>
              </a:rPr>
              <a:t>Integrated Evidence Generation Plan (IEGP) </a:t>
            </a:r>
            <a:r>
              <a:rPr kumimoji="0" lang="en-US" sz="1600" b="0" i="0" u="none" strike="noStrike" kern="1200" cap="none" spc="0" normalizeH="0" baseline="0" noProof="0">
                <a:ln>
                  <a:noFill/>
                </a:ln>
                <a:solidFill>
                  <a:srgbClr val="000000"/>
                </a:solidFill>
                <a:effectLst/>
                <a:uLnTx/>
                <a:uFillTx/>
                <a:ea typeface="+mn-ea"/>
                <a:cs typeface="+mn-cs"/>
              </a:rPr>
              <a:t>was developed to align on </a:t>
            </a:r>
            <a:r>
              <a:rPr kumimoji="0" lang="en-US" sz="1600" b="1" i="0" u="none" strike="noStrike" kern="1200" cap="none" spc="0" normalizeH="0" baseline="0" noProof="0">
                <a:ln>
                  <a:noFill/>
                </a:ln>
                <a:solidFill>
                  <a:schemeClr val="tx2">
                    <a:lumMod val="60000"/>
                    <a:lumOff val="40000"/>
                  </a:schemeClr>
                </a:solidFill>
                <a:effectLst/>
                <a:uLnTx/>
                <a:uFillTx/>
                <a:ea typeface="+mn-ea"/>
                <a:cs typeface="+mn-cs"/>
              </a:rPr>
              <a:t>evidence generation efforts for tislelizumab</a:t>
            </a:r>
            <a:r>
              <a:rPr kumimoji="0" lang="en-US" sz="1600" b="0" i="0" u="none" strike="noStrike" kern="1200" cap="none" spc="0" normalizeH="0" baseline="0" noProof="0">
                <a:ln>
                  <a:noFill/>
                </a:ln>
                <a:solidFill>
                  <a:srgbClr val="000000"/>
                </a:solidFill>
                <a:effectLst/>
                <a:uLnTx/>
                <a:uFillTx/>
                <a:ea typeface="+mn-ea"/>
                <a:cs typeface="+mn-cs"/>
              </a:rPr>
              <a:t> in support of its upcoming launches in the 2026-2028 timeframe across several key indications (Upper GI and Lung)</a:t>
            </a:r>
            <a:r>
              <a:rPr lang="en-GB" sz="1600">
                <a:solidFill>
                  <a:srgbClr val="000000"/>
                </a:solidFill>
              </a:rPr>
              <a:t>.</a:t>
            </a:r>
          </a:p>
        </p:txBody>
      </p:sp>
      <p:sp>
        <p:nvSpPr>
          <p:cNvPr id="14" name="TextBox 13">
            <a:extLst>
              <a:ext uri="{FF2B5EF4-FFF2-40B4-BE49-F238E27FC236}">
                <a16:creationId xmlns:a16="http://schemas.microsoft.com/office/drawing/2014/main" id="{109D841E-4104-238D-3421-83AD7FD10990}"/>
              </a:ext>
            </a:extLst>
          </p:cNvPr>
          <p:cNvSpPr txBox="1"/>
          <p:nvPr/>
        </p:nvSpPr>
        <p:spPr>
          <a:xfrm>
            <a:off x="390683" y="1312602"/>
            <a:ext cx="3780149" cy="433633"/>
          </a:xfrm>
          <a:prstGeom prst="rect">
            <a:avLst/>
          </a:prstGeom>
          <a:noFill/>
        </p:spPr>
        <p:txBody>
          <a:bodyPr wrap="square" lIns="0" tIns="0" rIns="0" bIns="0" rtlCol="0" anchor="b">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tx2">
                    <a:lumMod val="60000"/>
                    <a:lumOff val="40000"/>
                  </a:schemeClr>
                </a:solidFill>
                <a:effectLst/>
                <a:uLnTx/>
                <a:uFillTx/>
                <a:latin typeface="Poppins Medium"/>
                <a:ea typeface="+mn-ea"/>
                <a:cs typeface="+mn-cs"/>
              </a:rPr>
              <a:t>The Objective</a:t>
            </a:r>
          </a:p>
        </p:txBody>
      </p:sp>
      <p:sp>
        <p:nvSpPr>
          <p:cNvPr id="2" name="Footer Placeholder 3">
            <a:extLst>
              <a:ext uri="{FF2B5EF4-FFF2-40B4-BE49-F238E27FC236}">
                <a16:creationId xmlns:a16="http://schemas.microsoft.com/office/drawing/2014/main" id="{469B2EC5-C238-DECD-1128-E6F0D19BB217}"/>
              </a:ext>
            </a:extLst>
          </p:cNvPr>
          <p:cNvSpPr txBox="1">
            <a:spLocks/>
          </p:cNvSpPr>
          <p:nvPr/>
        </p:nvSpPr>
        <p:spPr>
          <a:xfrm>
            <a:off x="358337" y="6378357"/>
            <a:ext cx="8496296"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a:t>
            </a:r>
            <a:r>
              <a:rPr lang="en-US" sz="700">
                <a:solidFill>
                  <a:srgbClr val="000000">
                    <a:lumMod val="65000"/>
                    <a:lumOff val="35000"/>
                  </a:srgbClr>
                </a:solidFill>
                <a:latin typeface="Poppins"/>
              </a:rPr>
              <a:t>ESCC: Esophageal Squamous Cell Carcinoma; GC: Gastric Cancer; GEJ: Gastroesophageal Junction;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GI: Gastrointestinal; IEGP: Integrated Evidence Generation Plan; NSCLC: Non-Small Cell Lung Cancer; SCLC: Small Cell Lung Cancer</a:t>
            </a:r>
          </a:p>
        </p:txBody>
      </p:sp>
      <p:sp>
        <p:nvSpPr>
          <p:cNvPr id="28" name="TextBox 27">
            <a:extLst>
              <a:ext uri="{FF2B5EF4-FFF2-40B4-BE49-F238E27FC236}">
                <a16:creationId xmlns:a16="http://schemas.microsoft.com/office/drawing/2014/main" id="{E947375E-447A-FDD8-E7F1-8277DCBBF1D0}"/>
              </a:ext>
            </a:extLst>
          </p:cNvPr>
          <p:cNvSpPr txBox="1"/>
          <p:nvPr/>
        </p:nvSpPr>
        <p:spPr>
          <a:xfrm>
            <a:off x="390683" y="3691566"/>
            <a:ext cx="3780149" cy="433633"/>
          </a:xfrm>
          <a:prstGeom prst="rect">
            <a:avLst/>
          </a:prstGeom>
          <a:noFill/>
        </p:spPr>
        <p:txBody>
          <a:bodyPr wrap="square" lIns="0" tIns="0" rIns="0" bIns="0" rtlCol="0" anchor="b">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chemeClr val="tx2">
                    <a:lumMod val="60000"/>
                    <a:lumOff val="40000"/>
                  </a:schemeClr>
                </a:solidFill>
                <a:effectLst/>
                <a:uLnTx/>
                <a:uFillTx/>
                <a:latin typeface="Poppins Medium"/>
                <a:ea typeface="+mn-ea"/>
                <a:cs typeface="+mn-cs"/>
              </a:rPr>
              <a:t>IEGP Framework</a:t>
            </a:r>
          </a:p>
        </p:txBody>
      </p:sp>
      <p:sp>
        <p:nvSpPr>
          <p:cNvPr id="29" name="Rectangle 28">
            <a:extLst>
              <a:ext uri="{FF2B5EF4-FFF2-40B4-BE49-F238E27FC236}">
                <a16:creationId xmlns:a16="http://schemas.microsoft.com/office/drawing/2014/main" id="{5EBFF1B6-7F57-F44A-6E67-75C743659E28}"/>
              </a:ext>
            </a:extLst>
          </p:cNvPr>
          <p:cNvSpPr/>
          <p:nvPr/>
        </p:nvSpPr>
        <p:spPr>
          <a:xfrm>
            <a:off x="358337" y="4169252"/>
            <a:ext cx="11287402" cy="2029818"/>
          </a:xfrm>
          <a:prstGeom prst="rect">
            <a:avLst/>
          </a:prstGeom>
          <a:solidFill>
            <a:schemeClr val="bg1"/>
          </a:solidFill>
          <a:ln>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mj-lt"/>
              <a:ea typeface="+mn-ea"/>
              <a:cs typeface="+mn-cs"/>
            </a:endParaRPr>
          </a:p>
        </p:txBody>
      </p:sp>
      <p:sp>
        <p:nvSpPr>
          <p:cNvPr id="31" name="Arrow: Chevron 30">
            <a:extLst>
              <a:ext uri="{FF2B5EF4-FFF2-40B4-BE49-F238E27FC236}">
                <a16:creationId xmlns:a16="http://schemas.microsoft.com/office/drawing/2014/main" id="{53FF5E25-DB62-FABD-0EF5-966340F9E4EE}"/>
              </a:ext>
            </a:extLst>
          </p:cNvPr>
          <p:cNvSpPr/>
          <p:nvPr/>
        </p:nvSpPr>
        <p:spPr>
          <a:xfrm>
            <a:off x="4341399" y="4333532"/>
            <a:ext cx="3620787" cy="637180"/>
          </a:xfrm>
          <a:prstGeom prst="chevron">
            <a:avLst>
              <a:gd name="adj" fmla="val 20899"/>
            </a:avLst>
          </a:prstGeom>
          <a:solidFill>
            <a:schemeClr val="tx2">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32000" rIns="0" rtlCol="0" anchor="ctr"/>
          <a:lstStyle/>
          <a:p>
            <a:pPr algn="ctr"/>
            <a:r>
              <a:rPr lang="en-US" sz="1400" b="1">
                <a:solidFill>
                  <a:schemeClr val="bg1"/>
                </a:solidFill>
              </a:rPr>
              <a:t>Evidence Gaps</a:t>
            </a:r>
          </a:p>
        </p:txBody>
      </p:sp>
      <p:sp>
        <p:nvSpPr>
          <p:cNvPr id="33" name="Arrow: Pentagon 32">
            <a:extLst>
              <a:ext uri="{FF2B5EF4-FFF2-40B4-BE49-F238E27FC236}">
                <a16:creationId xmlns:a16="http://schemas.microsoft.com/office/drawing/2014/main" id="{79774A40-F7C6-B670-CC22-323E74EE7711}"/>
              </a:ext>
            </a:extLst>
          </p:cNvPr>
          <p:cNvSpPr/>
          <p:nvPr/>
        </p:nvSpPr>
        <p:spPr>
          <a:xfrm>
            <a:off x="545541" y="4333532"/>
            <a:ext cx="3825864" cy="637180"/>
          </a:xfrm>
          <a:prstGeom prst="homePlate">
            <a:avLst>
              <a:gd name="adj" fmla="val 25916"/>
            </a:avLst>
          </a:prstGeom>
          <a:solidFill>
            <a:schemeClr val="tx2">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32000" rIns="36000" rtlCol="0" anchor="ctr"/>
          <a:lstStyle/>
          <a:p>
            <a:pPr algn="ctr"/>
            <a:r>
              <a:rPr lang="en-US" sz="1400" b="1">
                <a:solidFill>
                  <a:schemeClr val="bg1"/>
                </a:solidFill>
              </a:rPr>
              <a:t>Tislelizumab Strategic    Imperatives &amp; Medical Objectives</a:t>
            </a:r>
          </a:p>
        </p:txBody>
      </p:sp>
      <p:sp>
        <p:nvSpPr>
          <p:cNvPr id="38" name="Arrow: Chevron 37">
            <a:extLst>
              <a:ext uri="{FF2B5EF4-FFF2-40B4-BE49-F238E27FC236}">
                <a16:creationId xmlns:a16="http://schemas.microsoft.com/office/drawing/2014/main" id="{ED5CF602-03C6-1F43-14C3-0AE7A536E2D7}"/>
              </a:ext>
            </a:extLst>
          </p:cNvPr>
          <p:cNvSpPr/>
          <p:nvPr/>
        </p:nvSpPr>
        <p:spPr>
          <a:xfrm>
            <a:off x="7932181" y="4335415"/>
            <a:ext cx="3641727" cy="633414"/>
          </a:xfrm>
          <a:prstGeom prst="chevron">
            <a:avLst>
              <a:gd name="adj" fmla="val 19716"/>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32000" rIns="0" rtlCol="0" anchor="ctr"/>
          <a:lstStyle/>
          <a:p>
            <a:pPr marL="461963" algn="ctr"/>
            <a:r>
              <a:rPr lang="en-US" sz="1400" b="1">
                <a:solidFill>
                  <a:schemeClr val="bg1"/>
                </a:solidFill>
              </a:rPr>
              <a:t>Tactics &amp; </a:t>
            </a:r>
          </a:p>
          <a:p>
            <a:pPr marL="461963" algn="ctr"/>
            <a:r>
              <a:rPr lang="en-US" sz="1400" b="1">
                <a:solidFill>
                  <a:schemeClr val="bg1"/>
                </a:solidFill>
              </a:rPr>
              <a:t>Implementation Roadmap</a:t>
            </a:r>
          </a:p>
        </p:txBody>
      </p:sp>
      <p:sp>
        <p:nvSpPr>
          <p:cNvPr id="39" name="Rectangle 38">
            <a:extLst>
              <a:ext uri="{FF2B5EF4-FFF2-40B4-BE49-F238E27FC236}">
                <a16:creationId xmlns:a16="http://schemas.microsoft.com/office/drawing/2014/main" id="{0C38E176-F37E-53FE-1D17-142B1E81B714}"/>
              </a:ext>
            </a:extLst>
          </p:cNvPr>
          <p:cNvSpPr/>
          <p:nvPr/>
        </p:nvSpPr>
        <p:spPr>
          <a:xfrm>
            <a:off x="545541" y="5010730"/>
            <a:ext cx="3611443" cy="1024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Strategic imperatives and relevant medical objectives, </a:t>
            </a:r>
            <a:r>
              <a:rPr lang="en-US" sz="1200">
                <a:solidFill>
                  <a:schemeClr val="tx1"/>
                </a:solidFill>
              </a:rPr>
              <a:t>as defined in the Global Brand Plan and Medical Strategy, are used to organize evidence gaps, ensuring IEGP efforts are directly aligned with </a:t>
            </a:r>
            <a:r>
              <a:rPr lang="en-US" sz="1200" err="1">
                <a:solidFill>
                  <a:schemeClr val="tx1"/>
                </a:solidFill>
              </a:rPr>
              <a:t>BeOne’s</a:t>
            </a:r>
            <a:r>
              <a:rPr lang="en-US" sz="1200">
                <a:solidFill>
                  <a:schemeClr val="tx1"/>
                </a:solidFill>
              </a:rPr>
              <a:t> strategic priorities</a:t>
            </a:r>
            <a:endParaRPr lang="en-US" sz="1200" b="1">
              <a:solidFill>
                <a:schemeClr val="tx1"/>
              </a:solidFill>
              <a:highlight>
                <a:srgbClr val="FFFF00"/>
              </a:highlight>
            </a:endParaRPr>
          </a:p>
        </p:txBody>
      </p:sp>
      <p:sp>
        <p:nvSpPr>
          <p:cNvPr id="40" name="Rectangle 39">
            <a:extLst>
              <a:ext uri="{FF2B5EF4-FFF2-40B4-BE49-F238E27FC236}">
                <a16:creationId xmlns:a16="http://schemas.microsoft.com/office/drawing/2014/main" id="{4CE6D930-A4EF-6C5D-C0E2-E20CC1B2F931}"/>
              </a:ext>
            </a:extLst>
          </p:cNvPr>
          <p:cNvSpPr/>
          <p:nvPr/>
        </p:nvSpPr>
        <p:spPr>
          <a:xfrm>
            <a:off x="4351384" y="5010730"/>
            <a:ext cx="3498922" cy="10240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200"/>
              </a:spcAft>
            </a:pPr>
            <a:r>
              <a:rPr lang="en-US" sz="1200" b="1">
                <a:solidFill>
                  <a:schemeClr val="tx1"/>
                </a:solidFill>
              </a:rPr>
              <a:t>Evidence gaps were systematically gathered and uncovered</a:t>
            </a:r>
            <a:r>
              <a:rPr lang="en-US" sz="1200">
                <a:solidFill>
                  <a:schemeClr val="tx1"/>
                </a:solidFill>
              </a:rPr>
              <a:t> to reflect cross-functional and regional needs, ultimately prioritizing those with the highest strategic importance and greatest urgency to generate evidence</a:t>
            </a:r>
          </a:p>
        </p:txBody>
      </p:sp>
      <p:sp>
        <p:nvSpPr>
          <p:cNvPr id="41" name="Rectangle 40">
            <a:extLst>
              <a:ext uri="{FF2B5EF4-FFF2-40B4-BE49-F238E27FC236}">
                <a16:creationId xmlns:a16="http://schemas.microsoft.com/office/drawing/2014/main" id="{09894EC1-B598-B094-6F28-73088E237532}"/>
              </a:ext>
            </a:extLst>
          </p:cNvPr>
          <p:cNvSpPr/>
          <p:nvPr/>
        </p:nvSpPr>
        <p:spPr>
          <a:xfrm>
            <a:off x="7932183" y="5010730"/>
            <a:ext cx="3519157" cy="9516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solidFill>
                  <a:schemeClr val="tx1"/>
                </a:solidFill>
              </a:rPr>
              <a:t>Tactics for prioritized gaps </a:t>
            </a:r>
            <a:r>
              <a:rPr lang="en-US" sz="1200">
                <a:solidFill>
                  <a:schemeClr val="tx1"/>
                </a:solidFill>
              </a:rPr>
              <a:t>were developed, outlining key study objectives to create an </a:t>
            </a:r>
            <a:r>
              <a:rPr lang="en-US" sz="1200" b="1">
                <a:solidFill>
                  <a:schemeClr val="tx1"/>
                </a:solidFill>
              </a:rPr>
              <a:t>actionable implementation roadmap </a:t>
            </a:r>
            <a:r>
              <a:rPr lang="en-US" sz="1200">
                <a:solidFill>
                  <a:schemeClr val="tx1"/>
                </a:solidFill>
              </a:rPr>
              <a:t>for 2026-2028+</a:t>
            </a:r>
            <a:endParaRPr lang="en-US" sz="1200">
              <a:solidFill>
                <a:schemeClr val="tx1"/>
              </a:solidFill>
              <a:highlight>
                <a:srgbClr val="FFFF00"/>
              </a:highlight>
            </a:endParaRPr>
          </a:p>
        </p:txBody>
      </p:sp>
      <p:pic>
        <p:nvPicPr>
          <p:cNvPr id="42" name="Graphic 41">
            <a:extLst>
              <a:ext uri="{FF2B5EF4-FFF2-40B4-BE49-F238E27FC236}">
                <a16:creationId xmlns:a16="http://schemas.microsoft.com/office/drawing/2014/main" id="{AB7DF7AF-DBDF-7E7F-C5E6-D847EE6DE0D6}"/>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596826" y="4423522"/>
            <a:ext cx="457200" cy="457200"/>
          </a:xfrm>
          <a:prstGeom prst="rect">
            <a:avLst/>
          </a:prstGeom>
        </p:spPr>
      </p:pic>
      <p:pic>
        <p:nvPicPr>
          <p:cNvPr id="43" name="Graphic 42">
            <a:extLst>
              <a:ext uri="{FF2B5EF4-FFF2-40B4-BE49-F238E27FC236}">
                <a16:creationId xmlns:a16="http://schemas.microsoft.com/office/drawing/2014/main" id="{4F6C1F1C-75D1-2610-5AC4-9718DF5649A0}"/>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8397433" y="4423522"/>
            <a:ext cx="457200" cy="457200"/>
          </a:xfrm>
          <a:prstGeom prst="rect">
            <a:avLst/>
          </a:prstGeom>
        </p:spPr>
      </p:pic>
      <p:pic>
        <p:nvPicPr>
          <p:cNvPr id="44" name="Graphic 43">
            <a:extLst>
              <a:ext uri="{FF2B5EF4-FFF2-40B4-BE49-F238E27FC236}">
                <a16:creationId xmlns:a16="http://schemas.microsoft.com/office/drawing/2014/main" id="{AD4EB331-7BC9-341B-97F0-0E91437D4535}"/>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4670829" y="4335416"/>
            <a:ext cx="633413" cy="633413"/>
          </a:xfrm>
          <a:prstGeom prst="rect">
            <a:avLst/>
          </a:prstGeom>
        </p:spPr>
      </p:pic>
      <p:sp>
        <p:nvSpPr>
          <p:cNvPr id="59" name="Rectangle 58">
            <a:extLst>
              <a:ext uri="{FF2B5EF4-FFF2-40B4-BE49-F238E27FC236}">
                <a16:creationId xmlns:a16="http://schemas.microsoft.com/office/drawing/2014/main" id="{6D3C0FDE-0490-FB59-E985-49A123570D6E}"/>
              </a:ext>
            </a:extLst>
          </p:cNvPr>
          <p:cNvSpPr/>
          <p:nvPr/>
        </p:nvSpPr>
        <p:spPr>
          <a:xfrm>
            <a:off x="6351639" y="1791981"/>
            <a:ext cx="5484773" cy="1807979"/>
          </a:xfrm>
          <a:prstGeom prst="rect">
            <a:avLst/>
          </a:prstGeom>
          <a:solidFill>
            <a:schemeClr val="bg1"/>
          </a:solidFill>
          <a:ln>
            <a:solidFill>
              <a:schemeClr val="tx2">
                <a:lumMod val="60000"/>
                <a:lumOff val="40000"/>
              </a:schemeClr>
            </a:solidFill>
          </a:ln>
          <a:effectLst>
            <a:outerShdw blurRad="292100" dist="139700" dir="2700000" algn="tl" rotWithShape="0">
              <a:srgbClr val="333333">
                <a:alpha val="6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R="0" lvl="0" algn="ctr" defTabSz="457200" rtl="0" eaLnBrk="1" fontAlgn="auto" latinLnBrk="0" hangingPunct="1">
              <a:lnSpc>
                <a:spcPct val="100000"/>
              </a:lnSpc>
              <a:spcBef>
                <a:spcPts val="0"/>
              </a:spcBef>
              <a:spcAft>
                <a:spcPts val="600"/>
              </a:spcAft>
              <a:buClrTx/>
              <a:buSzTx/>
              <a:tabLst/>
              <a:defRPr/>
            </a:pPr>
            <a:r>
              <a:rPr kumimoji="0" lang="en-GB" sz="1400" b="0" i="0" u="none" strike="noStrike" kern="1200" cap="none" spc="0" normalizeH="0" baseline="0" noProof="0">
                <a:ln>
                  <a:noFill/>
                </a:ln>
                <a:solidFill>
                  <a:srgbClr val="000000"/>
                </a:solidFill>
                <a:effectLst/>
                <a:uLnTx/>
                <a:uFillTx/>
                <a:ea typeface="+mn-ea"/>
                <a:cs typeface="+mn-cs"/>
              </a:rPr>
              <a:t>The IEGP includes the following indications:</a:t>
            </a:r>
          </a:p>
          <a:p>
            <a:pPr marR="0" lvl="0" algn="ctr" defTabSz="457200" rtl="0" eaLnBrk="1" fontAlgn="auto" latinLnBrk="0" hangingPunct="1">
              <a:lnSpc>
                <a:spcPct val="100000"/>
              </a:lnSpc>
              <a:spcBef>
                <a:spcPts val="0"/>
              </a:spcBef>
              <a:spcAft>
                <a:spcPts val="600"/>
              </a:spcAft>
              <a:buClrTx/>
              <a:buSzTx/>
              <a:tabLst/>
              <a:defRPr/>
            </a:pPr>
            <a:endParaRPr kumimoji="0" lang="en-GB" sz="1400" b="0" i="0" u="none" strike="noStrike" kern="1200" cap="none" spc="0" normalizeH="0" baseline="0" noProof="0">
              <a:ln>
                <a:noFill/>
              </a:ln>
              <a:solidFill>
                <a:srgbClr val="000000"/>
              </a:solidFill>
              <a:effectLst/>
              <a:uLnTx/>
              <a:uFillTx/>
              <a:ea typeface="+mn-ea"/>
              <a:cs typeface="+mn-cs"/>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p:txBody>
      </p:sp>
      <p:sp>
        <p:nvSpPr>
          <p:cNvPr id="60" name="TextBox 59">
            <a:extLst>
              <a:ext uri="{FF2B5EF4-FFF2-40B4-BE49-F238E27FC236}">
                <a16:creationId xmlns:a16="http://schemas.microsoft.com/office/drawing/2014/main" id="{76CCC1E1-DDB5-7DCB-C84B-853A0CA47009}"/>
              </a:ext>
            </a:extLst>
          </p:cNvPr>
          <p:cNvSpPr txBox="1"/>
          <p:nvPr/>
        </p:nvSpPr>
        <p:spPr>
          <a:xfrm>
            <a:off x="6351638" y="1312602"/>
            <a:ext cx="4248000" cy="433633"/>
          </a:xfrm>
          <a:prstGeom prst="rect">
            <a:avLst/>
          </a:prstGeom>
          <a:noFill/>
        </p:spPr>
        <p:txBody>
          <a:bodyPr wrap="square" lIns="0" tIns="0" rIns="0" bIns="0" rtlCol="0" anchor="b">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a:solidFill>
                  <a:schemeClr val="tx2">
                    <a:lumMod val="60000"/>
                    <a:lumOff val="40000"/>
                  </a:schemeClr>
                </a:solidFill>
                <a:latin typeface="Poppins Medium"/>
              </a:rPr>
              <a:t>Indications in scope of this IEGP</a:t>
            </a:r>
            <a:endParaRPr kumimoji="0" lang="en-US" sz="2000" b="1" i="0" u="none" strike="noStrike" kern="1200" cap="none" spc="0" normalizeH="0" baseline="0" noProof="0">
              <a:ln>
                <a:noFill/>
              </a:ln>
              <a:solidFill>
                <a:schemeClr val="tx2">
                  <a:lumMod val="60000"/>
                  <a:lumOff val="40000"/>
                </a:schemeClr>
              </a:solidFill>
              <a:effectLst/>
              <a:uLnTx/>
              <a:uFillTx/>
              <a:latin typeface="Poppins Medium"/>
              <a:ea typeface="+mn-ea"/>
              <a:cs typeface="+mn-cs"/>
            </a:endParaRPr>
          </a:p>
        </p:txBody>
      </p:sp>
      <p:sp>
        <p:nvSpPr>
          <p:cNvPr id="61" name="Rectangle 60">
            <a:extLst>
              <a:ext uri="{FF2B5EF4-FFF2-40B4-BE49-F238E27FC236}">
                <a16:creationId xmlns:a16="http://schemas.microsoft.com/office/drawing/2014/main" id="{B8191070-B3E4-1FF7-8F8C-9A427544E4C6}"/>
              </a:ext>
            </a:extLst>
          </p:cNvPr>
          <p:cNvSpPr/>
          <p:nvPr/>
        </p:nvSpPr>
        <p:spPr>
          <a:xfrm>
            <a:off x="6748007" y="2508440"/>
            <a:ext cx="2198323" cy="37537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a:solidFill>
                  <a:schemeClr val="bg1"/>
                </a:solidFill>
              </a:rPr>
              <a:t>Advanced/Metastatic ESCC</a:t>
            </a:r>
          </a:p>
        </p:txBody>
      </p:sp>
      <p:sp>
        <p:nvSpPr>
          <p:cNvPr id="62" name="Rectangle 61">
            <a:extLst>
              <a:ext uri="{FF2B5EF4-FFF2-40B4-BE49-F238E27FC236}">
                <a16:creationId xmlns:a16="http://schemas.microsoft.com/office/drawing/2014/main" id="{6A176781-E79A-9420-DD71-9E3A51982293}"/>
              </a:ext>
            </a:extLst>
          </p:cNvPr>
          <p:cNvSpPr/>
          <p:nvPr/>
        </p:nvSpPr>
        <p:spPr>
          <a:xfrm>
            <a:off x="6748007" y="2969825"/>
            <a:ext cx="2198323" cy="375376"/>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a:solidFill>
                  <a:schemeClr val="bg1"/>
                </a:solidFill>
              </a:rPr>
              <a:t>Advanced/Metastatic GC/GEJ</a:t>
            </a:r>
          </a:p>
        </p:txBody>
      </p:sp>
      <p:sp>
        <p:nvSpPr>
          <p:cNvPr id="69" name="Rectangle 68">
            <a:extLst>
              <a:ext uri="{FF2B5EF4-FFF2-40B4-BE49-F238E27FC236}">
                <a16:creationId xmlns:a16="http://schemas.microsoft.com/office/drawing/2014/main" id="{CF8B01C1-851C-DA06-7B75-8E026966FA3E}"/>
              </a:ext>
            </a:extLst>
          </p:cNvPr>
          <p:cNvSpPr/>
          <p:nvPr/>
        </p:nvSpPr>
        <p:spPr>
          <a:xfrm>
            <a:off x="6674502" y="2309684"/>
            <a:ext cx="2345332" cy="11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67" name="TextBox 66">
            <a:extLst>
              <a:ext uri="{FF2B5EF4-FFF2-40B4-BE49-F238E27FC236}">
                <a16:creationId xmlns:a16="http://schemas.microsoft.com/office/drawing/2014/main" id="{AD75152B-008E-DB71-FC2F-154F51449BB5}"/>
              </a:ext>
            </a:extLst>
          </p:cNvPr>
          <p:cNvSpPr txBox="1"/>
          <p:nvPr/>
        </p:nvSpPr>
        <p:spPr>
          <a:xfrm>
            <a:off x="7395557" y="2191423"/>
            <a:ext cx="903222" cy="276999"/>
          </a:xfrm>
          <a:prstGeom prst="rect">
            <a:avLst/>
          </a:prstGeom>
          <a:solidFill>
            <a:schemeClr val="bg2"/>
          </a:solidFill>
        </p:spPr>
        <p:txBody>
          <a:bodyPr wrap="square">
            <a:spAutoFit/>
          </a:bodyPr>
          <a:lstStyle/>
          <a:p>
            <a:pPr algn="ctr"/>
            <a:r>
              <a:rPr kumimoji="0" lang="en-US" sz="1200" b="1" i="0" u="none" strike="noStrike" kern="1200" cap="none" spc="0" normalizeH="0" baseline="0" noProof="0">
                <a:ln>
                  <a:noFill/>
                </a:ln>
                <a:solidFill>
                  <a:srgbClr val="000000"/>
                </a:solidFill>
                <a:effectLst/>
                <a:uLnTx/>
                <a:uFillTx/>
                <a:ea typeface="+mn-ea"/>
                <a:cs typeface="+mn-cs"/>
              </a:rPr>
              <a:t>Upper GI </a:t>
            </a:r>
            <a:endParaRPr lang="en-US" sz="1200" b="1"/>
          </a:p>
        </p:txBody>
      </p:sp>
      <p:sp>
        <p:nvSpPr>
          <p:cNvPr id="63" name="Rectangle 62">
            <a:extLst>
              <a:ext uri="{FF2B5EF4-FFF2-40B4-BE49-F238E27FC236}">
                <a16:creationId xmlns:a16="http://schemas.microsoft.com/office/drawing/2014/main" id="{5D7C4092-B896-58C2-A9CB-45D64E364F90}"/>
              </a:ext>
            </a:extLst>
          </p:cNvPr>
          <p:cNvSpPr/>
          <p:nvPr/>
        </p:nvSpPr>
        <p:spPr>
          <a:xfrm>
            <a:off x="9256034" y="2508440"/>
            <a:ext cx="2198323" cy="37537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a:solidFill>
                  <a:schemeClr val="bg1"/>
                </a:solidFill>
              </a:rPr>
              <a:t>Perioperative &amp; Metastatic NSCLC</a:t>
            </a:r>
          </a:p>
        </p:txBody>
      </p:sp>
      <p:sp>
        <p:nvSpPr>
          <p:cNvPr id="64" name="Rectangle 63">
            <a:extLst>
              <a:ext uri="{FF2B5EF4-FFF2-40B4-BE49-F238E27FC236}">
                <a16:creationId xmlns:a16="http://schemas.microsoft.com/office/drawing/2014/main" id="{2C78480F-5C15-87FD-0231-F743C318BFB4}"/>
              </a:ext>
            </a:extLst>
          </p:cNvPr>
          <p:cNvSpPr/>
          <p:nvPr/>
        </p:nvSpPr>
        <p:spPr>
          <a:xfrm>
            <a:off x="9256034" y="2969825"/>
            <a:ext cx="2198323" cy="3753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a:solidFill>
                  <a:schemeClr val="bg1"/>
                </a:solidFill>
              </a:rPr>
              <a:t>Extensive-Stage SCLC</a:t>
            </a:r>
          </a:p>
        </p:txBody>
      </p:sp>
      <p:sp>
        <p:nvSpPr>
          <p:cNvPr id="72" name="Rectangle 71">
            <a:extLst>
              <a:ext uri="{FF2B5EF4-FFF2-40B4-BE49-F238E27FC236}">
                <a16:creationId xmlns:a16="http://schemas.microsoft.com/office/drawing/2014/main" id="{E3AFD388-4EDA-E039-8C03-FF06E4678288}"/>
              </a:ext>
            </a:extLst>
          </p:cNvPr>
          <p:cNvSpPr/>
          <p:nvPr/>
        </p:nvSpPr>
        <p:spPr>
          <a:xfrm>
            <a:off x="9182529" y="2309684"/>
            <a:ext cx="2345332" cy="115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73" name="TextBox 72">
            <a:extLst>
              <a:ext uri="{FF2B5EF4-FFF2-40B4-BE49-F238E27FC236}">
                <a16:creationId xmlns:a16="http://schemas.microsoft.com/office/drawing/2014/main" id="{4AA633F6-125E-D803-27C2-C99C1D491EC7}"/>
              </a:ext>
            </a:extLst>
          </p:cNvPr>
          <p:cNvSpPr txBox="1"/>
          <p:nvPr/>
        </p:nvSpPr>
        <p:spPr>
          <a:xfrm>
            <a:off x="9903584" y="2191423"/>
            <a:ext cx="903222" cy="276999"/>
          </a:xfrm>
          <a:prstGeom prst="rect">
            <a:avLst/>
          </a:prstGeom>
          <a:solidFill>
            <a:schemeClr val="bg2"/>
          </a:solidFill>
        </p:spPr>
        <p:txBody>
          <a:bodyPr wrap="square">
            <a:spAutoFit/>
          </a:bodyPr>
          <a:lstStyle/>
          <a:p>
            <a:pPr algn="ctr"/>
            <a:r>
              <a:rPr kumimoji="0" lang="en-US" sz="1200" b="1" i="0" u="none" strike="noStrike" kern="1200" cap="none" spc="0" normalizeH="0" baseline="0" noProof="0">
                <a:ln>
                  <a:noFill/>
                </a:ln>
                <a:solidFill>
                  <a:srgbClr val="000000"/>
                </a:solidFill>
                <a:effectLst/>
                <a:uLnTx/>
                <a:uFillTx/>
                <a:ea typeface="+mn-ea"/>
                <a:cs typeface="+mn-cs"/>
              </a:rPr>
              <a:t>Lung</a:t>
            </a:r>
            <a:endParaRPr lang="en-US" sz="1200" b="1"/>
          </a:p>
        </p:txBody>
      </p:sp>
      <p:grpSp>
        <p:nvGrpSpPr>
          <p:cNvPr id="16" name="Group 15">
            <a:extLst>
              <a:ext uri="{FF2B5EF4-FFF2-40B4-BE49-F238E27FC236}">
                <a16:creationId xmlns:a16="http://schemas.microsoft.com/office/drawing/2014/main" id="{1001B621-F06B-1FC3-574A-5527494699BF}"/>
              </a:ext>
            </a:extLst>
          </p:cNvPr>
          <p:cNvGrpSpPr/>
          <p:nvPr/>
        </p:nvGrpSpPr>
        <p:grpSpPr>
          <a:xfrm>
            <a:off x="-9525" y="-11837"/>
            <a:ext cx="12185286" cy="180000"/>
            <a:chOff x="-9525" y="-11837"/>
            <a:chExt cx="12185286" cy="180000"/>
          </a:xfrm>
        </p:grpSpPr>
        <p:sp>
          <p:nvSpPr>
            <p:cNvPr id="4" name="Rectangle 3">
              <a:extLst>
                <a:ext uri="{FF2B5EF4-FFF2-40B4-BE49-F238E27FC236}">
                  <a16:creationId xmlns:a16="http://schemas.microsoft.com/office/drawing/2014/main" id="{58F58928-E378-18C8-EC30-824CBCBA1E42}"/>
                </a:ext>
              </a:extLst>
            </p:cNvPr>
            <p:cNvSpPr/>
            <p:nvPr/>
          </p:nvSpPr>
          <p:spPr>
            <a:xfrm>
              <a:off x="-9525" y="-11837"/>
              <a:ext cx="1404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IEGP Introduction</a:t>
              </a:r>
            </a:p>
          </p:txBody>
        </p:sp>
        <p:sp>
          <p:nvSpPr>
            <p:cNvPr id="13" name="Arrow: Pentagon 12">
              <a:extLst>
                <a:ext uri="{FF2B5EF4-FFF2-40B4-BE49-F238E27FC236}">
                  <a16:creationId xmlns:a16="http://schemas.microsoft.com/office/drawing/2014/main" id="{838C8689-59F1-6798-DE1B-30893BF44650}"/>
                </a:ext>
              </a:extLst>
            </p:cNvPr>
            <p:cNvSpPr/>
            <p:nvPr/>
          </p:nvSpPr>
          <p:spPr>
            <a:xfrm>
              <a:off x="1394475" y="-11837"/>
              <a:ext cx="2592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Objectives, Methodology &amp; Strategy</a:t>
              </a:r>
            </a:p>
          </p:txBody>
        </p:sp>
        <p:sp>
          <p:nvSpPr>
            <p:cNvPr id="18" name="Arrow: Chevron 17">
              <a:extLst>
                <a:ext uri="{FF2B5EF4-FFF2-40B4-BE49-F238E27FC236}">
                  <a16:creationId xmlns:a16="http://schemas.microsoft.com/office/drawing/2014/main" id="{20285B28-68CD-745F-AED7-7E901BAA73BC}"/>
                </a:ext>
              </a:extLst>
            </p:cNvPr>
            <p:cNvSpPr/>
            <p:nvPr/>
          </p:nvSpPr>
          <p:spPr>
            <a:xfrm>
              <a:off x="3927797" y="-11837"/>
              <a:ext cx="172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Key Launch Milestones</a:t>
              </a:r>
            </a:p>
          </p:txBody>
        </p:sp>
        <p:sp>
          <p:nvSpPr>
            <p:cNvPr id="26" name="Arrow: Chevron 25">
              <a:extLst>
                <a:ext uri="{FF2B5EF4-FFF2-40B4-BE49-F238E27FC236}">
                  <a16:creationId xmlns:a16="http://schemas.microsoft.com/office/drawing/2014/main" id="{2AF2E02F-65B3-EA1D-55AA-C9C4BB685C3E}"/>
                </a:ext>
              </a:extLst>
            </p:cNvPr>
            <p:cNvSpPr/>
            <p:nvPr/>
          </p:nvSpPr>
          <p:spPr>
            <a:xfrm>
              <a:off x="5597118" y="-11837"/>
              <a:ext cx="140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Structure &amp; Flow</a:t>
              </a:r>
            </a:p>
          </p:txBody>
        </p:sp>
        <p:sp>
          <p:nvSpPr>
            <p:cNvPr id="15" name="Arrow: Chevron 14">
              <a:extLst>
                <a:ext uri="{FF2B5EF4-FFF2-40B4-BE49-F238E27FC236}">
                  <a16:creationId xmlns:a16="http://schemas.microsoft.com/office/drawing/2014/main" id="{50B586E0-CC91-60B7-863A-EC0DD7F2B340}"/>
                </a:ext>
              </a:extLst>
            </p:cNvPr>
            <p:cNvSpPr/>
            <p:nvPr/>
          </p:nvSpPr>
          <p:spPr>
            <a:xfrm>
              <a:off x="6942439" y="-11837"/>
              <a:ext cx="280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Approach to Evidence Gap Prioritization</a:t>
              </a:r>
            </a:p>
          </p:txBody>
        </p:sp>
        <p:sp>
          <p:nvSpPr>
            <p:cNvPr id="10" name="Arrow: Chevron 9">
              <a:extLst>
                <a:ext uri="{FF2B5EF4-FFF2-40B4-BE49-F238E27FC236}">
                  <a16:creationId xmlns:a16="http://schemas.microsoft.com/office/drawing/2014/main" id="{29227791-B50E-2755-C3A0-EB3795E32C1F}"/>
                </a:ext>
              </a:extLst>
            </p:cNvPr>
            <p:cNvSpPr/>
            <p:nvPr/>
          </p:nvSpPr>
          <p:spPr>
            <a:xfrm>
              <a:off x="9691761" y="-11837"/>
              <a:ext cx="248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Navigation through Evidence Gaps</a:t>
              </a:r>
            </a:p>
          </p:txBody>
        </p:sp>
      </p:grpSp>
    </p:spTree>
    <p:extLst>
      <p:ext uri="{BB962C8B-B14F-4D97-AF65-F5344CB8AC3E}">
        <p14:creationId xmlns:p14="http://schemas.microsoft.com/office/powerpoint/2010/main" val="4156454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CE942-B61E-7695-95B8-D6B3DF393A1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AA773F7-1F53-4F21-FE69-B05B599D05B8}"/>
              </a:ext>
            </a:extLst>
          </p:cNvPr>
          <p:cNvGraphicFramePr>
            <a:graphicFrameLocks noChangeAspect="1"/>
          </p:cNvGraphicFramePr>
          <p:nvPr>
            <p:custDataLst>
              <p:tags r:id="rId1"/>
            </p:custDataLst>
            <p:extLst>
              <p:ext uri="{D42A27DB-BD31-4B8C-83A1-F6EECF244321}">
                <p14:modId xmlns:p14="http://schemas.microsoft.com/office/powerpoint/2010/main" val="12205507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think-cell data - do not delete" hidden="1">
                        <a:extLst>
                          <a:ext uri="{FF2B5EF4-FFF2-40B4-BE49-F238E27FC236}">
                            <a16:creationId xmlns:a16="http://schemas.microsoft.com/office/drawing/2014/main" id="{8AA773F7-1F53-4F21-FE69-B05B599D05B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3" name="Flowchart: Process 52">
            <a:extLst>
              <a:ext uri="{FF2B5EF4-FFF2-40B4-BE49-F238E27FC236}">
                <a16:creationId xmlns:a16="http://schemas.microsoft.com/office/drawing/2014/main" id="{B0971E6C-7668-3331-84CC-8B849107FBDC}"/>
              </a:ext>
            </a:extLst>
          </p:cNvPr>
          <p:cNvSpPr/>
          <p:nvPr/>
        </p:nvSpPr>
        <p:spPr>
          <a:xfrm>
            <a:off x="6590529" y="2335367"/>
            <a:ext cx="2091355" cy="369332"/>
          </a:xfrm>
          <a:prstGeom prst="flowChartProcess">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51" name="TextBox 50">
            <a:extLst>
              <a:ext uri="{FF2B5EF4-FFF2-40B4-BE49-F238E27FC236}">
                <a16:creationId xmlns:a16="http://schemas.microsoft.com/office/drawing/2014/main" id="{CF569DD6-72B4-0A5B-D5B3-3423255D2276}"/>
              </a:ext>
            </a:extLst>
          </p:cNvPr>
          <p:cNvSpPr txBox="1"/>
          <p:nvPr/>
        </p:nvSpPr>
        <p:spPr>
          <a:xfrm>
            <a:off x="7880588" y="1765980"/>
            <a:ext cx="3947874" cy="1508105"/>
          </a:xfrm>
          <a:prstGeom prst="rect">
            <a:avLst/>
          </a:prstGeom>
          <a:solidFill>
            <a:schemeClr val="bg2"/>
          </a:solidFill>
          <a:ln>
            <a:solidFill>
              <a:schemeClr val="tx2">
                <a:lumMod val="60000"/>
                <a:lumOff val="40000"/>
              </a:schemeClr>
            </a:solidFill>
          </a:ln>
        </p:spPr>
        <p:txBody>
          <a:bodyPr wrap="square" lIns="91440" tIns="91440" rIns="91440" bIns="91440" rtlCol="0" anchor="ctr">
            <a:spAutoFit/>
          </a:bodyPr>
          <a:lstStyle/>
          <a:p>
            <a:pPr>
              <a:spcAft>
                <a:spcPts val="600"/>
              </a:spcAft>
            </a:pPr>
            <a:r>
              <a:rPr lang="en-US" sz="1400" b="1">
                <a:solidFill>
                  <a:schemeClr val="tx2">
                    <a:lumMod val="60000"/>
                    <a:lumOff val="40000"/>
                  </a:schemeClr>
                </a:solidFill>
              </a:rPr>
              <a:t>The IEGP captures cross-functional perspectives and regional input</a:t>
            </a:r>
          </a:p>
          <a:p>
            <a:pPr marL="285750" indent="-285750">
              <a:spcAft>
                <a:spcPts val="600"/>
              </a:spcAft>
              <a:buFont typeface="Arial" panose="020B0604020202020204" pitchFamily="34" charset="0"/>
              <a:buChar char="•"/>
            </a:pPr>
            <a:r>
              <a:rPr lang="en-US" sz="1200" b="1"/>
              <a:t>Functions</a:t>
            </a:r>
            <a:r>
              <a:rPr lang="en-US" sz="1200"/>
              <a:t> included Medical, Clin Dev, Market Access, HEOR/PRO, Commercial, Marketing</a:t>
            </a:r>
          </a:p>
          <a:p>
            <a:pPr marL="285750" indent="-285750">
              <a:spcAft>
                <a:spcPts val="600"/>
              </a:spcAft>
              <a:buFont typeface="Arial" panose="020B0604020202020204" pitchFamily="34" charset="0"/>
              <a:buChar char="•"/>
            </a:pPr>
            <a:r>
              <a:rPr lang="en-US" sz="1200" b="1"/>
              <a:t>Regions </a:t>
            </a:r>
            <a:r>
              <a:rPr lang="en-US" sz="1200"/>
              <a:t>involved in this workstream included Global, EU, JAPAC, New Markets, US etc. </a:t>
            </a:r>
            <a:endParaRPr lang="en-US" sz="1200" b="1"/>
          </a:p>
        </p:txBody>
      </p:sp>
      <p:sp>
        <p:nvSpPr>
          <p:cNvPr id="3" name="Title 2">
            <a:extLst>
              <a:ext uri="{FF2B5EF4-FFF2-40B4-BE49-F238E27FC236}">
                <a16:creationId xmlns:a16="http://schemas.microsoft.com/office/drawing/2014/main" id="{44261779-AE53-FF06-55AC-3FAAD7988409}"/>
              </a:ext>
            </a:extLst>
          </p:cNvPr>
          <p:cNvSpPr>
            <a:spLocks noGrp="1"/>
          </p:cNvSpPr>
          <p:nvPr>
            <p:ph type="title"/>
          </p:nvPr>
        </p:nvSpPr>
        <p:spPr>
          <a:xfrm>
            <a:off x="358337" y="271427"/>
            <a:ext cx="11470125" cy="738664"/>
          </a:xfrm>
        </p:spPr>
        <p:txBody>
          <a:bodyPr vert="horz"/>
          <a:lstStyle/>
          <a:p>
            <a:r>
              <a:rPr lang="en-US" sz="2400"/>
              <a:t>The tislelizumab IEGP captures cross-functional and regional perspectives to guide operationalization and execution of evidence generation efforts</a:t>
            </a:r>
          </a:p>
        </p:txBody>
      </p:sp>
      <p:sp>
        <p:nvSpPr>
          <p:cNvPr id="14" name="TextBox 13">
            <a:extLst>
              <a:ext uri="{FF2B5EF4-FFF2-40B4-BE49-F238E27FC236}">
                <a16:creationId xmlns:a16="http://schemas.microsoft.com/office/drawing/2014/main" id="{A8AE1D05-4D79-DD1B-51EC-46841FFCCF7F}"/>
              </a:ext>
            </a:extLst>
          </p:cNvPr>
          <p:cNvSpPr txBox="1"/>
          <p:nvPr/>
        </p:nvSpPr>
        <p:spPr>
          <a:xfrm>
            <a:off x="390683" y="1193399"/>
            <a:ext cx="7130257" cy="433633"/>
          </a:xfrm>
          <a:prstGeom prst="rect">
            <a:avLst/>
          </a:prstGeom>
          <a:noFill/>
        </p:spPr>
        <p:txBody>
          <a:bodyPr wrap="square" lIns="0" tIns="0" rIns="0" bIns="0" rtlCol="0" anchor="b">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283349">
                    <a:lumMod val="60000"/>
                    <a:lumOff val="40000"/>
                  </a:srgbClr>
                </a:solidFill>
                <a:effectLst/>
                <a:uLnTx/>
                <a:uFillTx/>
                <a:latin typeface="Poppins Medium"/>
                <a:ea typeface="+mn-ea"/>
                <a:cs typeface="+mn-cs"/>
              </a:rPr>
              <a:t>The Tislelizumab IEGP was informed by:</a:t>
            </a:r>
          </a:p>
        </p:txBody>
      </p:sp>
      <p:sp>
        <p:nvSpPr>
          <p:cNvPr id="2" name="Footer Placeholder 3">
            <a:extLst>
              <a:ext uri="{FF2B5EF4-FFF2-40B4-BE49-F238E27FC236}">
                <a16:creationId xmlns:a16="http://schemas.microsoft.com/office/drawing/2014/main" id="{BFA50842-DEED-8B7A-0F43-4C7514FBF5C0}"/>
              </a:ext>
            </a:extLst>
          </p:cNvPr>
          <p:cNvSpPr txBox="1">
            <a:spLocks/>
          </p:cNvSpPr>
          <p:nvPr/>
        </p:nvSpPr>
        <p:spPr>
          <a:xfrm>
            <a:off x="358337" y="6378357"/>
            <a:ext cx="8496296"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nSpc>
                <a:spcPct val="90000"/>
              </a:lnSpc>
              <a:spcBef>
                <a:spcPts val="300"/>
              </a:spcBef>
              <a:defRPr/>
            </a:pPr>
            <a:r>
              <a:rPr lang="en-US" sz="700">
                <a:solidFill>
                  <a:srgbClr val="000000">
                    <a:lumMod val="65000"/>
                    <a:lumOff val="35000"/>
                  </a:srgbClr>
                </a:solidFill>
              </a:rPr>
              <a:t>Note: </a:t>
            </a:r>
            <a:r>
              <a:rPr lang="en-US" sz="700">
                <a:solidFill>
                  <a:srgbClr val="000000">
                    <a:lumMod val="65000"/>
                    <a:lumOff val="35000"/>
                  </a:srgbClr>
                </a:solidFill>
                <a:latin typeface="Poppins"/>
              </a:rPr>
              <a:t>Clin Dev: Clinical Development; GMA: Global Medical Affairs; HEOR: Health Economics and Outcomes Research; </a:t>
            </a:r>
            <a:r>
              <a:rPr lang="en-US" sz="700">
                <a:solidFill>
                  <a:srgbClr val="000000">
                    <a:lumMod val="65000"/>
                    <a:lumOff val="35000"/>
                  </a:srgbClr>
                </a:solidFill>
              </a:rPr>
              <a:t>IEGP: Integrated Evidence Generation Plan; </a:t>
            </a:r>
            <a:r>
              <a:rPr lang="en-US" sz="700">
                <a:solidFill>
                  <a:srgbClr val="000000">
                    <a:lumMod val="65000"/>
                    <a:lumOff val="35000"/>
                  </a:srgbClr>
                </a:solidFill>
                <a:latin typeface="Poppins"/>
              </a:rPr>
              <a:t>PRO: Patient Reported Outcomes</a:t>
            </a:r>
          </a:p>
        </p:txBody>
      </p:sp>
      <p:sp>
        <p:nvSpPr>
          <p:cNvPr id="8" name="Rectangle 7">
            <a:extLst>
              <a:ext uri="{FF2B5EF4-FFF2-40B4-BE49-F238E27FC236}">
                <a16:creationId xmlns:a16="http://schemas.microsoft.com/office/drawing/2014/main" id="{123A0770-40D9-F07A-1ED6-38355AE58005}"/>
              </a:ext>
            </a:extLst>
          </p:cNvPr>
          <p:cNvSpPr/>
          <p:nvPr/>
        </p:nvSpPr>
        <p:spPr>
          <a:xfrm>
            <a:off x="358337" y="1728033"/>
            <a:ext cx="7009556" cy="1584000"/>
          </a:xfrm>
          <a:prstGeom prst="rect">
            <a:avLst/>
          </a:prstGeom>
          <a:solidFill>
            <a:schemeClr val="bg1"/>
          </a:solidFill>
          <a:ln>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mj-lt"/>
              <a:ea typeface="+mn-ea"/>
              <a:cs typeface="+mn-cs"/>
            </a:endParaRPr>
          </a:p>
        </p:txBody>
      </p:sp>
      <p:pic>
        <p:nvPicPr>
          <p:cNvPr id="16" name="Graphic 15">
            <a:extLst>
              <a:ext uri="{FF2B5EF4-FFF2-40B4-BE49-F238E27FC236}">
                <a16:creationId xmlns:a16="http://schemas.microsoft.com/office/drawing/2014/main" id="{DE211372-8285-DC75-5E98-F3410E6531D7}"/>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629274" y="1828363"/>
            <a:ext cx="612000" cy="612000"/>
          </a:xfrm>
          <a:prstGeom prst="rect">
            <a:avLst/>
          </a:prstGeom>
        </p:spPr>
      </p:pic>
      <p:sp>
        <p:nvSpPr>
          <p:cNvPr id="17" name="TextBox 16">
            <a:extLst>
              <a:ext uri="{FF2B5EF4-FFF2-40B4-BE49-F238E27FC236}">
                <a16:creationId xmlns:a16="http://schemas.microsoft.com/office/drawing/2014/main" id="{2CCFE643-77FC-5CE5-A811-D761E5BEA2E6}"/>
              </a:ext>
            </a:extLst>
          </p:cNvPr>
          <p:cNvSpPr txBox="1"/>
          <p:nvPr/>
        </p:nvSpPr>
        <p:spPr>
          <a:xfrm>
            <a:off x="1206271" y="1918920"/>
            <a:ext cx="2484000" cy="430887"/>
          </a:xfrm>
          <a:prstGeom prst="rect">
            <a:avLst/>
          </a:prstGeom>
          <a:noFill/>
        </p:spPr>
        <p:txBody>
          <a:bodyPr wrap="square" lIns="91440" tIns="91440" rIns="91440" bIns="91440" rtlCol="0">
            <a:spAutoFit/>
          </a:bodyPr>
          <a:lstStyle/>
          <a:p>
            <a:r>
              <a:rPr lang="en-US" sz="1600" b="1"/>
              <a:t>71</a:t>
            </a:r>
            <a:r>
              <a:rPr lang="en-US" sz="1200"/>
              <a:t> </a:t>
            </a:r>
            <a:r>
              <a:rPr lang="en-US" sz="1200" err="1"/>
              <a:t>BeOne</a:t>
            </a:r>
            <a:r>
              <a:rPr lang="en-US" sz="1200"/>
              <a:t> Strategic Materials</a:t>
            </a:r>
          </a:p>
        </p:txBody>
      </p:sp>
      <p:pic>
        <p:nvPicPr>
          <p:cNvPr id="9" name="Graphic 8">
            <a:extLst>
              <a:ext uri="{FF2B5EF4-FFF2-40B4-BE49-F238E27FC236}">
                <a16:creationId xmlns:a16="http://schemas.microsoft.com/office/drawing/2014/main" id="{306C4AB5-DA85-C107-BC7B-3D6D47BE52E8}"/>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25553" y="2598355"/>
            <a:ext cx="612000" cy="612000"/>
          </a:xfrm>
          <a:prstGeom prst="rect">
            <a:avLst/>
          </a:prstGeom>
        </p:spPr>
      </p:pic>
      <p:sp>
        <p:nvSpPr>
          <p:cNvPr id="19" name="TextBox 18">
            <a:extLst>
              <a:ext uri="{FF2B5EF4-FFF2-40B4-BE49-F238E27FC236}">
                <a16:creationId xmlns:a16="http://schemas.microsoft.com/office/drawing/2014/main" id="{5E2593E8-8C7C-1A3B-1C00-9F71DC7E9E42}"/>
              </a:ext>
            </a:extLst>
          </p:cNvPr>
          <p:cNvSpPr txBox="1"/>
          <p:nvPr/>
        </p:nvSpPr>
        <p:spPr>
          <a:xfrm>
            <a:off x="1206272" y="2596579"/>
            <a:ext cx="2484000" cy="615553"/>
          </a:xfrm>
          <a:prstGeom prst="rect">
            <a:avLst/>
          </a:prstGeom>
          <a:noFill/>
        </p:spPr>
        <p:txBody>
          <a:bodyPr wrap="square" lIns="91440" tIns="91440" rIns="91440" bIns="91440" rtlCol="0">
            <a:spAutoFit/>
          </a:bodyPr>
          <a:lstStyle/>
          <a:p>
            <a:r>
              <a:rPr lang="en-US" sz="1600" b="1"/>
              <a:t>22</a:t>
            </a:r>
            <a:r>
              <a:rPr lang="en-US" sz="1200"/>
              <a:t> Internal Stakeholder Interviews</a:t>
            </a:r>
          </a:p>
        </p:txBody>
      </p:sp>
      <p:pic>
        <p:nvPicPr>
          <p:cNvPr id="10" name="Graphic 9">
            <a:extLst>
              <a:ext uri="{FF2B5EF4-FFF2-40B4-BE49-F238E27FC236}">
                <a16:creationId xmlns:a16="http://schemas.microsoft.com/office/drawing/2014/main" id="{E8B7B219-E8A4-D797-98DB-5531E7EB4347}"/>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3946565" y="1828363"/>
            <a:ext cx="612000" cy="612000"/>
          </a:xfrm>
          <a:prstGeom prst="rect">
            <a:avLst/>
          </a:prstGeom>
        </p:spPr>
      </p:pic>
      <p:sp>
        <p:nvSpPr>
          <p:cNvPr id="22" name="TextBox 21">
            <a:extLst>
              <a:ext uri="{FF2B5EF4-FFF2-40B4-BE49-F238E27FC236}">
                <a16:creationId xmlns:a16="http://schemas.microsoft.com/office/drawing/2014/main" id="{CE19CE00-A1F0-A5FE-34DF-59CE2A25CA0C}"/>
              </a:ext>
            </a:extLst>
          </p:cNvPr>
          <p:cNvSpPr txBox="1"/>
          <p:nvPr/>
        </p:nvSpPr>
        <p:spPr>
          <a:xfrm>
            <a:off x="4627597" y="1918920"/>
            <a:ext cx="2484000" cy="430887"/>
          </a:xfrm>
          <a:prstGeom prst="rect">
            <a:avLst/>
          </a:prstGeom>
          <a:noFill/>
        </p:spPr>
        <p:txBody>
          <a:bodyPr wrap="square" lIns="91440" tIns="91440" rIns="91440" bIns="91440" rtlCol="0">
            <a:spAutoFit/>
          </a:bodyPr>
          <a:lstStyle/>
          <a:p>
            <a:r>
              <a:rPr lang="en-US" sz="1600" b="1"/>
              <a:t>37 </a:t>
            </a:r>
            <a:r>
              <a:rPr lang="en-US" sz="1200"/>
              <a:t>Survey Responses</a:t>
            </a:r>
          </a:p>
        </p:txBody>
      </p:sp>
      <p:pic>
        <p:nvPicPr>
          <p:cNvPr id="11" name="Graphic 10">
            <a:extLst>
              <a:ext uri="{FF2B5EF4-FFF2-40B4-BE49-F238E27FC236}">
                <a16:creationId xmlns:a16="http://schemas.microsoft.com/office/drawing/2014/main" id="{400A067D-FC0E-B3A5-5B6F-E15F1B7FCB96}"/>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3948572" y="2598355"/>
            <a:ext cx="612000" cy="612000"/>
          </a:xfrm>
          <a:prstGeom prst="rect">
            <a:avLst/>
          </a:prstGeom>
        </p:spPr>
      </p:pic>
      <p:sp>
        <p:nvSpPr>
          <p:cNvPr id="23" name="TextBox 22">
            <a:extLst>
              <a:ext uri="{FF2B5EF4-FFF2-40B4-BE49-F238E27FC236}">
                <a16:creationId xmlns:a16="http://schemas.microsoft.com/office/drawing/2014/main" id="{8EDE3E36-4286-43D2-B52D-D8E080609A0C}"/>
              </a:ext>
            </a:extLst>
          </p:cNvPr>
          <p:cNvSpPr txBox="1"/>
          <p:nvPr/>
        </p:nvSpPr>
        <p:spPr>
          <a:xfrm>
            <a:off x="4606497" y="2596579"/>
            <a:ext cx="2484000" cy="615553"/>
          </a:xfrm>
          <a:prstGeom prst="rect">
            <a:avLst/>
          </a:prstGeom>
          <a:noFill/>
        </p:spPr>
        <p:txBody>
          <a:bodyPr wrap="square" lIns="91440" tIns="91440" rIns="91440" bIns="91440" rtlCol="0">
            <a:spAutoFit/>
          </a:bodyPr>
          <a:lstStyle/>
          <a:p>
            <a:r>
              <a:rPr lang="en-US" sz="1600" b="1"/>
              <a:t>2-Day</a:t>
            </a:r>
            <a:r>
              <a:rPr lang="en-US" sz="1200"/>
              <a:t> Cross Functional Workshop</a:t>
            </a:r>
          </a:p>
        </p:txBody>
      </p:sp>
      <p:sp>
        <p:nvSpPr>
          <p:cNvPr id="46" name="Isosceles Triangle 45">
            <a:extLst>
              <a:ext uri="{FF2B5EF4-FFF2-40B4-BE49-F238E27FC236}">
                <a16:creationId xmlns:a16="http://schemas.microsoft.com/office/drawing/2014/main" id="{74CD0F8D-D1F5-51D4-4ED2-366566FFCD76}"/>
              </a:ext>
            </a:extLst>
          </p:cNvPr>
          <p:cNvSpPr/>
          <p:nvPr/>
        </p:nvSpPr>
        <p:spPr>
          <a:xfrm flipV="1">
            <a:off x="4082170" y="3421896"/>
            <a:ext cx="3839737" cy="186266"/>
          </a:xfrm>
          <a:prstGeom prst="triangle">
            <a:avLst/>
          </a:prstGeom>
          <a:solidFill>
            <a:schemeClr val="tx2">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47" name="Rectangle 46">
            <a:extLst>
              <a:ext uri="{FF2B5EF4-FFF2-40B4-BE49-F238E27FC236}">
                <a16:creationId xmlns:a16="http://schemas.microsoft.com/office/drawing/2014/main" id="{987B3985-44E7-8D95-E823-A8D4B4A925E6}"/>
              </a:ext>
            </a:extLst>
          </p:cNvPr>
          <p:cNvSpPr/>
          <p:nvPr/>
        </p:nvSpPr>
        <p:spPr>
          <a:xfrm>
            <a:off x="358337" y="3704983"/>
            <a:ext cx="11287402" cy="2571695"/>
          </a:xfrm>
          <a:prstGeom prst="rect">
            <a:avLst/>
          </a:prstGeom>
          <a:solidFill>
            <a:schemeClr val="bg1"/>
          </a:solidFill>
          <a:ln>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mj-lt"/>
              <a:ea typeface="+mn-ea"/>
              <a:cs typeface="+mn-cs"/>
            </a:endParaRPr>
          </a:p>
        </p:txBody>
      </p:sp>
      <p:grpSp>
        <p:nvGrpSpPr>
          <p:cNvPr id="5" name="Group 4">
            <a:extLst>
              <a:ext uri="{FF2B5EF4-FFF2-40B4-BE49-F238E27FC236}">
                <a16:creationId xmlns:a16="http://schemas.microsoft.com/office/drawing/2014/main" id="{D1CB1F84-C9AD-28CE-D594-1140B1DB7910}"/>
              </a:ext>
            </a:extLst>
          </p:cNvPr>
          <p:cNvGrpSpPr/>
          <p:nvPr/>
        </p:nvGrpSpPr>
        <p:grpSpPr>
          <a:xfrm>
            <a:off x="485381" y="3804886"/>
            <a:ext cx="11032925" cy="2002609"/>
            <a:chOff x="485381" y="3804886"/>
            <a:chExt cx="11032925" cy="2002609"/>
          </a:xfrm>
        </p:grpSpPr>
        <p:sp>
          <p:nvSpPr>
            <p:cNvPr id="48" name="Arrow: Chevron 47">
              <a:extLst>
                <a:ext uri="{FF2B5EF4-FFF2-40B4-BE49-F238E27FC236}">
                  <a16:creationId xmlns:a16="http://schemas.microsoft.com/office/drawing/2014/main" id="{6ECF643D-2A64-BF36-FB8B-933653A5FE15}"/>
                </a:ext>
              </a:extLst>
            </p:cNvPr>
            <p:cNvSpPr/>
            <p:nvPr/>
          </p:nvSpPr>
          <p:spPr>
            <a:xfrm>
              <a:off x="3956012" y="3804886"/>
              <a:ext cx="3641727" cy="299901"/>
            </a:xfrm>
            <a:prstGeom prst="chevron">
              <a:avLst>
                <a:gd name="adj" fmla="val 20899"/>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en-US" sz="1400" b="1">
                  <a:solidFill>
                    <a:schemeClr val="bg1"/>
                  </a:solidFill>
                  <a:latin typeface="Invention" panose="020B0503020008020204" pitchFamily="34" charset="0"/>
                </a:rPr>
                <a:t>Cross-functional Workshop</a:t>
              </a:r>
            </a:p>
          </p:txBody>
        </p:sp>
        <p:sp>
          <p:nvSpPr>
            <p:cNvPr id="49" name="Arrow: Pentagon 48">
              <a:extLst>
                <a:ext uri="{FF2B5EF4-FFF2-40B4-BE49-F238E27FC236}">
                  <a16:creationId xmlns:a16="http://schemas.microsoft.com/office/drawing/2014/main" id="{89DE3879-E024-2BC1-B770-1CBD822F0ACA}"/>
                </a:ext>
              </a:extLst>
            </p:cNvPr>
            <p:cNvSpPr/>
            <p:nvPr/>
          </p:nvSpPr>
          <p:spPr>
            <a:xfrm>
              <a:off x="485381" y="3804886"/>
              <a:ext cx="3470631" cy="299901"/>
            </a:xfrm>
            <a:prstGeom prst="homePlate">
              <a:avLst>
                <a:gd name="adj" fmla="val 25916"/>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algn="ctr"/>
              <a:r>
                <a:rPr lang="en-US" sz="1400" b="1">
                  <a:solidFill>
                    <a:schemeClr val="bg1"/>
                  </a:solidFill>
                  <a:latin typeface="Invention" panose="020B0503020008020204" pitchFamily="34" charset="0"/>
                </a:rPr>
                <a:t>Pre-Workshop Groundwork</a:t>
              </a:r>
            </a:p>
          </p:txBody>
        </p:sp>
        <p:sp>
          <p:nvSpPr>
            <p:cNvPr id="50" name="Arrow: Chevron 49">
              <a:extLst>
                <a:ext uri="{FF2B5EF4-FFF2-40B4-BE49-F238E27FC236}">
                  <a16:creationId xmlns:a16="http://schemas.microsoft.com/office/drawing/2014/main" id="{5052D487-87FD-338E-AFFA-F4F761FC7BB5}"/>
                </a:ext>
              </a:extLst>
            </p:cNvPr>
            <p:cNvSpPr/>
            <p:nvPr/>
          </p:nvSpPr>
          <p:spPr>
            <a:xfrm>
              <a:off x="7588623" y="3806983"/>
              <a:ext cx="3925125" cy="298128"/>
            </a:xfrm>
            <a:prstGeom prst="chevron">
              <a:avLst>
                <a:gd name="adj" fmla="val 19716"/>
              </a:avLst>
            </a:prstGeom>
            <a:solidFill>
              <a:schemeClr val="tx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rtlCol="0" anchor="ctr"/>
            <a:lstStyle/>
            <a:p>
              <a:pPr marL="461963" algn="ctr"/>
              <a:r>
                <a:rPr lang="en-US" sz="1400" b="1">
                  <a:solidFill>
                    <a:schemeClr val="bg1"/>
                  </a:solidFill>
                  <a:latin typeface="Invention" panose="020B0503020008020204" pitchFamily="34" charset="0"/>
                </a:rPr>
                <a:t>IEGP Development</a:t>
              </a:r>
            </a:p>
          </p:txBody>
        </p:sp>
        <p:sp>
          <p:nvSpPr>
            <p:cNvPr id="54" name="Rectangle 53">
              <a:extLst>
                <a:ext uri="{FF2B5EF4-FFF2-40B4-BE49-F238E27FC236}">
                  <a16:creationId xmlns:a16="http://schemas.microsoft.com/office/drawing/2014/main" id="{76A21B2D-B8F3-8404-5F3C-E08D2AD4B99B}"/>
                </a:ext>
              </a:extLst>
            </p:cNvPr>
            <p:cNvSpPr/>
            <p:nvPr/>
          </p:nvSpPr>
          <p:spPr>
            <a:xfrm>
              <a:off x="485382" y="4180579"/>
              <a:ext cx="3401024" cy="16269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82880" marR="0" lvl="0" indent="-182880" algn="l"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1">
                  <a:solidFill>
                    <a:srgbClr val="000000"/>
                  </a:solidFill>
                </a:rPr>
                <a:t>Robust materials audit to identify initial evidence gaps </a:t>
              </a:r>
              <a:r>
                <a:rPr lang="en-US" sz="1100">
                  <a:solidFill>
                    <a:srgbClr val="000000"/>
                  </a:solidFill>
                </a:rPr>
                <a:t>and further pressure-test these via </a:t>
              </a:r>
              <a:r>
                <a:rPr lang="en-US" sz="1100" b="1">
                  <a:solidFill>
                    <a:srgbClr val="000000"/>
                  </a:solidFill>
                </a:rPr>
                <a:t>internal interviews</a:t>
              </a:r>
              <a:r>
                <a:rPr lang="en-US" sz="1100">
                  <a:solidFill>
                    <a:srgbClr val="000000"/>
                  </a:solidFill>
                </a:rPr>
                <a:t>, pre-workshop </a:t>
              </a:r>
              <a:r>
                <a:rPr lang="en-US" sz="1100" b="1">
                  <a:solidFill>
                    <a:srgbClr val="000000"/>
                  </a:solidFill>
                </a:rPr>
                <a:t>survey</a:t>
              </a:r>
              <a:r>
                <a:rPr lang="en-US" sz="1100">
                  <a:solidFill>
                    <a:srgbClr val="000000"/>
                  </a:solidFill>
                </a:rPr>
                <a:t>, and core</a:t>
              </a:r>
              <a:r>
                <a:rPr lang="en-US" sz="1100" b="1">
                  <a:solidFill>
                    <a:srgbClr val="000000"/>
                  </a:solidFill>
                </a:rPr>
                <a:t> GMA input </a:t>
              </a:r>
              <a:r>
                <a:rPr lang="en-US" sz="1100">
                  <a:solidFill>
                    <a:srgbClr val="000000"/>
                  </a:solidFill>
                </a:rPr>
                <a:t>to assign gap priority</a:t>
              </a:r>
            </a:p>
            <a:p>
              <a:pPr marL="182880" marR="0" lvl="0" indent="-182880" algn="l"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a:solidFill>
                    <a:srgbClr val="000000"/>
                  </a:solidFill>
                </a:rPr>
                <a:t>During this phase, </a:t>
              </a:r>
              <a:r>
                <a:rPr lang="en-US" sz="1100" b="1">
                  <a:solidFill>
                    <a:srgbClr val="000000"/>
                  </a:solidFill>
                </a:rPr>
                <a:t>alignment with the tislelizumab strategic imperatives &amp; medical objectives </a:t>
              </a:r>
              <a:r>
                <a:rPr lang="en-US" sz="1100">
                  <a:solidFill>
                    <a:srgbClr val="000000"/>
                  </a:solidFill>
                </a:rPr>
                <a:t>is established to create a cohesive link from strategy to evidence generation</a:t>
              </a:r>
              <a:endParaRPr kumimoji="0" lang="en-US" sz="1100" i="0" u="none" strike="noStrike" kern="1200" cap="none" spc="0" normalizeH="0" baseline="0" noProof="0">
                <a:ln>
                  <a:noFill/>
                </a:ln>
                <a:solidFill>
                  <a:srgbClr val="000000"/>
                </a:solidFill>
                <a:effectLst/>
                <a:uLnTx/>
                <a:uFillTx/>
                <a:ea typeface="+mn-ea"/>
                <a:cs typeface="+mn-cs"/>
              </a:endParaRPr>
            </a:p>
          </p:txBody>
        </p:sp>
        <p:sp>
          <p:nvSpPr>
            <p:cNvPr id="55" name="Rectangle 54">
              <a:extLst>
                <a:ext uri="{FF2B5EF4-FFF2-40B4-BE49-F238E27FC236}">
                  <a16:creationId xmlns:a16="http://schemas.microsoft.com/office/drawing/2014/main" id="{D106D538-E196-2A80-CA6A-6C006B180FA8}"/>
                </a:ext>
              </a:extLst>
            </p:cNvPr>
            <p:cNvSpPr/>
            <p:nvPr/>
          </p:nvSpPr>
          <p:spPr>
            <a:xfrm>
              <a:off x="3956012" y="4180579"/>
              <a:ext cx="3568689" cy="16269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82880" marR="0" lvl="0" indent="-182880" algn="l"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1">
                  <a:solidFill>
                    <a:srgbClr val="000000"/>
                  </a:solidFill>
                </a:rPr>
                <a:t>Cross-functional </a:t>
              </a:r>
              <a:r>
                <a:rPr lang="en-US" sz="1100">
                  <a:solidFill>
                    <a:srgbClr val="000000"/>
                  </a:solidFill>
                </a:rPr>
                <a:t>stakeholders provide input on functional needs and other regional considerations to </a:t>
              </a:r>
              <a:r>
                <a:rPr lang="en-US" sz="1100" b="1">
                  <a:solidFill>
                    <a:srgbClr val="000000"/>
                  </a:solidFill>
                </a:rPr>
                <a:t>align on high- and medium- priority gaps </a:t>
              </a:r>
              <a:r>
                <a:rPr lang="en-US" sz="1100">
                  <a:solidFill>
                    <a:srgbClr val="000000"/>
                  </a:solidFill>
                </a:rPr>
                <a:t>based on strategic importance and urgency to generate evidence and </a:t>
              </a:r>
              <a:r>
                <a:rPr lang="en-US" sz="1100" b="1">
                  <a:solidFill>
                    <a:srgbClr val="000000"/>
                  </a:solidFill>
                </a:rPr>
                <a:t>develop related tactics</a:t>
              </a:r>
            </a:p>
            <a:p>
              <a:pPr marL="182880" marR="0" lvl="0" indent="-182880" algn="l"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i="0" u="none" strike="noStrike" kern="1200" cap="none" spc="0" normalizeH="0" baseline="0" noProof="0">
                  <a:ln>
                    <a:noFill/>
                  </a:ln>
                  <a:solidFill>
                    <a:srgbClr val="000000"/>
                  </a:solidFill>
                  <a:effectLst/>
                  <a:uLnTx/>
                  <a:uFillTx/>
                  <a:ea typeface="+mn-ea"/>
                  <a:cs typeface="+mn-cs"/>
                </a:rPr>
                <a:t>Workshop culminates</a:t>
              </a:r>
              <a:r>
                <a:rPr lang="en-US" sz="1100">
                  <a:solidFill>
                    <a:srgbClr val="000000"/>
                  </a:solidFill>
                </a:rPr>
                <a:t> in an </a:t>
              </a:r>
              <a:r>
                <a:rPr lang="en-US" sz="1100" b="1">
                  <a:solidFill>
                    <a:srgbClr val="000000"/>
                  </a:solidFill>
                </a:rPr>
                <a:t>evidence generation roadmap </a:t>
              </a:r>
              <a:r>
                <a:rPr lang="en-US" sz="1100">
                  <a:solidFill>
                    <a:srgbClr val="000000"/>
                  </a:solidFill>
                </a:rPr>
                <a:t>for tactics that address high- and medium-priority evidence gaps</a:t>
              </a:r>
              <a:endParaRPr kumimoji="0" lang="en-US" sz="1100" i="0" u="none" strike="noStrike" kern="1200" cap="none" spc="0" normalizeH="0" baseline="0" noProof="0">
                <a:ln>
                  <a:noFill/>
                </a:ln>
                <a:solidFill>
                  <a:srgbClr val="000000"/>
                </a:solidFill>
                <a:effectLst/>
                <a:uLnTx/>
                <a:uFillTx/>
                <a:ea typeface="+mn-ea"/>
                <a:cs typeface="+mn-cs"/>
              </a:endParaRPr>
            </a:p>
          </p:txBody>
        </p:sp>
        <p:sp>
          <p:nvSpPr>
            <p:cNvPr id="56" name="Rectangle 55">
              <a:extLst>
                <a:ext uri="{FF2B5EF4-FFF2-40B4-BE49-F238E27FC236}">
                  <a16:creationId xmlns:a16="http://schemas.microsoft.com/office/drawing/2014/main" id="{CE798EEC-306E-7461-87AF-34C823255EEF}"/>
                </a:ext>
              </a:extLst>
            </p:cNvPr>
            <p:cNvSpPr/>
            <p:nvPr/>
          </p:nvSpPr>
          <p:spPr>
            <a:xfrm>
              <a:off x="7594306" y="4180579"/>
              <a:ext cx="3924000" cy="16269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82880" marR="0" lvl="0" indent="-182880" algn="l"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1">
                  <a:solidFill>
                    <a:srgbClr val="000000"/>
                  </a:solidFill>
                </a:rPr>
                <a:t>Cross-functional </a:t>
              </a:r>
              <a:r>
                <a:rPr lang="en-US" sz="1100">
                  <a:solidFill>
                    <a:srgbClr val="000000"/>
                  </a:solidFill>
                </a:rPr>
                <a:t>and </a:t>
              </a:r>
              <a:r>
                <a:rPr lang="en-US" sz="1100" b="1">
                  <a:solidFill>
                    <a:srgbClr val="000000"/>
                  </a:solidFill>
                </a:rPr>
                <a:t>regional </a:t>
              </a:r>
              <a:r>
                <a:rPr lang="en-US" sz="1100">
                  <a:solidFill>
                    <a:srgbClr val="000000"/>
                  </a:solidFill>
                </a:rPr>
                <a:t>insights are integrated within workshop outputs, being </a:t>
              </a:r>
              <a:r>
                <a:rPr lang="en-US" sz="1100" b="1">
                  <a:solidFill>
                    <a:srgbClr val="000000"/>
                  </a:solidFill>
                </a:rPr>
                <a:t>reviewed by GMA </a:t>
              </a:r>
              <a:r>
                <a:rPr lang="en-US" sz="1100">
                  <a:solidFill>
                    <a:srgbClr val="000000"/>
                  </a:solidFill>
                </a:rPr>
                <a:t>to ensure alignment with strategic objectives and feasibility of the agreed tactics, incorporating additional </a:t>
              </a:r>
              <a:r>
                <a:rPr lang="en-US" sz="1100" b="1">
                  <a:solidFill>
                    <a:srgbClr val="000000"/>
                  </a:solidFill>
                </a:rPr>
                <a:t>input from JAPAC</a:t>
              </a:r>
            </a:p>
            <a:p>
              <a:pPr marL="182880" marR="0" lvl="0" indent="-182880" algn="l"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ea typeface="+mn-ea"/>
                  <a:cs typeface="+mn-cs"/>
                </a:rPr>
                <a:t>Operationalization and execution </a:t>
              </a:r>
              <a:r>
                <a:rPr kumimoji="0" lang="en-US" sz="1100" i="0" u="none" strike="noStrike" kern="1200" cap="none" spc="0" normalizeH="0" baseline="0" noProof="0">
                  <a:ln>
                    <a:noFill/>
                  </a:ln>
                  <a:solidFill>
                    <a:srgbClr val="000000"/>
                  </a:solidFill>
                  <a:effectLst/>
                  <a:uLnTx/>
                  <a:uFillTx/>
                  <a:ea typeface="+mn-ea"/>
                  <a:cs typeface="+mn-cs"/>
                </a:rPr>
                <a:t>of the tactics forming part of this tislelizumab IEGP lies within the respective functional teams</a:t>
              </a:r>
            </a:p>
            <a:p>
              <a:pPr marL="182880" marR="0" lvl="0" indent="-182880" algn="l" defTabSz="91440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1">
                  <a:solidFill>
                    <a:srgbClr val="000000"/>
                  </a:solidFill>
                </a:rPr>
                <a:t>Alignment between functional teams </a:t>
              </a:r>
              <a:r>
                <a:rPr lang="en-US" sz="1100">
                  <a:solidFill>
                    <a:srgbClr val="000000"/>
                  </a:solidFill>
                </a:rPr>
                <a:t>is required when tactics transverse one or multiple indications</a:t>
              </a:r>
              <a:endParaRPr kumimoji="0" lang="en-US" sz="1100" i="0" u="none" strike="noStrike" kern="1200" cap="none" spc="0" normalizeH="0" baseline="0" noProof="0">
                <a:ln>
                  <a:noFill/>
                </a:ln>
                <a:solidFill>
                  <a:srgbClr val="000000"/>
                </a:solidFill>
                <a:effectLst/>
                <a:uLnTx/>
                <a:uFillTx/>
                <a:ea typeface="+mn-ea"/>
                <a:cs typeface="+mn-cs"/>
              </a:endParaRPr>
            </a:p>
          </p:txBody>
        </p:sp>
      </p:grpSp>
      <p:grpSp>
        <p:nvGrpSpPr>
          <p:cNvPr id="4" name="Group 3">
            <a:extLst>
              <a:ext uri="{FF2B5EF4-FFF2-40B4-BE49-F238E27FC236}">
                <a16:creationId xmlns:a16="http://schemas.microsoft.com/office/drawing/2014/main" id="{FC32BC8F-6DA6-94BC-CCCD-9700CA904EBF}"/>
              </a:ext>
            </a:extLst>
          </p:cNvPr>
          <p:cNvGrpSpPr/>
          <p:nvPr/>
        </p:nvGrpSpPr>
        <p:grpSpPr>
          <a:xfrm>
            <a:off x="-9525" y="-11837"/>
            <a:ext cx="12185286" cy="180000"/>
            <a:chOff x="-9525" y="-11837"/>
            <a:chExt cx="12185286" cy="180000"/>
          </a:xfrm>
        </p:grpSpPr>
        <p:sp>
          <p:nvSpPr>
            <p:cNvPr id="7" name="Rectangle 6">
              <a:extLst>
                <a:ext uri="{FF2B5EF4-FFF2-40B4-BE49-F238E27FC236}">
                  <a16:creationId xmlns:a16="http://schemas.microsoft.com/office/drawing/2014/main" id="{0366117F-8A69-CBEA-D906-CE50E66F05AE}"/>
                </a:ext>
              </a:extLst>
            </p:cNvPr>
            <p:cNvSpPr/>
            <p:nvPr/>
          </p:nvSpPr>
          <p:spPr>
            <a:xfrm>
              <a:off x="-9525" y="-11837"/>
              <a:ext cx="1404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IEGP Introduction</a:t>
              </a:r>
            </a:p>
          </p:txBody>
        </p:sp>
        <p:sp>
          <p:nvSpPr>
            <p:cNvPr id="12" name="Arrow: Pentagon 11">
              <a:extLst>
                <a:ext uri="{FF2B5EF4-FFF2-40B4-BE49-F238E27FC236}">
                  <a16:creationId xmlns:a16="http://schemas.microsoft.com/office/drawing/2014/main" id="{41ED2EE5-C975-47C2-FE78-CA1911BE658E}"/>
                </a:ext>
              </a:extLst>
            </p:cNvPr>
            <p:cNvSpPr/>
            <p:nvPr/>
          </p:nvSpPr>
          <p:spPr>
            <a:xfrm>
              <a:off x="1394475" y="-11837"/>
              <a:ext cx="2592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Objectives, Methodology &amp; Strategy</a:t>
              </a:r>
            </a:p>
          </p:txBody>
        </p:sp>
        <p:sp>
          <p:nvSpPr>
            <p:cNvPr id="13" name="Arrow: Chevron 12">
              <a:extLst>
                <a:ext uri="{FF2B5EF4-FFF2-40B4-BE49-F238E27FC236}">
                  <a16:creationId xmlns:a16="http://schemas.microsoft.com/office/drawing/2014/main" id="{FC9E7DF9-F2F3-0947-1A84-0787E276E227}"/>
                </a:ext>
              </a:extLst>
            </p:cNvPr>
            <p:cNvSpPr/>
            <p:nvPr/>
          </p:nvSpPr>
          <p:spPr>
            <a:xfrm>
              <a:off x="3927797" y="-11837"/>
              <a:ext cx="172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Key Launch Milestones</a:t>
              </a:r>
            </a:p>
          </p:txBody>
        </p:sp>
        <p:sp>
          <p:nvSpPr>
            <p:cNvPr id="15" name="Arrow: Chevron 14">
              <a:extLst>
                <a:ext uri="{FF2B5EF4-FFF2-40B4-BE49-F238E27FC236}">
                  <a16:creationId xmlns:a16="http://schemas.microsoft.com/office/drawing/2014/main" id="{6E07938C-6AB4-C386-A2B6-AEB8D165CDF1}"/>
                </a:ext>
              </a:extLst>
            </p:cNvPr>
            <p:cNvSpPr/>
            <p:nvPr/>
          </p:nvSpPr>
          <p:spPr>
            <a:xfrm>
              <a:off x="5597118" y="-11837"/>
              <a:ext cx="140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Structure &amp; Flow</a:t>
              </a:r>
            </a:p>
          </p:txBody>
        </p:sp>
        <p:sp>
          <p:nvSpPr>
            <p:cNvPr id="18" name="Arrow: Chevron 17">
              <a:extLst>
                <a:ext uri="{FF2B5EF4-FFF2-40B4-BE49-F238E27FC236}">
                  <a16:creationId xmlns:a16="http://schemas.microsoft.com/office/drawing/2014/main" id="{2635EC91-E41E-430E-23C1-A242EBE0FFAC}"/>
                </a:ext>
              </a:extLst>
            </p:cNvPr>
            <p:cNvSpPr/>
            <p:nvPr/>
          </p:nvSpPr>
          <p:spPr>
            <a:xfrm>
              <a:off x="6942439" y="-11837"/>
              <a:ext cx="280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Approach to Evidence Gap Prioritization</a:t>
              </a:r>
            </a:p>
          </p:txBody>
        </p:sp>
        <p:sp>
          <p:nvSpPr>
            <p:cNvPr id="20" name="Arrow: Chevron 19">
              <a:extLst>
                <a:ext uri="{FF2B5EF4-FFF2-40B4-BE49-F238E27FC236}">
                  <a16:creationId xmlns:a16="http://schemas.microsoft.com/office/drawing/2014/main" id="{308B0D7D-DED2-D057-1ECB-68330832060C}"/>
                </a:ext>
              </a:extLst>
            </p:cNvPr>
            <p:cNvSpPr/>
            <p:nvPr/>
          </p:nvSpPr>
          <p:spPr>
            <a:xfrm>
              <a:off x="9691761" y="-11837"/>
              <a:ext cx="248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Navigation through Evidence Gaps</a:t>
              </a:r>
            </a:p>
          </p:txBody>
        </p:sp>
      </p:grpSp>
    </p:spTree>
    <p:extLst>
      <p:ext uri="{BB962C8B-B14F-4D97-AF65-F5344CB8AC3E}">
        <p14:creationId xmlns:p14="http://schemas.microsoft.com/office/powerpoint/2010/main" val="1843067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26E74-CDC3-13EE-DE79-99E2BB128254}"/>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1B9E1FC-AF20-3019-CE0B-F8968AD3B685}"/>
              </a:ext>
            </a:extLst>
          </p:cNvPr>
          <p:cNvGraphicFramePr>
            <a:graphicFrameLocks noChangeAspect="1"/>
          </p:cNvGraphicFramePr>
          <p:nvPr>
            <p:custDataLst>
              <p:tags r:id="rId1"/>
            </p:custDataLst>
            <p:extLst>
              <p:ext uri="{D42A27DB-BD31-4B8C-83A1-F6EECF244321}">
                <p14:modId xmlns:p14="http://schemas.microsoft.com/office/powerpoint/2010/main" val="2290111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11B9E1FC-AF20-3019-CE0B-F8968AD3B6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058EBBB-BCA8-C7A3-0ECD-D114C74B9F8D}"/>
              </a:ext>
            </a:extLst>
          </p:cNvPr>
          <p:cNvSpPr>
            <a:spLocks noGrp="1"/>
          </p:cNvSpPr>
          <p:nvPr>
            <p:ph type="title"/>
          </p:nvPr>
        </p:nvSpPr>
        <p:spPr>
          <a:xfrm>
            <a:off x="358337" y="271427"/>
            <a:ext cx="11470125" cy="738664"/>
          </a:xfrm>
        </p:spPr>
        <p:txBody>
          <a:bodyPr vert="horz"/>
          <a:lstStyle/>
          <a:p>
            <a:r>
              <a:rPr lang="en-US" sz="2400"/>
              <a:t>Tislelizumab’s medical strategy focuses on driving differentiation, securing broad access, and building solid tumor leadership</a:t>
            </a:r>
          </a:p>
        </p:txBody>
      </p:sp>
      <p:sp>
        <p:nvSpPr>
          <p:cNvPr id="4" name="Footer Placeholder 3">
            <a:extLst>
              <a:ext uri="{FF2B5EF4-FFF2-40B4-BE49-F238E27FC236}">
                <a16:creationId xmlns:a16="http://schemas.microsoft.com/office/drawing/2014/main" id="{7025004C-DF2C-31F3-B0FB-A7BE9B40C6BF}"/>
              </a:ext>
            </a:extLst>
          </p:cNvPr>
          <p:cNvSpPr>
            <a:spLocks noGrp="1"/>
          </p:cNvSpPr>
          <p:nvPr>
            <p:ph type="ftr" sz="quarter" idx="10"/>
          </p:nvPr>
        </p:nvSpPr>
        <p:spPr/>
        <p:txBody>
          <a:bodyPr/>
          <a:lstStyle/>
          <a:p>
            <a:pPr>
              <a:defRPr/>
            </a:pPr>
            <a:r>
              <a:rPr lang="en-US">
                <a:solidFill>
                  <a:srgbClr val="000000">
                    <a:lumMod val="65000"/>
                    <a:lumOff val="35000"/>
                  </a:srgbClr>
                </a:solidFill>
                <a:latin typeface="Poppins"/>
              </a:rPr>
              <a:t>Note: HCP: Healthcare Professional; I-O: Immuno-Oncology; KOL: Key Opinion Leader; </a:t>
            </a:r>
            <a:r>
              <a:rPr lang="en-US">
                <a:solidFill>
                  <a:srgbClr val="000000">
                    <a:lumMod val="65000"/>
                    <a:lumOff val="35000"/>
                  </a:srgbClr>
                </a:solidFill>
              </a:rPr>
              <a:t>PD-1: Programmed Death Protein-1</a:t>
            </a:r>
            <a:r>
              <a:rPr lang="en-US">
                <a:solidFill>
                  <a:srgbClr val="000000">
                    <a:lumMod val="65000"/>
                    <a:lumOff val="35000"/>
                  </a:srgbClr>
                </a:solidFill>
                <a:latin typeface="Poppins"/>
              </a:rPr>
              <a:t> ; ST: Solid Tumor</a:t>
            </a: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p:txBody>
      </p:sp>
      <p:sp>
        <p:nvSpPr>
          <p:cNvPr id="5" name="TextBox 4">
            <a:extLst>
              <a:ext uri="{FF2B5EF4-FFF2-40B4-BE49-F238E27FC236}">
                <a16:creationId xmlns:a16="http://schemas.microsoft.com/office/drawing/2014/main" id="{41F4C67A-FE15-93FE-9B80-426DA32797C0}"/>
              </a:ext>
            </a:extLst>
          </p:cNvPr>
          <p:cNvSpPr txBox="1"/>
          <p:nvPr/>
        </p:nvSpPr>
        <p:spPr>
          <a:xfrm>
            <a:off x="390683" y="1245367"/>
            <a:ext cx="8021797" cy="433633"/>
          </a:xfrm>
          <a:prstGeom prst="rect">
            <a:avLst/>
          </a:prstGeom>
          <a:noFill/>
        </p:spPr>
        <p:txBody>
          <a:bodyPr wrap="square" lIns="0" tIns="0" rIns="0" bIns="0" rtlCol="0" anchor="b">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chemeClr val="tx2">
                    <a:lumMod val="60000"/>
                    <a:lumOff val="40000"/>
                  </a:schemeClr>
                </a:solidFill>
                <a:effectLst/>
                <a:uLnTx/>
                <a:uFillTx/>
                <a:latin typeface="Poppins Medium"/>
                <a:ea typeface="+mn-ea"/>
                <a:cs typeface="+mn-cs"/>
              </a:rPr>
              <a:t>Brand Vision</a:t>
            </a:r>
          </a:p>
        </p:txBody>
      </p:sp>
      <p:sp>
        <p:nvSpPr>
          <p:cNvPr id="15" name="TextBox 14">
            <a:extLst>
              <a:ext uri="{FF2B5EF4-FFF2-40B4-BE49-F238E27FC236}">
                <a16:creationId xmlns:a16="http://schemas.microsoft.com/office/drawing/2014/main" id="{EFA28B1E-E324-E9D6-FE8E-6172059D6D6F}"/>
              </a:ext>
            </a:extLst>
          </p:cNvPr>
          <p:cNvSpPr txBox="1"/>
          <p:nvPr/>
        </p:nvSpPr>
        <p:spPr>
          <a:xfrm>
            <a:off x="390683" y="2468843"/>
            <a:ext cx="8021797" cy="433633"/>
          </a:xfrm>
          <a:prstGeom prst="rect">
            <a:avLst/>
          </a:prstGeom>
          <a:noFill/>
        </p:spPr>
        <p:txBody>
          <a:bodyPr wrap="square" lIns="0" tIns="0" rIns="0" bIns="0" rtlCol="0" anchor="b">
            <a:noAutofit/>
          </a:bodyPr>
          <a:lstStyle/>
          <a:p>
            <a:pPr>
              <a:defRPr/>
            </a:pPr>
            <a:r>
              <a:rPr kumimoji="0" lang="en-US" b="1" i="0" u="none" strike="noStrike" kern="1200" cap="none" spc="0" normalizeH="0" baseline="0" noProof="0">
                <a:ln>
                  <a:noFill/>
                </a:ln>
                <a:solidFill>
                  <a:schemeClr val="tx2">
                    <a:lumMod val="60000"/>
                    <a:lumOff val="40000"/>
                  </a:schemeClr>
                </a:solidFill>
                <a:effectLst/>
                <a:uLnTx/>
                <a:uFillTx/>
                <a:latin typeface="Poppins Medium"/>
                <a:ea typeface="+mn-ea"/>
                <a:cs typeface="+mn-cs"/>
              </a:rPr>
              <a:t>Strategic Imperatives &amp; </a:t>
            </a:r>
            <a:r>
              <a:rPr lang="en-US" b="1">
                <a:solidFill>
                  <a:schemeClr val="tx2">
                    <a:lumMod val="60000"/>
                    <a:lumOff val="40000"/>
                  </a:schemeClr>
                </a:solidFill>
                <a:latin typeface="Poppins Medium"/>
              </a:rPr>
              <a:t>Medical Objectives</a:t>
            </a:r>
            <a:r>
              <a:rPr kumimoji="0" lang="en-US" b="1" i="0" u="none" strike="noStrike" kern="1200" cap="none" spc="0" normalizeH="0" baseline="0" noProof="0">
                <a:ln>
                  <a:noFill/>
                </a:ln>
                <a:solidFill>
                  <a:schemeClr val="tx2">
                    <a:lumMod val="60000"/>
                    <a:lumOff val="40000"/>
                  </a:schemeClr>
                </a:solidFill>
                <a:effectLst/>
                <a:uLnTx/>
                <a:uFillTx/>
                <a:latin typeface="Poppins Medium"/>
                <a:ea typeface="+mn-ea"/>
                <a:cs typeface="+mn-cs"/>
              </a:rPr>
              <a:t> </a:t>
            </a:r>
          </a:p>
        </p:txBody>
      </p:sp>
      <p:sp>
        <p:nvSpPr>
          <p:cNvPr id="17" name="Rectangle 16">
            <a:extLst>
              <a:ext uri="{FF2B5EF4-FFF2-40B4-BE49-F238E27FC236}">
                <a16:creationId xmlns:a16="http://schemas.microsoft.com/office/drawing/2014/main" id="{AAB1EC25-AE79-298B-F807-E45C357CE455}"/>
              </a:ext>
            </a:extLst>
          </p:cNvPr>
          <p:cNvSpPr/>
          <p:nvPr/>
        </p:nvSpPr>
        <p:spPr>
          <a:xfrm>
            <a:off x="1600719" y="1679000"/>
            <a:ext cx="10200598" cy="660928"/>
          </a:xfrm>
          <a:prstGeom prst="rect">
            <a:avLst/>
          </a:prstGeom>
          <a:solidFill>
            <a:schemeClr val="accent2">
              <a:lumMod val="10000"/>
              <a:lumOff val="9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tx1"/>
                </a:solidFill>
                <a:effectLst/>
                <a:uLnTx/>
                <a:uFillTx/>
                <a:ea typeface="+mn-ea"/>
                <a:cs typeface="+mn-cs"/>
              </a:rPr>
              <a:t>A proven, reliable and preferred anti-PD-1 therapy </a:t>
            </a:r>
            <a:r>
              <a:rPr kumimoji="0" lang="en-US" sz="1400" b="0" i="0" u="none" strike="noStrike" kern="1200" cap="none" spc="0" normalizeH="0" baseline="0" noProof="0">
                <a:ln>
                  <a:noFill/>
                </a:ln>
                <a:solidFill>
                  <a:schemeClr val="tx1"/>
                </a:solidFill>
                <a:effectLst/>
                <a:uLnTx/>
                <a:uFillTx/>
                <a:ea typeface="+mn-ea"/>
                <a:cs typeface="+mn-cs"/>
              </a:rPr>
              <a:t>shaping the future of</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solidFill>
                <a:effectLst/>
                <a:uLnTx/>
                <a:uFillTx/>
                <a:ea typeface="+mn-ea"/>
                <a:cs typeface="+mn-cs"/>
              </a:rPr>
              <a:t>I-O </a:t>
            </a:r>
            <a:r>
              <a:rPr kumimoji="0" lang="en-US" sz="1400" i="0" u="none" strike="noStrike" kern="1200" cap="none" spc="0" normalizeH="0" baseline="0" noProof="0">
                <a:ln>
                  <a:noFill/>
                </a:ln>
                <a:solidFill>
                  <a:schemeClr val="tx1"/>
                </a:solidFill>
                <a:effectLst/>
                <a:uLnTx/>
                <a:uFillTx/>
                <a:ea typeface="+mn-ea"/>
                <a:cs typeface="+mn-cs"/>
              </a:rPr>
              <a:t>through novel development &amp; access strategies</a:t>
            </a:r>
          </a:p>
        </p:txBody>
      </p:sp>
      <p:sp>
        <p:nvSpPr>
          <p:cNvPr id="18" name="Arrow: Pentagon 17">
            <a:extLst>
              <a:ext uri="{FF2B5EF4-FFF2-40B4-BE49-F238E27FC236}">
                <a16:creationId xmlns:a16="http://schemas.microsoft.com/office/drawing/2014/main" id="{940202D9-72AE-057B-5783-E497C222CBE6}"/>
              </a:ext>
            </a:extLst>
          </p:cNvPr>
          <p:cNvSpPr/>
          <p:nvPr/>
        </p:nvSpPr>
        <p:spPr>
          <a:xfrm>
            <a:off x="358337" y="1703053"/>
            <a:ext cx="1902909" cy="62427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r>
              <a:rPr kumimoji="0" lang="en-US" sz="1600" b="1" i="0" u="none" strike="noStrike" kern="1200" cap="none" spc="0" normalizeH="0" baseline="0" noProof="0">
                <a:ln>
                  <a:noFill/>
                </a:ln>
                <a:solidFill>
                  <a:srgbClr val="FFFFFF"/>
                </a:solidFill>
                <a:effectLst/>
                <a:uLnTx/>
                <a:uFillTx/>
                <a:ea typeface="+mn-ea"/>
                <a:cs typeface="+mn-cs"/>
              </a:rPr>
              <a:t>Tislelizumab</a:t>
            </a:r>
            <a:endParaRPr kumimoji="0" lang="en-US" sz="1600" b="0" i="1" u="none" strike="noStrike" kern="1200" cap="none" spc="0" normalizeH="0" baseline="0" noProof="0">
              <a:ln>
                <a:noFill/>
              </a:ln>
              <a:solidFill>
                <a:srgbClr val="FFFFFF"/>
              </a:solidFill>
              <a:effectLst/>
              <a:uLnTx/>
              <a:uFillTx/>
              <a:ea typeface="+mn-ea"/>
              <a:cs typeface="+mn-cs"/>
            </a:endParaRPr>
          </a:p>
        </p:txBody>
      </p:sp>
      <p:sp>
        <p:nvSpPr>
          <p:cNvPr id="19" name="Rectangle 18">
            <a:extLst>
              <a:ext uri="{FF2B5EF4-FFF2-40B4-BE49-F238E27FC236}">
                <a16:creationId xmlns:a16="http://schemas.microsoft.com/office/drawing/2014/main" id="{67BAD60D-012F-DB17-C525-08555BAB3183}"/>
              </a:ext>
            </a:extLst>
          </p:cNvPr>
          <p:cNvSpPr/>
          <p:nvPr/>
        </p:nvSpPr>
        <p:spPr>
          <a:xfrm>
            <a:off x="4295999" y="2981670"/>
            <a:ext cx="3600000" cy="378415"/>
          </a:xfrm>
          <a:prstGeom prst="rect">
            <a:avLst/>
          </a:pr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a:ea typeface="+mn-ea"/>
                <a:cs typeface="+mn-cs"/>
              </a:rPr>
              <a:t>Secure Broad Access</a:t>
            </a:r>
          </a:p>
        </p:txBody>
      </p:sp>
      <p:sp>
        <p:nvSpPr>
          <p:cNvPr id="20" name="Rectangle 19">
            <a:extLst>
              <a:ext uri="{FF2B5EF4-FFF2-40B4-BE49-F238E27FC236}">
                <a16:creationId xmlns:a16="http://schemas.microsoft.com/office/drawing/2014/main" id="{1F50DDE9-A9E8-2185-AEB3-904D39772DDE}"/>
              </a:ext>
            </a:extLst>
          </p:cNvPr>
          <p:cNvSpPr/>
          <p:nvPr/>
        </p:nvSpPr>
        <p:spPr>
          <a:xfrm>
            <a:off x="8201317" y="2981670"/>
            <a:ext cx="3600000" cy="378415"/>
          </a:xfrm>
          <a:prstGeom prst="rect">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a:ea typeface="+mn-ea"/>
                <a:cs typeface="+mn-cs"/>
              </a:rPr>
              <a:t>Build Solid Tumor Leadership</a:t>
            </a:r>
          </a:p>
        </p:txBody>
      </p:sp>
      <p:sp>
        <p:nvSpPr>
          <p:cNvPr id="21" name="Rectangle 20">
            <a:extLst>
              <a:ext uri="{FF2B5EF4-FFF2-40B4-BE49-F238E27FC236}">
                <a16:creationId xmlns:a16="http://schemas.microsoft.com/office/drawing/2014/main" id="{7C6E3472-23DE-FEF4-3714-FF0C667A4D3C}"/>
              </a:ext>
            </a:extLst>
          </p:cNvPr>
          <p:cNvSpPr/>
          <p:nvPr/>
        </p:nvSpPr>
        <p:spPr>
          <a:xfrm>
            <a:off x="390681" y="2981670"/>
            <a:ext cx="3600000" cy="378415"/>
          </a:xfrm>
          <a:prstGeom prst="rect">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a:ea typeface="+mn-ea"/>
                <a:cs typeface="+mn-cs"/>
              </a:rPr>
              <a:t>Drive Differentiation</a:t>
            </a:r>
          </a:p>
        </p:txBody>
      </p:sp>
      <p:sp>
        <p:nvSpPr>
          <p:cNvPr id="22" name="Rectangle: Rounded Corners 21">
            <a:extLst>
              <a:ext uri="{FF2B5EF4-FFF2-40B4-BE49-F238E27FC236}">
                <a16:creationId xmlns:a16="http://schemas.microsoft.com/office/drawing/2014/main" id="{BDE79B85-684E-56DF-0AE3-245D96A3A80D}"/>
              </a:ext>
            </a:extLst>
          </p:cNvPr>
          <p:cNvSpPr/>
          <p:nvPr/>
        </p:nvSpPr>
        <p:spPr>
          <a:xfrm>
            <a:off x="390681" y="3360086"/>
            <a:ext cx="3600000" cy="3050601"/>
          </a:xfrm>
          <a:prstGeom prst="roundRect">
            <a:avLst>
              <a:gd name="adj" fmla="val 0"/>
            </a:avLst>
          </a:prstGeom>
          <a:solidFill>
            <a:srgbClr val="F6E2E3"/>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defTabSz="913554">
              <a:spcAft>
                <a:spcPts val="900"/>
              </a:spcAft>
              <a:buAutoNum type="arabicPeriod"/>
              <a:defRPr/>
            </a:pPr>
            <a:r>
              <a:rPr lang="en-US" sz="1100" b="1">
                <a:solidFill>
                  <a:schemeClr val="tx1"/>
                </a:solidFill>
              </a:rPr>
              <a:t>Evidence-Based Differentiation: </a:t>
            </a:r>
            <a:r>
              <a:rPr lang="en-US" sz="1100">
                <a:solidFill>
                  <a:srgbClr val="616161"/>
                </a:solidFill>
                <a:ea typeface="+mn-lt"/>
                <a:cs typeface="+mn-lt"/>
              </a:rPr>
              <a:t>Generating scientific evidence that may support a differentiated tislelizumab value in key indications</a:t>
            </a:r>
            <a:endParaRPr lang="en-US" sz="1100">
              <a:cs typeface="Poppins"/>
            </a:endParaRPr>
          </a:p>
          <a:p>
            <a:pPr marL="285750" indent="-285750" defTabSz="913554">
              <a:spcAft>
                <a:spcPts val="900"/>
              </a:spcAft>
              <a:buAutoNum type="arabicPeriod"/>
              <a:defRPr/>
            </a:pPr>
            <a:r>
              <a:rPr lang="en-US" sz="1100" b="1">
                <a:solidFill>
                  <a:schemeClr val="tx1"/>
                </a:solidFill>
              </a:rPr>
              <a:t>Communicate One Scientific Story: </a:t>
            </a:r>
            <a:r>
              <a:rPr lang="en-US" sz="1100">
                <a:solidFill>
                  <a:srgbClr val="616161"/>
                </a:solidFill>
                <a:ea typeface="+mn-lt"/>
                <a:cs typeface="+mn-lt"/>
              </a:rPr>
              <a:t>Develop and align on a clear, credible, and differentiated scientific narrative, to leverage our existing and future evidence as well as potential access strategies</a:t>
            </a:r>
            <a:endParaRPr lang="en-US" sz="1100" b="1">
              <a:solidFill>
                <a:schemeClr val="tx1"/>
              </a:solidFill>
              <a:cs typeface="Poppins"/>
            </a:endParaRPr>
          </a:p>
          <a:p>
            <a:pPr marL="285750" indent="-285750" defTabSz="913554">
              <a:spcAft>
                <a:spcPts val="900"/>
              </a:spcAft>
              <a:buAutoNum type="arabicPeriod"/>
              <a:defRPr/>
            </a:pPr>
            <a:r>
              <a:rPr lang="en-US" sz="1100" b="1">
                <a:solidFill>
                  <a:schemeClr val="tx1"/>
                </a:solidFill>
              </a:rPr>
              <a:t>Competitive Medical Mindset: </a:t>
            </a:r>
            <a:r>
              <a:rPr lang="en-US" sz="1100">
                <a:solidFill>
                  <a:srgbClr val="616161"/>
                </a:solidFill>
                <a:ea typeface="+mn-lt"/>
                <a:cs typeface="+mn-lt"/>
              </a:rPr>
              <a:t>A proactive, insights-driven medical culture that contributes to differentiation strategies across functions</a:t>
            </a:r>
            <a:endParaRPr lang="en-US" sz="1100" b="1">
              <a:solidFill>
                <a:schemeClr val="tx1"/>
              </a:solidFill>
              <a:cs typeface="Poppins"/>
            </a:endParaRPr>
          </a:p>
          <a:p>
            <a:pPr marL="285750" indent="-285750" defTabSz="913554">
              <a:spcAft>
                <a:spcPts val="900"/>
              </a:spcAft>
              <a:buAutoNum type="arabicPeriod"/>
              <a:defRPr/>
            </a:pPr>
            <a:r>
              <a:rPr lang="en-US" sz="1100" b="1" err="1">
                <a:solidFill>
                  <a:schemeClr val="tx1"/>
                </a:solidFill>
              </a:rPr>
              <a:t>BeOne</a:t>
            </a:r>
            <a:r>
              <a:rPr lang="en-US" sz="1100" b="1">
                <a:solidFill>
                  <a:schemeClr val="tx1"/>
                </a:solidFill>
              </a:rPr>
              <a:t> Experience: </a:t>
            </a:r>
            <a:r>
              <a:rPr lang="en-US" sz="1100">
                <a:solidFill>
                  <a:srgbClr val="616161"/>
                </a:solidFill>
                <a:ea typeface="+mn-lt"/>
                <a:cs typeface="+mn-lt"/>
              </a:rPr>
              <a:t>Enhance HCP experience through scientific engagement aligned with </a:t>
            </a:r>
            <a:r>
              <a:rPr lang="en-US" sz="1100" err="1">
                <a:solidFill>
                  <a:srgbClr val="616161"/>
                </a:solidFill>
                <a:ea typeface="+mn-lt"/>
                <a:cs typeface="+mn-lt"/>
              </a:rPr>
              <a:t>BeOne</a:t>
            </a:r>
            <a:r>
              <a:rPr lang="en-US" sz="1100">
                <a:solidFill>
                  <a:srgbClr val="616161"/>
                </a:solidFill>
                <a:ea typeface="+mn-lt"/>
                <a:cs typeface="+mn-lt"/>
              </a:rPr>
              <a:t> values</a:t>
            </a:r>
            <a:endParaRPr lang="en-US" sz="1100" b="1">
              <a:solidFill>
                <a:schemeClr val="tx1"/>
              </a:solidFill>
              <a:cs typeface="Poppins"/>
            </a:endParaRPr>
          </a:p>
        </p:txBody>
      </p:sp>
      <p:sp>
        <p:nvSpPr>
          <p:cNvPr id="23" name="Rectangle: Rounded Corners 22">
            <a:extLst>
              <a:ext uri="{FF2B5EF4-FFF2-40B4-BE49-F238E27FC236}">
                <a16:creationId xmlns:a16="http://schemas.microsoft.com/office/drawing/2014/main" id="{7533A928-F6FE-486E-6ABC-2F7C718E0C79}"/>
              </a:ext>
            </a:extLst>
          </p:cNvPr>
          <p:cNvSpPr/>
          <p:nvPr/>
        </p:nvSpPr>
        <p:spPr>
          <a:xfrm>
            <a:off x="4295999" y="3360085"/>
            <a:ext cx="3600000" cy="3050601"/>
          </a:xfrm>
          <a:prstGeom prst="roundRect">
            <a:avLst>
              <a:gd name="adj" fmla="val 0"/>
            </a:avLst>
          </a:prstGeom>
          <a:solidFill>
            <a:schemeClr val="accent6">
              <a:lumMod val="20000"/>
              <a:lumOff val="8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defTabSz="913554">
              <a:spcAft>
                <a:spcPts val="900"/>
              </a:spcAft>
              <a:buAutoNum type="arabicPeriod"/>
              <a:defRPr/>
            </a:pPr>
            <a:r>
              <a:rPr lang="en-US" sz="1100" b="1">
                <a:solidFill>
                  <a:schemeClr val="tx1"/>
                </a:solidFill>
              </a:rPr>
              <a:t>Integrated Evidence Generation: </a:t>
            </a:r>
            <a:r>
              <a:rPr lang="en-US" sz="1100">
                <a:solidFill>
                  <a:srgbClr val="4D4D4D"/>
                </a:solidFill>
                <a:ea typeface="+mn-lt"/>
                <a:cs typeface="+mn-lt"/>
              </a:rPr>
              <a:t>Elevate perception of tislelizumab through targeted and prioritized data generation and Real-World Evidence (RWE)</a:t>
            </a:r>
            <a:endParaRPr lang="en-US" sz="1100">
              <a:cs typeface="Poppins"/>
            </a:endParaRPr>
          </a:p>
          <a:p>
            <a:pPr marL="285750" indent="-285750" defTabSz="913554">
              <a:spcAft>
                <a:spcPts val="900"/>
              </a:spcAft>
              <a:buAutoNum type="arabicPeriod"/>
              <a:defRPr/>
            </a:pPr>
            <a:r>
              <a:rPr lang="en-US" sz="1100" b="1">
                <a:solidFill>
                  <a:schemeClr val="tx1"/>
                </a:solidFill>
              </a:rPr>
              <a:t>Support Market Access: </a:t>
            </a:r>
            <a:r>
              <a:rPr lang="en-US" sz="1100">
                <a:solidFill>
                  <a:srgbClr val="4D4D4D"/>
                </a:solidFill>
                <a:ea typeface="+mn-lt"/>
                <a:cs typeface="+mn-lt"/>
              </a:rPr>
              <a:t>Partner cross-functionally to inform and support </a:t>
            </a:r>
            <a:r>
              <a:rPr lang="en-US" sz="1100">
                <a:solidFill>
                  <a:srgbClr val="616161"/>
                </a:solidFill>
                <a:ea typeface="+mn-lt"/>
                <a:cs typeface="+mn-lt"/>
              </a:rPr>
              <a:t>reimbursement</a:t>
            </a:r>
            <a:r>
              <a:rPr lang="en-US" sz="1100">
                <a:solidFill>
                  <a:srgbClr val="4D4D4D"/>
                </a:solidFill>
                <a:ea typeface="+mn-lt"/>
                <a:cs typeface="+mn-lt"/>
              </a:rPr>
              <a:t> and market access strategies through robust scientific and clinical insights and medical expertise</a:t>
            </a:r>
            <a:endParaRPr lang="en-US" sz="1100" b="1">
              <a:solidFill>
                <a:schemeClr val="tx1"/>
              </a:solidFill>
              <a:cs typeface="Poppins"/>
            </a:endParaRPr>
          </a:p>
          <a:p>
            <a:pPr marL="285750" indent="-285750" defTabSz="913554">
              <a:spcAft>
                <a:spcPts val="900"/>
              </a:spcAft>
              <a:buAutoNum type="arabicPeriod"/>
              <a:defRPr/>
            </a:pPr>
            <a:r>
              <a:rPr lang="en-US" sz="1100" b="1">
                <a:solidFill>
                  <a:schemeClr val="tx1"/>
                </a:solidFill>
              </a:rPr>
              <a:t>Expanded Access Program: </a:t>
            </a:r>
            <a:r>
              <a:rPr lang="en-US" sz="1100">
                <a:solidFill>
                  <a:srgbClr val="4D4D4D"/>
                </a:solidFill>
                <a:ea typeface="+mn-lt"/>
                <a:cs typeface="+mn-lt"/>
              </a:rPr>
              <a:t>Continue implementation of programs that enable access to tislelizumab for patients with life threatening diseases who have no other treatment options or access pathways available</a:t>
            </a:r>
            <a:endParaRPr lang="en-US" sz="1100" b="1">
              <a:solidFill>
                <a:schemeClr val="tx1"/>
              </a:solidFill>
              <a:cs typeface="Poppins"/>
            </a:endParaRPr>
          </a:p>
        </p:txBody>
      </p:sp>
      <p:sp>
        <p:nvSpPr>
          <p:cNvPr id="24" name="Rectangle: Rounded Corners 23">
            <a:extLst>
              <a:ext uri="{FF2B5EF4-FFF2-40B4-BE49-F238E27FC236}">
                <a16:creationId xmlns:a16="http://schemas.microsoft.com/office/drawing/2014/main" id="{019DAF93-BDF3-4309-7446-106E7B6314E7}"/>
              </a:ext>
            </a:extLst>
          </p:cNvPr>
          <p:cNvSpPr/>
          <p:nvPr/>
        </p:nvSpPr>
        <p:spPr>
          <a:xfrm>
            <a:off x="8201317" y="3360085"/>
            <a:ext cx="3600000" cy="3050601"/>
          </a:xfrm>
          <a:prstGeom prst="roundRect">
            <a:avLst>
              <a:gd name="adj" fmla="val 0"/>
            </a:avLst>
          </a:prstGeom>
          <a:solidFill>
            <a:schemeClr val="tx2">
              <a:lumMod val="20000"/>
              <a:lumOff val="80000"/>
            </a:schemeClr>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defTabSz="913554">
              <a:spcAft>
                <a:spcPts val="900"/>
              </a:spcAft>
              <a:buAutoNum type="arabicPeriod"/>
              <a:defRPr/>
            </a:pPr>
            <a:r>
              <a:rPr lang="en-US" sz="1100" b="1">
                <a:solidFill>
                  <a:schemeClr val="tx1"/>
                </a:solidFill>
              </a:rPr>
              <a:t>KOL Engagement and Advocacy: </a:t>
            </a:r>
            <a:r>
              <a:rPr lang="en-US" sz="1100">
                <a:solidFill>
                  <a:srgbClr val="616161"/>
                </a:solidFill>
                <a:ea typeface="+mn-lt"/>
                <a:cs typeface="+mn-lt"/>
              </a:rPr>
              <a:t>Establish KOL engagement plans and objectives to strengthen and build relationships</a:t>
            </a:r>
            <a:endParaRPr lang="en-US" sz="1100">
              <a:cs typeface="Poppins"/>
            </a:endParaRPr>
          </a:p>
          <a:p>
            <a:pPr marL="285750" indent="-285750" defTabSz="913554">
              <a:spcAft>
                <a:spcPts val="900"/>
              </a:spcAft>
              <a:buAutoNum type="arabicPeriod"/>
              <a:defRPr/>
            </a:pPr>
            <a:r>
              <a:rPr lang="en-US" sz="1100" b="1">
                <a:solidFill>
                  <a:schemeClr val="tx1"/>
                </a:solidFill>
              </a:rPr>
              <a:t>Research Collaboration: </a:t>
            </a:r>
            <a:r>
              <a:rPr lang="en-US" sz="1100">
                <a:solidFill>
                  <a:srgbClr val="616161"/>
                </a:solidFill>
                <a:ea typeface="+mn-lt"/>
                <a:cs typeface="+mn-lt"/>
              </a:rPr>
              <a:t>Continue to establish </a:t>
            </a:r>
            <a:r>
              <a:rPr lang="en-US" sz="1100" err="1">
                <a:solidFill>
                  <a:srgbClr val="616161"/>
                </a:solidFill>
                <a:ea typeface="+mn-lt"/>
                <a:cs typeface="+mn-lt"/>
              </a:rPr>
              <a:t>BeOne</a:t>
            </a:r>
            <a:r>
              <a:rPr lang="en-US" sz="1100">
                <a:solidFill>
                  <a:srgbClr val="616161"/>
                </a:solidFill>
                <a:ea typeface="+mn-lt"/>
                <a:cs typeface="+mn-lt"/>
              </a:rPr>
              <a:t> as a trusted and preferred research partner by leveraging the IEGP, clinical development and research collaborations</a:t>
            </a:r>
            <a:endParaRPr lang="en-US" sz="1100" b="1">
              <a:solidFill>
                <a:schemeClr val="tx1"/>
              </a:solidFill>
              <a:cs typeface="Poppins"/>
            </a:endParaRPr>
          </a:p>
          <a:p>
            <a:pPr marL="285750" indent="-285750" defTabSz="913554">
              <a:spcAft>
                <a:spcPts val="900"/>
              </a:spcAft>
              <a:buAutoNum type="arabicPeriod"/>
              <a:defRPr/>
            </a:pPr>
            <a:r>
              <a:rPr lang="en-US" sz="1100" b="1">
                <a:solidFill>
                  <a:schemeClr val="tx1"/>
                </a:solidFill>
              </a:rPr>
              <a:t>Solid Tumor Awareness: </a:t>
            </a:r>
            <a:r>
              <a:rPr lang="en-US" sz="1100">
                <a:solidFill>
                  <a:srgbClr val="616161"/>
                </a:solidFill>
                <a:ea typeface="+mn-lt"/>
                <a:cs typeface="+mn-lt"/>
              </a:rPr>
              <a:t>Enhance external awareness of ST pipeline and research collaborations, including novel </a:t>
            </a:r>
            <a:r>
              <a:rPr lang="en-US" sz="1100" err="1">
                <a:solidFill>
                  <a:srgbClr val="616161"/>
                </a:solidFill>
                <a:ea typeface="+mn-lt"/>
                <a:cs typeface="+mn-lt"/>
              </a:rPr>
              <a:t>tisle</a:t>
            </a:r>
            <a:r>
              <a:rPr lang="en-US" sz="1100">
                <a:solidFill>
                  <a:srgbClr val="616161"/>
                </a:solidFill>
                <a:ea typeface="+mn-lt"/>
                <a:cs typeface="+mn-lt"/>
              </a:rPr>
              <a:t>-combos</a:t>
            </a:r>
            <a:endParaRPr lang="en-US" sz="1100" b="1">
              <a:solidFill>
                <a:schemeClr val="tx1"/>
              </a:solidFill>
              <a:cs typeface="Poppins"/>
            </a:endParaRPr>
          </a:p>
          <a:p>
            <a:pPr marL="285750" indent="-285750" defTabSz="913554">
              <a:spcAft>
                <a:spcPts val="900"/>
              </a:spcAft>
              <a:buAutoNum type="arabicPeriod"/>
              <a:defRPr/>
            </a:pPr>
            <a:r>
              <a:rPr lang="en-US" sz="1100" b="1">
                <a:solidFill>
                  <a:schemeClr val="tx1"/>
                </a:solidFill>
              </a:rPr>
              <a:t>Maintain and Continue to Build: </a:t>
            </a:r>
            <a:r>
              <a:rPr lang="en-US" sz="1100">
                <a:solidFill>
                  <a:srgbClr val="616161"/>
                </a:solidFill>
                <a:ea typeface="+mn-lt"/>
                <a:cs typeface="+mn-lt"/>
              </a:rPr>
              <a:t>Understand the impact of the evolving treatment landscape and action accordingly</a:t>
            </a:r>
            <a:endParaRPr lang="en-US" sz="1100" b="1">
              <a:solidFill>
                <a:schemeClr val="tx1"/>
              </a:solidFill>
              <a:cs typeface="Poppins"/>
            </a:endParaRPr>
          </a:p>
        </p:txBody>
      </p:sp>
      <p:grpSp>
        <p:nvGrpSpPr>
          <p:cNvPr id="11" name="Group 10">
            <a:extLst>
              <a:ext uri="{FF2B5EF4-FFF2-40B4-BE49-F238E27FC236}">
                <a16:creationId xmlns:a16="http://schemas.microsoft.com/office/drawing/2014/main" id="{F3D51894-847D-C9C1-A7BC-0AA87628C505}"/>
              </a:ext>
            </a:extLst>
          </p:cNvPr>
          <p:cNvGrpSpPr/>
          <p:nvPr/>
        </p:nvGrpSpPr>
        <p:grpSpPr>
          <a:xfrm>
            <a:off x="-9525" y="-11837"/>
            <a:ext cx="12185286" cy="180000"/>
            <a:chOff x="-9525" y="-11837"/>
            <a:chExt cx="12185286" cy="180000"/>
          </a:xfrm>
        </p:grpSpPr>
        <p:sp>
          <p:nvSpPr>
            <p:cNvPr id="12" name="Rectangle 11">
              <a:extLst>
                <a:ext uri="{FF2B5EF4-FFF2-40B4-BE49-F238E27FC236}">
                  <a16:creationId xmlns:a16="http://schemas.microsoft.com/office/drawing/2014/main" id="{F6F81B83-CEF5-D68A-A782-76E171A1FFD8}"/>
                </a:ext>
              </a:extLst>
            </p:cNvPr>
            <p:cNvSpPr/>
            <p:nvPr/>
          </p:nvSpPr>
          <p:spPr>
            <a:xfrm>
              <a:off x="-9525" y="-11837"/>
              <a:ext cx="1404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IEGP Introduction</a:t>
              </a:r>
            </a:p>
          </p:txBody>
        </p:sp>
        <p:sp>
          <p:nvSpPr>
            <p:cNvPr id="13" name="Arrow: Pentagon 12">
              <a:extLst>
                <a:ext uri="{FF2B5EF4-FFF2-40B4-BE49-F238E27FC236}">
                  <a16:creationId xmlns:a16="http://schemas.microsoft.com/office/drawing/2014/main" id="{012F376D-BD41-BD60-BD69-7CE5B114AC69}"/>
                </a:ext>
              </a:extLst>
            </p:cNvPr>
            <p:cNvSpPr/>
            <p:nvPr/>
          </p:nvSpPr>
          <p:spPr>
            <a:xfrm>
              <a:off x="1394475" y="-11837"/>
              <a:ext cx="2592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Objectives, Methodology &amp; Strategy</a:t>
              </a:r>
            </a:p>
          </p:txBody>
        </p:sp>
        <p:sp>
          <p:nvSpPr>
            <p:cNvPr id="14" name="Arrow: Chevron 13">
              <a:extLst>
                <a:ext uri="{FF2B5EF4-FFF2-40B4-BE49-F238E27FC236}">
                  <a16:creationId xmlns:a16="http://schemas.microsoft.com/office/drawing/2014/main" id="{0F877AA6-600F-C14E-061C-33BA755C34AE}"/>
                </a:ext>
              </a:extLst>
            </p:cNvPr>
            <p:cNvSpPr/>
            <p:nvPr/>
          </p:nvSpPr>
          <p:spPr>
            <a:xfrm>
              <a:off x="3927797" y="-11837"/>
              <a:ext cx="172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Key Launch Milestones</a:t>
              </a:r>
            </a:p>
          </p:txBody>
        </p:sp>
        <p:sp>
          <p:nvSpPr>
            <p:cNvPr id="16" name="Arrow: Chevron 15">
              <a:extLst>
                <a:ext uri="{FF2B5EF4-FFF2-40B4-BE49-F238E27FC236}">
                  <a16:creationId xmlns:a16="http://schemas.microsoft.com/office/drawing/2014/main" id="{1906A719-1C2B-64E7-5B25-0361168F3116}"/>
                </a:ext>
              </a:extLst>
            </p:cNvPr>
            <p:cNvSpPr/>
            <p:nvPr/>
          </p:nvSpPr>
          <p:spPr>
            <a:xfrm>
              <a:off x="5597118" y="-11837"/>
              <a:ext cx="140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Structure &amp; Flow</a:t>
              </a:r>
            </a:p>
          </p:txBody>
        </p:sp>
        <p:sp>
          <p:nvSpPr>
            <p:cNvPr id="25" name="Arrow: Chevron 24">
              <a:extLst>
                <a:ext uri="{FF2B5EF4-FFF2-40B4-BE49-F238E27FC236}">
                  <a16:creationId xmlns:a16="http://schemas.microsoft.com/office/drawing/2014/main" id="{26C0CA31-F2DD-9413-1A9F-A9B03DE46AA6}"/>
                </a:ext>
              </a:extLst>
            </p:cNvPr>
            <p:cNvSpPr/>
            <p:nvPr/>
          </p:nvSpPr>
          <p:spPr>
            <a:xfrm>
              <a:off x="6942439" y="-11837"/>
              <a:ext cx="280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Approach to Evidence Gap Prioritization</a:t>
              </a:r>
            </a:p>
          </p:txBody>
        </p:sp>
        <p:sp>
          <p:nvSpPr>
            <p:cNvPr id="26" name="Arrow: Chevron 25">
              <a:extLst>
                <a:ext uri="{FF2B5EF4-FFF2-40B4-BE49-F238E27FC236}">
                  <a16:creationId xmlns:a16="http://schemas.microsoft.com/office/drawing/2014/main" id="{242E480F-FE43-8B5A-A93B-EC8B3716189F}"/>
                </a:ext>
              </a:extLst>
            </p:cNvPr>
            <p:cNvSpPr/>
            <p:nvPr/>
          </p:nvSpPr>
          <p:spPr>
            <a:xfrm>
              <a:off x="9691761" y="-11837"/>
              <a:ext cx="248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Navigation through Evidence Gaps</a:t>
              </a:r>
            </a:p>
          </p:txBody>
        </p:sp>
      </p:grpSp>
    </p:spTree>
    <p:extLst>
      <p:ext uri="{BB962C8B-B14F-4D97-AF65-F5344CB8AC3E}">
        <p14:creationId xmlns:p14="http://schemas.microsoft.com/office/powerpoint/2010/main" val="262223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F1A97-F85F-88DB-C8AB-B2BAFE0CE03E}"/>
            </a:ext>
          </a:extLst>
        </p:cNvPr>
        <p:cNvGrpSpPr/>
        <p:nvPr/>
      </p:nvGrpSpPr>
      <p:grpSpPr>
        <a:xfrm>
          <a:off x="0" y="0"/>
          <a:ext cx="0" cy="0"/>
          <a:chOff x="0" y="0"/>
          <a:chExt cx="0" cy="0"/>
        </a:xfrm>
      </p:grpSpPr>
      <p:graphicFrame>
        <p:nvGraphicFramePr>
          <p:cNvPr id="102" name="Table 1023">
            <a:extLst>
              <a:ext uri="{FF2B5EF4-FFF2-40B4-BE49-F238E27FC236}">
                <a16:creationId xmlns:a16="http://schemas.microsoft.com/office/drawing/2014/main" id="{E04F9C85-2829-4560-D0B1-A71CF3B71C16}"/>
              </a:ext>
            </a:extLst>
          </p:cNvPr>
          <p:cNvGraphicFramePr>
            <a:graphicFrameLocks/>
          </p:cNvGraphicFramePr>
          <p:nvPr/>
        </p:nvGraphicFramePr>
        <p:xfrm>
          <a:off x="333933" y="1351139"/>
          <a:ext cx="11210939" cy="5181600"/>
        </p:xfrm>
        <a:graphic>
          <a:graphicData uri="http://schemas.openxmlformats.org/drawingml/2006/table">
            <a:tbl>
              <a:tblPr firstRow="1" bandRow="1"/>
              <a:tblGrid>
                <a:gridCol w="907839">
                  <a:extLst>
                    <a:ext uri="{9D8B030D-6E8A-4147-A177-3AD203B41FA5}">
                      <a16:colId xmlns:a16="http://schemas.microsoft.com/office/drawing/2014/main" val="2346086897"/>
                    </a:ext>
                  </a:extLst>
                </a:gridCol>
                <a:gridCol w="1508555">
                  <a:extLst>
                    <a:ext uri="{9D8B030D-6E8A-4147-A177-3AD203B41FA5}">
                      <a16:colId xmlns:a16="http://schemas.microsoft.com/office/drawing/2014/main" val="1055071418"/>
                    </a:ext>
                  </a:extLst>
                </a:gridCol>
                <a:gridCol w="510055">
                  <a:extLst>
                    <a:ext uri="{9D8B030D-6E8A-4147-A177-3AD203B41FA5}">
                      <a16:colId xmlns:a16="http://schemas.microsoft.com/office/drawing/2014/main" val="1799764891"/>
                    </a:ext>
                  </a:extLst>
                </a:gridCol>
                <a:gridCol w="828449">
                  <a:extLst>
                    <a:ext uri="{9D8B030D-6E8A-4147-A177-3AD203B41FA5}">
                      <a16:colId xmlns:a16="http://schemas.microsoft.com/office/drawing/2014/main" val="3344418564"/>
                    </a:ext>
                  </a:extLst>
                </a:gridCol>
                <a:gridCol w="828449">
                  <a:extLst>
                    <a:ext uri="{9D8B030D-6E8A-4147-A177-3AD203B41FA5}">
                      <a16:colId xmlns:a16="http://schemas.microsoft.com/office/drawing/2014/main" val="3698084932"/>
                    </a:ext>
                  </a:extLst>
                </a:gridCol>
                <a:gridCol w="828449">
                  <a:extLst>
                    <a:ext uri="{9D8B030D-6E8A-4147-A177-3AD203B41FA5}">
                      <a16:colId xmlns:a16="http://schemas.microsoft.com/office/drawing/2014/main" val="984988712"/>
                    </a:ext>
                  </a:extLst>
                </a:gridCol>
                <a:gridCol w="828449">
                  <a:extLst>
                    <a:ext uri="{9D8B030D-6E8A-4147-A177-3AD203B41FA5}">
                      <a16:colId xmlns:a16="http://schemas.microsoft.com/office/drawing/2014/main" val="1788082079"/>
                    </a:ext>
                  </a:extLst>
                </a:gridCol>
                <a:gridCol w="828449">
                  <a:extLst>
                    <a:ext uri="{9D8B030D-6E8A-4147-A177-3AD203B41FA5}">
                      <a16:colId xmlns:a16="http://schemas.microsoft.com/office/drawing/2014/main" val="1523376687"/>
                    </a:ext>
                  </a:extLst>
                </a:gridCol>
                <a:gridCol w="828449">
                  <a:extLst>
                    <a:ext uri="{9D8B030D-6E8A-4147-A177-3AD203B41FA5}">
                      <a16:colId xmlns:a16="http://schemas.microsoft.com/office/drawing/2014/main" val="3733990360"/>
                    </a:ext>
                  </a:extLst>
                </a:gridCol>
                <a:gridCol w="828449">
                  <a:extLst>
                    <a:ext uri="{9D8B030D-6E8A-4147-A177-3AD203B41FA5}">
                      <a16:colId xmlns:a16="http://schemas.microsoft.com/office/drawing/2014/main" val="2442213887"/>
                    </a:ext>
                  </a:extLst>
                </a:gridCol>
                <a:gridCol w="828449">
                  <a:extLst>
                    <a:ext uri="{9D8B030D-6E8A-4147-A177-3AD203B41FA5}">
                      <a16:colId xmlns:a16="http://schemas.microsoft.com/office/drawing/2014/main" val="3111405444"/>
                    </a:ext>
                  </a:extLst>
                </a:gridCol>
                <a:gridCol w="828449">
                  <a:extLst>
                    <a:ext uri="{9D8B030D-6E8A-4147-A177-3AD203B41FA5}">
                      <a16:colId xmlns:a16="http://schemas.microsoft.com/office/drawing/2014/main" val="3380548072"/>
                    </a:ext>
                  </a:extLst>
                </a:gridCol>
                <a:gridCol w="828449">
                  <a:extLst>
                    <a:ext uri="{9D8B030D-6E8A-4147-A177-3AD203B41FA5}">
                      <a16:colId xmlns:a16="http://schemas.microsoft.com/office/drawing/2014/main" val="2708620183"/>
                    </a:ext>
                  </a:extLst>
                </a:gridCol>
              </a:tblGrid>
              <a:tr h="250903">
                <a:tc rowSpan="2">
                  <a:txBody>
                    <a:bodyPr/>
                    <a:lstStyle/>
                    <a:p>
                      <a:pPr algn="ctr"/>
                      <a:r>
                        <a:rPr lang="en-US" sz="1200" b="1">
                          <a:solidFill>
                            <a:schemeClr val="bg1"/>
                          </a:solidFill>
                          <a:latin typeface="+mj-lt"/>
                          <a:cs typeface="Arial" panose="020B0604020202020204" pitchFamily="34" charset="0"/>
                        </a:rPr>
                        <a:t>Indication</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rowSpan="2">
                  <a:txBody>
                    <a:bodyPr/>
                    <a:lstStyle>
                      <a:lvl1pPr marL="0" algn="l" defTabSz="914126" rtl="0" eaLnBrk="1" latinLnBrk="0" hangingPunct="1">
                        <a:defRPr sz="1799" b="1" kern="1200">
                          <a:solidFill>
                            <a:schemeClr val="lt1"/>
                          </a:solidFill>
                          <a:latin typeface="FK Grotesk Neue"/>
                        </a:defRPr>
                      </a:lvl1pPr>
                      <a:lvl2pPr marL="457063" algn="l" defTabSz="914126" rtl="0" eaLnBrk="1" latinLnBrk="0" hangingPunct="1">
                        <a:defRPr sz="1799" b="1" kern="1200">
                          <a:solidFill>
                            <a:schemeClr val="lt1"/>
                          </a:solidFill>
                          <a:latin typeface="FK Grotesk Neue"/>
                        </a:defRPr>
                      </a:lvl2pPr>
                      <a:lvl3pPr marL="914126" algn="l" defTabSz="914126" rtl="0" eaLnBrk="1" latinLnBrk="0" hangingPunct="1">
                        <a:defRPr sz="1799" b="1" kern="1200">
                          <a:solidFill>
                            <a:schemeClr val="lt1"/>
                          </a:solidFill>
                          <a:latin typeface="FK Grotesk Neue"/>
                        </a:defRPr>
                      </a:lvl3pPr>
                      <a:lvl4pPr marL="1371189" algn="l" defTabSz="914126" rtl="0" eaLnBrk="1" latinLnBrk="0" hangingPunct="1">
                        <a:defRPr sz="1799" b="1" kern="1200">
                          <a:solidFill>
                            <a:schemeClr val="lt1"/>
                          </a:solidFill>
                          <a:latin typeface="FK Grotesk Neue"/>
                        </a:defRPr>
                      </a:lvl4pPr>
                      <a:lvl5pPr marL="1828251" algn="l" defTabSz="914126" rtl="0" eaLnBrk="1" latinLnBrk="0" hangingPunct="1">
                        <a:defRPr sz="1799" b="1" kern="1200">
                          <a:solidFill>
                            <a:schemeClr val="lt1"/>
                          </a:solidFill>
                          <a:latin typeface="FK Grotesk Neue"/>
                        </a:defRPr>
                      </a:lvl5pPr>
                      <a:lvl6pPr marL="2285314" algn="l" defTabSz="914126" rtl="0" eaLnBrk="1" latinLnBrk="0" hangingPunct="1">
                        <a:defRPr sz="1799" b="1" kern="1200">
                          <a:solidFill>
                            <a:schemeClr val="lt1"/>
                          </a:solidFill>
                          <a:latin typeface="FK Grotesk Neue"/>
                        </a:defRPr>
                      </a:lvl6pPr>
                      <a:lvl7pPr marL="2742377" algn="l" defTabSz="914126" rtl="0" eaLnBrk="1" latinLnBrk="0" hangingPunct="1">
                        <a:defRPr sz="1799" b="1" kern="1200">
                          <a:solidFill>
                            <a:schemeClr val="lt1"/>
                          </a:solidFill>
                          <a:latin typeface="FK Grotesk Neue"/>
                        </a:defRPr>
                      </a:lvl7pPr>
                      <a:lvl8pPr marL="3199440" algn="l" defTabSz="914126" rtl="0" eaLnBrk="1" latinLnBrk="0" hangingPunct="1">
                        <a:defRPr sz="1799" b="1" kern="1200">
                          <a:solidFill>
                            <a:schemeClr val="lt1"/>
                          </a:solidFill>
                          <a:latin typeface="FK Grotesk Neue"/>
                        </a:defRPr>
                      </a:lvl8pPr>
                      <a:lvl9pPr marL="3656503" algn="l" defTabSz="914126" rtl="0" eaLnBrk="1" latinLnBrk="0" hangingPunct="1">
                        <a:defRPr sz="1799" b="1" kern="1200">
                          <a:solidFill>
                            <a:schemeClr val="lt1"/>
                          </a:solidFill>
                          <a:latin typeface="FK Grotesk Neue"/>
                        </a:defRPr>
                      </a:lvl9pPr>
                    </a:lstStyle>
                    <a:p>
                      <a:pPr algn="ctr"/>
                      <a:r>
                        <a:rPr lang="en-US" sz="1200">
                          <a:latin typeface="+mj-lt"/>
                          <a:cs typeface="Arial" panose="020B0604020202020204" pitchFamily="34" charset="0"/>
                        </a:rPr>
                        <a:t>Trial</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rowSpan="2">
                  <a:txBody>
                    <a:bodyPr/>
                    <a:lstStyle>
                      <a:lvl1pPr marL="0" algn="l" defTabSz="914126" rtl="0" eaLnBrk="1" latinLnBrk="0" hangingPunct="1">
                        <a:defRPr sz="1799" b="1" kern="1200">
                          <a:solidFill>
                            <a:schemeClr val="lt1"/>
                          </a:solidFill>
                          <a:latin typeface="FK Grotesk Neue"/>
                        </a:defRPr>
                      </a:lvl1pPr>
                      <a:lvl2pPr marL="457063" algn="l" defTabSz="914126" rtl="0" eaLnBrk="1" latinLnBrk="0" hangingPunct="1">
                        <a:defRPr sz="1799" b="1" kern="1200">
                          <a:solidFill>
                            <a:schemeClr val="lt1"/>
                          </a:solidFill>
                          <a:latin typeface="FK Grotesk Neue"/>
                        </a:defRPr>
                      </a:lvl2pPr>
                      <a:lvl3pPr marL="914126" algn="l" defTabSz="914126" rtl="0" eaLnBrk="1" latinLnBrk="0" hangingPunct="1">
                        <a:defRPr sz="1799" b="1" kern="1200">
                          <a:solidFill>
                            <a:schemeClr val="lt1"/>
                          </a:solidFill>
                          <a:latin typeface="FK Grotesk Neue"/>
                        </a:defRPr>
                      </a:lvl3pPr>
                      <a:lvl4pPr marL="1371189" algn="l" defTabSz="914126" rtl="0" eaLnBrk="1" latinLnBrk="0" hangingPunct="1">
                        <a:defRPr sz="1799" b="1" kern="1200">
                          <a:solidFill>
                            <a:schemeClr val="lt1"/>
                          </a:solidFill>
                          <a:latin typeface="FK Grotesk Neue"/>
                        </a:defRPr>
                      </a:lvl4pPr>
                      <a:lvl5pPr marL="1828251" algn="l" defTabSz="914126" rtl="0" eaLnBrk="1" latinLnBrk="0" hangingPunct="1">
                        <a:defRPr sz="1799" b="1" kern="1200">
                          <a:solidFill>
                            <a:schemeClr val="lt1"/>
                          </a:solidFill>
                          <a:latin typeface="FK Grotesk Neue"/>
                        </a:defRPr>
                      </a:lvl5pPr>
                      <a:lvl6pPr marL="2285314" algn="l" defTabSz="914126" rtl="0" eaLnBrk="1" latinLnBrk="0" hangingPunct="1">
                        <a:defRPr sz="1799" b="1" kern="1200">
                          <a:solidFill>
                            <a:schemeClr val="lt1"/>
                          </a:solidFill>
                          <a:latin typeface="FK Grotesk Neue"/>
                        </a:defRPr>
                      </a:lvl6pPr>
                      <a:lvl7pPr marL="2742377" algn="l" defTabSz="914126" rtl="0" eaLnBrk="1" latinLnBrk="0" hangingPunct="1">
                        <a:defRPr sz="1799" b="1" kern="1200">
                          <a:solidFill>
                            <a:schemeClr val="lt1"/>
                          </a:solidFill>
                          <a:latin typeface="FK Grotesk Neue"/>
                        </a:defRPr>
                      </a:lvl7pPr>
                      <a:lvl8pPr marL="3199440" algn="l" defTabSz="914126" rtl="0" eaLnBrk="1" latinLnBrk="0" hangingPunct="1">
                        <a:defRPr sz="1799" b="1" kern="1200">
                          <a:solidFill>
                            <a:schemeClr val="lt1"/>
                          </a:solidFill>
                          <a:latin typeface="FK Grotesk Neue"/>
                        </a:defRPr>
                      </a:lvl8pPr>
                      <a:lvl9pPr marL="3656503" algn="l" defTabSz="914126" rtl="0" eaLnBrk="1" latinLnBrk="0" hangingPunct="1">
                        <a:defRPr sz="1799" b="1" kern="1200">
                          <a:solidFill>
                            <a:schemeClr val="lt1"/>
                          </a:solidFill>
                          <a:latin typeface="FK Grotesk Neue"/>
                        </a:defRPr>
                      </a:lvl9pPr>
                    </a:lstStyle>
                    <a:p>
                      <a:pPr algn="ctr"/>
                      <a:r>
                        <a:rPr lang="en-US" sz="1200">
                          <a:latin typeface="+mj-lt"/>
                          <a:cs typeface="Arial" panose="020B0604020202020204" pitchFamily="34" charset="0"/>
                        </a:rPr>
                        <a:t>Phase</a:t>
                      </a:r>
                    </a:p>
                  </a:txBody>
                  <a:tcPr marL="0"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10">
                  <a:txBody>
                    <a:bodyPr/>
                    <a:lstStyle/>
                    <a:p>
                      <a:pPr algn="ctr"/>
                      <a:r>
                        <a:rPr lang="en-US" sz="1200" b="1">
                          <a:solidFill>
                            <a:schemeClr val="bg1"/>
                          </a:solidFill>
                          <a:latin typeface="+mj-lt"/>
                          <a:cs typeface="Arial" panose="020B0604020202020204" pitchFamily="34" charset="0"/>
                        </a:rPr>
                        <a:t>Trial Timelines</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algn="ctr"/>
                      <a:endParaRPr lang="en-US" sz="1200">
                        <a:latin typeface="Arial" panose="020B0604020202020204" pitchFamily="34" charset="0"/>
                        <a:cs typeface="Arial" panose="020B0604020202020204" pitchFamily="34" charset="0"/>
                      </a:endParaRPr>
                    </a:p>
                  </a:txBody>
                  <a:tcPr marR="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lumMod val="75000"/>
                        <a:lumOff val="25000"/>
                      </a:srgbClr>
                    </a:solidFill>
                  </a:tcPr>
                </a:tc>
                <a:tc hMerge="1">
                  <a:txBody>
                    <a:bodyPr/>
                    <a:lstStyle>
                      <a:lvl1pPr marL="0" algn="l" defTabSz="914126" rtl="0" eaLnBrk="1" latinLnBrk="0" hangingPunct="1">
                        <a:defRPr sz="1799" b="1" kern="1200">
                          <a:solidFill>
                            <a:schemeClr val="lt1"/>
                          </a:solidFill>
                          <a:latin typeface="FK Grotesk Neue"/>
                        </a:defRPr>
                      </a:lvl1pPr>
                      <a:lvl2pPr marL="457063" algn="l" defTabSz="914126" rtl="0" eaLnBrk="1" latinLnBrk="0" hangingPunct="1">
                        <a:defRPr sz="1799" b="1" kern="1200">
                          <a:solidFill>
                            <a:schemeClr val="lt1"/>
                          </a:solidFill>
                          <a:latin typeface="FK Grotesk Neue"/>
                        </a:defRPr>
                      </a:lvl2pPr>
                      <a:lvl3pPr marL="914126" algn="l" defTabSz="914126" rtl="0" eaLnBrk="1" latinLnBrk="0" hangingPunct="1">
                        <a:defRPr sz="1799" b="1" kern="1200">
                          <a:solidFill>
                            <a:schemeClr val="lt1"/>
                          </a:solidFill>
                          <a:latin typeface="FK Grotesk Neue"/>
                        </a:defRPr>
                      </a:lvl3pPr>
                      <a:lvl4pPr marL="1371189" algn="l" defTabSz="914126" rtl="0" eaLnBrk="1" latinLnBrk="0" hangingPunct="1">
                        <a:defRPr sz="1799" b="1" kern="1200">
                          <a:solidFill>
                            <a:schemeClr val="lt1"/>
                          </a:solidFill>
                          <a:latin typeface="FK Grotesk Neue"/>
                        </a:defRPr>
                      </a:lvl4pPr>
                      <a:lvl5pPr marL="1828251" algn="l" defTabSz="914126" rtl="0" eaLnBrk="1" latinLnBrk="0" hangingPunct="1">
                        <a:defRPr sz="1799" b="1" kern="1200">
                          <a:solidFill>
                            <a:schemeClr val="lt1"/>
                          </a:solidFill>
                          <a:latin typeface="FK Grotesk Neue"/>
                        </a:defRPr>
                      </a:lvl5pPr>
                      <a:lvl6pPr marL="2285314" algn="l" defTabSz="914126" rtl="0" eaLnBrk="1" latinLnBrk="0" hangingPunct="1">
                        <a:defRPr sz="1799" b="1" kern="1200">
                          <a:solidFill>
                            <a:schemeClr val="lt1"/>
                          </a:solidFill>
                          <a:latin typeface="FK Grotesk Neue"/>
                        </a:defRPr>
                      </a:lvl6pPr>
                      <a:lvl7pPr marL="2742377" algn="l" defTabSz="914126" rtl="0" eaLnBrk="1" latinLnBrk="0" hangingPunct="1">
                        <a:defRPr sz="1799" b="1" kern="1200">
                          <a:solidFill>
                            <a:schemeClr val="lt1"/>
                          </a:solidFill>
                          <a:latin typeface="FK Grotesk Neue"/>
                        </a:defRPr>
                      </a:lvl7pPr>
                      <a:lvl8pPr marL="3199440" algn="l" defTabSz="914126" rtl="0" eaLnBrk="1" latinLnBrk="0" hangingPunct="1">
                        <a:defRPr sz="1799" b="1" kern="1200">
                          <a:solidFill>
                            <a:schemeClr val="lt1"/>
                          </a:solidFill>
                          <a:latin typeface="FK Grotesk Neue"/>
                        </a:defRPr>
                      </a:lvl8pPr>
                      <a:lvl9pPr marL="3656503" algn="l" defTabSz="914126" rtl="0" eaLnBrk="1" latinLnBrk="0" hangingPunct="1">
                        <a:defRPr sz="1799" b="1" kern="1200">
                          <a:solidFill>
                            <a:schemeClr val="lt1"/>
                          </a:solidFill>
                          <a:latin typeface="FK Grotesk Neue"/>
                        </a:defRPr>
                      </a:lvl9pPr>
                    </a:lstStyle>
                    <a:p>
                      <a:endParaRPr/>
                    </a:p>
                  </a:txBody>
                  <a:tcPr marR="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lumMod val="75000"/>
                        <a:lumOff val="25000"/>
                      </a:srgbClr>
                    </a:solidFill>
                  </a:tcPr>
                </a:tc>
                <a:tc hMerge="1">
                  <a:txBody>
                    <a:bodyPr/>
                    <a:lstStyle/>
                    <a:p>
                      <a:pPr algn="ctr"/>
                      <a:endParaRPr lang="en-US" sz="1200">
                        <a:latin typeface="+mj-lt"/>
                      </a:endParaRPr>
                    </a:p>
                  </a:txBody>
                  <a:tcPr marR="0" anchor="ctr">
                    <a:lnB w="12700" cap="flat" cmpd="sng" algn="ctr">
                      <a:solidFill>
                        <a:schemeClr val="bg1"/>
                      </a:solidFill>
                      <a:prstDash val="solid"/>
                      <a:round/>
                      <a:headEnd type="none" w="med" len="med"/>
                      <a:tailEnd type="none" w="med" len="med"/>
                    </a:lnB>
                    <a:solidFill>
                      <a:schemeClr val="tx1">
                        <a:lumMod val="75000"/>
                        <a:lumOff val="25000"/>
                      </a:schemeClr>
                    </a:solidFill>
                  </a:tcPr>
                </a:tc>
                <a:tc hMerge="1">
                  <a:txBody>
                    <a:bodyPr/>
                    <a:lstStyle/>
                    <a:p>
                      <a:pPr algn="ctr"/>
                      <a:endParaRPr lang="en-US" sz="1200">
                        <a:latin typeface="+mj-lt"/>
                      </a:endParaRPr>
                    </a:p>
                  </a:txBody>
                  <a:tcPr marR="0" anchor="ctr">
                    <a:lnB w="12700" cap="flat" cmpd="sng" algn="ctr">
                      <a:solidFill>
                        <a:schemeClr val="bg1"/>
                      </a:solidFill>
                      <a:prstDash val="solid"/>
                      <a:round/>
                      <a:headEnd type="none" w="med" len="med"/>
                      <a:tailEnd type="none" w="med" len="med"/>
                    </a:lnB>
                    <a:solidFill>
                      <a:schemeClr val="tx1">
                        <a:lumMod val="75000"/>
                        <a:lumOff val="25000"/>
                      </a:schemeClr>
                    </a:solidFill>
                  </a:tcPr>
                </a:tc>
                <a:tc hMerge="1">
                  <a:txBody>
                    <a:bodyPr/>
                    <a:lstStyle/>
                    <a:p>
                      <a:pPr algn="ctr"/>
                      <a:endParaRPr lang="en-US" sz="1200">
                        <a:latin typeface="+mj-lt"/>
                      </a:endParaRPr>
                    </a:p>
                  </a:txBody>
                  <a:tcPr marR="0" anchor="ctr">
                    <a:lnB w="12700" cap="flat" cmpd="sng" algn="ctr">
                      <a:solidFill>
                        <a:schemeClr val="bg1"/>
                      </a:solidFill>
                      <a:prstDash val="solid"/>
                      <a:round/>
                      <a:headEnd type="none" w="med" len="med"/>
                      <a:tailEnd type="none" w="med" len="med"/>
                    </a:lnB>
                    <a:solidFill>
                      <a:schemeClr val="tx1">
                        <a:lumMod val="75000"/>
                        <a:lumOff val="25000"/>
                      </a:schemeClr>
                    </a:solidFill>
                  </a:tcPr>
                </a:tc>
                <a:tc hMerge="1">
                  <a:txBody>
                    <a:bodyPr/>
                    <a:lstStyle/>
                    <a:p>
                      <a:pPr algn="ctr"/>
                      <a:endParaRPr lang="en-US" sz="1200">
                        <a:latin typeface="+mj-lt"/>
                      </a:endParaRPr>
                    </a:p>
                  </a:txBody>
                  <a:tcPr marR="0" anchor="ctr">
                    <a:lnB w="12700" cap="flat" cmpd="sng" algn="ctr">
                      <a:solidFill>
                        <a:schemeClr val="bg1"/>
                      </a:solidFill>
                      <a:prstDash val="solid"/>
                      <a:round/>
                      <a:headEnd type="none" w="med" len="med"/>
                      <a:tailEnd type="none" w="med" len="med"/>
                    </a:lnB>
                    <a:solidFill>
                      <a:schemeClr val="tx1">
                        <a:lumMod val="75000"/>
                        <a:lumOff val="25000"/>
                      </a:schemeClr>
                    </a:solidFill>
                  </a:tcPr>
                </a:tc>
                <a:tc hMerge="1">
                  <a:txBody>
                    <a:bodyPr/>
                    <a:lstStyle/>
                    <a:p>
                      <a:pPr algn="ctr"/>
                      <a:endParaRPr lang="en-US" sz="1200" b="1">
                        <a:solidFill>
                          <a:schemeClr val="bg1"/>
                        </a:solidFill>
                        <a:latin typeface="Arial" panose="020B0604020202020204" pitchFamily="34" charset="0"/>
                        <a:cs typeface="Arial" panose="020B0604020202020204" pitchFamily="34" charset="0"/>
                      </a:endParaRPr>
                    </a:p>
                  </a:txBody>
                  <a:tcPr marR="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lumMod val="75000"/>
                        <a:lumOff val="25000"/>
                      </a:srgbClr>
                    </a:solidFill>
                  </a:tcPr>
                </a:tc>
                <a:tc hMerge="1">
                  <a:txBody>
                    <a:bodyPr/>
                    <a:lstStyle/>
                    <a:p>
                      <a:pPr algn="ctr"/>
                      <a:endParaRPr lang="en-US" sz="1200" b="1">
                        <a:solidFill>
                          <a:schemeClr val="bg1"/>
                        </a:solidFill>
                        <a:latin typeface="Arial" panose="020B0604020202020204" pitchFamily="34" charset="0"/>
                        <a:cs typeface="Arial" panose="020B0604020202020204" pitchFamily="34" charset="0"/>
                      </a:endParaRPr>
                    </a:p>
                  </a:txBody>
                  <a:tcPr marR="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lumMod val="75000"/>
                        <a:lumOff val="25000"/>
                      </a:srgbClr>
                    </a:solidFill>
                  </a:tcPr>
                </a:tc>
                <a:tc hMerge="1">
                  <a:txBody>
                    <a:bodyPr/>
                    <a:lstStyle/>
                    <a:p>
                      <a:pPr algn="ctr"/>
                      <a:endParaRPr lang="en-US" sz="1200" b="1">
                        <a:solidFill>
                          <a:schemeClr val="bg1"/>
                        </a:solidFill>
                        <a:latin typeface="Arial" panose="020B0604020202020204" pitchFamily="34" charset="0"/>
                        <a:cs typeface="Arial" panose="020B0604020202020204" pitchFamily="34" charset="0"/>
                      </a:endParaRPr>
                    </a:p>
                  </a:txBody>
                  <a:tcPr marR="0" anchor="ctr">
                    <a:lnL w="12700" cap="flat" cmpd="sng" algn="ctr">
                      <a:solidFill>
                        <a:srgbClr val="FFFFFF"/>
                      </a:solidFill>
                      <a:prstDash val="solid"/>
                      <a:round/>
                      <a:headEnd type="none" w="med" len="med"/>
                      <a:tailEnd type="none" w="med" len="med"/>
                    </a:lnL>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0000">
                        <a:lumMod val="75000"/>
                        <a:lumOff val="25000"/>
                      </a:srgbClr>
                    </a:solidFill>
                  </a:tcPr>
                </a:tc>
                <a:extLst>
                  <a:ext uri="{0D108BD9-81ED-4DB2-BD59-A6C34878D82A}">
                    <a16:rowId xmlns:a16="http://schemas.microsoft.com/office/drawing/2014/main" val="163247009"/>
                  </a:ext>
                </a:extLst>
              </a:tr>
              <a:tr h="25090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1200">
                          <a:solidFill>
                            <a:schemeClr val="bg1"/>
                          </a:solidFill>
                          <a:latin typeface="+mj-lt"/>
                          <a:cs typeface="Arial" panose="020B0604020202020204" pitchFamily="34" charset="0"/>
                        </a:rPr>
                        <a:t>2018</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sz="1200">
                          <a:solidFill>
                            <a:schemeClr val="bg1"/>
                          </a:solidFill>
                          <a:latin typeface="+mj-lt"/>
                          <a:cs typeface="Arial" panose="020B0604020202020204" pitchFamily="34" charset="0"/>
                        </a:rPr>
                        <a:t>2019</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lvl1pPr marL="0" algn="l" defTabSz="914126" rtl="0" eaLnBrk="1" latinLnBrk="0" hangingPunct="1">
                        <a:defRPr sz="1799" kern="1200">
                          <a:solidFill>
                            <a:schemeClr val="dk1"/>
                          </a:solidFill>
                          <a:latin typeface="FK Grotesk Neue"/>
                        </a:defRPr>
                      </a:lvl1pPr>
                      <a:lvl2pPr marL="457063" algn="l" defTabSz="914126" rtl="0" eaLnBrk="1" latinLnBrk="0" hangingPunct="1">
                        <a:defRPr sz="1799" kern="1200">
                          <a:solidFill>
                            <a:schemeClr val="dk1"/>
                          </a:solidFill>
                          <a:latin typeface="FK Grotesk Neue"/>
                        </a:defRPr>
                      </a:lvl2pPr>
                      <a:lvl3pPr marL="914126" algn="l" defTabSz="914126" rtl="0" eaLnBrk="1" latinLnBrk="0" hangingPunct="1">
                        <a:defRPr sz="1799" kern="1200">
                          <a:solidFill>
                            <a:schemeClr val="dk1"/>
                          </a:solidFill>
                          <a:latin typeface="FK Grotesk Neue"/>
                        </a:defRPr>
                      </a:lvl3pPr>
                      <a:lvl4pPr marL="1371189" algn="l" defTabSz="914126" rtl="0" eaLnBrk="1" latinLnBrk="0" hangingPunct="1">
                        <a:defRPr sz="1799" kern="1200">
                          <a:solidFill>
                            <a:schemeClr val="dk1"/>
                          </a:solidFill>
                          <a:latin typeface="FK Grotesk Neue"/>
                        </a:defRPr>
                      </a:lvl4pPr>
                      <a:lvl5pPr marL="1828251" algn="l" defTabSz="914126" rtl="0" eaLnBrk="1" latinLnBrk="0" hangingPunct="1">
                        <a:defRPr sz="1799" kern="1200">
                          <a:solidFill>
                            <a:schemeClr val="dk1"/>
                          </a:solidFill>
                          <a:latin typeface="FK Grotesk Neue"/>
                        </a:defRPr>
                      </a:lvl5pPr>
                      <a:lvl6pPr marL="2285314" algn="l" defTabSz="914126" rtl="0" eaLnBrk="1" latinLnBrk="0" hangingPunct="1">
                        <a:defRPr sz="1799" kern="1200">
                          <a:solidFill>
                            <a:schemeClr val="dk1"/>
                          </a:solidFill>
                          <a:latin typeface="FK Grotesk Neue"/>
                        </a:defRPr>
                      </a:lvl6pPr>
                      <a:lvl7pPr marL="2742377" algn="l" defTabSz="914126" rtl="0" eaLnBrk="1" latinLnBrk="0" hangingPunct="1">
                        <a:defRPr sz="1799" kern="1200">
                          <a:solidFill>
                            <a:schemeClr val="dk1"/>
                          </a:solidFill>
                          <a:latin typeface="FK Grotesk Neue"/>
                        </a:defRPr>
                      </a:lvl7pPr>
                      <a:lvl8pPr marL="3199440" algn="l" defTabSz="914126" rtl="0" eaLnBrk="1" latinLnBrk="0" hangingPunct="1">
                        <a:defRPr sz="1799" kern="1200">
                          <a:solidFill>
                            <a:schemeClr val="dk1"/>
                          </a:solidFill>
                          <a:latin typeface="FK Grotesk Neue"/>
                        </a:defRPr>
                      </a:lvl8pPr>
                      <a:lvl9pPr marL="3656503" algn="l" defTabSz="914126" rtl="0" eaLnBrk="1" latinLnBrk="0" hangingPunct="1">
                        <a:defRPr sz="1799" kern="1200">
                          <a:solidFill>
                            <a:schemeClr val="dk1"/>
                          </a:solidFill>
                          <a:latin typeface="FK Grotesk Neue"/>
                        </a:defRPr>
                      </a:lvl9pPr>
                    </a:lstStyle>
                    <a:p>
                      <a:pPr algn="ctr"/>
                      <a:r>
                        <a:rPr lang="en-US" sz="1200">
                          <a:solidFill>
                            <a:schemeClr val="bg1"/>
                          </a:solidFill>
                          <a:latin typeface="+mj-lt"/>
                          <a:cs typeface="Arial" panose="020B0604020202020204" pitchFamily="34" charset="0"/>
                        </a:rPr>
                        <a:t>2020</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lvl1pPr marL="0" algn="l" defTabSz="914126" rtl="0" eaLnBrk="1" latinLnBrk="0" hangingPunct="1">
                        <a:defRPr sz="1799" kern="1200">
                          <a:solidFill>
                            <a:schemeClr val="dk1"/>
                          </a:solidFill>
                          <a:latin typeface="FK Grotesk Neue"/>
                        </a:defRPr>
                      </a:lvl1pPr>
                      <a:lvl2pPr marL="457063" algn="l" defTabSz="914126" rtl="0" eaLnBrk="1" latinLnBrk="0" hangingPunct="1">
                        <a:defRPr sz="1799" kern="1200">
                          <a:solidFill>
                            <a:schemeClr val="dk1"/>
                          </a:solidFill>
                          <a:latin typeface="FK Grotesk Neue"/>
                        </a:defRPr>
                      </a:lvl2pPr>
                      <a:lvl3pPr marL="914126" algn="l" defTabSz="914126" rtl="0" eaLnBrk="1" latinLnBrk="0" hangingPunct="1">
                        <a:defRPr sz="1799" kern="1200">
                          <a:solidFill>
                            <a:schemeClr val="dk1"/>
                          </a:solidFill>
                          <a:latin typeface="FK Grotesk Neue"/>
                        </a:defRPr>
                      </a:lvl3pPr>
                      <a:lvl4pPr marL="1371189" algn="l" defTabSz="914126" rtl="0" eaLnBrk="1" latinLnBrk="0" hangingPunct="1">
                        <a:defRPr sz="1799" kern="1200">
                          <a:solidFill>
                            <a:schemeClr val="dk1"/>
                          </a:solidFill>
                          <a:latin typeface="FK Grotesk Neue"/>
                        </a:defRPr>
                      </a:lvl4pPr>
                      <a:lvl5pPr marL="1828251" algn="l" defTabSz="914126" rtl="0" eaLnBrk="1" latinLnBrk="0" hangingPunct="1">
                        <a:defRPr sz="1799" kern="1200">
                          <a:solidFill>
                            <a:schemeClr val="dk1"/>
                          </a:solidFill>
                          <a:latin typeface="FK Grotesk Neue"/>
                        </a:defRPr>
                      </a:lvl5pPr>
                      <a:lvl6pPr marL="2285314" algn="l" defTabSz="914126" rtl="0" eaLnBrk="1" latinLnBrk="0" hangingPunct="1">
                        <a:defRPr sz="1799" kern="1200">
                          <a:solidFill>
                            <a:schemeClr val="dk1"/>
                          </a:solidFill>
                          <a:latin typeface="FK Grotesk Neue"/>
                        </a:defRPr>
                      </a:lvl6pPr>
                      <a:lvl7pPr marL="2742377" algn="l" defTabSz="914126" rtl="0" eaLnBrk="1" latinLnBrk="0" hangingPunct="1">
                        <a:defRPr sz="1799" kern="1200">
                          <a:solidFill>
                            <a:schemeClr val="dk1"/>
                          </a:solidFill>
                          <a:latin typeface="FK Grotesk Neue"/>
                        </a:defRPr>
                      </a:lvl7pPr>
                      <a:lvl8pPr marL="3199440" algn="l" defTabSz="914126" rtl="0" eaLnBrk="1" latinLnBrk="0" hangingPunct="1">
                        <a:defRPr sz="1799" kern="1200">
                          <a:solidFill>
                            <a:schemeClr val="dk1"/>
                          </a:solidFill>
                          <a:latin typeface="FK Grotesk Neue"/>
                        </a:defRPr>
                      </a:lvl8pPr>
                      <a:lvl9pPr marL="3656503" algn="l" defTabSz="914126" rtl="0" eaLnBrk="1" latinLnBrk="0" hangingPunct="1">
                        <a:defRPr sz="1799" kern="1200">
                          <a:solidFill>
                            <a:schemeClr val="dk1"/>
                          </a:solidFill>
                          <a:latin typeface="FK Grotesk Neue"/>
                        </a:defRPr>
                      </a:lvl9pPr>
                    </a:lstStyle>
                    <a:p>
                      <a:pPr algn="ctr"/>
                      <a:r>
                        <a:rPr lang="en-US" sz="1200">
                          <a:solidFill>
                            <a:schemeClr val="bg1"/>
                          </a:solidFill>
                          <a:latin typeface="+mj-lt"/>
                          <a:cs typeface="Arial" panose="020B0604020202020204" pitchFamily="34" charset="0"/>
                        </a:rPr>
                        <a:t>2021</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lvl1pPr marL="0" algn="l" defTabSz="914126" rtl="0" eaLnBrk="1" latinLnBrk="0" hangingPunct="1">
                        <a:defRPr sz="1799" kern="1200">
                          <a:solidFill>
                            <a:schemeClr val="dk1"/>
                          </a:solidFill>
                          <a:latin typeface="FK Grotesk Neue"/>
                        </a:defRPr>
                      </a:lvl1pPr>
                      <a:lvl2pPr marL="457063" algn="l" defTabSz="914126" rtl="0" eaLnBrk="1" latinLnBrk="0" hangingPunct="1">
                        <a:defRPr sz="1799" kern="1200">
                          <a:solidFill>
                            <a:schemeClr val="dk1"/>
                          </a:solidFill>
                          <a:latin typeface="FK Grotesk Neue"/>
                        </a:defRPr>
                      </a:lvl2pPr>
                      <a:lvl3pPr marL="914126" algn="l" defTabSz="914126" rtl="0" eaLnBrk="1" latinLnBrk="0" hangingPunct="1">
                        <a:defRPr sz="1799" kern="1200">
                          <a:solidFill>
                            <a:schemeClr val="dk1"/>
                          </a:solidFill>
                          <a:latin typeface="FK Grotesk Neue"/>
                        </a:defRPr>
                      </a:lvl3pPr>
                      <a:lvl4pPr marL="1371189" algn="l" defTabSz="914126" rtl="0" eaLnBrk="1" latinLnBrk="0" hangingPunct="1">
                        <a:defRPr sz="1799" kern="1200">
                          <a:solidFill>
                            <a:schemeClr val="dk1"/>
                          </a:solidFill>
                          <a:latin typeface="FK Grotesk Neue"/>
                        </a:defRPr>
                      </a:lvl4pPr>
                      <a:lvl5pPr marL="1828251" algn="l" defTabSz="914126" rtl="0" eaLnBrk="1" latinLnBrk="0" hangingPunct="1">
                        <a:defRPr sz="1799" kern="1200">
                          <a:solidFill>
                            <a:schemeClr val="dk1"/>
                          </a:solidFill>
                          <a:latin typeface="FK Grotesk Neue"/>
                        </a:defRPr>
                      </a:lvl5pPr>
                      <a:lvl6pPr marL="2285314" algn="l" defTabSz="914126" rtl="0" eaLnBrk="1" latinLnBrk="0" hangingPunct="1">
                        <a:defRPr sz="1799" kern="1200">
                          <a:solidFill>
                            <a:schemeClr val="dk1"/>
                          </a:solidFill>
                          <a:latin typeface="FK Grotesk Neue"/>
                        </a:defRPr>
                      </a:lvl6pPr>
                      <a:lvl7pPr marL="2742377" algn="l" defTabSz="914126" rtl="0" eaLnBrk="1" latinLnBrk="0" hangingPunct="1">
                        <a:defRPr sz="1799" kern="1200">
                          <a:solidFill>
                            <a:schemeClr val="dk1"/>
                          </a:solidFill>
                          <a:latin typeface="FK Grotesk Neue"/>
                        </a:defRPr>
                      </a:lvl7pPr>
                      <a:lvl8pPr marL="3199440" algn="l" defTabSz="914126" rtl="0" eaLnBrk="1" latinLnBrk="0" hangingPunct="1">
                        <a:defRPr sz="1799" kern="1200">
                          <a:solidFill>
                            <a:schemeClr val="dk1"/>
                          </a:solidFill>
                          <a:latin typeface="FK Grotesk Neue"/>
                        </a:defRPr>
                      </a:lvl8pPr>
                      <a:lvl9pPr marL="3656503" algn="l" defTabSz="914126" rtl="0" eaLnBrk="1" latinLnBrk="0" hangingPunct="1">
                        <a:defRPr sz="1799" kern="1200">
                          <a:solidFill>
                            <a:schemeClr val="dk1"/>
                          </a:solidFill>
                          <a:latin typeface="FK Grotesk Neue"/>
                        </a:defRPr>
                      </a:lvl9pPr>
                    </a:lstStyle>
                    <a:p>
                      <a:pPr algn="ctr"/>
                      <a:r>
                        <a:rPr lang="en-US" sz="1200">
                          <a:solidFill>
                            <a:schemeClr val="bg1"/>
                          </a:solidFill>
                          <a:latin typeface="+mj-lt"/>
                          <a:cs typeface="Arial" panose="020B0604020202020204" pitchFamily="34" charset="0"/>
                        </a:rPr>
                        <a:t>2022</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lvl1pPr marL="0" algn="l" defTabSz="914126" rtl="0" eaLnBrk="1" latinLnBrk="0" hangingPunct="1">
                        <a:defRPr sz="1799" kern="1200">
                          <a:solidFill>
                            <a:schemeClr val="dk1"/>
                          </a:solidFill>
                          <a:latin typeface="FK Grotesk Neue"/>
                        </a:defRPr>
                      </a:lvl1pPr>
                      <a:lvl2pPr marL="457063" algn="l" defTabSz="914126" rtl="0" eaLnBrk="1" latinLnBrk="0" hangingPunct="1">
                        <a:defRPr sz="1799" kern="1200">
                          <a:solidFill>
                            <a:schemeClr val="dk1"/>
                          </a:solidFill>
                          <a:latin typeface="FK Grotesk Neue"/>
                        </a:defRPr>
                      </a:lvl2pPr>
                      <a:lvl3pPr marL="914126" algn="l" defTabSz="914126" rtl="0" eaLnBrk="1" latinLnBrk="0" hangingPunct="1">
                        <a:defRPr sz="1799" kern="1200">
                          <a:solidFill>
                            <a:schemeClr val="dk1"/>
                          </a:solidFill>
                          <a:latin typeface="FK Grotesk Neue"/>
                        </a:defRPr>
                      </a:lvl3pPr>
                      <a:lvl4pPr marL="1371189" algn="l" defTabSz="914126" rtl="0" eaLnBrk="1" latinLnBrk="0" hangingPunct="1">
                        <a:defRPr sz="1799" kern="1200">
                          <a:solidFill>
                            <a:schemeClr val="dk1"/>
                          </a:solidFill>
                          <a:latin typeface="FK Grotesk Neue"/>
                        </a:defRPr>
                      </a:lvl4pPr>
                      <a:lvl5pPr marL="1828251" algn="l" defTabSz="914126" rtl="0" eaLnBrk="1" latinLnBrk="0" hangingPunct="1">
                        <a:defRPr sz="1799" kern="1200">
                          <a:solidFill>
                            <a:schemeClr val="dk1"/>
                          </a:solidFill>
                          <a:latin typeface="FK Grotesk Neue"/>
                        </a:defRPr>
                      </a:lvl5pPr>
                      <a:lvl6pPr marL="2285314" algn="l" defTabSz="914126" rtl="0" eaLnBrk="1" latinLnBrk="0" hangingPunct="1">
                        <a:defRPr sz="1799" kern="1200">
                          <a:solidFill>
                            <a:schemeClr val="dk1"/>
                          </a:solidFill>
                          <a:latin typeface="FK Grotesk Neue"/>
                        </a:defRPr>
                      </a:lvl6pPr>
                      <a:lvl7pPr marL="2742377" algn="l" defTabSz="914126" rtl="0" eaLnBrk="1" latinLnBrk="0" hangingPunct="1">
                        <a:defRPr sz="1799" kern="1200">
                          <a:solidFill>
                            <a:schemeClr val="dk1"/>
                          </a:solidFill>
                          <a:latin typeface="FK Grotesk Neue"/>
                        </a:defRPr>
                      </a:lvl7pPr>
                      <a:lvl8pPr marL="3199440" algn="l" defTabSz="914126" rtl="0" eaLnBrk="1" latinLnBrk="0" hangingPunct="1">
                        <a:defRPr sz="1799" kern="1200">
                          <a:solidFill>
                            <a:schemeClr val="dk1"/>
                          </a:solidFill>
                          <a:latin typeface="FK Grotesk Neue"/>
                        </a:defRPr>
                      </a:lvl8pPr>
                      <a:lvl9pPr marL="3656503" algn="l" defTabSz="914126" rtl="0" eaLnBrk="1" latinLnBrk="0" hangingPunct="1">
                        <a:defRPr sz="1799" kern="1200">
                          <a:solidFill>
                            <a:schemeClr val="dk1"/>
                          </a:solidFill>
                          <a:latin typeface="FK Grotesk Neue"/>
                        </a:defRPr>
                      </a:lvl9pPr>
                    </a:lstStyle>
                    <a:p>
                      <a:pPr algn="ctr"/>
                      <a:r>
                        <a:rPr lang="en-US" sz="1200">
                          <a:solidFill>
                            <a:schemeClr val="bg1"/>
                          </a:solidFill>
                          <a:latin typeface="+mj-lt"/>
                          <a:cs typeface="Arial" panose="020B0604020202020204" pitchFamily="34" charset="0"/>
                        </a:rPr>
                        <a:t>2023</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lvl1pPr marL="0" algn="l" defTabSz="914126" rtl="0" eaLnBrk="1" latinLnBrk="0" hangingPunct="1">
                        <a:defRPr sz="1799" kern="1200">
                          <a:solidFill>
                            <a:schemeClr val="dk1"/>
                          </a:solidFill>
                          <a:latin typeface="FK Grotesk Neue"/>
                        </a:defRPr>
                      </a:lvl1pPr>
                      <a:lvl2pPr marL="457063" algn="l" defTabSz="914126" rtl="0" eaLnBrk="1" latinLnBrk="0" hangingPunct="1">
                        <a:defRPr sz="1799" kern="1200">
                          <a:solidFill>
                            <a:schemeClr val="dk1"/>
                          </a:solidFill>
                          <a:latin typeface="FK Grotesk Neue"/>
                        </a:defRPr>
                      </a:lvl2pPr>
                      <a:lvl3pPr marL="914126" algn="l" defTabSz="914126" rtl="0" eaLnBrk="1" latinLnBrk="0" hangingPunct="1">
                        <a:defRPr sz="1799" kern="1200">
                          <a:solidFill>
                            <a:schemeClr val="dk1"/>
                          </a:solidFill>
                          <a:latin typeface="FK Grotesk Neue"/>
                        </a:defRPr>
                      </a:lvl3pPr>
                      <a:lvl4pPr marL="1371189" algn="l" defTabSz="914126" rtl="0" eaLnBrk="1" latinLnBrk="0" hangingPunct="1">
                        <a:defRPr sz="1799" kern="1200">
                          <a:solidFill>
                            <a:schemeClr val="dk1"/>
                          </a:solidFill>
                          <a:latin typeface="FK Grotesk Neue"/>
                        </a:defRPr>
                      </a:lvl4pPr>
                      <a:lvl5pPr marL="1828251" algn="l" defTabSz="914126" rtl="0" eaLnBrk="1" latinLnBrk="0" hangingPunct="1">
                        <a:defRPr sz="1799" kern="1200">
                          <a:solidFill>
                            <a:schemeClr val="dk1"/>
                          </a:solidFill>
                          <a:latin typeface="FK Grotesk Neue"/>
                        </a:defRPr>
                      </a:lvl5pPr>
                      <a:lvl6pPr marL="2285314" algn="l" defTabSz="914126" rtl="0" eaLnBrk="1" latinLnBrk="0" hangingPunct="1">
                        <a:defRPr sz="1799" kern="1200">
                          <a:solidFill>
                            <a:schemeClr val="dk1"/>
                          </a:solidFill>
                          <a:latin typeface="FK Grotesk Neue"/>
                        </a:defRPr>
                      </a:lvl6pPr>
                      <a:lvl7pPr marL="2742377" algn="l" defTabSz="914126" rtl="0" eaLnBrk="1" latinLnBrk="0" hangingPunct="1">
                        <a:defRPr sz="1799" kern="1200">
                          <a:solidFill>
                            <a:schemeClr val="dk1"/>
                          </a:solidFill>
                          <a:latin typeface="FK Grotesk Neue"/>
                        </a:defRPr>
                      </a:lvl7pPr>
                      <a:lvl8pPr marL="3199440" algn="l" defTabSz="914126" rtl="0" eaLnBrk="1" latinLnBrk="0" hangingPunct="1">
                        <a:defRPr sz="1799" kern="1200">
                          <a:solidFill>
                            <a:schemeClr val="dk1"/>
                          </a:solidFill>
                          <a:latin typeface="FK Grotesk Neue"/>
                        </a:defRPr>
                      </a:lvl8pPr>
                      <a:lvl9pPr marL="3656503" algn="l" defTabSz="914126" rtl="0" eaLnBrk="1" latinLnBrk="0" hangingPunct="1">
                        <a:defRPr sz="1799" kern="1200">
                          <a:solidFill>
                            <a:schemeClr val="dk1"/>
                          </a:solidFill>
                          <a:latin typeface="FK Grotesk Neue"/>
                        </a:defRPr>
                      </a:lvl9pPr>
                    </a:lstStyle>
                    <a:p>
                      <a:pPr algn="ctr"/>
                      <a:r>
                        <a:rPr lang="en-US" sz="1200">
                          <a:solidFill>
                            <a:schemeClr val="bg1"/>
                          </a:solidFill>
                          <a:latin typeface="+mj-lt"/>
                          <a:cs typeface="Arial" panose="020B0604020202020204" pitchFamily="34" charset="0"/>
                        </a:rPr>
                        <a:t>2024</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sz="1200">
                          <a:solidFill>
                            <a:schemeClr val="bg1"/>
                          </a:solidFill>
                          <a:latin typeface="+mj-lt"/>
                          <a:cs typeface="Arial" panose="020B0604020202020204" pitchFamily="34" charset="0"/>
                        </a:rPr>
                        <a:t>2025</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sz="1200">
                          <a:solidFill>
                            <a:schemeClr val="bg1"/>
                          </a:solidFill>
                          <a:latin typeface="+mj-lt"/>
                          <a:cs typeface="Arial" panose="020B0604020202020204" pitchFamily="34" charset="0"/>
                        </a:rPr>
                        <a:t>2026</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sz="1200">
                          <a:solidFill>
                            <a:schemeClr val="bg1"/>
                          </a:solidFill>
                          <a:latin typeface="+mj-lt"/>
                          <a:cs typeface="Arial" panose="020B0604020202020204" pitchFamily="34" charset="0"/>
                        </a:rPr>
                        <a:t>2027</a:t>
                      </a:r>
                    </a:p>
                  </a:txBody>
                  <a:tcPr marR="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1653074757"/>
                  </a:ext>
                </a:extLst>
              </a:tr>
              <a:tr h="5296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rPr>
                        <a:t>1L ESCC (advanced/metastatic)</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latin typeface="+mj-lt"/>
                          <a:cs typeface="Arial" panose="020B0604020202020204" pitchFamily="34" charset="0"/>
                          <a:hlinkClick r:id="rId4"/>
                        </a:rPr>
                        <a:t>RATIONALE-306</a:t>
                      </a:r>
                      <a:endParaRPr lang="en-US" sz="800" b="1">
                        <a:solidFill>
                          <a:schemeClr val="tx1"/>
                        </a:solidFill>
                        <a:latin typeface="+mj-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latin typeface="+mj-lt"/>
                          <a:cs typeface="Arial" panose="020B0604020202020204" pitchFamily="34" charset="0"/>
                        </a:rPr>
                        <a:t>Tislelizumab + chemotherapy vs. PBO + chemotherapy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indent="0" algn="ctr">
                        <a:buFont typeface="Arial" panose="020B0604020202020204" pitchFamily="34" charset="0"/>
                        <a:buNone/>
                      </a:pPr>
                      <a:r>
                        <a:rPr lang="en-US" sz="800" b="0">
                          <a:solidFill>
                            <a:schemeClr val="tx1"/>
                          </a:solidFill>
                          <a:latin typeface="+mj-lt"/>
                          <a:cs typeface="Arial" panose="020B0604020202020204" pitchFamily="34" charset="0"/>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extLst>
                  <a:ext uri="{0D108BD9-81ED-4DB2-BD59-A6C34878D82A}">
                    <a16:rowId xmlns:a16="http://schemas.microsoft.com/office/drawing/2014/main" val="3906366260"/>
                  </a:ext>
                </a:extLst>
              </a:tr>
              <a:tr h="5296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rPr>
                        <a:t>1L GC/GEJ (adenocarcinoma; PD-L1 TAP </a:t>
                      </a:r>
                      <a:r>
                        <a:rPr kumimoji="0" lang="en-US" sz="800" b="0" i="0" u="sng" strike="noStrike" kern="1200" cap="none" spc="0" normalizeH="0" baseline="0" noProof="0">
                          <a:ln>
                            <a:noFill/>
                          </a:ln>
                          <a:solidFill>
                            <a:schemeClr val="tx1"/>
                          </a:solidFill>
                          <a:effectLst/>
                          <a:uLnTx/>
                          <a:uFillTx/>
                          <a:latin typeface="+mj-lt"/>
                          <a:ea typeface="+mn-ea"/>
                          <a:cs typeface="Arial" panose="020B0604020202020204" pitchFamily="34" charset="0"/>
                        </a:rPr>
                        <a:t>&gt;</a:t>
                      </a:r>
                      <a:r>
                        <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rPr>
                        <a:t>5%</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tx1"/>
                          </a:solidFill>
                          <a:latin typeface="+mj-lt"/>
                          <a:cs typeface="Arial" panose="020B0604020202020204" pitchFamily="34" charset="0"/>
                          <a:hlinkClick r:id="rId5"/>
                        </a:rPr>
                        <a:t>RATIONALE-305</a:t>
                      </a:r>
                      <a:endParaRPr lang="en-US" sz="800" b="1">
                        <a:solidFill>
                          <a:schemeClr val="tx1"/>
                        </a:solidFill>
                        <a:latin typeface="+mj-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j-lt"/>
                          <a:ea typeface="+mn-ea"/>
                          <a:cs typeface="Arial" panose="020B0604020202020204" pitchFamily="34" charset="0"/>
                        </a:rPr>
                        <a:t>Tislelizumab + chemotherapy vs. PBO + chemotherapy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indent="0" algn="ctr">
                        <a:buFont typeface="Arial" panose="020B0604020202020204" pitchFamily="34" charset="0"/>
                        <a:buNone/>
                      </a:pPr>
                      <a:r>
                        <a:rPr lang="en-US" sz="800" b="0">
                          <a:solidFill>
                            <a:schemeClr val="tx1"/>
                          </a:solidFill>
                          <a:latin typeface="+mj-lt"/>
                          <a:cs typeface="Arial" panose="020B0604020202020204" pitchFamily="34" charset="0"/>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extLst>
                  <a:ext uri="{0D108BD9-81ED-4DB2-BD59-A6C34878D82A}">
                    <a16:rowId xmlns:a16="http://schemas.microsoft.com/office/drawing/2014/main" val="3120592861"/>
                  </a:ext>
                </a:extLst>
              </a:tr>
              <a:tr h="5296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rPr>
                        <a:t>1L NSCLC (non-squamous)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a:solidFill>
                            <a:schemeClr val="tx1"/>
                          </a:solidFill>
                          <a:latin typeface="+mj-lt"/>
                          <a:ea typeface="+mn-ea"/>
                          <a:cs typeface="Arial" panose="020B0604020202020204" pitchFamily="34" charset="0"/>
                          <a:hlinkClick r:id="rId6"/>
                        </a:rPr>
                        <a:t>RATIONALE-304</a:t>
                      </a:r>
                      <a:endParaRPr lang="en-US" sz="800" b="1" kern="1200">
                        <a:solidFill>
                          <a:schemeClr val="tx1"/>
                        </a:solidFill>
                        <a:latin typeface="+mj-l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j-lt"/>
                          <a:ea typeface="+mn-ea"/>
                          <a:cs typeface="Arial" panose="020B0604020202020204" pitchFamily="34" charset="0"/>
                        </a:rPr>
                        <a:t>Tislelizumab + platinum + pemetrexed vs. chemotherapy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indent="0" algn="ctr">
                        <a:buFont typeface="Arial" panose="020B0604020202020204" pitchFamily="34" charset="0"/>
                        <a:buNone/>
                      </a:pPr>
                      <a:r>
                        <a:rPr lang="en-US" sz="800" b="0">
                          <a:solidFill>
                            <a:schemeClr val="tx1"/>
                          </a:solidFill>
                          <a:latin typeface="+mj-lt"/>
                          <a:cs typeface="Arial" panose="020B0604020202020204" pitchFamily="34" charset="0"/>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extLst>
                  <a:ext uri="{0D108BD9-81ED-4DB2-BD59-A6C34878D82A}">
                    <a16:rowId xmlns:a16="http://schemas.microsoft.com/office/drawing/2014/main" val="47930029"/>
                  </a:ext>
                </a:extLst>
              </a:tr>
              <a:tr h="5296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rPr>
                        <a:t>1L NSCLC (squamous; advanced)</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a:solidFill>
                            <a:schemeClr val="tx1"/>
                          </a:solidFill>
                          <a:latin typeface="+mj-lt"/>
                          <a:ea typeface="+mn-ea"/>
                          <a:cs typeface="Arial" panose="020B0604020202020204" pitchFamily="34" charset="0"/>
                          <a:hlinkClick r:id="rId7"/>
                        </a:rPr>
                        <a:t>RATIONALE-307</a:t>
                      </a:r>
                      <a:endParaRPr lang="en-US" sz="800" b="1" kern="1200">
                        <a:solidFill>
                          <a:schemeClr val="tx1"/>
                        </a:solidFill>
                        <a:latin typeface="+mj-l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j-lt"/>
                          <a:ea typeface="+mn-ea"/>
                          <a:cs typeface="Arial" panose="020B0604020202020204" pitchFamily="34" charset="0"/>
                        </a:rPr>
                        <a:t>Tislelizumab + chemotherapy vs. chemotherapy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indent="0" algn="ctr">
                        <a:buFont typeface="Arial" panose="020B0604020202020204" pitchFamily="34" charset="0"/>
                        <a:buNone/>
                      </a:pPr>
                      <a:r>
                        <a:rPr lang="en-US" sz="800" b="0">
                          <a:solidFill>
                            <a:schemeClr val="tx1"/>
                          </a:solidFill>
                          <a:latin typeface="+mj-lt"/>
                          <a:cs typeface="Arial" panose="020B0604020202020204" pitchFamily="34" charset="0"/>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extLst>
                  <a:ext uri="{0D108BD9-81ED-4DB2-BD59-A6C34878D82A}">
                    <a16:rowId xmlns:a16="http://schemas.microsoft.com/office/drawing/2014/main" val="1842584290"/>
                  </a:ext>
                </a:extLst>
              </a:tr>
              <a:tr h="5296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rPr>
                        <a:t>Neo/adj NSCLC (stage II-IIIA, resectable) </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a:solidFill>
                            <a:schemeClr val="tx1"/>
                          </a:solidFill>
                          <a:latin typeface="+mj-lt"/>
                          <a:ea typeface="+mn-ea"/>
                          <a:cs typeface="Arial" panose="020B0604020202020204" pitchFamily="34" charset="0"/>
                          <a:hlinkClick r:id="rId8"/>
                        </a:rPr>
                        <a:t>RATIONALE-315</a:t>
                      </a:r>
                      <a:endParaRPr lang="en-US" sz="800" b="1" kern="1200">
                        <a:solidFill>
                          <a:schemeClr val="tx1"/>
                        </a:solidFill>
                        <a:latin typeface="+mj-l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j-lt"/>
                          <a:ea typeface="+mn-ea"/>
                          <a:cs typeface="Arial" panose="020B0604020202020204" pitchFamily="34" charset="0"/>
                        </a:rPr>
                        <a:t>Neo: Tislelizumab + chemotherapy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j-lt"/>
                          <a:ea typeface="+mn-ea"/>
                          <a:cs typeface="Arial" panose="020B0604020202020204" pitchFamily="34" charset="0"/>
                        </a:rPr>
                        <a:t>Adj: Tislelizumab vs. PBO</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indent="0" algn="ctr">
                        <a:buFont typeface="Arial" panose="020B0604020202020204" pitchFamily="34" charset="0"/>
                        <a:buNone/>
                      </a:pPr>
                      <a:r>
                        <a:rPr lang="en-US" sz="800" b="0">
                          <a:solidFill>
                            <a:schemeClr val="tx1"/>
                          </a:solidFill>
                          <a:latin typeface="+mj-lt"/>
                          <a:cs typeface="Arial" panose="020B0604020202020204" pitchFamily="34" charset="0"/>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extLst>
                  <a:ext uri="{0D108BD9-81ED-4DB2-BD59-A6C34878D82A}">
                    <a16:rowId xmlns:a16="http://schemas.microsoft.com/office/drawing/2014/main" val="1365227864"/>
                  </a:ext>
                </a:extLst>
              </a:tr>
              <a:tr h="5296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rPr>
                        <a:t>1L SCLC (extensive stage)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a:solidFill>
                            <a:schemeClr val="tx1"/>
                          </a:solidFill>
                          <a:latin typeface="+mj-lt"/>
                          <a:ea typeface="+mn-ea"/>
                          <a:cs typeface="Arial" panose="020B0604020202020204" pitchFamily="34" charset="0"/>
                          <a:hlinkClick r:id="rId9"/>
                        </a:rPr>
                        <a:t>RATIONALE-312</a:t>
                      </a:r>
                      <a:endParaRPr lang="en-US" sz="800" b="1" kern="1200">
                        <a:solidFill>
                          <a:schemeClr val="tx1"/>
                        </a:solidFill>
                        <a:latin typeface="+mj-l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j-lt"/>
                          <a:ea typeface="+mn-ea"/>
                          <a:cs typeface="Arial" panose="020B0604020202020204" pitchFamily="34" charset="0"/>
                        </a:rPr>
                        <a:t>Tislelizumab + platinum + </a:t>
                      </a:r>
                      <a:r>
                        <a:rPr lang="en-US" sz="800" b="0" kern="1200" err="1">
                          <a:solidFill>
                            <a:schemeClr val="tx1"/>
                          </a:solidFill>
                          <a:latin typeface="+mj-lt"/>
                          <a:ea typeface="+mn-ea"/>
                          <a:cs typeface="Arial" panose="020B0604020202020204" pitchFamily="34" charset="0"/>
                        </a:rPr>
                        <a:t>etopooside</a:t>
                      </a:r>
                      <a:r>
                        <a:rPr lang="en-US" sz="800" b="0" kern="1200">
                          <a:solidFill>
                            <a:schemeClr val="tx1"/>
                          </a:solidFill>
                          <a:latin typeface="+mj-lt"/>
                          <a:ea typeface="+mn-ea"/>
                          <a:cs typeface="Arial" panose="020B0604020202020204" pitchFamily="34" charset="0"/>
                        </a:rPr>
                        <a:t> vs. PBO + chemotherapy </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indent="0" algn="ctr">
                        <a:buFont typeface="Arial" panose="020B0604020202020204" pitchFamily="34" charset="0"/>
                        <a:buNone/>
                      </a:pPr>
                      <a:r>
                        <a:rPr lang="en-US" sz="800" b="0">
                          <a:solidFill>
                            <a:schemeClr val="tx1"/>
                          </a:solidFill>
                          <a:latin typeface="+mj-lt"/>
                          <a:cs typeface="Arial" panose="020B0604020202020204" pitchFamily="34" charset="0"/>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CCD3E3">
                        <a:alpha val="65098"/>
                      </a:srgbClr>
                    </a:solidFill>
                  </a:tcPr>
                </a:tc>
                <a:extLst>
                  <a:ext uri="{0D108BD9-81ED-4DB2-BD59-A6C34878D82A}">
                    <a16:rowId xmlns:a16="http://schemas.microsoft.com/office/drawing/2014/main" val="3689354512"/>
                  </a:ext>
                </a:extLst>
              </a:tr>
              <a:tr h="4181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rPr>
                        <a:t>2L ESCC (advanced/metastatic)</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lvl1pPr marL="0" algn="l" defTabSz="914126" rtl="0" eaLnBrk="1" latinLnBrk="0" hangingPunct="1">
                        <a:defRPr sz="1799" kern="1200">
                          <a:solidFill>
                            <a:schemeClr val="dk1"/>
                          </a:solidFill>
                          <a:latin typeface="FK Grotesk Neue"/>
                        </a:defRPr>
                      </a:lvl1pPr>
                      <a:lvl2pPr marL="457063" algn="l" defTabSz="914126" rtl="0" eaLnBrk="1" latinLnBrk="0" hangingPunct="1">
                        <a:defRPr sz="1799" kern="1200">
                          <a:solidFill>
                            <a:schemeClr val="dk1"/>
                          </a:solidFill>
                          <a:latin typeface="FK Grotesk Neue"/>
                        </a:defRPr>
                      </a:lvl2pPr>
                      <a:lvl3pPr marL="914126" algn="l" defTabSz="914126" rtl="0" eaLnBrk="1" latinLnBrk="0" hangingPunct="1">
                        <a:defRPr sz="1799" kern="1200">
                          <a:solidFill>
                            <a:schemeClr val="dk1"/>
                          </a:solidFill>
                          <a:latin typeface="FK Grotesk Neue"/>
                        </a:defRPr>
                      </a:lvl3pPr>
                      <a:lvl4pPr marL="1371189" algn="l" defTabSz="914126" rtl="0" eaLnBrk="1" latinLnBrk="0" hangingPunct="1">
                        <a:defRPr sz="1799" kern="1200">
                          <a:solidFill>
                            <a:schemeClr val="dk1"/>
                          </a:solidFill>
                          <a:latin typeface="FK Grotesk Neue"/>
                        </a:defRPr>
                      </a:lvl4pPr>
                      <a:lvl5pPr marL="1828251" algn="l" defTabSz="914126" rtl="0" eaLnBrk="1" latinLnBrk="0" hangingPunct="1">
                        <a:defRPr sz="1799" kern="1200">
                          <a:solidFill>
                            <a:schemeClr val="dk1"/>
                          </a:solidFill>
                          <a:latin typeface="FK Grotesk Neue"/>
                        </a:defRPr>
                      </a:lvl5pPr>
                      <a:lvl6pPr marL="2285314" algn="l" defTabSz="914126" rtl="0" eaLnBrk="1" latinLnBrk="0" hangingPunct="1">
                        <a:defRPr sz="1799" kern="1200">
                          <a:solidFill>
                            <a:schemeClr val="dk1"/>
                          </a:solidFill>
                          <a:latin typeface="FK Grotesk Neue"/>
                        </a:defRPr>
                      </a:lvl6pPr>
                      <a:lvl7pPr marL="2742377" algn="l" defTabSz="914126" rtl="0" eaLnBrk="1" latinLnBrk="0" hangingPunct="1">
                        <a:defRPr sz="1799" kern="1200">
                          <a:solidFill>
                            <a:schemeClr val="dk1"/>
                          </a:solidFill>
                          <a:latin typeface="FK Grotesk Neue"/>
                        </a:defRPr>
                      </a:lvl7pPr>
                      <a:lvl8pPr marL="3199440" algn="l" defTabSz="914126" rtl="0" eaLnBrk="1" latinLnBrk="0" hangingPunct="1">
                        <a:defRPr sz="1799" kern="1200">
                          <a:solidFill>
                            <a:schemeClr val="dk1"/>
                          </a:solidFill>
                          <a:latin typeface="FK Grotesk Neue"/>
                        </a:defRPr>
                      </a:lvl8pPr>
                      <a:lvl9pPr marL="3656503" algn="l" defTabSz="914126" rtl="0" eaLnBrk="1" latinLnBrk="0" hangingPunct="1">
                        <a:defRPr sz="1799" kern="1200">
                          <a:solidFill>
                            <a:schemeClr val="dk1"/>
                          </a:solidFill>
                          <a:latin typeface="FK Grotesk Neu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chemeClr val="tx1"/>
                          </a:solidFill>
                          <a:effectLst/>
                          <a:uLnTx/>
                          <a:uFillTx/>
                          <a:latin typeface="+mj-lt"/>
                          <a:ea typeface="+mn-ea"/>
                          <a:cs typeface="Arial" panose="020B0604020202020204" pitchFamily="34" charset="0"/>
                          <a:hlinkClick r:id="rId10"/>
                        </a:rPr>
                        <a:t>RATIONALE-302</a:t>
                      </a:r>
                      <a:endPar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a:solidFill>
                            <a:schemeClr val="tx1"/>
                          </a:solidFill>
                          <a:latin typeface="+mj-lt"/>
                          <a:cs typeface="Arial" panose="020B0604020202020204" pitchFamily="34" charset="0"/>
                        </a:rPr>
                        <a:t>Tislelizumab vs. chemotherapy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lvl1pPr marL="0" algn="l" defTabSz="914126" rtl="0" eaLnBrk="1" latinLnBrk="0" hangingPunct="1">
                        <a:defRPr sz="1799" kern="1200">
                          <a:solidFill>
                            <a:schemeClr val="dk1"/>
                          </a:solidFill>
                          <a:latin typeface="FK Grotesk Neue"/>
                        </a:defRPr>
                      </a:lvl1pPr>
                      <a:lvl2pPr marL="457063" algn="l" defTabSz="914126" rtl="0" eaLnBrk="1" latinLnBrk="0" hangingPunct="1">
                        <a:defRPr sz="1799" kern="1200">
                          <a:solidFill>
                            <a:schemeClr val="dk1"/>
                          </a:solidFill>
                          <a:latin typeface="FK Grotesk Neue"/>
                        </a:defRPr>
                      </a:lvl2pPr>
                      <a:lvl3pPr marL="914126" algn="l" defTabSz="914126" rtl="0" eaLnBrk="1" latinLnBrk="0" hangingPunct="1">
                        <a:defRPr sz="1799" kern="1200">
                          <a:solidFill>
                            <a:schemeClr val="dk1"/>
                          </a:solidFill>
                          <a:latin typeface="FK Grotesk Neue"/>
                        </a:defRPr>
                      </a:lvl3pPr>
                      <a:lvl4pPr marL="1371189" algn="l" defTabSz="914126" rtl="0" eaLnBrk="1" latinLnBrk="0" hangingPunct="1">
                        <a:defRPr sz="1799" kern="1200">
                          <a:solidFill>
                            <a:schemeClr val="dk1"/>
                          </a:solidFill>
                          <a:latin typeface="FK Grotesk Neue"/>
                        </a:defRPr>
                      </a:lvl4pPr>
                      <a:lvl5pPr marL="1828251" algn="l" defTabSz="914126" rtl="0" eaLnBrk="1" latinLnBrk="0" hangingPunct="1">
                        <a:defRPr sz="1799" kern="1200">
                          <a:solidFill>
                            <a:schemeClr val="dk1"/>
                          </a:solidFill>
                          <a:latin typeface="FK Grotesk Neue"/>
                        </a:defRPr>
                      </a:lvl5pPr>
                      <a:lvl6pPr marL="2285314" algn="l" defTabSz="914126" rtl="0" eaLnBrk="1" latinLnBrk="0" hangingPunct="1">
                        <a:defRPr sz="1799" kern="1200">
                          <a:solidFill>
                            <a:schemeClr val="dk1"/>
                          </a:solidFill>
                          <a:latin typeface="FK Grotesk Neue"/>
                        </a:defRPr>
                      </a:lvl6pPr>
                      <a:lvl7pPr marL="2742377" algn="l" defTabSz="914126" rtl="0" eaLnBrk="1" latinLnBrk="0" hangingPunct="1">
                        <a:defRPr sz="1799" kern="1200">
                          <a:solidFill>
                            <a:schemeClr val="dk1"/>
                          </a:solidFill>
                          <a:latin typeface="FK Grotesk Neue"/>
                        </a:defRPr>
                      </a:lvl7pPr>
                      <a:lvl8pPr marL="3199440" algn="l" defTabSz="914126" rtl="0" eaLnBrk="1" latinLnBrk="0" hangingPunct="1">
                        <a:defRPr sz="1799" kern="1200">
                          <a:solidFill>
                            <a:schemeClr val="dk1"/>
                          </a:solidFill>
                          <a:latin typeface="FK Grotesk Neue"/>
                        </a:defRPr>
                      </a:lvl8pPr>
                      <a:lvl9pPr marL="3656503" algn="l" defTabSz="914126" rtl="0" eaLnBrk="1" latinLnBrk="0" hangingPunct="1">
                        <a:defRPr sz="1799" kern="1200">
                          <a:solidFill>
                            <a:schemeClr val="dk1"/>
                          </a:solidFill>
                          <a:latin typeface="FK Grotesk Neue"/>
                        </a:defRPr>
                      </a:lvl9pPr>
                    </a:lstStyle>
                    <a:p>
                      <a:pPr marL="0" indent="0" algn="ctr">
                        <a:buFont typeface="Arial" panose="020B0604020202020204" pitchFamily="34" charset="0"/>
                        <a:buNone/>
                      </a:pPr>
                      <a:r>
                        <a:rPr lang="en-US" sz="800" b="0">
                          <a:solidFill>
                            <a:schemeClr val="tx1"/>
                          </a:solidFill>
                          <a:latin typeface="+mj-lt"/>
                          <a:cs typeface="Arial" panose="020B0604020202020204" pitchFamily="34" charset="0"/>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extLst>
                  <a:ext uri="{0D108BD9-81ED-4DB2-BD59-A6C34878D82A}">
                    <a16:rowId xmlns:a16="http://schemas.microsoft.com/office/drawing/2014/main" val="1911471018"/>
                  </a:ext>
                </a:extLst>
              </a:tr>
              <a:tr h="6411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mj-lt"/>
                          <a:ea typeface="+mn-ea"/>
                          <a:cs typeface="Arial" panose="020B0604020202020204" pitchFamily="34" charset="0"/>
                        </a:rPr>
                        <a:t>2L/3L NSCLC (non-squamous and squamous)</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kern="1200">
                          <a:solidFill>
                            <a:schemeClr val="tx1"/>
                          </a:solidFill>
                          <a:latin typeface="+mj-lt"/>
                          <a:ea typeface="+mn-ea"/>
                          <a:cs typeface="Arial" panose="020B0604020202020204" pitchFamily="34" charset="0"/>
                          <a:hlinkClick r:id="rId11"/>
                        </a:rPr>
                        <a:t>RATIONALE-303</a:t>
                      </a:r>
                      <a:endParaRPr lang="en-US" sz="800" b="1" kern="1200">
                        <a:solidFill>
                          <a:schemeClr val="tx1"/>
                        </a:solidFill>
                        <a:latin typeface="+mj-l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j-lt"/>
                          <a:ea typeface="+mn-ea"/>
                          <a:cs typeface="Arial" panose="020B0604020202020204" pitchFamily="34" charset="0"/>
                        </a:rPr>
                        <a:t>Tislelizumab vs. docetaxel</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indent="0" algn="ctr">
                        <a:buFont typeface="Arial" panose="020B0604020202020204" pitchFamily="34" charset="0"/>
                        <a:buNone/>
                      </a:pPr>
                      <a:r>
                        <a:rPr lang="en-US" sz="800" b="0">
                          <a:solidFill>
                            <a:schemeClr val="tx1"/>
                          </a:solidFill>
                          <a:latin typeface="+mj-lt"/>
                          <a:cs typeface="Arial" panose="020B0604020202020204" pitchFamily="34" charset="0"/>
                        </a:rPr>
                        <a:t>3</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50000"/>
                        </a:schemeClr>
                      </a:solidFill>
                      <a:prstDash val="solid"/>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b">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85000"/>
                        </a:scheme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algn="ctr" defTabSz="914400" rtl="0" eaLnBrk="1" latinLnBrk="0" hangingPunct="1"/>
                      <a:endParaRPr lang="en-US" sz="1000" kern="1200">
                        <a:solidFill>
                          <a:schemeClr val="tx1"/>
                        </a:solidFill>
                        <a:latin typeface="+mj-lt"/>
                        <a:ea typeface="+mn-ea"/>
                        <a:cs typeface="Arial" panose="020B0604020202020204" pitchFamily="34" charset="0"/>
                      </a:endParaRPr>
                    </a:p>
                  </a:txBody>
                  <a:tcPr marR="0" anchor="ctr">
                    <a:lnL w="12700" cap="flat" cmpd="sng" algn="ctr">
                      <a:solidFill>
                        <a:schemeClr val="bg1">
                          <a:lumMod val="85000"/>
                        </a:schemeClr>
                      </a:solidFill>
                      <a:prstDash val="sysDash"/>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extLst>
                  <a:ext uri="{0D108BD9-81ED-4DB2-BD59-A6C34878D82A}">
                    <a16:rowId xmlns:a16="http://schemas.microsoft.com/office/drawing/2014/main" val="1903687980"/>
                  </a:ext>
                </a:extLst>
              </a:tr>
            </a:tbl>
          </a:graphicData>
        </a:graphic>
      </p:graphicFrame>
      <p:graphicFrame>
        <p:nvGraphicFramePr>
          <p:cNvPr id="6" name="think-cell data - do not delete" hidden="1">
            <a:extLst>
              <a:ext uri="{FF2B5EF4-FFF2-40B4-BE49-F238E27FC236}">
                <a16:creationId xmlns:a16="http://schemas.microsoft.com/office/drawing/2014/main" id="{3BBF7F38-DF6B-BC3E-5750-D411D49D7A21}"/>
              </a:ext>
            </a:extLst>
          </p:cNvPr>
          <p:cNvGraphicFramePr>
            <a:graphicFrameLocks noChangeAspect="1"/>
          </p:cNvGraphicFramePr>
          <p:nvPr>
            <p:custDataLst>
              <p:tags r:id="rId1"/>
            </p:custDataLst>
            <p:extLst>
              <p:ext uri="{D42A27DB-BD31-4B8C-83A1-F6EECF244321}">
                <p14:modId xmlns:p14="http://schemas.microsoft.com/office/powerpoint/2010/main" val="42220779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6" progId="TCLayout.ActiveDocument.1">
                  <p:embed/>
                </p:oleObj>
              </mc:Choice>
              <mc:Fallback>
                <p:oleObj name="think-cell Slide" r:id="rId12" imgW="395" imgH="396" progId="TCLayout.ActiveDocument.1">
                  <p:embed/>
                  <p:pic>
                    <p:nvPicPr>
                      <p:cNvPr id="6" name="think-cell data - do not delete" hidden="1">
                        <a:extLst>
                          <a:ext uri="{FF2B5EF4-FFF2-40B4-BE49-F238E27FC236}">
                            <a16:creationId xmlns:a16="http://schemas.microsoft.com/office/drawing/2014/main" id="{3BBF7F38-DF6B-BC3E-5750-D411D49D7A21}"/>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B97026F-73F7-F3C4-8360-1DFE31CA32BC}"/>
              </a:ext>
            </a:extLst>
          </p:cNvPr>
          <p:cNvSpPr>
            <a:spLocks noGrp="1"/>
          </p:cNvSpPr>
          <p:nvPr>
            <p:ph type="title"/>
          </p:nvPr>
        </p:nvSpPr>
        <p:spPr>
          <a:xfrm>
            <a:off x="358337" y="271427"/>
            <a:ext cx="11470125" cy="738664"/>
          </a:xfrm>
        </p:spPr>
        <p:txBody>
          <a:bodyPr vert="horz"/>
          <a:lstStyle/>
          <a:p>
            <a:r>
              <a:rPr lang="en-US" sz="2400"/>
              <a:t>Tislelizumab’s clinical development plan encompasses multiple upcoming launch milestones across tumor types in major geographies</a:t>
            </a:r>
          </a:p>
        </p:txBody>
      </p:sp>
      <p:sp>
        <p:nvSpPr>
          <p:cNvPr id="4" name="Flowchart: Decision 3">
            <a:extLst>
              <a:ext uri="{FF2B5EF4-FFF2-40B4-BE49-F238E27FC236}">
                <a16:creationId xmlns:a16="http://schemas.microsoft.com/office/drawing/2014/main" id="{F3D6E219-637B-B658-4049-AF33300FE7E9}"/>
              </a:ext>
            </a:extLst>
          </p:cNvPr>
          <p:cNvSpPr/>
          <p:nvPr/>
        </p:nvSpPr>
        <p:spPr>
          <a:xfrm>
            <a:off x="1364436" y="6592904"/>
            <a:ext cx="217683" cy="179269"/>
          </a:xfrm>
          <a:prstGeom prst="flowChartDecision">
            <a:avLst/>
          </a:prstGeom>
          <a:solidFill>
            <a:srgbClr val="D1AED2"/>
          </a:solidFill>
          <a:ln>
            <a:solidFill>
              <a:srgbClr val="68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5" name="Flowchart: Decision 4">
            <a:extLst>
              <a:ext uri="{FF2B5EF4-FFF2-40B4-BE49-F238E27FC236}">
                <a16:creationId xmlns:a16="http://schemas.microsoft.com/office/drawing/2014/main" id="{5B9FCF01-0401-525B-0C0B-E97E92625D5A}"/>
              </a:ext>
            </a:extLst>
          </p:cNvPr>
          <p:cNvSpPr/>
          <p:nvPr/>
        </p:nvSpPr>
        <p:spPr>
          <a:xfrm>
            <a:off x="2188536" y="6560720"/>
            <a:ext cx="217683" cy="179269"/>
          </a:xfrm>
          <a:prstGeom prst="flowChartDecision">
            <a:avLst/>
          </a:prstGeom>
          <a:solidFill>
            <a:srgbClr val="FFC000"/>
          </a:solidFill>
          <a:ln>
            <a:solidFill>
              <a:srgbClr val="A27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7" name="Flowchart: Decision 6">
            <a:extLst>
              <a:ext uri="{FF2B5EF4-FFF2-40B4-BE49-F238E27FC236}">
                <a16:creationId xmlns:a16="http://schemas.microsoft.com/office/drawing/2014/main" id="{A379B303-0CB3-6781-35A7-C23B871B34CA}"/>
              </a:ext>
            </a:extLst>
          </p:cNvPr>
          <p:cNvSpPr/>
          <p:nvPr/>
        </p:nvSpPr>
        <p:spPr>
          <a:xfrm>
            <a:off x="3107631" y="6560721"/>
            <a:ext cx="217683" cy="179269"/>
          </a:xfrm>
          <a:prstGeom prst="flowChartDecision">
            <a:avLst/>
          </a:prstGeom>
          <a:solidFill>
            <a:schemeClr val="accent4">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8" name="TextBox 7">
            <a:extLst>
              <a:ext uri="{FF2B5EF4-FFF2-40B4-BE49-F238E27FC236}">
                <a16:creationId xmlns:a16="http://schemas.microsoft.com/office/drawing/2014/main" id="{2711655D-E3FF-4676-4E02-405E119185D3}"/>
              </a:ext>
            </a:extLst>
          </p:cNvPr>
          <p:cNvSpPr txBox="1"/>
          <p:nvPr/>
        </p:nvSpPr>
        <p:spPr>
          <a:xfrm>
            <a:off x="3415735" y="6561139"/>
            <a:ext cx="593581" cy="178433"/>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Poppins Medium"/>
                <a:ea typeface="+mn-ea"/>
                <a:cs typeface="+mn-cs"/>
              </a:rPr>
              <a:t>Final Data Analysis</a:t>
            </a:r>
          </a:p>
        </p:txBody>
      </p:sp>
      <p:sp>
        <p:nvSpPr>
          <p:cNvPr id="9" name="Rectangle 8">
            <a:extLst>
              <a:ext uri="{FF2B5EF4-FFF2-40B4-BE49-F238E27FC236}">
                <a16:creationId xmlns:a16="http://schemas.microsoft.com/office/drawing/2014/main" id="{23616C77-8494-E6A9-2D43-132581D29A53}"/>
              </a:ext>
            </a:extLst>
          </p:cNvPr>
          <p:cNvSpPr/>
          <p:nvPr/>
        </p:nvSpPr>
        <p:spPr>
          <a:xfrm>
            <a:off x="3962132" y="6560721"/>
            <a:ext cx="217683" cy="179269"/>
          </a:xfrm>
          <a:prstGeom prst="rect">
            <a:avLst/>
          </a:prstGeom>
          <a:solidFill>
            <a:srgbClr val="CCD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0" name="TextBox 9">
            <a:extLst>
              <a:ext uri="{FF2B5EF4-FFF2-40B4-BE49-F238E27FC236}">
                <a16:creationId xmlns:a16="http://schemas.microsoft.com/office/drawing/2014/main" id="{6C7E4C1D-FAC4-6D91-C7F4-2EE2734B23F4}"/>
              </a:ext>
            </a:extLst>
          </p:cNvPr>
          <p:cNvSpPr txBox="1"/>
          <p:nvPr/>
        </p:nvSpPr>
        <p:spPr>
          <a:xfrm>
            <a:off x="4279204" y="6561139"/>
            <a:ext cx="593581" cy="178433"/>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Poppins Medium"/>
                <a:ea typeface="+mn-ea"/>
                <a:cs typeface="+mn-cs"/>
              </a:rPr>
              <a:t>High Priority Programs</a:t>
            </a:r>
          </a:p>
        </p:txBody>
      </p:sp>
      <p:sp>
        <p:nvSpPr>
          <p:cNvPr id="11" name="Rectangle 10">
            <a:extLst>
              <a:ext uri="{FF2B5EF4-FFF2-40B4-BE49-F238E27FC236}">
                <a16:creationId xmlns:a16="http://schemas.microsoft.com/office/drawing/2014/main" id="{0E4B4300-B0A5-D857-986B-22D10296F2E5}"/>
              </a:ext>
            </a:extLst>
          </p:cNvPr>
          <p:cNvSpPr/>
          <p:nvPr/>
        </p:nvSpPr>
        <p:spPr>
          <a:xfrm>
            <a:off x="4869738" y="6560721"/>
            <a:ext cx="217683" cy="179269"/>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2" name="TextBox 11">
            <a:extLst>
              <a:ext uri="{FF2B5EF4-FFF2-40B4-BE49-F238E27FC236}">
                <a16:creationId xmlns:a16="http://schemas.microsoft.com/office/drawing/2014/main" id="{DC86063F-BD19-F6EB-9D2D-8A623D1DE91A}"/>
              </a:ext>
            </a:extLst>
          </p:cNvPr>
          <p:cNvSpPr txBox="1"/>
          <p:nvPr/>
        </p:nvSpPr>
        <p:spPr>
          <a:xfrm>
            <a:off x="5186810" y="6561139"/>
            <a:ext cx="593581" cy="178433"/>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Poppins Medium"/>
                <a:ea typeface="+mn-ea"/>
                <a:cs typeface="+mn-cs"/>
              </a:rPr>
              <a:t>Low Priority Programs</a:t>
            </a:r>
          </a:p>
        </p:txBody>
      </p:sp>
      <p:pic>
        <p:nvPicPr>
          <p:cNvPr id="13" name="Picture 12" descr="A blue circle with yellow stars in center&#10;&#10;Description automatically generated">
            <a:extLst>
              <a:ext uri="{FF2B5EF4-FFF2-40B4-BE49-F238E27FC236}">
                <a16:creationId xmlns:a16="http://schemas.microsoft.com/office/drawing/2014/main" id="{CD26001B-9BE2-3850-4B66-E5539C08648B}"/>
              </a:ext>
            </a:extLst>
          </p:cNvPr>
          <p:cNvPicPr>
            <a:picLocks noChangeAspect="1"/>
          </p:cNvPicPr>
          <p:nvPr/>
        </p:nvPicPr>
        <p:blipFill>
          <a:blip r:embed="rId14"/>
          <a:stretch>
            <a:fillRect/>
          </a:stretch>
        </p:blipFill>
        <p:spPr>
          <a:xfrm>
            <a:off x="7482850" y="6560355"/>
            <a:ext cx="180000" cy="180000"/>
          </a:xfrm>
          <a:prstGeom prst="rect">
            <a:avLst/>
          </a:prstGeom>
          <a:ln>
            <a:noFill/>
          </a:ln>
        </p:spPr>
      </p:pic>
      <p:sp>
        <p:nvSpPr>
          <p:cNvPr id="14" name="Oval 13">
            <a:extLst>
              <a:ext uri="{FF2B5EF4-FFF2-40B4-BE49-F238E27FC236}">
                <a16:creationId xmlns:a16="http://schemas.microsoft.com/office/drawing/2014/main" id="{9A6191E5-E852-0F67-49F1-3521CC156BD5}"/>
              </a:ext>
            </a:extLst>
          </p:cNvPr>
          <p:cNvSpPr/>
          <p:nvPr/>
        </p:nvSpPr>
        <p:spPr>
          <a:xfrm>
            <a:off x="6660079" y="6560355"/>
            <a:ext cx="180000" cy="180000"/>
          </a:xfrm>
          <a:prstGeom prst="ellipse">
            <a:avLst/>
          </a:prstGeom>
          <a:blipFill>
            <a:blip r:embed="rId1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pic>
        <p:nvPicPr>
          <p:cNvPr id="15" name="Picture 14" descr="A red circle with yellow stars&#10;&#10;AI-generated content may be incorrect.">
            <a:extLst>
              <a:ext uri="{FF2B5EF4-FFF2-40B4-BE49-F238E27FC236}">
                <a16:creationId xmlns:a16="http://schemas.microsoft.com/office/drawing/2014/main" id="{39FAB522-5FEA-D5EF-4784-E3768106C60B}"/>
              </a:ext>
            </a:extLst>
          </p:cNvPr>
          <p:cNvPicPr>
            <a:picLocks noChangeAspect="1"/>
          </p:cNvPicPr>
          <p:nvPr/>
        </p:nvPicPr>
        <p:blipFill>
          <a:blip r:embed="rId16"/>
          <a:stretch>
            <a:fillRect/>
          </a:stretch>
        </p:blipFill>
        <p:spPr>
          <a:xfrm>
            <a:off x="5800323" y="6560355"/>
            <a:ext cx="180000" cy="180000"/>
          </a:xfrm>
          <a:prstGeom prst="rect">
            <a:avLst/>
          </a:prstGeom>
        </p:spPr>
      </p:pic>
      <p:sp>
        <p:nvSpPr>
          <p:cNvPr id="16" name="TextBox 15">
            <a:extLst>
              <a:ext uri="{FF2B5EF4-FFF2-40B4-BE49-F238E27FC236}">
                <a16:creationId xmlns:a16="http://schemas.microsoft.com/office/drawing/2014/main" id="{D73CEA10-0553-D39E-0669-65B553CD3B67}"/>
              </a:ext>
            </a:extLst>
          </p:cNvPr>
          <p:cNvSpPr txBox="1"/>
          <p:nvPr/>
        </p:nvSpPr>
        <p:spPr>
          <a:xfrm>
            <a:off x="6021142" y="6569293"/>
            <a:ext cx="593581" cy="178433"/>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Poppins Medium"/>
                <a:ea typeface="+mn-ea"/>
                <a:cs typeface="+mn-cs"/>
              </a:rPr>
              <a:t>CN Approval</a:t>
            </a:r>
          </a:p>
        </p:txBody>
      </p:sp>
      <p:sp>
        <p:nvSpPr>
          <p:cNvPr id="17" name="TextBox 16">
            <a:extLst>
              <a:ext uri="{FF2B5EF4-FFF2-40B4-BE49-F238E27FC236}">
                <a16:creationId xmlns:a16="http://schemas.microsoft.com/office/drawing/2014/main" id="{5EC4187B-6DCB-04E8-5A1B-E1BF01485E6E}"/>
              </a:ext>
            </a:extLst>
          </p:cNvPr>
          <p:cNvSpPr txBox="1"/>
          <p:nvPr/>
        </p:nvSpPr>
        <p:spPr>
          <a:xfrm>
            <a:off x="6853877" y="6569293"/>
            <a:ext cx="593581" cy="178433"/>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Poppins Medium"/>
                <a:ea typeface="+mn-ea"/>
                <a:cs typeface="+mn-cs"/>
              </a:rPr>
              <a:t>US Approval</a:t>
            </a:r>
          </a:p>
        </p:txBody>
      </p:sp>
      <p:sp>
        <p:nvSpPr>
          <p:cNvPr id="18" name="TextBox 17">
            <a:extLst>
              <a:ext uri="{FF2B5EF4-FFF2-40B4-BE49-F238E27FC236}">
                <a16:creationId xmlns:a16="http://schemas.microsoft.com/office/drawing/2014/main" id="{1A516483-86BC-4652-AE86-0CCB4F294CCB}"/>
              </a:ext>
            </a:extLst>
          </p:cNvPr>
          <p:cNvSpPr txBox="1"/>
          <p:nvPr/>
        </p:nvSpPr>
        <p:spPr>
          <a:xfrm>
            <a:off x="7678928" y="6569293"/>
            <a:ext cx="593581" cy="178433"/>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Poppins Medium"/>
                <a:ea typeface="+mn-ea"/>
                <a:cs typeface="+mn-cs"/>
              </a:rPr>
              <a:t>EU4 Approval</a:t>
            </a:r>
          </a:p>
        </p:txBody>
      </p:sp>
      <p:sp>
        <p:nvSpPr>
          <p:cNvPr id="19" name="Footer Placeholder 3">
            <a:extLst>
              <a:ext uri="{FF2B5EF4-FFF2-40B4-BE49-F238E27FC236}">
                <a16:creationId xmlns:a16="http://schemas.microsoft.com/office/drawing/2014/main" id="{301B7584-B0F7-D854-963C-C289B7E93A91}"/>
              </a:ext>
            </a:extLst>
          </p:cNvPr>
          <p:cNvSpPr txBox="1">
            <a:spLocks/>
          </p:cNvSpPr>
          <p:nvPr/>
        </p:nvSpPr>
        <p:spPr>
          <a:xfrm>
            <a:off x="8971728" y="6439540"/>
            <a:ext cx="2239197" cy="374547"/>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See notes section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fo</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r abbreviations</a:t>
            </a:r>
          </a:p>
        </p:txBody>
      </p:sp>
      <p:sp>
        <p:nvSpPr>
          <p:cNvPr id="20" name="TextBox 19">
            <a:extLst>
              <a:ext uri="{FF2B5EF4-FFF2-40B4-BE49-F238E27FC236}">
                <a16:creationId xmlns:a16="http://schemas.microsoft.com/office/drawing/2014/main" id="{03953F1C-64F8-BC2C-BBF2-08B7A4110F6B}"/>
              </a:ext>
            </a:extLst>
          </p:cNvPr>
          <p:cNvSpPr txBox="1"/>
          <p:nvPr/>
        </p:nvSpPr>
        <p:spPr>
          <a:xfrm>
            <a:off x="8491388" y="6569293"/>
            <a:ext cx="593581" cy="178433"/>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00000"/>
                </a:solidFill>
                <a:effectLst/>
                <a:uLnTx/>
                <a:uFillTx/>
                <a:latin typeface="Poppins Medium"/>
                <a:ea typeface="+mn-ea"/>
                <a:cs typeface="+mn-cs"/>
              </a:rPr>
              <a:t>JP  Approval</a:t>
            </a:r>
          </a:p>
        </p:txBody>
      </p:sp>
      <p:pic>
        <p:nvPicPr>
          <p:cNvPr id="21" name="Picture 20" descr="A red circle with white circle in center&#10;&#10;AI-generated content may be incorrect.">
            <a:extLst>
              <a:ext uri="{FF2B5EF4-FFF2-40B4-BE49-F238E27FC236}">
                <a16:creationId xmlns:a16="http://schemas.microsoft.com/office/drawing/2014/main" id="{8AFEA024-0351-9D83-9DC4-1CCBCFAA87BA}"/>
              </a:ext>
            </a:extLst>
          </p:cNvPr>
          <p:cNvPicPr>
            <a:picLocks/>
          </p:cNvPicPr>
          <p:nvPr/>
        </p:nvPicPr>
        <p:blipFill>
          <a:blip r:embed="rId17"/>
          <a:stretch>
            <a:fillRect/>
          </a:stretch>
        </p:blipFill>
        <p:spPr>
          <a:xfrm>
            <a:off x="8269267" y="6549771"/>
            <a:ext cx="201168" cy="201168"/>
          </a:xfrm>
          <a:prstGeom prst="rect">
            <a:avLst/>
          </a:prstGeom>
        </p:spPr>
      </p:pic>
      <p:sp>
        <p:nvSpPr>
          <p:cNvPr id="103" name="TextBox 102">
            <a:extLst>
              <a:ext uri="{FF2B5EF4-FFF2-40B4-BE49-F238E27FC236}">
                <a16:creationId xmlns:a16="http://schemas.microsoft.com/office/drawing/2014/main" id="{40443C36-ED18-A57B-E4AA-E1996761CA75}"/>
              </a:ext>
            </a:extLst>
          </p:cNvPr>
          <p:cNvSpPr txBox="1"/>
          <p:nvPr/>
        </p:nvSpPr>
        <p:spPr>
          <a:xfrm>
            <a:off x="3335422" y="6229199"/>
            <a:ext cx="1002865" cy="27699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Poppins"/>
                <a:ea typeface="+mn-ea"/>
                <a:cs typeface="+mn-cs"/>
              </a:rPr>
              <a:t>SSD: Nov 2017</a:t>
            </a:r>
          </a:p>
        </p:txBody>
      </p:sp>
      <p:sp>
        <p:nvSpPr>
          <p:cNvPr id="104" name="Arrow: Pentagon 103">
            <a:extLst>
              <a:ext uri="{FF2B5EF4-FFF2-40B4-BE49-F238E27FC236}">
                <a16:creationId xmlns:a16="http://schemas.microsoft.com/office/drawing/2014/main" id="{44100BDA-2784-9DDE-0CD9-4615A804BFAE}"/>
              </a:ext>
            </a:extLst>
          </p:cNvPr>
          <p:cNvSpPr/>
          <p:nvPr/>
        </p:nvSpPr>
        <p:spPr>
          <a:xfrm>
            <a:off x="3404830" y="5553488"/>
            <a:ext cx="4137050" cy="108707"/>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05" name="Flowchart: Decision 104">
            <a:extLst>
              <a:ext uri="{FF2B5EF4-FFF2-40B4-BE49-F238E27FC236}">
                <a16:creationId xmlns:a16="http://schemas.microsoft.com/office/drawing/2014/main" id="{807E8504-D6D8-F9DE-5EB8-C7D315BEDB00}"/>
              </a:ext>
            </a:extLst>
          </p:cNvPr>
          <p:cNvSpPr/>
          <p:nvPr/>
        </p:nvSpPr>
        <p:spPr>
          <a:xfrm>
            <a:off x="3380756" y="5536142"/>
            <a:ext cx="158298" cy="143399"/>
          </a:xfrm>
          <a:prstGeom prst="flowChartDecision">
            <a:avLst/>
          </a:prstGeom>
          <a:solidFill>
            <a:srgbClr val="D1AED2"/>
          </a:solidFill>
          <a:ln>
            <a:solidFill>
              <a:srgbClr val="68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06" name="Flowchart: Decision 105">
            <a:extLst>
              <a:ext uri="{FF2B5EF4-FFF2-40B4-BE49-F238E27FC236}">
                <a16:creationId xmlns:a16="http://schemas.microsoft.com/office/drawing/2014/main" id="{0CA914B3-6488-501C-8765-C2C661393397}"/>
              </a:ext>
            </a:extLst>
          </p:cNvPr>
          <p:cNvSpPr/>
          <p:nvPr/>
        </p:nvSpPr>
        <p:spPr>
          <a:xfrm>
            <a:off x="5730857" y="5536142"/>
            <a:ext cx="158298" cy="143399"/>
          </a:xfrm>
          <a:prstGeom prst="flowChartDecision">
            <a:avLst/>
          </a:prstGeom>
          <a:solidFill>
            <a:srgbClr val="FFC000"/>
          </a:solidFill>
          <a:ln>
            <a:solidFill>
              <a:srgbClr val="A27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07" name="Flowchart: Decision 106">
            <a:extLst>
              <a:ext uri="{FF2B5EF4-FFF2-40B4-BE49-F238E27FC236}">
                <a16:creationId xmlns:a16="http://schemas.microsoft.com/office/drawing/2014/main" id="{FA6EF003-DA03-ECFC-72F6-E2BF649A8C28}"/>
              </a:ext>
            </a:extLst>
          </p:cNvPr>
          <p:cNvSpPr/>
          <p:nvPr/>
        </p:nvSpPr>
        <p:spPr>
          <a:xfrm>
            <a:off x="5978948" y="5534689"/>
            <a:ext cx="155448" cy="146304"/>
          </a:xfrm>
          <a:prstGeom prst="flowChartDecision">
            <a:avLst/>
          </a:prstGeom>
          <a:solidFill>
            <a:schemeClr val="accent4">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pic>
        <p:nvPicPr>
          <p:cNvPr id="108" name="Picture 107" descr="A red circle with yellow stars&#10;&#10;AI-generated content may be incorrect.">
            <a:extLst>
              <a:ext uri="{FF2B5EF4-FFF2-40B4-BE49-F238E27FC236}">
                <a16:creationId xmlns:a16="http://schemas.microsoft.com/office/drawing/2014/main" id="{5269AD79-CE47-26F4-4FD9-1333880D2ED1}"/>
              </a:ext>
            </a:extLst>
          </p:cNvPr>
          <p:cNvPicPr>
            <a:picLocks noChangeAspect="1"/>
          </p:cNvPicPr>
          <p:nvPr/>
        </p:nvPicPr>
        <p:blipFill>
          <a:blip r:embed="rId16"/>
          <a:stretch>
            <a:fillRect/>
          </a:stretch>
        </p:blipFill>
        <p:spPr>
          <a:xfrm>
            <a:off x="6955985" y="5517841"/>
            <a:ext cx="180000" cy="180000"/>
          </a:xfrm>
          <a:prstGeom prst="rect">
            <a:avLst/>
          </a:prstGeom>
        </p:spPr>
      </p:pic>
      <p:pic>
        <p:nvPicPr>
          <p:cNvPr id="109" name="Picture 108" descr="A blue circle with yellow stars in center&#10;&#10;Description automatically generated">
            <a:extLst>
              <a:ext uri="{FF2B5EF4-FFF2-40B4-BE49-F238E27FC236}">
                <a16:creationId xmlns:a16="http://schemas.microsoft.com/office/drawing/2014/main" id="{C3E76389-1F10-4013-40E3-DB65168BAFBC}"/>
              </a:ext>
            </a:extLst>
          </p:cNvPr>
          <p:cNvPicPr>
            <a:picLocks noChangeAspect="1"/>
          </p:cNvPicPr>
          <p:nvPr/>
        </p:nvPicPr>
        <p:blipFill>
          <a:blip r:embed="rId14"/>
          <a:stretch>
            <a:fillRect/>
          </a:stretch>
        </p:blipFill>
        <p:spPr>
          <a:xfrm>
            <a:off x="8016866" y="5517841"/>
            <a:ext cx="180000" cy="180000"/>
          </a:xfrm>
          <a:prstGeom prst="rect">
            <a:avLst/>
          </a:prstGeom>
          <a:ln>
            <a:noFill/>
          </a:ln>
        </p:spPr>
      </p:pic>
      <p:sp>
        <p:nvSpPr>
          <p:cNvPr id="110" name="Oval 109">
            <a:extLst>
              <a:ext uri="{FF2B5EF4-FFF2-40B4-BE49-F238E27FC236}">
                <a16:creationId xmlns:a16="http://schemas.microsoft.com/office/drawing/2014/main" id="{AC52E309-DF6F-1232-DBE1-7E50ED218702}"/>
              </a:ext>
            </a:extLst>
          </p:cNvPr>
          <p:cNvSpPr/>
          <p:nvPr/>
        </p:nvSpPr>
        <p:spPr>
          <a:xfrm>
            <a:off x="8574290" y="5517841"/>
            <a:ext cx="180000" cy="180000"/>
          </a:xfrm>
          <a:prstGeom prst="ellipse">
            <a:avLst/>
          </a:prstGeom>
          <a:blipFill>
            <a:blip r:embed="rId1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111" name="Arrow: Pentagon 110">
            <a:extLst>
              <a:ext uri="{FF2B5EF4-FFF2-40B4-BE49-F238E27FC236}">
                <a16:creationId xmlns:a16="http://schemas.microsoft.com/office/drawing/2014/main" id="{D5E58924-6124-7DEF-7E87-3F536126FE6F}"/>
              </a:ext>
            </a:extLst>
          </p:cNvPr>
          <p:cNvSpPr/>
          <p:nvPr/>
        </p:nvSpPr>
        <p:spPr>
          <a:xfrm>
            <a:off x="4148858" y="2154752"/>
            <a:ext cx="4863094" cy="109728"/>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12" name="Flowchart: Decision 111">
            <a:extLst>
              <a:ext uri="{FF2B5EF4-FFF2-40B4-BE49-F238E27FC236}">
                <a16:creationId xmlns:a16="http://schemas.microsoft.com/office/drawing/2014/main" id="{4E343CBF-2FC9-2361-339A-18683E77D2AC}"/>
              </a:ext>
            </a:extLst>
          </p:cNvPr>
          <p:cNvSpPr/>
          <p:nvPr/>
        </p:nvSpPr>
        <p:spPr>
          <a:xfrm>
            <a:off x="4069709" y="2137917"/>
            <a:ext cx="158298" cy="143399"/>
          </a:xfrm>
          <a:prstGeom prst="flowChartDecision">
            <a:avLst/>
          </a:prstGeom>
          <a:solidFill>
            <a:srgbClr val="D1AED2"/>
          </a:solidFill>
          <a:ln>
            <a:solidFill>
              <a:srgbClr val="68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13" name="Flowchart: Decision 112">
            <a:extLst>
              <a:ext uri="{FF2B5EF4-FFF2-40B4-BE49-F238E27FC236}">
                <a16:creationId xmlns:a16="http://schemas.microsoft.com/office/drawing/2014/main" id="{8F56A10A-E10F-A047-6823-F61CD6DFE266}"/>
              </a:ext>
            </a:extLst>
          </p:cNvPr>
          <p:cNvSpPr/>
          <p:nvPr/>
        </p:nvSpPr>
        <p:spPr>
          <a:xfrm>
            <a:off x="6867627" y="2137917"/>
            <a:ext cx="158298" cy="143399"/>
          </a:xfrm>
          <a:prstGeom prst="flowChartDecision">
            <a:avLst/>
          </a:prstGeom>
          <a:solidFill>
            <a:srgbClr val="FFC000"/>
          </a:solidFill>
          <a:ln>
            <a:solidFill>
              <a:srgbClr val="A27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pic>
        <p:nvPicPr>
          <p:cNvPr id="114" name="Picture 113" descr="A blue circle with yellow stars in center&#10;&#10;Description automatically generated">
            <a:extLst>
              <a:ext uri="{FF2B5EF4-FFF2-40B4-BE49-F238E27FC236}">
                <a16:creationId xmlns:a16="http://schemas.microsoft.com/office/drawing/2014/main" id="{AC43279E-6182-5B47-73FB-BDCB8C1825C1}"/>
              </a:ext>
            </a:extLst>
          </p:cNvPr>
          <p:cNvPicPr>
            <a:picLocks noChangeAspect="1"/>
          </p:cNvPicPr>
          <p:nvPr/>
        </p:nvPicPr>
        <p:blipFill>
          <a:blip r:embed="rId14"/>
          <a:stretch>
            <a:fillRect/>
          </a:stretch>
        </p:blipFill>
        <p:spPr>
          <a:xfrm>
            <a:off x="8957360" y="2119616"/>
            <a:ext cx="180000" cy="180000"/>
          </a:xfrm>
          <a:prstGeom prst="rect">
            <a:avLst/>
          </a:prstGeom>
          <a:ln>
            <a:noFill/>
          </a:ln>
        </p:spPr>
      </p:pic>
      <p:sp>
        <p:nvSpPr>
          <p:cNvPr id="115" name="Oval 114">
            <a:extLst>
              <a:ext uri="{FF2B5EF4-FFF2-40B4-BE49-F238E27FC236}">
                <a16:creationId xmlns:a16="http://schemas.microsoft.com/office/drawing/2014/main" id="{E1B0093B-6FDA-C7ED-D3F1-74A4EFD2AD4F}"/>
              </a:ext>
            </a:extLst>
          </p:cNvPr>
          <p:cNvSpPr/>
          <p:nvPr/>
        </p:nvSpPr>
        <p:spPr>
          <a:xfrm>
            <a:off x="9325097" y="2119616"/>
            <a:ext cx="180000" cy="180000"/>
          </a:xfrm>
          <a:prstGeom prst="ellipse">
            <a:avLst/>
          </a:prstGeom>
          <a:blipFill>
            <a:blip r:embed="rId1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pic>
        <p:nvPicPr>
          <p:cNvPr id="116" name="Picture 115" descr="A red circle with yellow stars&#10;&#10;AI-generated content may be incorrect.">
            <a:extLst>
              <a:ext uri="{FF2B5EF4-FFF2-40B4-BE49-F238E27FC236}">
                <a16:creationId xmlns:a16="http://schemas.microsoft.com/office/drawing/2014/main" id="{8743798C-8F57-1F84-9A19-5C70AA713364}"/>
              </a:ext>
            </a:extLst>
          </p:cNvPr>
          <p:cNvPicPr>
            <a:picLocks noChangeAspect="1"/>
          </p:cNvPicPr>
          <p:nvPr/>
        </p:nvPicPr>
        <p:blipFill>
          <a:blip r:embed="rId16"/>
          <a:stretch>
            <a:fillRect/>
          </a:stretch>
        </p:blipFill>
        <p:spPr>
          <a:xfrm>
            <a:off x="7864580" y="2119616"/>
            <a:ext cx="180000" cy="180000"/>
          </a:xfrm>
          <a:prstGeom prst="rect">
            <a:avLst/>
          </a:prstGeom>
        </p:spPr>
      </p:pic>
      <p:sp>
        <p:nvSpPr>
          <p:cNvPr id="117" name="Arrow: Pentagon 116">
            <a:extLst>
              <a:ext uri="{FF2B5EF4-FFF2-40B4-BE49-F238E27FC236}">
                <a16:creationId xmlns:a16="http://schemas.microsoft.com/office/drawing/2014/main" id="{BC53146F-D89A-FF33-1BAC-4C83D5E5FF4F}"/>
              </a:ext>
            </a:extLst>
          </p:cNvPr>
          <p:cNvSpPr/>
          <p:nvPr/>
        </p:nvSpPr>
        <p:spPr>
          <a:xfrm>
            <a:off x="4148859" y="2694283"/>
            <a:ext cx="4863094" cy="109728"/>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18" name="Flowchart: Decision 117">
            <a:extLst>
              <a:ext uri="{FF2B5EF4-FFF2-40B4-BE49-F238E27FC236}">
                <a16:creationId xmlns:a16="http://schemas.microsoft.com/office/drawing/2014/main" id="{4A796264-D2A0-5A3B-7687-A008DC2392BC}"/>
              </a:ext>
            </a:extLst>
          </p:cNvPr>
          <p:cNvSpPr/>
          <p:nvPr/>
        </p:nvSpPr>
        <p:spPr>
          <a:xfrm>
            <a:off x="4069709" y="2677448"/>
            <a:ext cx="158298" cy="143399"/>
          </a:xfrm>
          <a:prstGeom prst="flowChartDecision">
            <a:avLst/>
          </a:prstGeom>
          <a:solidFill>
            <a:srgbClr val="D1AED2"/>
          </a:solidFill>
          <a:ln>
            <a:solidFill>
              <a:srgbClr val="68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19" name="Flowchart: Decision 118">
            <a:extLst>
              <a:ext uri="{FF2B5EF4-FFF2-40B4-BE49-F238E27FC236}">
                <a16:creationId xmlns:a16="http://schemas.microsoft.com/office/drawing/2014/main" id="{B8A5AB37-6C43-F9E0-82E2-C99EAB5A70D0}"/>
              </a:ext>
            </a:extLst>
          </p:cNvPr>
          <p:cNvSpPr/>
          <p:nvPr/>
        </p:nvSpPr>
        <p:spPr>
          <a:xfrm>
            <a:off x="7637458" y="2677448"/>
            <a:ext cx="158298" cy="143399"/>
          </a:xfrm>
          <a:prstGeom prst="flowChartDecision">
            <a:avLst/>
          </a:prstGeom>
          <a:solidFill>
            <a:srgbClr val="FFC000"/>
          </a:solidFill>
          <a:ln>
            <a:solidFill>
              <a:srgbClr val="A27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20" name="Flowchart: Decision 119">
            <a:extLst>
              <a:ext uri="{FF2B5EF4-FFF2-40B4-BE49-F238E27FC236}">
                <a16:creationId xmlns:a16="http://schemas.microsoft.com/office/drawing/2014/main" id="{EE6BB819-0053-213C-98FB-7DCB646C3DC1}"/>
              </a:ext>
            </a:extLst>
          </p:cNvPr>
          <p:cNvSpPr/>
          <p:nvPr/>
        </p:nvSpPr>
        <p:spPr>
          <a:xfrm>
            <a:off x="7939142" y="2675995"/>
            <a:ext cx="155448" cy="146304"/>
          </a:xfrm>
          <a:prstGeom prst="flowChartDecision">
            <a:avLst/>
          </a:prstGeom>
          <a:solidFill>
            <a:schemeClr val="accent4">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pic>
        <p:nvPicPr>
          <p:cNvPr id="121" name="Picture 120" descr="A blue circle with yellow stars in center&#10;&#10;Description automatically generated">
            <a:extLst>
              <a:ext uri="{FF2B5EF4-FFF2-40B4-BE49-F238E27FC236}">
                <a16:creationId xmlns:a16="http://schemas.microsoft.com/office/drawing/2014/main" id="{06C6DC83-36BF-3A47-BF82-969D1A66AB55}"/>
              </a:ext>
            </a:extLst>
          </p:cNvPr>
          <p:cNvPicPr>
            <a:picLocks noChangeAspect="1"/>
          </p:cNvPicPr>
          <p:nvPr/>
        </p:nvPicPr>
        <p:blipFill>
          <a:blip r:embed="rId14"/>
          <a:stretch>
            <a:fillRect/>
          </a:stretch>
        </p:blipFill>
        <p:spPr>
          <a:xfrm>
            <a:off x="8831140" y="2659147"/>
            <a:ext cx="180000" cy="180000"/>
          </a:xfrm>
          <a:prstGeom prst="rect">
            <a:avLst/>
          </a:prstGeom>
          <a:ln>
            <a:noFill/>
          </a:ln>
        </p:spPr>
      </p:pic>
      <p:sp>
        <p:nvSpPr>
          <p:cNvPr id="122" name="Oval 121">
            <a:extLst>
              <a:ext uri="{FF2B5EF4-FFF2-40B4-BE49-F238E27FC236}">
                <a16:creationId xmlns:a16="http://schemas.microsoft.com/office/drawing/2014/main" id="{4C29AD4E-19BC-DA59-2BB0-E2C52E37C3D2}"/>
              </a:ext>
            </a:extLst>
          </p:cNvPr>
          <p:cNvSpPr/>
          <p:nvPr/>
        </p:nvSpPr>
        <p:spPr>
          <a:xfrm>
            <a:off x="9006448" y="2659147"/>
            <a:ext cx="180000" cy="180000"/>
          </a:xfrm>
          <a:prstGeom prst="ellipse">
            <a:avLst/>
          </a:prstGeom>
          <a:blipFill>
            <a:blip r:embed="rId1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pic>
        <p:nvPicPr>
          <p:cNvPr id="123" name="Picture 122" descr="A red circle with yellow stars&#10;&#10;AI-generated content may be incorrect.">
            <a:extLst>
              <a:ext uri="{FF2B5EF4-FFF2-40B4-BE49-F238E27FC236}">
                <a16:creationId xmlns:a16="http://schemas.microsoft.com/office/drawing/2014/main" id="{BFB02864-AF9C-C9A9-9630-2C5010EBA48B}"/>
              </a:ext>
            </a:extLst>
          </p:cNvPr>
          <p:cNvPicPr>
            <a:picLocks noChangeAspect="1"/>
          </p:cNvPicPr>
          <p:nvPr/>
        </p:nvPicPr>
        <p:blipFill>
          <a:blip r:embed="rId16"/>
          <a:stretch>
            <a:fillRect/>
          </a:stretch>
        </p:blipFill>
        <p:spPr>
          <a:xfrm>
            <a:off x="7794129" y="2659147"/>
            <a:ext cx="180000" cy="180000"/>
          </a:xfrm>
          <a:prstGeom prst="rect">
            <a:avLst/>
          </a:prstGeom>
        </p:spPr>
      </p:pic>
      <p:sp>
        <p:nvSpPr>
          <p:cNvPr id="124" name="Arrow: Pentagon 123">
            <a:extLst>
              <a:ext uri="{FF2B5EF4-FFF2-40B4-BE49-F238E27FC236}">
                <a16:creationId xmlns:a16="http://schemas.microsoft.com/office/drawing/2014/main" id="{AB405F14-20D2-E6B8-D7A3-64F5BB79506D}"/>
              </a:ext>
            </a:extLst>
          </p:cNvPr>
          <p:cNvSpPr/>
          <p:nvPr/>
        </p:nvSpPr>
        <p:spPr>
          <a:xfrm>
            <a:off x="3784239" y="3283688"/>
            <a:ext cx="4104894" cy="109728"/>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25" name="Flowchart: Decision 124">
            <a:extLst>
              <a:ext uri="{FF2B5EF4-FFF2-40B4-BE49-F238E27FC236}">
                <a16:creationId xmlns:a16="http://schemas.microsoft.com/office/drawing/2014/main" id="{E2BF7EAA-A3A3-3A79-3873-0E94CC9C63A6}"/>
              </a:ext>
            </a:extLst>
          </p:cNvPr>
          <p:cNvSpPr/>
          <p:nvPr/>
        </p:nvSpPr>
        <p:spPr>
          <a:xfrm>
            <a:off x="3695041" y="3266853"/>
            <a:ext cx="158298" cy="143399"/>
          </a:xfrm>
          <a:prstGeom prst="flowChartDecision">
            <a:avLst/>
          </a:prstGeom>
          <a:solidFill>
            <a:srgbClr val="D1AED2"/>
          </a:solidFill>
          <a:ln>
            <a:solidFill>
              <a:srgbClr val="68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26" name="Flowchart: Decision 125">
            <a:extLst>
              <a:ext uri="{FF2B5EF4-FFF2-40B4-BE49-F238E27FC236}">
                <a16:creationId xmlns:a16="http://schemas.microsoft.com/office/drawing/2014/main" id="{F8A77C8F-03DE-D602-4058-C0D59C975D3F}"/>
              </a:ext>
            </a:extLst>
          </p:cNvPr>
          <p:cNvSpPr/>
          <p:nvPr/>
        </p:nvSpPr>
        <p:spPr>
          <a:xfrm>
            <a:off x="5083069" y="3266853"/>
            <a:ext cx="158298" cy="143399"/>
          </a:xfrm>
          <a:prstGeom prst="flowChartDecision">
            <a:avLst/>
          </a:prstGeom>
          <a:solidFill>
            <a:srgbClr val="FFC000"/>
          </a:solidFill>
          <a:ln>
            <a:solidFill>
              <a:srgbClr val="A27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27" name="Flowchart: Decision 126">
            <a:extLst>
              <a:ext uri="{FF2B5EF4-FFF2-40B4-BE49-F238E27FC236}">
                <a16:creationId xmlns:a16="http://schemas.microsoft.com/office/drawing/2014/main" id="{87DB58FF-42D3-335F-B374-9241C79CA2A0}"/>
              </a:ext>
            </a:extLst>
          </p:cNvPr>
          <p:cNvSpPr/>
          <p:nvPr/>
        </p:nvSpPr>
        <p:spPr>
          <a:xfrm>
            <a:off x="5665744" y="3265400"/>
            <a:ext cx="155448" cy="146304"/>
          </a:xfrm>
          <a:prstGeom prst="flowChartDecision">
            <a:avLst/>
          </a:prstGeom>
          <a:solidFill>
            <a:schemeClr val="accent4">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pic>
        <p:nvPicPr>
          <p:cNvPr id="128" name="Picture 127" descr="A blue circle with yellow stars in center&#10;&#10;Description automatically generated">
            <a:extLst>
              <a:ext uri="{FF2B5EF4-FFF2-40B4-BE49-F238E27FC236}">
                <a16:creationId xmlns:a16="http://schemas.microsoft.com/office/drawing/2014/main" id="{0A17B4B8-D1C7-9FB0-7A8A-A4B3862B1AD8}"/>
              </a:ext>
            </a:extLst>
          </p:cNvPr>
          <p:cNvPicPr>
            <a:picLocks noChangeAspect="1"/>
          </p:cNvPicPr>
          <p:nvPr/>
        </p:nvPicPr>
        <p:blipFill>
          <a:blip r:embed="rId14"/>
          <a:stretch>
            <a:fillRect/>
          </a:stretch>
        </p:blipFill>
        <p:spPr>
          <a:xfrm>
            <a:off x="8727004" y="3248552"/>
            <a:ext cx="180000" cy="180000"/>
          </a:xfrm>
          <a:prstGeom prst="rect">
            <a:avLst/>
          </a:prstGeom>
          <a:ln>
            <a:noFill/>
          </a:ln>
        </p:spPr>
      </p:pic>
      <p:pic>
        <p:nvPicPr>
          <p:cNvPr id="129" name="Picture 128" descr="A red circle with yellow stars&#10;&#10;AI-generated content may be incorrect.">
            <a:extLst>
              <a:ext uri="{FF2B5EF4-FFF2-40B4-BE49-F238E27FC236}">
                <a16:creationId xmlns:a16="http://schemas.microsoft.com/office/drawing/2014/main" id="{8DCC974C-249A-FC36-436B-4DE2C9976BED}"/>
              </a:ext>
            </a:extLst>
          </p:cNvPr>
          <p:cNvPicPr>
            <a:picLocks noChangeAspect="1"/>
          </p:cNvPicPr>
          <p:nvPr/>
        </p:nvPicPr>
        <p:blipFill>
          <a:blip r:embed="rId16"/>
          <a:stretch>
            <a:fillRect/>
          </a:stretch>
        </p:blipFill>
        <p:spPr>
          <a:xfrm>
            <a:off x="6291097" y="3248552"/>
            <a:ext cx="180000" cy="180000"/>
          </a:xfrm>
          <a:prstGeom prst="rect">
            <a:avLst/>
          </a:prstGeom>
        </p:spPr>
      </p:pic>
      <p:sp>
        <p:nvSpPr>
          <p:cNvPr id="130" name="Arrow: Pentagon 129">
            <a:extLst>
              <a:ext uri="{FF2B5EF4-FFF2-40B4-BE49-F238E27FC236}">
                <a16:creationId xmlns:a16="http://schemas.microsoft.com/office/drawing/2014/main" id="{8F1351D3-655F-1B79-D03D-844A323D29C1}"/>
              </a:ext>
            </a:extLst>
          </p:cNvPr>
          <p:cNvSpPr/>
          <p:nvPr/>
        </p:nvSpPr>
        <p:spPr>
          <a:xfrm>
            <a:off x="3784238" y="3871282"/>
            <a:ext cx="4104894" cy="109728"/>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31" name="Flowchart: Decision 130">
            <a:extLst>
              <a:ext uri="{FF2B5EF4-FFF2-40B4-BE49-F238E27FC236}">
                <a16:creationId xmlns:a16="http://schemas.microsoft.com/office/drawing/2014/main" id="{9CBF7963-05FD-211C-3DC8-9A0FED24D3D4}"/>
              </a:ext>
            </a:extLst>
          </p:cNvPr>
          <p:cNvSpPr/>
          <p:nvPr/>
        </p:nvSpPr>
        <p:spPr>
          <a:xfrm>
            <a:off x="3695041" y="3854447"/>
            <a:ext cx="158298" cy="143399"/>
          </a:xfrm>
          <a:prstGeom prst="flowChartDecision">
            <a:avLst/>
          </a:prstGeom>
          <a:solidFill>
            <a:srgbClr val="D1AED2"/>
          </a:solidFill>
          <a:ln>
            <a:solidFill>
              <a:srgbClr val="68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32" name="Flowchart: Decision 131">
            <a:extLst>
              <a:ext uri="{FF2B5EF4-FFF2-40B4-BE49-F238E27FC236}">
                <a16:creationId xmlns:a16="http://schemas.microsoft.com/office/drawing/2014/main" id="{E1EF9C51-D3C5-720F-EE44-8F7D09CD83E6}"/>
              </a:ext>
            </a:extLst>
          </p:cNvPr>
          <p:cNvSpPr/>
          <p:nvPr/>
        </p:nvSpPr>
        <p:spPr>
          <a:xfrm>
            <a:off x="5492122" y="3854447"/>
            <a:ext cx="158298" cy="143399"/>
          </a:xfrm>
          <a:prstGeom prst="flowChartDecision">
            <a:avLst/>
          </a:prstGeom>
          <a:solidFill>
            <a:srgbClr val="FFC000"/>
          </a:solidFill>
          <a:ln>
            <a:solidFill>
              <a:srgbClr val="A27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33" name="Flowchart: Decision 132">
            <a:extLst>
              <a:ext uri="{FF2B5EF4-FFF2-40B4-BE49-F238E27FC236}">
                <a16:creationId xmlns:a16="http://schemas.microsoft.com/office/drawing/2014/main" id="{9025D7A9-5C1D-8984-5FF0-577E1E96416E}"/>
              </a:ext>
            </a:extLst>
          </p:cNvPr>
          <p:cNvSpPr/>
          <p:nvPr/>
        </p:nvSpPr>
        <p:spPr>
          <a:xfrm>
            <a:off x="5693690" y="3852994"/>
            <a:ext cx="155448" cy="146304"/>
          </a:xfrm>
          <a:prstGeom prst="flowChartDecision">
            <a:avLst/>
          </a:prstGeom>
          <a:solidFill>
            <a:schemeClr val="accent4">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pic>
        <p:nvPicPr>
          <p:cNvPr id="134" name="Picture 133" descr="A blue circle with yellow stars in center&#10;&#10;Description automatically generated">
            <a:extLst>
              <a:ext uri="{FF2B5EF4-FFF2-40B4-BE49-F238E27FC236}">
                <a16:creationId xmlns:a16="http://schemas.microsoft.com/office/drawing/2014/main" id="{30AFE9CB-B58A-47F1-70ED-BB6E30CFE549}"/>
              </a:ext>
            </a:extLst>
          </p:cNvPr>
          <p:cNvPicPr>
            <a:picLocks noChangeAspect="1"/>
          </p:cNvPicPr>
          <p:nvPr/>
        </p:nvPicPr>
        <p:blipFill>
          <a:blip r:embed="rId14"/>
          <a:stretch>
            <a:fillRect/>
          </a:stretch>
        </p:blipFill>
        <p:spPr>
          <a:xfrm>
            <a:off x="8727004" y="3836146"/>
            <a:ext cx="180000" cy="180000"/>
          </a:xfrm>
          <a:prstGeom prst="rect">
            <a:avLst/>
          </a:prstGeom>
          <a:ln>
            <a:noFill/>
          </a:ln>
        </p:spPr>
      </p:pic>
      <p:pic>
        <p:nvPicPr>
          <p:cNvPr id="135" name="Picture 134" descr="A red circle with yellow stars&#10;&#10;AI-generated content may be incorrect.">
            <a:extLst>
              <a:ext uri="{FF2B5EF4-FFF2-40B4-BE49-F238E27FC236}">
                <a16:creationId xmlns:a16="http://schemas.microsoft.com/office/drawing/2014/main" id="{284CEE05-868B-2DCB-43C4-C82D0CFA2029}"/>
              </a:ext>
            </a:extLst>
          </p:cNvPr>
          <p:cNvPicPr>
            <a:picLocks noChangeAspect="1"/>
          </p:cNvPicPr>
          <p:nvPr/>
        </p:nvPicPr>
        <p:blipFill>
          <a:blip r:embed="rId16"/>
          <a:stretch>
            <a:fillRect/>
          </a:stretch>
        </p:blipFill>
        <p:spPr>
          <a:xfrm>
            <a:off x="5944353" y="3836146"/>
            <a:ext cx="180000" cy="180000"/>
          </a:xfrm>
          <a:prstGeom prst="rect">
            <a:avLst/>
          </a:prstGeom>
        </p:spPr>
      </p:pic>
      <p:sp>
        <p:nvSpPr>
          <p:cNvPr id="136" name="Arrow: Pentagon 135">
            <a:extLst>
              <a:ext uri="{FF2B5EF4-FFF2-40B4-BE49-F238E27FC236}">
                <a16:creationId xmlns:a16="http://schemas.microsoft.com/office/drawing/2014/main" id="{D4F16127-17D0-4D8D-771F-DF1E09099E08}"/>
              </a:ext>
            </a:extLst>
          </p:cNvPr>
          <p:cNvSpPr/>
          <p:nvPr/>
        </p:nvSpPr>
        <p:spPr>
          <a:xfrm>
            <a:off x="5391723" y="4470869"/>
            <a:ext cx="4505739" cy="109728"/>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37" name="Flowchart: Decision 136">
            <a:extLst>
              <a:ext uri="{FF2B5EF4-FFF2-40B4-BE49-F238E27FC236}">
                <a16:creationId xmlns:a16="http://schemas.microsoft.com/office/drawing/2014/main" id="{92DC840C-1613-5DF2-871D-3ED944BAE701}"/>
              </a:ext>
            </a:extLst>
          </p:cNvPr>
          <p:cNvSpPr/>
          <p:nvPr/>
        </p:nvSpPr>
        <p:spPr>
          <a:xfrm>
            <a:off x="5312574" y="4454034"/>
            <a:ext cx="158298" cy="143399"/>
          </a:xfrm>
          <a:prstGeom prst="flowChartDecision">
            <a:avLst/>
          </a:prstGeom>
          <a:solidFill>
            <a:srgbClr val="D1AED2"/>
          </a:solidFill>
          <a:ln>
            <a:solidFill>
              <a:srgbClr val="68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38" name="Flowchart: Decision 137">
            <a:extLst>
              <a:ext uri="{FF2B5EF4-FFF2-40B4-BE49-F238E27FC236}">
                <a16:creationId xmlns:a16="http://schemas.microsoft.com/office/drawing/2014/main" id="{C2760E7B-FE0B-D696-F992-CB43A0826266}"/>
              </a:ext>
            </a:extLst>
          </p:cNvPr>
          <p:cNvSpPr/>
          <p:nvPr/>
        </p:nvSpPr>
        <p:spPr>
          <a:xfrm>
            <a:off x="8044580" y="4454034"/>
            <a:ext cx="158298" cy="143399"/>
          </a:xfrm>
          <a:prstGeom prst="flowChartDecision">
            <a:avLst/>
          </a:prstGeom>
          <a:solidFill>
            <a:srgbClr val="FFC000"/>
          </a:solidFill>
          <a:ln>
            <a:solidFill>
              <a:srgbClr val="A27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39" name="Flowchart: Decision 138">
            <a:extLst>
              <a:ext uri="{FF2B5EF4-FFF2-40B4-BE49-F238E27FC236}">
                <a16:creationId xmlns:a16="http://schemas.microsoft.com/office/drawing/2014/main" id="{6F795D3A-E948-B51B-2CCB-D9E90ACE3A14}"/>
              </a:ext>
            </a:extLst>
          </p:cNvPr>
          <p:cNvSpPr/>
          <p:nvPr/>
        </p:nvSpPr>
        <p:spPr>
          <a:xfrm>
            <a:off x="9478478" y="4452581"/>
            <a:ext cx="155448" cy="146304"/>
          </a:xfrm>
          <a:prstGeom prst="flowChartDecision">
            <a:avLst/>
          </a:prstGeom>
          <a:solidFill>
            <a:schemeClr val="accent4">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pic>
        <p:nvPicPr>
          <p:cNvPr id="140" name="Picture 139" descr="A red circle with yellow stars&#10;&#10;AI-generated content may be incorrect.">
            <a:extLst>
              <a:ext uri="{FF2B5EF4-FFF2-40B4-BE49-F238E27FC236}">
                <a16:creationId xmlns:a16="http://schemas.microsoft.com/office/drawing/2014/main" id="{CE09F5F2-721E-B8E8-865C-E5B0667BBE54}"/>
              </a:ext>
            </a:extLst>
          </p:cNvPr>
          <p:cNvPicPr>
            <a:picLocks noChangeAspect="1"/>
          </p:cNvPicPr>
          <p:nvPr/>
        </p:nvPicPr>
        <p:blipFill>
          <a:blip r:embed="rId16"/>
          <a:stretch>
            <a:fillRect/>
          </a:stretch>
        </p:blipFill>
        <p:spPr>
          <a:xfrm>
            <a:off x="8924739" y="4435733"/>
            <a:ext cx="180000" cy="180000"/>
          </a:xfrm>
          <a:prstGeom prst="rect">
            <a:avLst/>
          </a:prstGeom>
        </p:spPr>
      </p:pic>
      <p:sp>
        <p:nvSpPr>
          <p:cNvPr id="141" name="Arrow: Pentagon 140">
            <a:extLst>
              <a:ext uri="{FF2B5EF4-FFF2-40B4-BE49-F238E27FC236}">
                <a16:creationId xmlns:a16="http://schemas.microsoft.com/office/drawing/2014/main" id="{75C9115A-2699-B08C-CF90-05A603DCED1B}"/>
              </a:ext>
            </a:extLst>
          </p:cNvPr>
          <p:cNvSpPr/>
          <p:nvPr/>
        </p:nvSpPr>
        <p:spPr>
          <a:xfrm>
            <a:off x="4721753" y="5032547"/>
            <a:ext cx="3620424" cy="109728"/>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42" name="Flowchart: Decision 141">
            <a:extLst>
              <a:ext uri="{FF2B5EF4-FFF2-40B4-BE49-F238E27FC236}">
                <a16:creationId xmlns:a16="http://schemas.microsoft.com/office/drawing/2014/main" id="{471502B4-3898-CC4D-1803-FE263723AC01}"/>
              </a:ext>
            </a:extLst>
          </p:cNvPr>
          <p:cNvSpPr/>
          <p:nvPr/>
        </p:nvSpPr>
        <p:spPr>
          <a:xfrm>
            <a:off x="4621611" y="5015712"/>
            <a:ext cx="158298" cy="143399"/>
          </a:xfrm>
          <a:prstGeom prst="flowChartDecision">
            <a:avLst/>
          </a:prstGeom>
          <a:solidFill>
            <a:srgbClr val="D1AED2"/>
          </a:solidFill>
          <a:ln>
            <a:solidFill>
              <a:srgbClr val="68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43" name="Flowchart: Decision 142">
            <a:extLst>
              <a:ext uri="{FF2B5EF4-FFF2-40B4-BE49-F238E27FC236}">
                <a16:creationId xmlns:a16="http://schemas.microsoft.com/office/drawing/2014/main" id="{06D61667-85C6-5BD4-E747-566A5E7EA80C}"/>
              </a:ext>
            </a:extLst>
          </p:cNvPr>
          <p:cNvSpPr/>
          <p:nvPr/>
        </p:nvSpPr>
        <p:spPr>
          <a:xfrm>
            <a:off x="7777775" y="5015712"/>
            <a:ext cx="158298" cy="143399"/>
          </a:xfrm>
          <a:prstGeom prst="flowChartDecision">
            <a:avLst/>
          </a:prstGeom>
          <a:solidFill>
            <a:srgbClr val="FFC000"/>
          </a:solidFill>
          <a:ln>
            <a:solidFill>
              <a:srgbClr val="A27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44" name="Flowchart: Decision 143">
            <a:extLst>
              <a:ext uri="{FF2B5EF4-FFF2-40B4-BE49-F238E27FC236}">
                <a16:creationId xmlns:a16="http://schemas.microsoft.com/office/drawing/2014/main" id="{336847FF-6B9B-FD72-34D2-9262747D68C7}"/>
              </a:ext>
            </a:extLst>
          </p:cNvPr>
          <p:cNvSpPr/>
          <p:nvPr/>
        </p:nvSpPr>
        <p:spPr>
          <a:xfrm>
            <a:off x="7986161" y="5014259"/>
            <a:ext cx="155448" cy="146304"/>
          </a:xfrm>
          <a:prstGeom prst="flowChartDecision">
            <a:avLst/>
          </a:prstGeom>
          <a:solidFill>
            <a:schemeClr val="accent4">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pic>
        <p:nvPicPr>
          <p:cNvPr id="145" name="Picture 144" descr="A red circle with yellow stars&#10;&#10;AI-generated content may be incorrect.">
            <a:extLst>
              <a:ext uri="{FF2B5EF4-FFF2-40B4-BE49-F238E27FC236}">
                <a16:creationId xmlns:a16="http://schemas.microsoft.com/office/drawing/2014/main" id="{430F521A-F5B3-82B9-85CB-1176FF1EB1C1}"/>
              </a:ext>
            </a:extLst>
          </p:cNvPr>
          <p:cNvPicPr>
            <a:picLocks noChangeAspect="1"/>
          </p:cNvPicPr>
          <p:nvPr/>
        </p:nvPicPr>
        <p:blipFill>
          <a:blip r:embed="rId16"/>
          <a:stretch>
            <a:fillRect/>
          </a:stretch>
        </p:blipFill>
        <p:spPr>
          <a:xfrm>
            <a:off x="8697822" y="4997411"/>
            <a:ext cx="180000" cy="180000"/>
          </a:xfrm>
          <a:prstGeom prst="rect">
            <a:avLst/>
          </a:prstGeom>
        </p:spPr>
      </p:pic>
      <p:pic>
        <p:nvPicPr>
          <p:cNvPr id="146" name="Picture 145" descr="A red circle with white circle in center&#10;&#10;AI-generated content may be incorrect.">
            <a:extLst>
              <a:ext uri="{FF2B5EF4-FFF2-40B4-BE49-F238E27FC236}">
                <a16:creationId xmlns:a16="http://schemas.microsoft.com/office/drawing/2014/main" id="{3864E3BC-7FB1-7D59-438D-E17BDA6E3BC7}"/>
              </a:ext>
            </a:extLst>
          </p:cNvPr>
          <p:cNvPicPr>
            <a:picLocks/>
          </p:cNvPicPr>
          <p:nvPr/>
        </p:nvPicPr>
        <p:blipFill>
          <a:blip r:embed="rId17"/>
          <a:stretch>
            <a:fillRect/>
          </a:stretch>
        </p:blipFill>
        <p:spPr>
          <a:xfrm>
            <a:off x="9436419" y="2109032"/>
            <a:ext cx="201168" cy="201168"/>
          </a:xfrm>
          <a:prstGeom prst="rect">
            <a:avLst/>
          </a:prstGeom>
        </p:spPr>
      </p:pic>
      <p:pic>
        <p:nvPicPr>
          <p:cNvPr id="147" name="Picture 146" descr="A red circle with white circle in center&#10;&#10;AI-generated content may be incorrect.">
            <a:extLst>
              <a:ext uri="{FF2B5EF4-FFF2-40B4-BE49-F238E27FC236}">
                <a16:creationId xmlns:a16="http://schemas.microsoft.com/office/drawing/2014/main" id="{57A2D64E-0CC0-C7C2-0605-AB300B34F400}"/>
              </a:ext>
            </a:extLst>
          </p:cNvPr>
          <p:cNvPicPr>
            <a:picLocks/>
          </p:cNvPicPr>
          <p:nvPr/>
        </p:nvPicPr>
        <p:blipFill>
          <a:blip r:embed="rId17"/>
          <a:stretch>
            <a:fillRect/>
          </a:stretch>
        </p:blipFill>
        <p:spPr>
          <a:xfrm>
            <a:off x="9436419" y="5507257"/>
            <a:ext cx="201168" cy="201168"/>
          </a:xfrm>
          <a:prstGeom prst="rect">
            <a:avLst/>
          </a:prstGeom>
        </p:spPr>
      </p:pic>
      <p:sp>
        <p:nvSpPr>
          <p:cNvPr id="148" name="TextBox 147">
            <a:extLst>
              <a:ext uri="{FF2B5EF4-FFF2-40B4-BE49-F238E27FC236}">
                <a16:creationId xmlns:a16="http://schemas.microsoft.com/office/drawing/2014/main" id="{FD8F1E05-1405-39EA-B4ED-000FB7C1D18C}"/>
              </a:ext>
            </a:extLst>
          </p:cNvPr>
          <p:cNvSpPr txBox="1"/>
          <p:nvPr/>
        </p:nvSpPr>
        <p:spPr>
          <a:xfrm>
            <a:off x="9530378" y="1979379"/>
            <a:ext cx="201168" cy="338554"/>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p>
        </p:txBody>
      </p:sp>
      <p:sp>
        <p:nvSpPr>
          <p:cNvPr id="149" name="TextBox 148">
            <a:extLst>
              <a:ext uri="{FF2B5EF4-FFF2-40B4-BE49-F238E27FC236}">
                <a16:creationId xmlns:a16="http://schemas.microsoft.com/office/drawing/2014/main" id="{2A134653-234A-9EDA-54E7-120B9911008D}"/>
              </a:ext>
            </a:extLst>
          </p:cNvPr>
          <p:cNvSpPr txBox="1"/>
          <p:nvPr/>
        </p:nvSpPr>
        <p:spPr>
          <a:xfrm>
            <a:off x="9530378" y="5351694"/>
            <a:ext cx="201168" cy="338554"/>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p>
        </p:txBody>
      </p:sp>
      <p:pic>
        <p:nvPicPr>
          <p:cNvPr id="150" name="Picture 149" descr="A blue circle with yellow stars in center&#10;&#10;Description automatically generated">
            <a:extLst>
              <a:ext uri="{FF2B5EF4-FFF2-40B4-BE49-F238E27FC236}">
                <a16:creationId xmlns:a16="http://schemas.microsoft.com/office/drawing/2014/main" id="{B9AD31BD-31A3-FA9C-0CB3-C0674576720C}"/>
              </a:ext>
            </a:extLst>
          </p:cNvPr>
          <p:cNvPicPr>
            <a:picLocks noChangeAspect="1"/>
          </p:cNvPicPr>
          <p:nvPr/>
        </p:nvPicPr>
        <p:blipFill>
          <a:blip r:embed="rId14"/>
          <a:stretch>
            <a:fillRect/>
          </a:stretch>
        </p:blipFill>
        <p:spPr>
          <a:xfrm>
            <a:off x="9235097" y="4997411"/>
            <a:ext cx="180000" cy="180000"/>
          </a:xfrm>
          <a:prstGeom prst="rect">
            <a:avLst/>
          </a:prstGeom>
          <a:ln>
            <a:noFill/>
          </a:ln>
        </p:spPr>
      </p:pic>
      <p:pic>
        <p:nvPicPr>
          <p:cNvPr id="151" name="Picture 150" descr="A red circle with white circle in center&#10;&#10;AI-generated content may be incorrect.">
            <a:extLst>
              <a:ext uri="{FF2B5EF4-FFF2-40B4-BE49-F238E27FC236}">
                <a16:creationId xmlns:a16="http://schemas.microsoft.com/office/drawing/2014/main" id="{981F496F-2294-6B0B-F0E3-BAD6758FB652}"/>
              </a:ext>
            </a:extLst>
          </p:cNvPr>
          <p:cNvPicPr>
            <a:picLocks/>
          </p:cNvPicPr>
          <p:nvPr/>
        </p:nvPicPr>
        <p:blipFill>
          <a:blip r:embed="rId17"/>
          <a:stretch>
            <a:fillRect/>
          </a:stretch>
        </p:blipFill>
        <p:spPr>
          <a:xfrm>
            <a:off x="9436419" y="2648563"/>
            <a:ext cx="201168" cy="201168"/>
          </a:xfrm>
          <a:prstGeom prst="rect">
            <a:avLst/>
          </a:prstGeom>
        </p:spPr>
      </p:pic>
      <p:sp>
        <p:nvSpPr>
          <p:cNvPr id="152" name="TextBox 151">
            <a:extLst>
              <a:ext uri="{FF2B5EF4-FFF2-40B4-BE49-F238E27FC236}">
                <a16:creationId xmlns:a16="http://schemas.microsoft.com/office/drawing/2014/main" id="{E3DA0050-110A-B642-04EF-126A7809837F}"/>
              </a:ext>
            </a:extLst>
          </p:cNvPr>
          <p:cNvSpPr txBox="1"/>
          <p:nvPr/>
        </p:nvSpPr>
        <p:spPr>
          <a:xfrm>
            <a:off x="9530378" y="2518910"/>
            <a:ext cx="201168" cy="338554"/>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p>
        </p:txBody>
      </p:sp>
      <p:pic>
        <p:nvPicPr>
          <p:cNvPr id="153" name="Picture 152" descr="A blue circle with yellow stars in center&#10;&#10;Description automatically generated">
            <a:extLst>
              <a:ext uri="{FF2B5EF4-FFF2-40B4-BE49-F238E27FC236}">
                <a16:creationId xmlns:a16="http://schemas.microsoft.com/office/drawing/2014/main" id="{4A869359-66CE-E8F4-98E4-102E82B30AD1}"/>
              </a:ext>
            </a:extLst>
          </p:cNvPr>
          <p:cNvPicPr>
            <a:picLocks noChangeAspect="1"/>
          </p:cNvPicPr>
          <p:nvPr/>
        </p:nvPicPr>
        <p:blipFill>
          <a:blip r:embed="rId14"/>
          <a:stretch>
            <a:fillRect/>
          </a:stretch>
        </p:blipFill>
        <p:spPr>
          <a:xfrm>
            <a:off x="9717462" y="4435733"/>
            <a:ext cx="180000" cy="180000"/>
          </a:xfrm>
          <a:prstGeom prst="rect">
            <a:avLst/>
          </a:prstGeom>
          <a:ln>
            <a:noFill/>
          </a:ln>
        </p:spPr>
      </p:pic>
      <p:sp>
        <p:nvSpPr>
          <p:cNvPr id="154" name="TextBox 153">
            <a:extLst>
              <a:ext uri="{FF2B5EF4-FFF2-40B4-BE49-F238E27FC236}">
                <a16:creationId xmlns:a16="http://schemas.microsoft.com/office/drawing/2014/main" id="{30E9C91A-8EDD-A48D-D0F5-2A0BBCC5D126}"/>
              </a:ext>
            </a:extLst>
          </p:cNvPr>
          <p:cNvSpPr txBox="1"/>
          <p:nvPr/>
        </p:nvSpPr>
        <p:spPr>
          <a:xfrm>
            <a:off x="9767082" y="4295496"/>
            <a:ext cx="201168" cy="338554"/>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
            </a:r>
          </a:p>
        </p:txBody>
      </p:sp>
      <p:sp>
        <p:nvSpPr>
          <p:cNvPr id="155" name="Arrow: Pentagon 154">
            <a:extLst>
              <a:ext uri="{FF2B5EF4-FFF2-40B4-BE49-F238E27FC236}">
                <a16:creationId xmlns:a16="http://schemas.microsoft.com/office/drawing/2014/main" id="{94378642-913A-9E15-E323-D649ED722DC4}"/>
              </a:ext>
            </a:extLst>
          </p:cNvPr>
          <p:cNvSpPr>
            <a:spLocks/>
          </p:cNvSpPr>
          <p:nvPr/>
        </p:nvSpPr>
        <p:spPr>
          <a:xfrm>
            <a:off x="3435414" y="6131261"/>
            <a:ext cx="5007978" cy="105454"/>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56" name="Flowchart: Decision 155">
            <a:extLst>
              <a:ext uri="{FF2B5EF4-FFF2-40B4-BE49-F238E27FC236}">
                <a16:creationId xmlns:a16="http://schemas.microsoft.com/office/drawing/2014/main" id="{3AED75C2-51B3-2BDD-71E5-F26E1301D4AA}"/>
              </a:ext>
            </a:extLst>
          </p:cNvPr>
          <p:cNvSpPr/>
          <p:nvPr/>
        </p:nvSpPr>
        <p:spPr>
          <a:xfrm>
            <a:off x="3356264" y="6112289"/>
            <a:ext cx="158298" cy="143399"/>
          </a:xfrm>
          <a:prstGeom prst="flowChartDecision">
            <a:avLst/>
          </a:prstGeom>
          <a:solidFill>
            <a:srgbClr val="D1AED2"/>
          </a:solidFill>
          <a:ln>
            <a:solidFill>
              <a:srgbClr val="683B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57" name="Flowchart: Decision 156">
            <a:extLst>
              <a:ext uri="{FF2B5EF4-FFF2-40B4-BE49-F238E27FC236}">
                <a16:creationId xmlns:a16="http://schemas.microsoft.com/office/drawing/2014/main" id="{7CFE86DB-718C-7E57-32EB-C236DC727B70}"/>
              </a:ext>
            </a:extLst>
          </p:cNvPr>
          <p:cNvSpPr/>
          <p:nvPr/>
        </p:nvSpPr>
        <p:spPr>
          <a:xfrm>
            <a:off x="6306059" y="6112289"/>
            <a:ext cx="158298" cy="143399"/>
          </a:xfrm>
          <a:prstGeom prst="flowChartDecision">
            <a:avLst/>
          </a:prstGeom>
          <a:solidFill>
            <a:srgbClr val="FFC000"/>
          </a:solidFill>
          <a:ln>
            <a:solidFill>
              <a:srgbClr val="A27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sp>
        <p:nvSpPr>
          <p:cNvPr id="158" name="Flowchart: Decision 157">
            <a:extLst>
              <a:ext uri="{FF2B5EF4-FFF2-40B4-BE49-F238E27FC236}">
                <a16:creationId xmlns:a16="http://schemas.microsoft.com/office/drawing/2014/main" id="{3B35DD7D-26A4-1F79-E53B-13B31FD37565}"/>
              </a:ext>
            </a:extLst>
          </p:cNvPr>
          <p:cNvSpPr/>
          <p:nvPr/>
        </p:nvSpPr>
        <p:spPr>
          <a:xfrm>
            <a:off x="6492851" y="6110836"/>
            <a:ext cx="155448" cy="146304"/>
          </a:xfrm>
          <a:prstGeom prst="flowChartDecision">
            <a:avLst/>
          </a:prstGeom>
          <a:solidFill>
            <a:schemeClr val="accent4">
              <a:lumMod val="75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Medium"/>
              <a:ea typeface="+mn-ea"/>
              <a:cs typeface="+mn-cs"/>
            </a:endParaRPr>
          </a:p>
        </p:txBody>
      </p:sp>
      <p:pic>
        <p:nvPicPr>
          <p:cNvPr id="159" name="Picture 158" descr="A blue circle with yellow stars in center&#10;&#10;Description automatically generated">
            <a:extLst>
              <a:ext uri="{FF2B5EF4-FFF2-40B4-BE49-F238E27FC236}">
                <a16:creationId xmlns:a16="http://schemas.microsoft.com/office/drawing/2014/main" id="{10606CEA-34A9-A944-8A27-F3D1C6CF8AD0}"/>
              </a:ext>
            </a:extLst>
          </p:cNvPr>
          <p:cNvPicPr>
            <a:picLocks noChangeAspect="1"/>
          </p:cNvPicPr>
          <p:nvPr/>
        </p:nvPicPr>
        <p:blipFill>
          <a:blip r:embed="rId14"/>
          <a:stretch>
            <a:fillRect/>
          </a:stretch>
        </p:blipFill>
        <p:spPr>
          <a:xfrm>
            <a:off x="8727004" y="6093988"/>
            <a:ext cx="180000" cy="180000"/>
          </a:xfrm>
          <a:prstGeom prst="rect">
            <a:avLst/>
          </a:prstGeom>
          <a:ln>
            <a:noFill/>
          </a:ln>
        </p:spPr>
      </p:pic>
      <p:pic>
        <p:nvPicPr>
          <p:cNvPr id="160" name="Picture 159" descr="A red circle with yellow stars&#10;&#10;AI-generated content may be incorrect.">
            <a:extLst>
              <a:ext uri="{FF2B5EF4-FFF2-40B4-BE49-F238E27FC236}">
                <a16:creationId xmlns:a16="http://schemas.microsoft.com/office/drawing/2014/main" id="{BC7516E5-8698-731D-8E09-11C1A5C75438}"/>
              </a:ext>
            </a:extLst>
          </p:cNvPr>
          <p:cNvPicPr>
            <a:picLocks noChangeAspect="1"/>
          </p:cNvPicPr>
          <p:nvPr/>
        </p:nvPicPr>
        <p:blipFill>
          <a:blip r:embed="rId16"/>
          <a:stretch>
            <a:fillRect/>
          </a:stretch>
        </p:blipFill>
        <p:spPr>
          <a:xfrm>
            <a:off x="6629526" y="6093988"/>
            <a:ext cx="180000" cy="180000"/>
          </a:xfrm>
          <a:prstGeom prst="rect">
            <a:avLst/>
          </a:prstGeom>
        </p:spPr>
      </p:pic>
      <p:sp>
        <p:nvSpPr>
          <p:cNvPr id="161" name="Rectangle 160">
            <a:extLst>
              <a:ext uri="{FF2B5EF4-FFF2-40B4-BE49-F238E27FC236}">
                <a16:creationId xmlns:a16="http://schemas.microsoft.com/office/drawing/2014/main" id="{C7A4B252-A3F4-E185-900A-D9ADAB5441F5}"/>
              </a:ext>
            </a:extLst>
          </p:cNvPr>
          <p:cNvSpPr/>
          <p:nvPr/>
        </p:nvSpPr>
        <p:spPr>
          <a:xfrm>
            <a:off x="1609447" y="6525464"/>
            <a:ext cx="979016" cy="282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Poppins Medium"/>
                <a:ea typeface="+mn-ea"/>
                <a:cs typeface="+mn-cs"/>
              </a:rPr>
              <a:t>Study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Poppins Medium"/>
                <a:ea typeface="+mn-ea"/>
                <a:cs typeface="+mn-cs"/>
              </a:rPr>
              <a:t>Start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Poppins Medium"/>
                <a:ea typeface="+mn-ea"/>
                <a:cs typeface="+mn-cs"/>
              </a:rPr>
              <a:t>Date (SSD)</a:t>
            </a:r>
          </a:p>
        </p:txBody>
      </p:sp>
      <p:sp>
        <p:nvSpPr>
          <p:cNvPr id="162" name="Rectangle 161">
            <a:extLst>
              <a:ext uri="{FF2B5EF4-FFF2-40B4-BE49-F238E27FC236}">
                <a16:creationId xmlns:a16="http://schemas.microsoft.com/office/drawing/2014/main" id="{20AC6398-4D0D-B4AB-9C1B-276D0A35AB99}"/>
              </a:ext>
            </a:extLst>
          </p:cNvPr>
          <p:cNvSpPr/>
          <p:nvPr/>
        </p:nvSpPr>
        <p:spPr>
          <a:xfrm>
            <a:off x="2448376" y="6524190"/>
            <a:ext cx="668108" cy="282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Poppins Medium"/>
                <a:ea typeface="+mn-ea"/>
                <a:cs typeface="+mn-cs"/>
              </a:rPr>
              <a:t>Primary Completion Date (PCD)</a:t>
            </a:r>
          </a:p>
        </p:txBody>
      </p:sp>
      <p:sp>
        <p:nvSpPr>
          <p:cNvPr id="164" name="Footer Placeholder 3">
            <a:extLst>
              <a:ext uri="{FF2B5EF4-FFF2-40B4-BE49-F238E27FC236}">
                <a16:creationId xmlns:a16="http://schemas.microsoft.com/office/drawing/2014/main" id="{A6640839-C5F8-168E-C711-13F753F742F6}"/>
              </a:ext>
            </a:extLst>
          </p:cNvPr>
          <p:cNvSpPr txBox="1">
            <a:spLocks/>
          </p:cNvSpPr>
          <p:nvPr/>
        </p:nvSpPr>
        <p:spPr>
          <a:xfrm>
            <a:off x="510736" y="6202273"/>
            <a:ext cx="11405296" cy="60048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a:p>
            <a:pPr marL="0" marR="0" lvl="0" indent="0" algn="l" defTabSz="457200" rtl="0" eaLnBrk="1" fontAlgn="auto" latinLnBrk="0" hangingPunct="1">
              <a:lnSpc>
                <a:spcPct val="90000"/>
              </a:lnSpc>
              <a:spcBef>
                <a:spcPts val="300"/>
              </a:spcBef>
              <a:spcAft>
                <a:spcPts val="0"/>
              </a:spcAft>
              <a:buClrTx/>
              <a:buSzTx/>
              <a:buFontTx/>
              <a:buNone/>
              <a:tabLst/>
              <a:defRPr/>
            </a:pP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p:txBody>
      </p:sp>
      <p:sp>
        <p:nvSpPr>
          <p:cNvPr id="165" name="TextBox 164">
            <a:extLst>
              <a:ext uri="{FF2B5EF4-FFF2-40B4-BE49-F238E27FC236}">
                <a16:creationId xmlns:a16="http://schemas.microsoft.com/office/drawing/2014/main" id="{9D088F7B-D263-3D5C-C663-D131FAA109AA}"/>
              </a:ext>
            </a:extLst>
          </p:cNvPr>
          <p:cNvSpPr txBox="1"/>
          <p:nvPr/>
        </p:nvSpPr>
        <p:spPr>
          <a:xfrm>
            <a:off x="806617" y="6489060"/>
            <a:ext cx="464080" cy="338898"/>
          </a:xfrm>
          <a:prstGeom prst="rect">
            <a:avLst/>
          </a:prstGeom>
        </p:spPr>
        <p:txBody>
          <a:bodyPr vert="horz" wrap="square" lIns="0" tIns="0" rIns="0" bIns="0" rtlCol="0" anchor="ctr"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Poppins Medium"/>
                <a:ea typeface="+mn-ea"/>
                <a:cs typeface="Arial" pitchFamily="34" charset="0"/>
              </a:rPr>
              <a:t>Key:</a:t>
            </a:r>
          </a:p>
        </p:txBody>
      </p:sp>
      <p:grpSp>
        <p:nvGrpSpPr>
          <p:cNvPr id="2" name="Group 1">
            <a:extLst>
              <a:ext uri="{FF2B5EF4-FFF2-40B4-BE49-F238E27FC236}">
                <a16:creationId xmlns:a16="http://schemas.microsoft.com/office/drawing/2014/main" id="{1F3AC234-DF9A-038A-1AB4-1AAD854BDD27}"/>
              </a:ext>
            </a:extLst>
          </p:cNvPr>
          <p:cNvGrpSpPr/>
          <p:nvPr/>
        </p:nvGrpSpPr>
        <p:grpSpPr>
          <a:xfrm>
            <a:off x="-9525" y="-11837"/>
            <a:ext cx="12185286" cy="180000"/>
            <a:chOff x="-9525" y="-11837"/>
            <a:chExt cx="12185286" cy="180000"/>
          </a:xfrm>
        </p:grpSpPr>
        <p:sp>
          <p:nvSpPr>
            <p:cNvPr id="22" name="Rectangle 21">
              <a:extLst>
                <a:ext uri="{FF2B5EF4-FFF2-40B4-BE49-F238E27FC236}">
                  <a16:creationId xmlns:a16="http://schemas.microsoft.com/office/drawing/2014/main" id="{BAC871D3-93DF-D3E7-A27D-E358936498E7}"/>
                </a:ext>
              </a:extLst>
            </p:cNvPr>
            <p:cNvSpPr/>
            <p:nvPr/>
          </p:nvSpPr>
          <p:spPr>
            <a:xfrm>
              <a:off x="-9525" y="-11837"/>
              <a:ext cx="1404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IEGP Introduction</a:t>
              </a:r>
            </a:p>
          </p:txBody>
        </p:sp>
        <p:sp>
          <p:nvSpPr>
            <p:cNvPr id="23" name="Arrow: Pentagon 22">
              <a:extLst>
                <a:ext uri="{FF2B5EF4-FFF2-40B4-BE49-F238E27FC236}">
                  <a16:creationId xmlns:a16="http://schemas.microsoft.com/office/drawing/2014/main" id="{66DC6043-B5E9-98A0-B40A-3006253B3DB0}"/>
                </a:ext>
              </a:extLst>
            </p:cNvPr>
            <p:cNvSpPr/>
            <p:nvPr/>
          </p:nvSpPr>
          <p:spPr>
            <a:xfrm>
              <a:off x="1394475" y="-11837"/>
              <a:ext cx="2592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Objectives, Methodology &amp; Strategy</a:t>
              </a:r>
            </a:p>
          </p:txBody>
        </p:sp>
        <p:sp>
          <p:nvSpPr>
            <p:cNvPr id="24" name="Arrow: Chevron 23">
              <a:extLst>
                <a:ext uri="{FF2B5EF4-FFF2-40B4-BE49-F238E27FC236}">
                  <a16:creationId xmlns:a16="http://schemas.microsoft.com/office/drawing/2014/main" id="{99578BAE-B97F-F285-DA8C-4C06B647678B}"/>
                </a:ext>
              </a:extLst>
            </p:cNvPr>
            <p:cNvSpPr/>
            <p:nvPr/>
          </p:nvSpPr>
          <p:spPr>
            <a:xfrm>
              <a:off x="3927797" y="-11837"/>
              <a:ext cx="1728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Key Launch Milestones</a:t>
              </a:r>
            </a:p>
          </p:txBody>
        </p:sp>
        <p:sp>
          <p:nvSpPr>
            <p:cNvPr id="25" name="Arrow: Chevron 24">
              <a:extLst>
                <a:ext uri="{FF2B5EF4-FFF2-40B4-BE49-F238E27FC236}">
                  <a16:creationId xmlns:a16="http://schemas.microsoft.com/office/drawing/2014/main" id="{7BBF6A66-1502-C040-55C0-A01B667F70B5}"/>
                </a:ext>
              </a:extLst>
            </p:cNvPr>
            <p:cNvSpPr/>
            <p:nvPr/>
          </p:nvSpPr>
          <p:spPr>
            <a:xfrm>
              <a:off x="5597118" y="-11837"/>
              <a:ext cx="140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Structure &amp; Flow</a:t>
              </a:r>
            </a:p>
          </p:txBody>
        </p:sp>
        <p:sp>
          <p:nvSpPr>
            <p:cNvPr id="26" name="Arrow: Chevron 25">
              <a:extLst>
                <a:ext uri="{FF2B5EF4-FFF2-40B4-BE49-F238E27FC236}">
                  <a16:creationId xmlns:a16="http://schemas.microsoft.com/office/drawing/2014/main" id="{ECFC7351-7346-0037-71AA-238677DF5A3C}"/>
                </a:ext>
              </a:extLst>
            </p:cNvPr>
            <p:cNvSpPr/>
            <p:nvPr/>
          </p:nvSpPr>
          <p:spPr>
            <a:xfrm>
              <a:off x="6942439" y="-11837"/>
              <a:ext cx="280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Approach to Evidence Gap Prioritization</a:t>
              </a:r>
            </a:p>
          </p:txBody>
        </p:sp>
        <p:sp>
          <p:nvSpPr>
            <p:cNvPr id="27" name="Arrow: Chevron 26">
              <a:extLst>
                <a:ext uri="{FF2B5EF4-FFF2-40B4-BE49-F238E27FC236}">
                  <a16:creationId xmlns:a16="http://schemas.microsoft.com/office/drawing/2014/main" id="{94693A02-3C22-0189-2E94-B8304C0F9B70}"/>
                </a:ext>
              </a:extLst>
            </p:cNvPr>
            <p:cNvSpPr/>
            <p:nvPr/>
          </p:nvSpPr>
          <p:spPr>
            <a:xfrm>
              <a:off x="9691761" y="-11837"/>
              <a:ext cx="248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Navigation through Evidence Gaps</a:t>
              </a:r>
            </a:p>
          </p:txBody>
        </p:sp>
      </p:grpSp>
    </p:spTree>
    <p:extLst>
      <p:ext uri="{BB962C8B-B14F-4D97-AF65-F5344CB8AC3E}">
        <p14:creationId xmlns:p14="http://schemas.microsoft.com/office/powerpoint/2010/main" val="3348805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BF36-FF37-FE10-610A-449C735119D5}"/>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2BEA162-3AAB-1CB7-0E74-2B08DBC7204D}"/>
              </a:ext>
            </a:extLst>
          </p:cNvPr>
          <p:cNvGraphicFramePr>
            <a:graphicFrameLocks noChangeAspect="1"/>
          </p:cNvGraphicFramePr>
          <p:nvPr>
            <p:custDataLst>
              <p:tags r:id="rId1"/>
            </p:custDataLst>
            <p:extLst>
              <p:ext uri="{D42A27DB-BD31-4B8C-83A1-F6EECF244321}">
                <p14:modId xmlns:p14="http://schemas.microsoft.com/office/powerpoint/2010/main" val="28970641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54" imgH="456" progId="TCLayout.ActiveDocument.1">
                  <p:embed/>
                </p:oleObj>
              </mc:Choice>
              <mc:Fallback>
                <p:oleObj name="think-cell Slide" r:id="rId5" imgW="454" imgH="456" progId="TCLayout.ActiveDocument.1">
                  <p:embed/>
                  <p:pic>
                    <p:nvPicPr>
                      <p:cNvPr id="9" name="think-cell data - do not delete" hidden="1">
                        <a:extLst>
                          <a:ext uri="{FF2B5EF4-FFF2-40B4-BE49-F238E27FC236}">
                            <a16:creationId xmlns:a16="http://schemas.microsoft.com/office/drawing/2014/main" id="{02BEA162-3AAB-1CB7-0E74-2B08DBC7204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1" name="Rectangle 40">
            <a:extLst>
              <a:ext uri="{FF2B5EF4-FFF2-40B4-BE49-F238E27FC236}">
                <a16:creationId xmlns:a16="http://schemas.microsoft.com/office/drawing/2014/main" id="{2F7BB7F6-721B-8C42-A3CB-A93F303E2306}"/>
              </a:ext>
            </a:extLst>
          </p:cNvPr>
          <p:cNvSpPr/>
          <p:nvPr/>
        </p:nvSpPr>
        <p:spPr>
          <a:xfrm>
            <a:off x="5617710" y="1776243"/>
            <a:ext cx="6040111" cy="43088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GB" err="1">
              <a:solidFill>
                <a:schemeClr val="bg1"/>
              </a:solidFill>
            </a:endParaRPr>
          </a:p>
        </p:txBody>
      </p:sp>
      <p:sp>
        <p:nvSpPr>
          <p:cNvPr id="40" name="Rectangle 39">
            <a:extLst>
              <a:ext uri="{FF2B5EF4-FFF2-40B4-BE49-F238E27FC236}">
                <a16:creationId xmlns:a16="http://schemas.microsoft.com/office/drawing/2014/main" id="{DC34AF0F-FE43-6C4D-767C-156613939B89}"/>
              </a:ext>
            </a:extLst>
          </p:cNvPr>
          <p:cNvSpPr/>
          <p:nvPr/>
        </p:nvSpPr>
        <p:spPr>
          <a:xfrm>
            <a:off x="358337" y="1776243"/>
            <a:ext cx="5083411" cy="43088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GB" err="1">
              <a:solidFill>
                <a:schemeClr val="bg1"/>
              </a:solidFill>
            </a:endParaRPr>
          </a:p>
        </p:txBody>
      </p:sp>
      <p:sp>
        <p:nvSpPr>
          <p:cNvPr id="3" name="Title 2">
            <a:extLst>
              <a:ext uri="{FF2B5EF4-FFF2-40B4-BE49-F238E27FC236}">
                <a16:creationId xmlns:a16="http://schemas.microsoft.com/office/drawing/2014/main" id="{4B831C83-86AA-904F-C5AD-B01F91E65274}"/>
              </a:ext>
            </a:extLst>
          </p:cNvPr>
          <p:cNvSpPr>
            <a:spLocks noGrp="1"/>
          </p:cNvSpPr>
          <p:nvPr>
            <p:ph type="title"/>
          </p:nvPr>
        </p:nvSpPr>
        <p:spPr>
          <a:xfrm>
            <a:off x="358337" y="271427"/>
            <a:ext cx="11470125" cy="369332"/>
          </a:xfrm>
        </p:spPr>
        <p:txBody>
          <a:bodyPr vert="horz"/>
          <a:lstStyle/>
          <a:p>
            <a:r>
              <a:rPr lang="en-US" sz="2400"/>
              <a:t>The following framework is used to organize evidence gaps</a:t>
            </a:r>
          </a:p>
        </p:txBody>
      </p:sp>
      <p:sp>
        <p:nvSpPr>
          <p:cNvPr id="6" name="TextBox 5">
            <a:extLst>
              <a:ext uri="{FF2B5EF4-FFF2-40B4-BE49-F238E27FC236}">
                <a16:creationId xmlns:a16="http://schemas.microsoft.com/office/drawing/2014/main" id="{A8524FDC-BF63-BECA-06E8-1F0CAB4537BC}"/>
              </a:ext>
            </a:extLst>
          </p:cNvPr>
          <p:cNvSpPr txBox="1"/>
          <p:nvPr/>
        </p:nvSpPr>
        <p:spPr>
          <a:xfrm>
            <a:off x="534300" y="2837518"/>
            <a:ext cx="4731484" cy="1538883"/>
          </a:xfrm>
          <a:prstGeom prst="rect">
            <a:avLst/>
          </a:prstGeom>
          <a:noFill/>
        </p:spPr>
        <p:txBody>
          <a:bodyPr wrap="square">
            <a:spAutoFit/>
          </a:bodyPr>
          <a:lstStyle/>
          <a:p>
            <a:pPr marL="171450" indent="-171450">
              <a:spcAft>
                <a:spcPts val="600"/>
              </a:spcAft>
              <a:buFont typeface="Arial" panose="020B0604020202020204" pitchFamily="34" charset="0"/>
              <a:buChar char="•"/>
            </a:pPr>
            <a:r>
              <a:rPr lang="en-US" sz="1200" b="1">
                <a:solidFill>
                  <a:srgbClr val="22529C"/>
                </a:solidFill>
              </a:rPr>
              <a:t>Transversal gaps </a:t>
            </a:r>
            <a:r>
              <a:rPr lang="en-US" sz="1200"/>
              <a:t>are relevant for </a:t>
            </a:r>
            <a:r>
              <a:rPr lang="en-US" sz="1200" b="1"/>
              <a:t>all indications in scope</a:t>
            </a:r>
          </a:p>
          <a:p>
            <a:pPr marL="171450" indent="-171450">
              <a:spcAft>
                <a:spcPts val="600"/>
              </a:spcAft>
              <a:buFont typeface="Arial" panose="020B0604020202020204" pitchFamily="34" charset="0"/>
              <a:buChar char="•"/>
            </a:pPr>
            <a:r>
              <a:rPr lang="en-US" sz="1200" b="1">
                <a:solidFill>
                  <a:srgbClr val="283349"/>
                </a:solidFill>
              </a:rPr>
              <a:t>Across Upper GI gaps</a:t>
            </a:r>
            <a:r>
              <a:rPr lang="en-US" sz="1200">
                <a:solidFill>
                  <a:srgbClr val="283349"/>
                </a:solidFill>
              </a:rPr>
              <a:t> </a:t>
            </a:r>
            <a:r>
              <a:rPr lang="en-US" sz="1200"/>
              <a:t>are relevant for Advanced/Metastatic ESCC and Advanced/Metastatic GC/GEJ </a:t>
            </a:r>
          </a:p>
          <a:p>
            <a:pPr marL="171450" indent="-171450">
              <a:spcAft>
                <a:spcPts val="600"/>
              </a:spcAft>
              <a:buFont typeface="Arial" panose="020B0604020202020204" pitchFamily="34" charset="0"/>
              <a:buChar char="•"/>
            </a:pPr>
            <a:r>
              <a:rPr lang="en-US" sz="1200" b="1">
                <a:solidFill>
                  <a:srgbClr val="00B0F0"/>
                </a:solidFill>
              </a:rPr>
              <a:t>Across Lung gaps</a:t>
            </a:r>
            <a:r>
              <a:rPr lang="en-US" sz="1200">
                <a:solidFill>
                  <a:srgbClr val="00B0F0"/>
                </a:solidFill>
              </a:rPr>
              <a:t> </a:t>
            </a:r>
            <a:r>
              <a:rPr lang="en-US" sz="1200"/>
              <a:t>are relevant for Perioperative &amp; Metastatic NSCLC and Extensive-Stage SCLC</a:t>
            </a:r>
          </a:p>
        </p:txBody>
      </p:sp>
      <p:sp>
        <p:nvSpPr>
          <p:cNvPr id="13" name="TextBox 12">
            <a:extLst>
              <a:ext uri="{FF2B5EF4-FFF2-40B4-BE49-F238E27FC236}">
                <a16:creationId xmlns:a16="http://schemas.microsoft.com/office/drawing/2014/main" id="{9ADB9A30-C42A-C6CD-1389-D4A6FA505A4F}"/>
              </a:ext>
            </a:extLst>
          </p:cNvPr>
          <p:cNvSpPr txBox="1"/>
          <p:nvPr/>
        </p:nvSpPr>
        <p:spPr>
          <a:xfrm>
            <a:off x="1098065" y="1360744"/>
            <a:ext cx="9990667" cy="338554"/>
          </a:xfrm>
          <a:prstGeom prst="rect">
            <a:avLst/>
          </a:prstGeom>
          <a:noFill/>
        </p:spPr>
        <p:txBody>
          <a:bodyPr wrap="square">
            <a:spAutoFit/>
          </a:bodyPr>
          <a:lstStyle/>
          <a:p>
            <a:pPr algn="ctr"/>
            <a:r>
              <a:rPr lang="en-US" sz="1600">
                <a:solidFill>
                  <a:schemeClr val="tx1"/>
                </a:solidFill>
              </a:rPr>
              <a:t>Aligned list of evidence gaps is organized by </a:t>
            </a:r>
            <a:r>
              <a:rPr lang="en-US" sz="1600" b="1">
                <a:solidFill>
                  <a:schemeClr val="tx1"/>
                </a:solidFill>
              </a:rPr>
              <a:t>indication and priority:</a:t>
            </a:r>
          </a:p>
        </p:txBody>
      </p:sp>
      <p:pic>
        <p:nvPicPr>
          <p:cNvPr id="14" name="Graphic 13">
            <a:extLst>
              <a:ext uri="{FF2B5EF4-FFF2-40B4-BE49-F238E27FC236}">
                <a16:creationId xmlns:a16="http://schemas.microsoft.com/office/drawing/2014/main" id="{AD8CA639-95C0-4E5F-EF81-95FAF1A6BF22}"/>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5764238" y="1799379"/>
            <a:ext cx="393549" cy="384614"/>
          </a:xfrm>
          <a:prstGeom prst="rect">
            <a:avLst/>
          </a:prstGeom>
        </p:spPr>
      </p:pic>
      <p:pic>
        <p:nvPicPr>
          <p:cNvPr id="15" name="Graphic 14">
            <a:extLst>
              <a:ext uri="{FF2B5EF4-FFF2-40B4-BE49-F238E27FC236}">
                <a16:creationId xmlns:a16="http://schemas.microsoft.com/office/drawing/2014/main" id="{08B57E3F-1413-F17E-5C46-846B5E49022A}"/>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400976" y="1755081"/>
            <a:ext cx="484203" cy="473210"/>
          </a:xfrm>
          <a:prstGeom prst="rect">
            <a:avLst/>
          </a:prstGeom>
        </p:spPr>
      </p:pic>
      <p:sp>
        <p:nvSpPr>
          <p:cNvPr id="16" name="TextBox 15">
            <a:extLst>
              <a:ext uri="{FF2B5EF4-FFF2-40B4-BE49-F238E27FC236}">
                <a16:creationId xmlns:a16="http://schemas.microsoft.com/office/drawing/2014/main" id="{13C000DF-C7DF-DB32-BF4D-7E94E8DED525}"/>
              </a:ext>
            </a:extLst>
          </p:cNvPr>
          <p:cNvSpPr txBox="1"/>
          <p:nvPr/>
        </p:nvSpPr>
        <p:spPr>
          <a:xfrm>
            <a:off x="1138116" y="1822409"/>
            <a:ext cx="3523853" cy="338554"/>
          </a:xfrm>
          <a:prstGeom prst="rect">
            <a:avLst/>
          </a:prstGeom>
          <a:noFill/>
        </p:spPr>
        <p:txBody>
          <a:bodyPr wrap="square">
            <a:spAutoFit/>
          </a:bodyPr>
          <a:lstStyle/>
          <a:p>
            <a:pPr algn="ctr"/>
            <a:r>
              <a:rPr lang="en-US" sz="1600" b="1">
                <a:solidFill>
                  <a:schemeClr val="bg1"/>
                </a:solidFill>
              </a:rPr>
              <a:t>How we group evidence gaps</a:t>
            </a:r>
          </a:p>
        </p:txBody>
      </p:sp>
      <p:sp>
        <p:nvSpPr>
          <p:cNvPr id="17" name="TextBox 16">
            <a:extLst>
              <a:ext uri="{FF2B5EF4-FFF2-40B4-BE49-F238E27FC236}">
                <a16:creationId xmlns:a16="http://schemas.microsoft.com/office/drawing/2014/main" id="{E08A20DA-7A67-02B1-15F1-87C530D93E47}"/>
              </a:ext>
            </a:extLst>
          </p:cNvPr>
          <p:cNvSpPr txBox="1"/>
          <p:nvPr/>
        </p:nvSpPr>
        <p:spPr>
          <a:xfrm>
            <a:off x="6878121" y="1822409"/>
            <a:ext cx="3523853" cy="338554"/>
          </a:xfrm>
          <a:prstGeom prst="rect">
            <a:avLst/>
          </a:prstGeom>
          <a:noFill/>
        </p:spPr>
        <p:txBody>
          <a:bodyPr wrap="square">
            <a:spAutoFit/>
          </a:bodyPr>
          <a:lstStyle/>
          <a:p>
            <a:pPr algn="ctr"/>
            <a:r>
              <a:rPr lang="en-US" sz="1600" b="1">
                <a:solidFill>
                  <a:schemeClr val="bg1"/>
                </a:solidFill>
              </a:rPr>
              <a:t>Gap Priority*</a:t>
            </a:r>
          </a:p>
        </p:txBody>
      </p:sp>
      <p:sp>
        <p:nvSpPr>
          <p:cNvPr id="18" name="TextBox 17">
            <a:extLst>
              <a:ext uri="{FF2B5EF4-FFF2-40B4-BE49-F238E27FC236}">
                <a16:creationId xmlns:a16="http://schemas.microsoft.com/office/drawing/2014/main" id="{4F70D952-5C8F-BB98-728B-85D944592FF3}"/>
              </a:ext>
            </a:extLst>
          </p:cNvPr>
          <p:cNvSpPr txBox="1"/>
          <p:nvPr/>
        </p:nvSpPr>
        <p:spPr>
          <a:xfrm>
            <a:off x="713946" y="2304291"/>
            <a:ext cx="4372193" cy="461665"/>
          </a:xfrm>
          <a:prstGeom prst="rect">
            <a:avLst/>
          </a:prstGeom>
          <a:noFill/>
        </p:spPr>
        <p:txBody>
          <a:bodyPr wrap="square">
            <a:spAutoFit/>
          </a:bodyPr>
          <a:lstStyle/>
          <a:p>
            <a:pPr algn="ctr"/>
            <a:r>
              <a:rPr lang="en-US" sz="1200" b="1"/>
              <a:t>Gaps common across multiple indications have been organized as follows:</a:t>
            </a:r>
            <a:endParaRPr lang="en-US" sz="1200" b="1">
              <a:solidFill>
                <a:schemeClr val="tx1"/>
              </a:solidFill>
            </a:endParaRPr>
          </a:p>
        </p:txBody>
      </p:sp>
      <p:sp>
        <p:nvSpPr>
          <p:cNvPr id="19" name="Rectangle 18">
            <a:extLst>
              <a:ext uri="{FF2B5EF4-FFF2-40B4-BE49-F238E27FC236}">
                <a16:creationId xmlns:a16="http://schemas.microsoft.com/office/drawing/2014/main" id="{DD7BA555-BD0E-237D-6C0E-2E48A8D736AE}"/>
              </a:ext>
            </a:extLst>
          </p:cNvPr>
          <p:cNvSpPr/>
          <p:nvPr/>
        </p:nvSpPr>
        <p:spPr>
          <a:xfrm>
            <a:off x="508656" y="4535591"/>
            <a:ext cx="4886521" cy="374838"/>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91440" rIns="45720" rtlCol="0" anchor="t">
            <a:normAutofit fontScale="92500" lnSpcReduction="20000"/>
          </a:bodyPr>
          <a:lstStyle/>
          <a:p>
            <a:pPr marR="0" lvl="0" algn="ctr" defTabSz="457200" rtl="0" eaLnBrk="1" fontAlgn="auto" latinLnBrk="0" hangingPunct="1">
              <a:lnSpc>
                <a:spcPct val="100000"/>
              </a:lnSpc>
              <a:spcBef>
                <a:spcPts val="0"/>
              </a:spcBef>
              <a:spcAft>
                <a:spcPts val="600"/>
              </a:spcAft>
              <a:buClrTx/>
              <a:buSzTx/>
              <a:tabLst/>
              <a:defRPr/>
            </a:pPr>
            <a:r>
              <a:rPr kumimoji="0" lang="en-GB" sz="1300" b="1" i="0" u="none" strike="noStrike" kern="1200" cap="none" spc="0" normalizeH="0" baseline="0" noProof="0">
                <a:ln>
                  <a:noFill/>
                </a:ln>
                <a:solidFill>
                  <a:srgbClr val="000000"/>
                </a:solidFill>
                <a:effectLst/>
                <a:uLnTx/>
                <a:uFillTx/>
                <a:ea typeface="+mn-ea"/>
                <a:cs typeface="+mn-cs"/>
              </a:rPr>
              <a:t>Indication specific gaps include:</a:t>
            </a:r>
            <a:endParaRPr lang="en-GB" sz="1200" b="1">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2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2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200">
              <a:solidFill>
                <a:srgbClr val="000000"/>
              </a:solidFill>
            </a:endParaRPr>
          </a:p>
        </p:txBody>
      </p:sp>
      <p:grpSp>
        <p:nvGrpSpPr>
          <p:cNvPr id="60" name="Group 59">
            <a:extLst>
              <a:ext uri="{FF2B5EF4-FFF2-40B4-BE49-F238E27FC236}">
                <a16:creationId xmlns:a16="http://schemas.microsoft.com/office/drawing/2014/main" id="{B6640F2D-A142-EB4F-0041-65602A587E0E}"/>
              </a:ext>
            </a:extLst>
          </p:cNvPr>
          <p:cNvGrpSpPr/>
          <p:nvPr/>
        </p:nvGrpSpPr>
        <p:grpSpPr>
          <a:xfrm>
            <a:off x="586174" y="4923907"/>
            <a:ext cx="4731484" cy="1210397"/>
            <a:chOff x="605618" y="2812241"/>
            <a:chExt cx="4731484" cy="1210397"/>
          </a:xfrm>
        </p:grpSpPr>
        <p:sp>
          <p:nvSpPr>
            <p:cNvPr id="20" name="Rectangle 19">
              <a:extLst>
                <a:ext uri="{FF2B5EF4-FFF2-40B4-BE49-F238E27FC236}">
                  <a16:creationId xmlns:a16="http://schemas.microsoft.com/office/drawing/2014/main" id="{1BE51DFE-1346-D55A-8AE4-086D071EDBC3}"/>
                </a:ext>
              </a:extLst>
            </p:cNvPr>
            <p:cNvSpPr/>
            <p:nvPr/>
          </p:nvSpPr>
          <p:spPr>
            <a:xfrm>
              <a:off x="679123" y="3129258"/>
              <a:ext cx="2084087" cy="35587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a:solidFill>
                    <a:schemeClr val="bg1"/>
                  </a:solidFill>
                </a:rPr>
                <a:t>Advanced/Metastatic ESCC</a:t>
              </a:r>
            </a:p>
          </p:txBody>
        </p:sp>
        <p:sp>
          <p:nvSpPr>
            <p:cNvPr id="21" name="Rectangle 20">
              <a:extLst>
                <a:ext uri="{FF2B5EF4-FFF2-40B4-BE49-F238E27FC236}">
                  <a16:creationId xmlns:a16="http://schemas.microsoft.com/office/drawing/2014/main" id="{314EA3E5-0572-17BF-582A-9F76E8C91C3C}"/>
                </a:ext>
              </a:extLst>
            </p:cNvPr>
            <p:cNvSpPr/>
            <p:nvPr/>
          </p:nvSpPr>
          <p:spPr>
            <a:xfrm>
              <a:off x="679123" y="3590643"/>
              <a:ext cx="2084087" cy="35587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a:solidFill>
                    <a:schemeClr val="bg1"/>
                  </a:solidFill>
                </a:rPr>
                <a:t>Advanced/Metastatic GC/GEJ</a:t>
              </a:r>
            </a:p>
          </p:txBody>
        </p:sp>
        <p:sp>
          <p:nvSpPr>
            <p:cNvPr id="22" name="Rectangle 21">
              <a:extLst>
                <a:ext uri="{FF2B5EF4-FFF2-40B4-BE49-F238E27FC236}">
                  <a16:creationId xmlns:a16="http://schemas.microsoft.com/office/drawing/2014/main" id="{57632D1D-D012-1FB8-9481-1F8A5C70809C}"/>
                </a:ext>
              </a:extLst>
            </p:cNvPr>
            <p:cNvSpPr/>
            <p:nvPr/>
          </p:nvSpPr>
          <p:spPr>
            <a:xfrm>
              <a:off x="605618" y="2930502"/>
              <a:ext cx="2223457" cy="1092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23" name="TextBox 22">
              <a:extLst>
                <a:ext uri="{FF2B5EF4-FFF2-40B4-BE49-F238E27FC236}">
                  <a16:creationId xmlns:a16="http://schemas.microsoft.com/office/drawing/2014/main" id="{3F7DFDA5-907D-4305-4239-0340FD90F494}"/>
                </a:ext>
              </a:extLst>
            </p:cNvPr>
            <p:cNvSpPr txBox="1"/>
            <p:nvPr/>
          </p:nvSpPr>
          <p:spPr>
            <a:xfrm>
              <a:off x="1326673" y="2812241"/>
              <a:ext cx="856286" cy="276999"/>
            </a:xfrm>
            <a:prstGeom prst="rect">
              <a:avLst/>
            </a:prstGeom>
            <a:solidFill>
              <a:schemeClr val="bg2"/>
            </a:solidFill>
          </p:spPr>
          <p:txBody>
            <a:bodyPr wrap="square">
              <a:spAutoFit/>
            </a:bodyPr>
            <a:lstStyle/>
            <a:p>
              <a:pPr algn="ctr"/>
              <a:r>
                <a:rPr kumimoji="0" lang="en-US" sz="1200" b="1" i="0" u="none" strike="noStrike" kern="1200" cap="none" spc="0" normalizeH="0" baseline="0" noProof="0">
                  <a:ln>
                    <a:noFill/>
                  </a:ln>
                  <a:solidFill>
                    <a:srgbClr val="000000"/>
                  </a:solidFill>
                  <a:effectLst/>
                  <a:uLnTx/>
                  <a:uFillTx/>
                  <a:ea typeface="+mn-ea"/>
                  <a:cs typeface="+mn-cs"/>
                </a:rPr>
                <a:t>Upper GI </a:t>
              </a:r>
              <a:endParaRPr lang="en-US" sz="1200" b="1"/>
            </a:p>
          </p:txBody>
        </p:sp>
        <p:sp>
          <p:nvSpPr>
            <p:cNvPr id="24" name="Rectangle 23">
              <a:extLst>
                <a:ext uri="{FF2B5EF4-FFF2-40B4-BE49-F238E27FC236}">
                  <a16:creationId xmlns:a16="http://schemas.microsoft.com/office/drawing/2014/main" id="{80FBC141-D9C7-42C5-19BC-2127FE99BB10}"/>
                </a:ext>
              </a:extLst>
            </p:cNvPr>
            <p:cNvSpPr/>
            <p:nvPr/>
          </p:nvSpPr>
          <p:spPr>
            <a:xfrm>
              <a:off x="3187150" y="3129258"/>
              <a:ext cx="2084087" cy="35587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a:solidFill>
                    <a:schemeClr val="bg1"/>
                  </a:solidFill>
                </a:rPr>
                <a:t>Perioperative &amp; Metastatic NSCLC</a:t>
              </a:r>
            </a:p>
          </p:txBody>
        </p:sp>
        <p:sp>
          <p:nvSpPr>
            <p:cNvPr id="25" name="Rectangle 24">
              <a:extLst>
                <a:ext uri="{FF2B5EF4-FFF2-40B4-BE49-F238E27FC236}">
                  <a16:creationId xmlns:a16="http://schemas.microsoft.com/office/drawing/2014/main" id="{D792A46D-972B-EEA4-402A-631DD8A564A9}"/>
                </a:ext>
              </a:extLst>
            </p:cNvPr>
            <p:cNvSpPr/>
            <p:nvPr/>
          </p:nvSpPr>
          <p:spPr>
            <a:xfrm>
              <a:off x="3187150" y="3590643"/>
              <a:ext cx="2084087" cy="35587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a:solidFill>
                    <a:schemeClr val="bg1"/>
                  </a:solidFill>
                </a:rPr>
                <a:t>Extensive-Stage SCLC</a:t>
              </a:r>
            </a:p>
          </p:txBody>
        </p:sp>
        <p:sp>
          <p:nvSpPr>
            <p:cNvPr id="26" name="Rectangle 25">
              <a:extLst>
                <a:ext uri="{FF2B5EF4-FFF2-40B4-BE49-F238E27FC236}">
                  <a16:creationId xmlns:a16="http://schemas.microsoft.com/office/drawing/2014/main" id="{B93B478C-6F77-37E4-C54C-D0FFD8CFF9F8}"/>
                </a:ext>
              </a:extLst>
            </p:cNvPr>
            <p:cNvSpPr/>
            <p:nvPr/>
          </p:nvSpPr>
          <p:spPr>
            <a:xfrm>
              <a:off x="3113645" y="2930502"/>
              <a:ext cx="2223457" cy="10921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27" name="TextBox 26">
              <a:extLst>
                <a:ext uri="{FF2B5EF4-FFF2-40B4-BE49-F238E27FC236}">
                  <a16:creationId xmlns:a16="http://schemas.microsoft.com/office/drawing/2014/main" id="{A72F1B58-CBF3-2855-9417-EB299E2DD22F}"/>
                </a:ext>
              </a:extLst>
            </p:cNvPr>
            <p:cNvSpPr txBox="1"/>
            <p:nvPr/>
          </p:nvSpPr>
          <p:spPr>
            <a:xfrm>
              <a:off x="3834700" y="2812241"/>
              <a:ext cx="856286" cy="276999"/>
            </a:xfrm>
            <a:prstGeom prst="rect">
              <a:avLst/>
            </a:prstGeom>
            <a:solidFill>
              <a:schemeClr val="bg2"/>
            </a:solidFill>
          </p:spPr>
          <p:txBody>
            <a:bodyPr wrap="square">
              <a:spAutoFit/>
            </a:bodyPr>
            <a:lstStyle/>
            <a:p>
              <a:pPr algn="ctr"/>
              <a:r>
                <a:rPr kumimoji="0" lang="en-US" sz="1200" b="1" i="0" u="none" strike="noStrike" kern="1200" cap="none" spc="0" normalizeH="0" baseline="0" noProof="0">
                  <a:ln>
                    <a:noFill/>
                  </a:ln>
                  <a:solidFill>
                    <a:srgbClr val="000000"/>
                  </a:solidFill>
                  <a:effectLst/>
                  <a:uLnTx/>
                  <a:uFillTx/>
                  <a:ea typeface="+mn-ea"/>
                  <a:cs typeface="+mn-cs"/>
                </a:rPr>
                <a:t>Lung</a:t>
              </a:r>
              <a:endParaRPr lang="en-US" sz="1200" b="1"/>
            </a:p>
          </p:txBody>
        </p:sp>
      </p:grpSp>
      <p:sp>
        <p:nvSpPr>
          <p:cNvPr id="31" name="Rectangle 30">
            <a:extLst>
              <a:ext uri="{FF2B5EF4-FFF2-40B4-BE49-F238E27FC236}">
                <a16:creationId xmlns:a16="http://schemas.microsoft.com/office/drawing/2014/main" id="{42F24EE8-96C2-F079-5AD0-AB16533EF4FD}"/>
              </a:ext>
            </a:extLst>
          </p:cNvPr>
          <p:cNvSpPr/>
          <p:nvPr/>
        </p:nvSpPr>
        <p:spPr>
          <a:xfrm>
            <a:off x="358337" y="1772770"/>
            <a:ext cx="5083411" cy="4455037"/>
          </a:xfrm>
          <a:prstGeom prst="rect">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91440" rIns="45720" rtlCol="0" anchor="ctr">
            <a:normAutofit/>
          </a:bodyPr>
          <a:lstStyle/>
          <a:p>
            <a:pPr marR="0" lvl="0" algn="ctr" defTabSz="457200" rtl="0" eaLnBrk="1" fontAlgn="auto" latinLnBrk="0" hangingPunct="1">
              <a:lnSpc>
                <a:spcPct val="100000"/>
              </a:lnSpc>
              <a:spcBef>
                <a:spcPts val="0"/>
              </a:spcBef>
              <a:spcAft>
                <a:spcPts val="600"/>
              </a:spcAft>
              <a:buClrTx/>
              <a:buSzTx/>
              <a:tabLst/>
              <a:defRPr/>
            </a:pPr>
            <a:endParaRPr kumimoji="0" lang="en-GB" sz="1400" b="0" i="0" u="none" strike="noStrike" kern="1200" cap="none" spc="0" normalizeH="0" baseline="0" noProof="0">
              <a:ln>
                <a:noFill/>
              </a:ln>
              <a:solidFill>
                <a:srgbClr val="000000"/>
              </a:solidFill>
              <a:effectLst/>
              <a:uLnTx/>
              <a:uFillTx/>
              <a:ea typeface="+mn-ea"/>
              <a:cs typeface="+mn-cs"/>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p:txBody>
      </p:sp>
      <p:sp>
        <p:nvSpPr>
          <p:cNvPr id="32" name="Rectangle 31">
            <a:extLst>
              <a:ext uri="{FF2B5EF4-FFF2-40B4-BE49-F238E27FC236}">
                <a16:creationId xmlns:a16="http://schemas.microsoft.com/office/drawing/2014/main" id="{43773023-869C-52D1-8EC1-6BA3E6CEE7C9}"/>
              </a:ext>
            </a:extLst>
          </p:cNvPr>
          <p:cNvSpPr/>
          <p:nvPr/>
        </p:nvSpPr>
        <p:spPr>
          <a:xfrm>
            <a:off x="5617812" y="1772770"/>
            <a:ext cx="6039887" cy="4455037"/>
          </a:xfrm>
          <a:prstGeom prst="rect">
            <a:avLst/>
          </a:prstGeom>
          <a:noFill/>
          <a:ln>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45720" tIns="91440" rIns="45720" rtlCol="0" anchor="ctr">
            <a:normAutofit/>
          </a:bodyPr>
          <a:lstStyle/>
          <a:p>
            <a:pPr marR="0" lvl="0" algn="ctr" defTabSz="457200" rtl="0" eaLnBrk="1" fontAlgn="auto" latinLnBrk="0" hangingPunct="1">
              <a:lnSpc>
                <a:spcPct val="100000"/>
              </a:lnSpc>
              <a:spcBef>
                <a:spcPts val="0"/>
              </a:spcBef>
              <a:spcAft>
                <a:spcPts val="600"/>
              </a:spcAft>
              <a:buClrTx/>
              <a:buSzTx/>
              <a:tabLst/>
              <a:defRPr/>
            </a:pPr>
            <a:endParaRPr kumimoji="0" lang="en-GB" sz="1400" b="0" i="0" u="none" strike="noStrike" kern="1200" cap="none" spc="0" normalizeH="0" baseline="0" noProof="0">
              <a:ln>
                <a:noFill/>
              </a:ln>
              <a:solidFill>
                <a:srgbClr val="000000"/>
              </a:solidFill>
              <a:effectLst/>
              <a:uLnTx/>
              <a:uFillTx/>
              <a:ea typeface="+mn-ea"/>
              <a:cs typeface="+mn-cs"/>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a:p>
            <a:pPr marR="0" lvl="0" algn="ctr" defTabSz="457200" rtl="0" eaLnBrk="1" fontAlgn="auto" latinLnBrk="0" hangingPunct="1">
              <a:lnSpc>
                <a:spcPct val="100000"/>
              </a:lnSpc>
              <a:spcBef>
                <a:spcPts val="0"/>
              </a:spcBef>
              <a:spcAft>
                <a:spcPts val="600"/>
              </a:spcAft>
              <a:buClrTx/>
              <a:buSzTx/>
              <a:tabLst/>
              <a:defRPr/>
            </a:pPr>
            <a:endParaRPr lang="en-GB" sz="1400">
              <a:solidFill>
                <a:srgbClr val="000000"/>
              </a:solidFill>
            </a:endParaRPr>
          </a:p>
        </p:txBody>
      </p:sp>
      <p:sp>
        <p:nvSpPr>
          <p:cNvPr id="33" name="TextBox 32">
            <a:extLst>
              <a:ext uri="{FF2B5EF4-FFF2-40B4-BE49-F238E27FC236}">
                <a16:creationId xmlns:a16="http://schemas.microsoft.com/office/drawing/2014/main" id="{642BAA3B-2A17-5EAB-6743-9F0B3EF1C21D}"/>
              </a:ext>
            </a:extLst>
          </p:cNvPr>
          <p:cNvSpPr txBox="1"/>
          <p:nvPr/>
        </p:nvSpPr>
        <p:spPr>
          <a:xfrm>
            <a:off x="5617711" y="2237767"/>
            <a:ext cx="6039887" cy="276999"/>
          </a:xfrm>
          <a:prstGeom prst="rect">
            <a:avLst/>
          </a:prstGeom>
          <a:noFill/>
        </p:spPr>
        <p:txBody>
          <a:bodyPr wrap="square">
            <a:spAutoFit/>
          </a:bodyPr>
          <a:lstStyle/>
          <a:p>
            <a:pPr algn="ctr"/>
            <a:endParaRPr lang="en-US" sz="1200" b="1">
              <a:solidFill>
                <a:schemeClr val="tx1"/>
              </a:solidFill>
            </a:endParaRPr>
          </a:p>
        </p:txBody>
      </p:sp>
      <p:sp>
        <p:nvSpPr>
          <p:cNvPr id="36" name="TextBox 35">
            <a:extLst>
              <a:ext uri="{FF2B5EF4-FFF2-40B4-BE49-F238E27FC236}">
                <a16:creationId xmlns:a16="http://schemas.microsoft.com/office/drawing/2014/main" id="{874F1E93-0959-3219-E989-21F08F8E5E4E}"/>
              </a:ext>
            </a:extLst>
          </p:cNvPr>
          <p:cNvSpPr txBox="1"/>
          <p:nvPr/>
        </p:nvSpPr>
        <p:spPr>
          <a:xfrm>
            <a:off x="6162257" y="868651"/>
            <a:ext cx="5666205" cy="400110"/>
          </a:xfrm>
          <a:prstGeom prst="rect">
            <a:avLst/>
          </a:prstGeom>
          <a:noFill/>
        </p:spPr>
        <p:txBody>
          <a:bodyPr wrap="square">
            <a:spAutoFit/>
          </a:bodyPr>
          <a:lstStyle/>
          <a:p>
            <a:r>
              <a:rPr lang="en-US" sz="1000"/>
              <a:t>*Gap prioritization methodology to be discussed on next slide</a:t>
            </a:r>
          </a:p>
          <a:p>
            <a:r>
              <a:rPr lang="en-US" sz="1000" b="1">
                <a:solidFill>
                  <a:schemeClr val="bg2">
                    <a:lumMod val="50000"/>
                  </a:schemeClr>
                </a:solidFill>
              </a:rPr>
              <a:t>Low priority gaps </a:t>
            </a:r>
            <a:r>
              <a:rPr lang="en-US" sz="1000"/>
              <a:t>are deprioritized, with no tactics developed in this document</a:t>
            </a:r>
          </a:p>
        </p:txBody>
      </p:sp>
      <p:sp>
        <p:nvSpPr>
          <p:cNvPr id="39" name="Footer Placeholder 3">
            <a:extLst>
              <a:ext uri="{FF2B5EF4-FFF2-40B4-BE49-F238E27FC236}">
                <a16:creationId xmlns:a16="http://schemas.microsoft.com/office/drawing/2014/main" id="{05104E16-F26D-62B7-0B99-59FEAB5D294B}"/>
              </a:ext>
            </a:extLst>
          </p:cNvPr>
          <p:cNvSpPr>
            <a:spLocks noGrp="1"/>
          </p:cNvSpPr>
          <p:nvPr>
            <p:ph type="ftr" sz="quarter" idx="10"/>
          </p:nvPr>
        </p:nvSpPr>
        <p:spPr>
          <a:xfrm>
            <a:off x="358337" y="6227807"/>
            <a:ext cx="8466686" cy="365760"/>
          </a:xfrm>
        </p:spPr>
        <p:txBody>
          <a:bodyPr/>
          <a:lstStyle/>
          <a:p>
            <a:pPr lvl="0">
              <a:defRPr/>
            </a:pPr>
            <a:r>
              <a:rPr lang="en-US">
                <a:solidFill>
                  <a:srgbClr val="000000">
                    <a:lumMod val="65000"/>
                    <a:lumOff val="35000"/>
                  </a:srgbClr>
                </a:solidFill>
                <a:latin typeface="Poppins"/>
              </a:rPr>
              <a:t>Note: </a:t>
            </a:r>
            <a:r>
              <a:rPr lang="en-US">
                <a:solidFill>
                  <a:srgbClr val="000000">
                    <a:lumMod val="65000"/>
                    <a:lumOff val="35000"/>
                  </a:srgbClr>
                </a:solidFill>
              </a:rPr>
              <a:t>ESCC: Esophageal Squamous Cell Carcinoma; GC: Gastric Cancer; GEJ: Gastroesophageal Junction; GI: Gastrointestinal; IEGP: Integrated Evidence Generation Plan; NSCLC: Non-Small Cell Lung Cancer; SCLC: Small Cell Lung Cancer</a:t>
            </a: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p:txBody>
      </p:sp>
      <p:grpSp>
        <p:nvGrpSpPr>
          <p:cNvPr id="86" name="Group 85">
            <a:extLst>
              <a:ext uri="{FF2B5EF4-FFF2-40B4-BE49-F238E27FC236}">
                <a16:creationId xmlns:a16="http://schemas.microsoft.com/office/drawing/2014/main" id="{9C4180BC-7B29-1263-460E-A3A9CF1DF0D1}"/>
              </a:ext>
            </a:extLst>
          </p:cNvPr>
          <p:cNvGrpSpPr/>
          <p:nvPr/>
        </p:nvGrpSpPr>
        <p:grpSpPr>
          <a:xfrm>
            <a:off x="5764238" y="2821198"/>
            <a:ext cx="5663761" cy="3300240"/>
            <a:chOff x="5816220" y="2434279"/>
            <a:chExt cx="5663761" cy="3300240"/>
          </a:xfrm>
        </p:grpSpPr>
        <p:sp>
          <p:nvSpPr>
            <p:cNvPr id="87" name="Double flèche horizontale 8">
              <a:extLst>
                <a:ext uri="{FF2B5EF4-FFF2-40B4-BE49-F238E27FC236}">
                  <a16:creationId xmlns:a16="http://schemas.microsoft.com/office/drawing/2014/main" id="{17168F3F-25A6-DE13-19DF-50A99EDA21EC}"/>
                </a:ext>
              </a:extLst>
            </p:cNvPr>
            <p:cNvSpPr/>
            <p:nvPr/>
          </p:nvSpPr>
          <p:spPr>
            <a:xfrm>
              <a:off x="6223981" y="5388456"/>
              <a:ext cx="5256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88" name="ShapeNameChangedByPowerUser1">
              <a:extLst>
                <a:ext uri="{FF2B5EF4-FFF2-40B4-BE49-F238E27FC236}">
                  <a16:creationId xmlns:a16="http://schemas.microsoft.com/office/drawing/2014/main" id="{F71E16B7-4654-0DF6-6A7E-22136ADD9BAE}"/>
                </a:ext>
              </a:extLst>
            </p:cNvPr>
            <p:cNvSpPr txBox="1"/>
            <p:nvPr/>
          </p:nvSpPr>
          <p:spPr>
            <a:xfrm>
              <a:off x="7229722" y="5549853"/>
              <a:ext cx="3244518" cy="184666"/>
            </a:xfrm>
            <a:prstGeom prst="rect">
              <a:avLst/>
            </a:prstGeom>
            <a:no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Urgency to Generate Evidence</a:t>
              </a:r>
            </a:p>
          </p:txBody>
        </p:sp>
        <p:sp>
          <p:nvSpPr>
            <p:cNvPr id="89" name="ShapeNameChangedByPowerUser1">
              <a:extLst>
                <a:ext uri="{FF2B5EF4-FFF2-40B4-BE49-F238E27FC236}">
                  <a16:creationId xmlns:a16="http://schemas.microsoft.com/office/drawing/2014/main" id="{215C7D64-604C-1C94-C332-0D5EE9B155C4}"/>
                </a:ext>
              </a:extLst>
            </p:cNvPr>
            <p:cNvSpPr/>
            <p:nvPr/>
          </p:nvSpPr>
          <p:spPr>
            <a:xfrm>
              <a:off x="8035550" y="2581275"/>
              <a:ext cx="1602541" cy="1273478"/>
            </a:xfrm>
            <a:prstGeom prst="rect">
              <a:avLst/>
            </a:prstGeom>
            <a:solidFill>
              <a:srgbClr val="8BD44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90" name="Rectangle à coins arrondis 3">
              <a:extLst>
                <a:ext uri="{FF2B5EF4-FFF2-40B4-BE49-F238E27FC236}">
                  <a16:creationId xmlns:a16="http://schemas.microsoft.com/office/drawing/2014/main" id="{2AFBF65E-A4D9-E25D-59D1-9DFBB84167C4}"/>
                </a:ext>
              </a:extLst>
            </p:cNvPr>
            <p:cNvSpPr/>
            <p:nvPr/>
          </p:nvSpPr>
          <p:spPr>
            <a:xfrm>
              <a:off x="8035550" y="3996691"/>
              <a:ext cx="1602541" cy="1273478"/>
            </a:xfrm>
            <a:prstGeom prst="rect">
              <a:avLst/>
            </a:prstGeom>
            <a:solidFill>
              <a:srgbClr val="FFF03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91" name="Rectangle à coins arrondis 4">
              <a:extLst>
                <a:ext uri="{FF2B5EF4-FFF2-40B4-BE49-F238E27FC236}">
                  <a16:creationId xmlns:a16="http://schemas.microsoft.com/office/drawing/2014/main" id="{C9807230-F73D-6694-6A14-A9A0D2647C7A}"/>
                </a:ext>
              </a:extLst>
            </p:cNvPr>
            <p:cNvSpPr/>
            <p:nvPr/>
          </p:nvSpPr>
          <p:spPr>
            <a:xfrm>
              <a:off x="6348416" y="3996691"/>
              <a:ext cx="1602541" cy="1273478"/>
            </a:xfrm>
            <a:prstGeom prst="rect">
              <a:avLst/>
            </a:prstGeom>
            <a:solidFill>
              <a:srgbClr val="FFFF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92" name="ShapeNameChangedByPowerUser2">
              <a:extLst>
                <a:ext uri="{FF2B5EF4-FFF2-40B4-BE49-F238E27FC236}">
                  <a16:creationId xmlns:a16="http://schemas.microsoft.com/office/drawing/2014/main" id="{621C12CE-10C8-5DE0-F619-31E0E8FEB415}"/>
                </a:ext>
              </a:extLst>
            </p:cNvPr>
            <p:cNvSpPr/>
            <p:nvPr/>
          </p:nvSpPr>
          <p:spPr>
            <a:xfrm>
              <a:off x="6348416" y="2581275"/>
              <a:ext cx="1602541" cy="1273478"/>
            </a:xfrm>
            <a:prstGeom prst="rect">
              <a:avLst/>
            </a:prstGeom>
            <a:solidFill>
              <a:srgbClr val="D3F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a:ln>
                  <a:noFill/>
                </a:ln>
                <a:solidFill>
                  <a:srgbClr val="000000"/>
                </a:solidFill>
                <a:effectLst/>
                <a:uLnTx/>
                <a:uFillTx/>
                <a:latin typeface="Poppins"/>
                <a:ea typeface="+mn-ea"/>
                <a:cs typeface="+mn-cs"/>
              </a:endParaRPr>
            </a:p>
          </p:txBody>
        </p:sp>
        <p:sp>
          <p:nvSpPr>
            <p:cNvPr id="93" name="ShapeNameChangedByPowerUser1">
              <a:extLst>
                <a:ext uri="{FF2B5EF4-FFF2-40B4-BE49-F238E27FC236}">
                  <a16:creationId xmlns:a16="http://schemas.microsoft.com/office/drawing/2014/main" id="{0D4BE2BD-EB99-F63B-62C6-84F46C3449CE}"/>
                </a:ext>
              </a:extLst>
            </p:cNvPr>
            <p:cNvSpPr/>
            <p:nvPr/>
          </p:nvSpPr>
          <p:spPr>
            <a:xfrm>
              <a:off x="9722684" y="2581275"/>
              <a:ext cx="1602541" cy="1273478"/>
            </a:xfrm>
            <a:prstGeom prst="rect">
              <a:avLst/>
            </a:prstGeom>
            <a:solidFill>
              <a:srgbClr val="125B1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Poppins"/>
                <a:ea typeface="+mn-ea"/>
                <a:cs typeface="+mn-cs"/>
              </a:endParaRPr>
            </a:p>
          </p:txBody>
        </p:sp>
        <p:sp>
          <p:nvSpPr>
            <p:cNvPr id="94" name="Rectangle à coins arrondis 3">
              <a:extLst>
                <a:ext uri="{FF2B5EF4-FFF2-40B4-BE49-F238E27FC236}">
                  <a16:creationId xmlns:a16="http://schemas.microsoft.com/office/drawing/2014/main" id="{5C788308-E662-629B-F718-5C4CF77A4D20}"/>
                </a:ext>
              </a:extLst>
            </p:cNvPr>
            <p:cNvSpPr/>
            <p:nvPr/>
          </p:nvSpPr>
          <p:spPr>
            <a:xfrm>
              <a:off x="9722684" y="3996691"/>
              <a:ext cx="1602541" cy="1273478"/>
            </a:xfrm>
            <a:prstGeom prst="rect">
              <a:avLst/>
            </a:prstGeom>
            <a:solidFill>
              <a:srgbClr val="FFC03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95" name="Double flèche horizontale 8">
              <a:extLst>
                <a:ext uri="{FF2B5EF4-FFF2-40B4-BE49-F238E27FC236}">
                  <a16:creationId xmlns:a16="http://schemas.microsoft.com/office/drawing/2014/main" id="{2BF3AFB6-AC70-AB85-F0D1-1EAD13DE30FC}"/>
                </a:ext>
              </a:extLst>
            </p:cNvPr>
            <p:cNvSpPr/>
            <p:nvPr/>
          </p:nvSpPr>
          <p:spPr>
            <a:xfrm rot="16200000">
              <a:off x="4693981" y="3896557"/>
              <a:ext cx="3060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96" name="ZoneTexte 14">
              <a:extLst>
                <a:ext uri="{FF2B5EF4-FFF2-40B4-BE49-F238E27FC236}">
                  <a16:creationId xmlns:a16="http://schemas.microsoft.com/office/drawing/2014/main" id="{CCDEAB81-2F27-CA7D-5867-7693094C6DA8}"/>
                </a:ext>
              </a:extLst>
            </p:cNvPr>
            <p:cNvSpPr txBox="1"/>
            <p:nvPr/>
          </p:nvSpPr>
          <p:spPr>
            <a:xfrm rot="10800000">
              <a:off x="5816220" y="3071726"/>
              <a:ext cx="369332" cy="1785104"/>
            </a:xfrm>
            <a:prstGeom prst="rect">
              <a:avLst/>
            </a:prstGeom>
            <a:no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Strategic Importance</a:t>
              </a:r>
            </a:p>
          </p:txBody>
        </p:sp>
        <p:sp>
          <p:nvSpPr>
            <p:cNvPr id="97" name="TextBox 96">
              <a:extLst>
                <a:ext uri="{FF2B5EF4-FFF2-40B4-BE49-F238E27FC236}">
                  <a16:creationId xmlns:a16="http://schemas.microsoft.com/office/drawing/2014/main" id="{24B9F885-1196-DF0C-2733-59530DC41BD0}"/>
                </a:ext>
              </a:extLst>
            </p:cNvPr>
            <p:cNvSpPr txBox="1"/>
            <p:nvPr/>
          </p:nvSpPr>
          <p:spPr>
            <a:xfrm rot="16200000">
              <a:off x="6122391" y="3064126"/>
              <a:ext cx="790601" cy="307777"/>
            </a:xfrm>
            <a:prstGeom prst="rect">
              <a:avLst/>
            </a:prstGeom>
            <a:noFill/>
          </p:spPr>
          <p:txBody>
            <a:bodyPr wrap="none" lIns="91440" tIns="91440" rIns="91440" bIns="91440" rtlCol="0">
              <a:spAutoFit/>
            </a:bodyPr>
            <a:lstStyle/>
            <a:p>
              <a:pPr algn="l"/>
              <a:r>
                <a:rPr lang="en-GB" sz="800"/>
                <a:t>High Priority</a:t>
              </a:r>
            </a:p>
          </p:txBody>
        </p:sp>
        <p:sp>
          <p:nvSpPr>
            <p:cNvPr id="98" name="TextBox 97">
              <a:extLst>
                <a:ext uri="{FF2B5EF4-FFF2-40B4-BE49-F238E27FC236}">
                  <a16:creationId xmlns:a16="http://schemas.microsoft.com/office/drawing/2014/main" id="{83205BE1-4FA6-15D7-E8FD-CB05542D8C18}"/>
                </a:ext>
              </a:extLst>
            </p:cNvPr>
            <p:cNvSpPr txBox="1"/>
            <p:nvPr/>
          </p:nvSpPr>
          <p:spPr>
            <a:xfrm>
              <a:off x="6489403" y="4984195"/>
              <a:ext cx="1348446" cy="307777"/>
            </a:xfrm>
            <a:prstGeom prst="rect">
              <a:avLst/>
            </a:prstGeom>
            <a:noFill/>
          </p:spPr>
          <p:txBody>
            <a:bodyPr wrap="none" lIns="91440" tIns="91440" rIns="91440" bIns="91440" rtlCol="0">
              <a:spAutoFit/>
            </a:bodyPr>
            <a:lstStyle/>
            <a:p>
              <a:pPr lvl="0" algn="ctr" defTabSz="914400">
                <a:spcBef>
                  <a:spcPts val="600"/>
                </a:spcBef>
                <a:defRPr/>
              </a:pPr>
              <a:r>
                <a:rPr lang="en-US" sz="800" kern="0">
                  <a:solidFill>
                    <a:srgbClr val="000000"/>
                  </a:solidFill>
                </a:rPr>
                <a:t>(Long-term i.e., 2028+)</a:t>
              </a:r>
            </a:p>
          </p:txBody>
        </p:sp>
        <p:sp>
          <p:nvSpPr>
            <p:cNvPr id="99" name="TextBox 98">
              <a:extLst>
                <a:ext uri="{FF2B5EF4-FFF2-40B4-BE49-F238E27FC236}">
                  <a16:creationId xmlns:a16="http://schemas.microsoft.com/office/drawing/2014/main" id="{B24DA0D2-58C2-3543-0062-9045CE97321B}"/>
                </a:ext>
              </a:extLst>
            </p:cNvPr>
            <p:cNvSpPr txBox="1"/>
            <p:nvPr/>
          </p:nvSpPr>
          <p:spPr>
            <a:xfrm>
              <a:off x="7964194" y="4984195"/>
              <a:ext cx="1745251" cy="307777"/>
            </a:xfrm>
            <a:prstGeom prst="rect">
              <a:avLst/>
            </a:prstGeom>
            <a:noFill/>
          </p:spPr>
          <p:txBody>
            <a:bodyPr wrap="square" lIns="91440" tIns="91440" rIns="91440" bIns="91440" rtlCol="0">
              <a:spAutoFit/>
            </a:bodyPr>
            <a:lstStyle/>
            <a:p>
              <a:pPr lvl="0" algn="ctr" defTabSz="914400">
                <a:spcBef>
                  <a:spcPts val="600"/>
                </a:spcBef>
                <a:defRPr/>
              </a:pPr>
              <a:r>
                <a:rPr lang="en-US" sz="800" kern="0">
                  <a:solidFill>
                    <a:srgbClr val="000000"/>
                  </a:solidFill>
                </a:rPr>
                <a:t>(Medium-term i.e., 2027-2028)</a:t>
              </a:r>
            </a:p>
          </p:txBody>
        </p:sp>
        <p:sp>
          <p:nvSpPr>
            <p:cNvPr id="100" name="TextBox 99">
              <a:extLst>
                <a:ext uri="{FF2B5EF4-FFF2-40B4-BE49-F238E27FC236}">
                  <a16:creationId xmlns:a16="http://schemas.microsoft.com/office/drawing/2014/main" id="{CB2DA9B3-54D8-5E4D-B619-DCCDB27A48D8}"/>
                </a:ext>
              </a:extLst>
            </p:cNvPr>
            <p:cNvSpPr txBox="1"/>
            <p:nvPr/>
          </p:nvSpPr>
          <p:spPr>
            <a:xfrm>
              <a:off x="9709445" y="4984195"/>
              <a:ext cx="1604927" cy="307777"/>
            </a:xfrm>
            <a:prstGeom prst="rect">
              <a:avLst/>
            </a:prstGeom>
            <a:noFill/>
          </p:spPr>
          <p:txBody>
            <a:bodyPr wrap="none" lIns="91440" tIns="91440" rIns="91440" bIns="91440" rtlCol="0">
              <a:spAutoFit/>
            </a:bodyPr>
            <a:lstStyle/>
            <a:p>
              <a:pPr lvl="0" algn="ctr" defTabSz="914400">
                <a:spcBef>
                  <a:spcPts val="600"/>
                </a:spcBef>
                <a:defRPr/>
              </a:pPr>
              <a:r>
                <a:rPr lang="en-US" sz="800" kern="0">
                  <a:solidFill>
                    <a:srgbClr val="000000"/>
                  </a:solidFill>
                </a:rPr>
                <a:t>(Short-term i.e., 2025-2026)</a:t>
              </a:r>
            </a:p>
          </p:txBody>
        </p:sp>
        <p:sp>
          <p:nvSpPr>
            <p:cNvPr id="101" name="TextBox 100">
              <a:extLst>
                <a:ext uri="{FF2B5EF4-FFF2-40B4-BE49-F238E27FC236}">
                  <a16:creationId xmlns:a16="http://schemas.microsoft.com/office/drawing/2014/main" id="{31E936DC-2CAB-9445-9114-20C3225742C5}"/>
                </a:ext>
              </a:extLst>
            </p:cNvPr>
            <p:cNvSpPr txBox="1"/>
            <p:nvPr/>
          </p:nvSpPr>
          <p:spPr>
            <a:xfrm rot="16200000">
              <a:off x="6028615" y="4431379"/>
              <a:ext cx="978153" cy="307777"/>
            </a:xfrm>
            <a:prstGeom prst="rect">
              <a:avLst/>
            </a:prstGeom>
            <a:noFill/>
          </p:spPr>
          <p:txBody>
            <a:bodyPr wrap="none" lIns="91440" tIns="91440" rIns="91440" bIns="91440" rtlCol="0">
              <a:spAutoFit/>
            </a:bodyPr>
            <a:lstStyle/>
            <a:p>
              <a:pPr algn="l"/>
              <a:r>
                <a:rPr lang="en-GB" sz="800"/>
                <a:t>Medium Priority</a:t>
              </a:r>
            </a:p>
          </p:txBody>
        </p:sp>
      </p:grpSp>
      <p:sp>
        <p:nvSpPr>
          <p:cNvPr id="112" name="Rectangle 111">
            <a:extLst>
              <a:ext uri="{FF2B5EF4-FFF2-40B4-BE49-F238E27FC236}">
                <a16:creationId xmlns:a16="http://schemas.microsoft.com/office/drawing/2014/main" id="{0ABE75F9-DE8B-DD4D-FFC7-801B2739F396}"/>
              </a:ext>
            </a:extLst>
          </p:cNvPr>
          <p:cNvSpPr/>
          <p:nvPr/>
        </p:nvSpPr>
        <p:spPr>
          <a:xfrm>
            <a:off x="5620206" y="2278006"/>
            <a:ext cx="6033613" cy="374838"/>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45720" tIns="91440" rIns="45720" rtlCol="0" anchor="t">
            <a:noAutofit/>
          </a:bodyPr>
          <a:lstStyle/>
          <a:p>
            <a:pPr algn="ctr"/>
            <a:r>
              <a:rPr lang="en-US" sz="1200">
                <a:solidFill>
                  <a:schemeClr val="tx1"/>
                </a:solidFill>
              </a:rPr>
              <a:t>A </a:t>
            </a:r>
            <a:r>
              <a:rPr lang="en-US" sz="1200" b="1">
                <a:solidFill>
                  <a:schemeClr val="tx1"/>
                </a:solidFill>
              </a:rPr>
              <a:t>prioritization matrix </a:t>
            </a:r>
            <a:r>
              <a:rPr lang="en-US" sz="1200">
                <a:solidFill>
                  <a:schemeClr val="tx1"/>
                </a:solidFill>
              </a:rPr>
              <a:t>was used during the cross-functional workshop to identify and </a:t>
            </a:r>
            <a:r>
              <a:rPr lang="en-US" sz="1200" b="1">
                <a:solidFill>
                  <a:schemeClr val="tx1"/>
                </a:solidFill>
              </a:rPr>
              <a:t>align on the priority evidence gaps for tactical development</a:t>
            </a:r>
            <a:endParaRPr lang="en-GB" sz="1200" b="1">
              <a:solidFill>
                <a:schemeClr val="tx1"/>
              </a:solidFill>
            </a:endParaRPr>
          </a:p>
          <a:p>
            <a:pPr marR="0" lvl="0" algn="ctr" defTabSz="457200" rtl="0" eaLnBrk="1" fontAlgn="auto" latinLnBrk="0" hangingPunct="1">
              <a:lnSpc>
                <a:spcPct val="100000"/>
              </a:lnSpc>
              <a:spcBef>
                <a:spcPts val="0"/>
              </a:spcBef>
              <a:spcAft>
                <a:spcPts val="600"/>
              </a:spcAft>
              <a:buClrTx/>
              <a:buSzTx/>
              <a:tabLst/>
              <a:defRPr/>
            </a:pPr>
            <a:endParaRPr lang="en-GB" sz="1200">
              <a:solidFill>
                <a:schemeClr val="tx1"/>
              </a:solidFill>
            </a:endParaRPr>
          </a:p>
          <a:p>
            <a:pPr marR="0" lvl="0" algn="ctr" defTabSz="457200" rtl="0" eaLnBrk="1" fontAlgn="auto" latinLnBrk="0" hangingPunct="1">
              <a:lnSpc>
                <a:spcPct val="100000"/>
              </a:lnSpc>
              <a:spcBef>
                <a:spcPts val="0"/>
              </a:spcBef>
              <a:spcAft>
                <a:spcPts val="600"/>
              </a:spcAft>
              <a:buClrTx/>
              <a:buSzTx/>
              <a:tabLst/>
              <a:defRPr/>
            </a:pPr>
            <a:endParaRPr lang="en-GB" sz="1200">
              <a:solidFill>
                <a:schemeClr val="tx1"/>
              </a:solidFill>
            </a:endParaRPr>
          </a:p>
          <a:p>
            <a:pPr marR="0" lvl="0" algn="ctr" defTabSz="457200" rtl="0" eaLnBrk="1" fontAlgn="auto" latinLnBrk="0" hangingPunct="1">
              <a:lnSpc>
                <a:spcPct val="100000"/>
              </a:lnSpc>
              <a:spcBef>
                <a:spcPts val="0"/>
              </a:spcBef>
              <a:spcAft>
                <a:spcPts val="600"/>
              </a:spcAft>
              <a:buClrTx/>
              <a:buSzTx/>
              <a:tabLst/>
              <a:defRPr/>
            </a:pPr>
            <a:endParaRPr lang="en-GB" sz="1200">
              <a:solidFill>
                <a:schemeClr val="tx1"/>
              </a:solidFill>
            </a:endParaRPr>
          </a:p>
        </p:txBody>
      </p:sp>
      <p:sp>
        <p:nvSpPr>
          <p:cNvPr id="110" name="Speech Bubble: Rectangle 109">
            <a:extLst>
              <a:ext uri="{FF2B5EF4-FFF2-40B4-BE49-F238E27FC236}">
                <a16:creationId xmlns:a16="http://schemas.microsoft.com/office/drawing/2014/main" id="{695FF4C2-AE47-ECF3-5B27-F00ECC059A3B}"/>
              </a:ext>
            </a:extLst>
          </p:cNvPr>
          <p:cNvSpPr/>
          <p:nvPr/>
        </p:nvSpPr>
        <p:spPr>
          <a:xfrm>
            <a:off x="9926673" y="3182811"/>
            <a:ext cx="1281887" cy="528024"/>
          </a:xfrm>
          <a:prstGeom prst="wedgeRectCallout">
            <a:avLst>
              <a:gd name="adj1" fmla="val -42484"/>
              <a:gd name="adj2" fmla="val 84193"/>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GB" sz="1100" b="1">
                <a:solidFill>
                  <a:schemeClr val="bg1"/>
                </a:solidFill>
              </a:rPr>
              <a:t>Priority Gaps for Tactics Development</a:t>
            </a:r>
            <a:endParaRPr lang="en-GB" sz="1600" b="1">
              <a:solidFill>
                <a:schemeClr val="bg1"/>
              </a:solidFill>
            </a:endParaRPr>
          </a:p>
        </p:txBody>
      </p:sp>
      <p:cxnSp>
        <p:nvCxnSpPr>
          <p:cNvPr id="29" name="Straight Connector 28">
            <a:extLst>
              <a:ext uri="{FF2B5EF4-FFF2-40B4-BE49-F238E27FC236}">
                <a16:creationId xmlns:a16="http://schemas.microsoft.com/office/drawing/2014/main" id="{F0F8BA6B-D6BC-09B6-25C5-DB1DD86DB1D7}"/>
              </a:ext>
            </a:extLst>
          </p:cNvPr>
          <p:cNvCxnSpPr>
            <a:cxnSpLocks/>
          </p:cNvCxnSpPr>
          <p:nvPr/>
        </p:nvCxnSpPr>
        <p:spPr>
          <a:xfrm>
            <a:off x="7947848" y="2891727"/>
            <a:ext cx="0" cy="14331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63C36F3-A724-E029-7B12-0580792896A2}"/>
              </a:ext>
            </a:extLst>
          </p:cNvPr>
          <p:cNvCxnSpPr>
            <a:cxnSpLocks/>
          </p:cNvCxnSpPr>
          <p:nvPr/>
        </p:nvCxnSpPr>
        <p:spPr>
          <a:xfrm>
            <a:off x="7936152" y="4324842"/>
            <a:ext cx="1700784"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A2B2FC2-56FD-631C-FFEA-FEE69CBE821B}"/>
              </a:ext>
            </a:extLst>
          </p:cNvPr>
          <p:cNvCxnSpPr>
            <a:cxnSpLocks/>
          </p:cNvCxnSpPr>
          <p:nvPr/>
        </p:nvCxnSpPr>
        <p:spPr>
          <a:xfrm>
            <a:off x="9636253" y="4317645"/>
            <a:ext cx="0" cy="14129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1D98D37-A3A9-AF1D-CA53-DDAA3B9E4683}"/>
              </a:ext>
            </a:extLst>
          </p:cNvPr>
          <p:cNvCxnSpPr>
            <a:cxnSpLocks/>
          </p:cNvCxnSpPr>
          <p:nvPr/>
        </p:nvCxnSpPr>
        <p:spPr>
          <a:xfrm>
            <a:off x="9636253" y="5717562"/>
            <a:ext cx="1723547"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BFF0CD0-62EF-0428-4786-738CA72FBF5F}"/>
              </a:ext>
            </a:extLst>
          </p:cNvPr>
          <p:cNvCxnSpPr>
            <a:cxnSpLocks/>
          </p:cNvCxnSpPr>
          <p:nvPr/>
        </p:nvCxnSpPr>
        <p:spPr>
          <a:xfrm flipH="1" flipV="1">
            <a:off x="11365590" y="2878838"/>
            <a:ext cx="1889" cy="285178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659B401-16E0-F754-4F10-66C26554783F}"/>
              </a:ext>
            </a:extLst>
          </p:cNvPr>
          <p:cNvCxnSpPr>
            <a:cxnSpLocks/>
          </p:cNvCxnSpPr>
          <p:nvPr/>
        </p:nvCxnSpPr>
        <p:spPr>
          <a:xfrm>
            <a:off x="7934367" y="2891727"/>
            <a:ext cx="3421416"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893217CB-6852-F8EC-2F9B-133253FCB072}"/>
              </a:ext>
            </a:extLst>
          </p:cNvPr>
          <p:cNvGrpSpPr/>
          <p:nvPr/>
        </p:nvGrpSpPr>
        <p:grpSpPr>
          <a:xfrm>
            <a:off x="-9525" y="-11837"/>
            <a:ext cx="12185286" cy="180000"/>
            <a:chOff x="-9525" y="-11837"/>
            <a:chExt cx="12185286" cy="180000"/>
          </a:xfrm>
        </p:grpSpPr>
        <p:sp>
          <p:nvSpPr>
            <p:cNvPr id="11" name="Rectangle 10">
              <a:extLst>
                <a:ext uri="{FF2B5EF4-FFF2-40B4-BE49-F238E27FC236}">
                  <a16:creationId xmlns:a16="http://schemas.microsoft.com/office/drawing/2014/main" id="{57B71F30-91C1-D0D1-94E9-C018505D4666}"/>
                </a:ext>
              </a:extLst>
            </p:cNvPr>
            <p:cNvSpPr/>
            <p:nvPr/>
          </p:nvSpPr>
          <p:spPr>
            <a:xfrm>
              <a:off x="-9525" y="-11837"/>
              <a:ext cx="1404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IEGP Introduction</a:t>
              </a:r>
            </a:p>
          </p:txBody>
        </p:sp>
        <p:sp>
          <p:nvSpPr>
            <p:cNvPr id="12" name="Arrow: Pentagon 11">
              <a:extLst>
                <a:ext uri="{FF2B5EF4-FFF2-40B4-BE49-F238E27FC236}">
                  <a16:creationId xmlns:a16="http://schemas.microsoft.com/office/drawing/2014/main" id="{9114FF09-BCAE-364C-E592-001FD5718AE9}"/>
                </a:ext>
              </a:extLst>
            </p:cNvPr>
            <p:cNvSpPr/>
            <p:nvPr/>
          </p:nvSpPr>
          <p:spPr>
            <a:xfrm>
              <a:off x="1394475" y="-11837"/>
              <a:ext cx="2592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Objectives, Methodology &amp; Strategy</a:t>
              </a:r>
            </a:p>
          </p:txBody>
        </p:sp>
        <p:sp>
          <p:nvSpPr>
            <p:cNvPr id="28" name="Arrow: Chevron 27">
              <a:extLst>
                <a:ext uri="{FF2B5EF4-FFF2-40B4-BE49-F238E27FC236}">
                  <a16:creationId xmlns:a16="http://schemas.microsoft.com/office/drawing/2014/main" id="{CF83283B-A412-A446-EC1C-68FD0E561EF0}"/>
                </a:ext>
              </a:extLst>
            </p:cNvPr>
            <p:cNvSpPr/>
            <p:nvPr/>
          </p:nvSpPr>
          <p:spPr>
            <a:xfrm>
              <a:off x="3927797" y="-11837"/>
              <a:ext cx="172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Key Launch Milestones</a:t>
              </a:r>
            </a:p>
          </p:txBody>
        </p:sp>
        <p:sp>
          <p:nvSpPr>
            <p:cNvPr id="30" name="Arrow: Chevron 29">
              <a:extLst>
                <a:ext uri="{FF2B5EF4-FFF2-40B4-BE49-F238E27FC236}">
                  <a16:creationId xmlns:a16="http://schemas.microsoft.com/office/drawing/2014/main" id="{E602712F-BA17-772F-45D2-FAD143C181D1}"/>
                </a:ext>
              </a:extLst>
            </p:cNvPr>
            <p:cNvSpPr/>
            <p:nvPr/>
          </p:nvSpPr>
          <p:spPr>
            <a:xfrm>
              <a:off x="5597118" y="-11837"/>
              <a:ext cx="1404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Structure &amp; Flow</a:t>
              </a:r>
            </a:p>
          </p:txBody>
        </p:sp>
        <p:sp>
          <p:nvSpPr>
            <p:cNvPr id="34" name="Arrow: Chevron 33">
              <a:extLst>
                <a:ext uri="{FF2B5EF4-FFF2-40B4-BE49-F238E27FC236}">
                  <a16:creationId xmlns:a16="http://schemas.microsoft.com/office/drawing/2014/main" id="{589285BD-DF08-4B69-9BE5-F868675F177E}"/>
                </a:ext>
              </a:extLst>
            </p:cNvPr>
            <p:cNvSpPr/>
            <p:nvPr/>
          </p:nvSpPr>
          <p:spPr>
            <a:xfrm>
              <a:off x="6942439" y="-11837"/>
              <a:ext cx="280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Approach to Evidence Gap Prioritization</a:t>
              </a:r>
            </a:p>
          </p:txBody>
        </p:sp>
        <p:sp>
          <p:nvSpPr>
            <p:cNvPr id="35" name="Arrow: Chevron 34">
              <a:extLst>
                <a:ext uri="{FF2B5EF4-FFF2-40B4-BE49-F238E27FC236}">
                  <a16:creationId xmlns:a16="http://schemas.microsoft.com/office/drawing/2014/main" id="{BCF4543A-5DEA-77FF-528E-663C4C76CB39}"/>
                </a:ext>
              </a:extLst>
            </p:cNvPr>
            <p:cNvSpPr/>
            <p:nvPr/>
          </p:nvSpPr>
          <p:spPr>
            <a:xfrm>
              <a:off x="9691761" y="-11837"/>
              <a:ext cx="248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Navigation through Evidence Gaps</a:t>
              </a:r>
            </a:p>
          </p:txBody>
        </p:sp>
      </p:grpSp>
    </p:spTree>
    <p:extLst>
      <p:ext uri="{BB962C8B-B14F-4D97-AF65-F5344CB8AC3E}">
        <p14:creationId xmlns:p14="http://schemas.microsoft.com/office/powerpoint/2010/main" val="1287489124"/>
      </p:ext>
    </p:extLst>
  </p:cSld>
  <p:clrMapOvr>
    <a:masterClrMapping/>
  </p:clrMapOvr>
  <p:extLst>
    <p:ext uri="{6950BFC3-D8DA-4A85-94F7-54DA5524770B}">
      <p188:commentRel xmlns:p188="http://schemas.microsoft.com/office/powerpoint/2018/8/main" r:id="rId4"/>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6D67B-26A9-4B20-5901-FCE2D231FC7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49F75A9-1D86-B7AF-E45F-54C53AE360DF}"/>
              </a:ext>
            </a:extLst>
          </p:cNvPr>
          <p:cNvGraphicFramePr>
            <a:graphicFrameLocks noChangeAspect="1"/>
          </p:cNvGraphicFramePr>
          <p:nvPr>
            <p:custDataLst>
              <p:tags r:id="rId1"/>
            </p:custDataLst>
            <p:extLst>
              <p:ext uri="{D42A27DB-BD31-4B8C-83A1-F6EECF244321}">
                <p14:modId xmlns:p14="http://schemas.microsoft.com/office/powerpoint/2010/main" val="11306143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4" imgH="405" progId="TCLayout.ActiveDocument.1">
                  <p:embed/>
                </p:oleObj>
              </mc:Choice>
              <mc:Fallback>
                <p:oleObj name="think-cell Slide" r:id="rId5" imgW="404" imgH="405" progId="TCLayout.ActiveDocument.1">
                  <p:embed/>
                  <p:pic>
                    <p:nvPicPr>
                      <p:cNvPr id="6" name="think-cell data - do not delete" hidden="1">
                        <a:extLst>
                          <a:ext uri="{FF2B5EF4-FFF2-40B4-BE49-F238E27FC236}">
                            <a16:creationId xmlns:a16="http://schemas.microsoft.com/office/drawing/2014/main" id="{F49F75A9-1D86-B7AF-E45F-54C53AE360D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4D4E2A22-0957-1AB8-5502-81202890B682}"/>
              </a:ext>
            </a:extLst>
          </p:cNvPr>
          <p:cNvSpPr txBox="1"/>
          <p:nvPr/>
        </p:nvSpPr>
        <p:spPr>
          <a:xfrm>
            <a:off x="435321" y="4805622"/>
            <a:ext cx="10923981" cy="537267"/>
          </a:xfrm>
          <a:prstGeom prst="parallelogram">
            <a:avLst>
              <a:gd name="adj" fmla="val 0"/>
            </a:avLst>
          </a:prstGeom>
          <a:solidFill>
            <a:schemeClr val="tx2"/>
          </a:solidFill>
          <a:ln>
            <a:noFill/>
          </a:ln>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Poppins Medium"/>
                <a:ea typeface="+mn-ea"/>
                <a:cs typeface="+mn-cs"/>
              </a:rPr>
              <a:t>IEGP Chapter Flow</a:t>
            </a:r>
          </a:p>
        </p:txBody>
      </p:sp>
      <p:sp>
        <p:nvSpPr>
          <p:cNvPr id="14" name="TextBox 13">
            <a:extLst>
              <a:ext uri="{FF2B5EF4-FFF2-40B4-BE49-F238E27FC236}">
                <a16:creationId xmlns:a16="http://schemas.microsoft.com/office/drawing/2014/main" id="{9D7C4F96-CB5B-A9A7-BB85-2EAB1B7E6430}"/>
              </a:ext>
            </a:extLst>
          </p:cNvPr>
          <p:cNvSpPr txBox="1"/>
          <p:nvPr/>
        </p:nvSpPr>
        <p:spPr>
          <a:xfrm>
            <a:off x="435321" y="884663"/>
            <a:ext cx="10923981" cy="537267"/>
          </a:xfrm>
          <a:prstGeom prst="parallelogram">
            <a:avLst>
              <a:gd name="adj" fmla="val 0"/>
            </a:avLst>
          </a:prstGeom>
          <a:solidFill>
            <a:schemeClr val="tx2"/>
          </a:solidFill>
          <a:ln>
            <a:noFill/>
          </a:ln>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Poppins Medium"/>
                <a:ea typeface="+mn-ea"/>
                <a:cs typeface="+mn-cs"/>
              </a:rPr>
              <a:t>IEGP Structure</a:t>
            </a:r>
          </a:p>
        </p:txBody>
      </p:sp>
      <p:sp>
        <p:nvSpPr>
          <p:cNvPr id="15" name="Rectangle: Rounded Corners 14">
            <a:extLst>
              <a:ext uri="{FF2B5EF4-FFF2-40B4-BE49-F238E27FC236}">
                <a16:creationId xmlns:a16="http://schemas.microsoft.com/office/drawing/2014/main" id="{71F6C02F-46E1-39BB-2CDD-35CDC25CA03D}"/>
              </a:ext>
            </a:extLst>
          </p:cNvPr>
          <p:cNvSpPr/>
          <p:nvPr/>
        </p:nvSpPr>
        <p:spPr>
          <a:xfrm>
            <a:off x="435321" y="1416535"/>
            <a:ext cx="10923981" cy="789744"/>
          </a:xfrm>
          <a:prstGeom prst="roundRect">
            <a:avLst>
              <a:gd name="adj" fmla="val 0"/>
            </a:avLst>
          </a:prstGeom>
          <a:solidFill>
            <a:schemeClr val="bg1"/>
          </a:solidFill>
          <a:ln>
            <a:solidFill>
              <a:srgbClr val="283349"/>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300"/>
              </a:spcAft>
              <a:buClrTx/>
              <a:buSzTx/>
              <a:buFontTx/>
              <a:buNone/>
              <a:tabLst/>
              <a:defRPr/>
            </a:pPr>
            <a:r>
              <a:rPr kumimoji="0" lang="en-US" sz="1600" b="0" i="0" u="none" strike="noStrike" kern="1200" cap="none" spc="0" normalizeH="0" baseline="0" noProof="0">
                <a:ln>
                  <a:noFill/>
                </a:ln>
                <a:solidFill>
                  <a:sysClr val="windowText" lastClr="000000"/>
                </a:solidFill>
                <a:effectLst/>
                <a:uLnTx/>
                <a:uFillTx/>
                <a:latin typeface="Poppins Medium"/>
                <a:ea typeface="+mn-ea"/>
                <a:cs typeface="+mn-cs"/>
              </a:rPr>
              <a:t>The Integrated Evidence Generation Plan (IEGP) for Tislelizumab is divided into the following chapters:</a:t>
            </a:r>
          </a:p>
        </p:txBody>
      </p:sp>
      <p:sp>
        <p:nvSpPr>
          <p:cNvPr id="13" name="Title 3">
            <a:extLst>
              <a:ext uri="{FF2B5EF4-FFF2-40B4-BE49-F238E27FC236}">
                <a16:creationId xmlns:a16="http://schemas.microsoft.com/office/drawing/2014/main" id="{FC58A777-7CBA-B7ED-7B13-0F91F0C6B1C6}"/>
              </a:ext>
            </a:extLst>
          </p:cNvPr>
          <p:cNvSpPr>
            <a:spLocks noGrp="1"/>
          </p:cNvSpPr>
          <p:nvPr>
            <p:ph type="title"/>
          </p:nvPr>
        </p:nvSpPr>
        <p:spPr>
          <a:xfrm>
            <a:off x="358337" y="271427"/>
            <a:ext cx="11470125" cy="369332"/>
          </a:xfrm>
        </p:spPr>
        <p:txBody>
          <a:bodyPr vert="horz"/>
          <a:lstStyle/>
          <a:p>
            <a:r>
              <a:rPr lang="en-US" sz="2400"/>
              <a:t>Tislelizumab IEGP Structure and Flow</a:t>
            </a:r>
          </a:p>
        </p:txBody>
      </p:sp>
      <p:sp>
        <p:nvSpPr>
          <p:cNvPr id="3" name="Arrow: Chevron 2">
            <a:extLst>
              <a:ext uri="{FF2B5EF4-FFF2-40B4-BE49-F238E27FC236}">
                <a16:creationId xmlns:a16="http://schemas.microsoft.com/office/drawing/2014/main" id="{ECD56174-674D-1C8D-4198-6860CC517FCF}"/>
              </a:ext>
            </a:extLst>
          </p:cNvPr>
          <p:cNvSpPr/>
          <p:nvPr/>
        </p:nvSpPr>
        <p:spPr>
          <a:xfrm>
            <a:off x="4155731" y="5445997"/>
            <a:ext cx="3641727" cy="721818"/>
          </a:xfrm>
          <a:prstGeom prst="chevron">
            <a:avLst>
              <a:gd name="adj" fmla="val 20899"/>
            </a:avLst>
          </a:prstGeom>
          <a:solidFill>
            <a:schemeClr val="tx2">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12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Medium"/>
                <a:ea typeface="+mn-ea"/>
                <a:cs typeface="+mn-cs"/>
              </a:rPr>
              <a:t>Tactic Ideation</a:t>
            </a:r>
          </a:p>
        </p:txBody>
      </p:sp>
      <p:sp>
        <p:nvSpPr>
          <p:cNvPr id="8" name="Arrow: Pentagon 7">
            <a:extLst>
              <a:ext uri="{FF2B5EF4-FFF2-40B4-BE49-F238E27FC236}">
                <a16:creationId xmlns:a16="http://schemas.microsoft.com/office/drawing/2014/main" id="{B79CF64C-427F-6DF5-3B73-6D94FD4C8FB2}"/>
              </a:ext>
            </a:extLst>
          </p:cNvPr>
          <p:cNvSpPr/>
          <p:nvPr/>
        </p:nvSpPr>
        <p:spPr>
          <a:xfrm>
            <a:off x="462411" y="5445997"/>
            <a:ext cx="3641727" cy="721818"/>
          </a:xfrm>
          <a:prstGeom prst="homePlate">
            <a:avLst>
              <a:gd name="adj" fmla="val 25916"/>
            </a:avLst>
          </a:prstGeom>
          <a:solidFill>
            <a:schemeClr val="accent1">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12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Medium"/>
                <a:ea typeface="+mn-ea"/>
                <a:cs typeface="+mn-cs"/>
              </a:rPr>
              <a:t>Gap Prioritization</a:t>
            </a:r>
          </a:p>
        </p:txBody>
      </p:sp>
      <p:sp>
        <p:nvSpPr>
          <p:cNvPr id="16" name="Arrow: Chevron 15">
            <a:extLst>
              <a:ext uri="{FF2B5EF4-FFF2-40B4-BE49-F238E27FC236}">
                <a16:creationId xmlns:a16="http://schemas.microsoft.com/office/drawing/2014/main" id="{42EDB145-8232-013A-CC8F-24E724B22DBC}"/>
              </a:ext>
            </a:extLst>
          </p:cNvPr>
          <p:cNvSpPr/>
          <p:nvPr/>
        </p:nvSpPr>
        <p:spPr>
          <a:xfrm>
            <a:off x="7849051" y="5448859"/>
            <a:ext cx="3641727" cy="716095"/>
          </a:xfrm>
          <a:prstGeom prst="chevron">
            <a:avLst>
              <a:gd name="adj" fmla="val 19716"/>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1200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Poppins Medium"/>
                <a:ea typeface="+mn-ea"/>
                <a:cs typeface="+mn-cs"/>
              </a:rPr>
              <a:t>Implementation Roadmap</a:t>
            </a:r>
          </a:p>
        </p:txBody>
      </p:sp>
      <p:sp>
        <p:nvSpPr>
          <p:cNvPr id="24" name="Rectangle: Rounded Corners 23">
            <a:extLst>
              <a:ext uri="{FF2B5EF4-FFF2-40B4-BE49-F238E27FC236}">
                <a16:creationId xmlns:a16="http://schemas.microsoft.com/office/drawing/2014/main" id="{81C1BBF6-B23D-5F0C-8CC0-FFD2F06535D6}"/>
              </a:ext>
            </a:extLst>
          </p:cNvPr>
          <p:cNvSpPr/>
          <p:nvPr/>
        </p:nvSpPr>
        <p:spPr>
          <a:xfrm>
            <a:off x="457732" y="2853111"/>
            <a:ext cx="10901570" cy="1861374"/>
          </a:xfrm>
          <a:prstGeom prst="roundRect">
            <a:avLst>
              <a:gd name="adj" fmla="val 0"/>
            </a:avLst>
          </a:prstGeom>
          <a:solidFill>
            <a:schemeClr val="bg1"/>
          </a:solidFill>
          <a:ln>
            <a:solidFill>
              <a:srgbClr val="283349"/>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457200" rtl="0" eaLnBrk="1" fontAlgn="auto" latinLnBrk="0" hangingPunct="1">
              <a:lnSpc>
                <a:spcPct val="100000"/>
              </a:lnSpc>
              <a:spcBef>
                <a:spcPts val="0"/>
              </a:spcBef>
              <a:spcAft>
                <a:spcPts val="300"/>
              </a:spcAft>
              <a:buClrTx/>
              <a:buSzTx/>
              <a:buFontTx/>
              <a:buNone/>
              <a:tabLst/>
              <a:defRPr/>
            </a:pPr>
            <a:endParaRPr kumimoji="0" lang="en-US" sz="1600" b="0" i="0" u="none" strike="noStrike" kern="1200" cap="none" spc="0" normalizeH="0" baseline="0" noProof="0">
              <a:ln>
                <a:noFill/>
              </a:ln>
              <a:solidFill>
                <a:sysClr val="windowText" lastClr="000000"/>
              </a:solidFill>
              <a:effectLst/>
              <a:uLnTx/>
              <a:uFillTx/>
              <a:latin typeface="Poppins Medium"/>
              <a:ea typeface="+mn-ea"/>
              <a:cs typeface="+mn-cs"/>
            </a:endParaRPr>
          </a:p>
        </p:txBody>
      </p:sp>
      <p:sp>
        <p:nvSpPr>
          <p:cNvPr id="7" name="TextBox 6">
            <a:extLst>
              <a:ext uri="{FF2B5EF4-FFF2-40B4-BE49-F238E27FC236}">
                <a16:creationId xmlns:a16="http://schemas.microsoft.com/office/drawing/2014/main" id="{94EA56FB-BEFA-340F-5970-0B931DC253F8}"/>
              </a:ext>
            </a:extLst>
          </p:cNvPr>
          <p:cNvSpPr txBox="1"/>
          <p:nvPr/>
        </p:nvSpPr>
        <p:spPr>
          <a:xfrm>
            <a:off x="435321" y="2342240"/>
            <a:ext cx="10923981" cy="537267"/>
          </a:xfrm>
          <a:prstGeom prst="parallelogram">
            <a:avLst>
              <a:gd name="adj" fmla="val 0"/>
            </a:avLst>
          </a:prstGeom>
          <a:solidFill>
            <a:schemeClr val="tx2"/>
          </a:solidFill>
          <a:ln>
            <a:noFill/>
          </a:ln>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Poppins Medium"/>
                <a:ea typeface="+mn-ea"/>
                <a:cs typeface="+mn-cs"/>
              </a:rPr>
              <a:t>IEGP Chapters</a:t>
            </a:r>
          </a:p>
        </p:txBody>
      </p:sp>
      <p:sp>
        <p:nvSpPr>
          <p:cNvPr id="11" name="Oval 10">
            <a:extLst>
              <a:ext uri="{FF2B5EF4-FFF2-40B4-BE49-F238E27FC236}">
                <a16:creationId xmlns:a16="http://schemas.microsoft.com/office/drawing/2014/main" id="{E6B3D0DE-5EB5-BCB0-CDE4-89A6E9C5928B}"/>
              </a:ext>
            </a:extLst>
          </p:cNvPr>
          <p:cNvSpPr>
            <a:spLocks noChangeAspect="1"/>
          </p:cNvSpPr>
          <p:nvPr/>
        </p:nvSpPr>
        <p:spPr>
          <a:xfrm>
            <a:off x="993602" y="5642275"/>
            <a:ext cx="329262" cy="329262"/>
          </a:xfrm>
          <a:prstGeom prst="ellipse">
            <a:avLst/>
          </a:prstGeom>
          <a:solidFill>
            <a:schemeClr val="lt1"/>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a:solidFill>
                  <a:srgbClr val="D62B1E">
                    <a:lumMod val="75000"/>
                  </a:srgbClr>
                </a:solidFill>
                <a:latin typeface="Poppins"/>
                <a:cs typeface="Poppins"/>
              </a:rPr>
              <a:t>1</a:t>
            </a:r>
            <a:endParaRPr lang="en-US" sz="1600" b="1" i="0" u="none" strike="noStrike" kern="1200" cap="none" spc="0" normalizeH="0" baseline="0" noProof="0">
              <a:ln>
                <a:noFill/>
              </a:ln>
              <a:solidFill>
                <a:srgbClr val="D62B1E">
                  <a:lumMod val="75000"/>
                </a:srgbClr>
              </a:solidFill>
              <a:effectLst/>
              <a:uLnTx/>
              <a:uFillTx/>
              <a:latin typeface="Poppins"/>
              <a:cs typeface="Poppins"/>
            </a:endParaRPr>
          </a:p>
        </p:txBody>
      </p:sp>
      <p:sp>
        <p:nvSpPr>
          <p:cNvPr id="12" name="Oval 11">
            <a:extLst>
              <a:ext uri="{FF2B5EF4-FFF2-40B4-BE49-F238E27FC236}">
                <a16:creationId xmlns:a16="http://schemas.microsoft.com/office/drawing/2014/main" id="{F1152687-CABD-1EAA-8310-DDADEFC81F8A}"/>
              </a:ext>
            </a:extLst>
          </p:cNvPr>
          <p:cNvSpPr>
            <a:spLocks noChangeAspect="1"/>
          </p:cNvSpPr>
          <p:nvPr/>
        </p:nvSpPr>
        <p:spPr>
          <a:xfrm>
            <a:off x="4635329" y="5640476"/>
            <a:ext cx="332861" cy="332861"/>
          </a:xfrm>
          <a:prstGeom prst="ellipse">
            <a:avLst/>
          </a:prstGeom>
          <a:solidFill>
            <a:schemeClr val="lt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F2445">
                    <a:lumMod val="75000"/>
                  </a:srgbClr>
                </a:solidFill>
                <a:effectLst/>
                <a:uLnTx/>
                <a:uFillTx/>
                <a:latin typeface="Poppins"/>
                <a:ea typeface="+mn-ea"/>
                <a:cs typeface="+mn-cs"/>
              </a:rPr>
              <a:t>2</a:t>
            </a:r>
          </a:p>
        </p:txBody>
      </p:sp>
      <p:sp>
        <p:nvSpPr>
          <p:cNvPr id="17" name="Oval 16">
            <a:extLst>
              <a:ext uri="{FF2B5EF4-FFF2-40B4-BE49-F238E27FC236}">
                <a16:creationId xmlns:a16="http://schemas.microsoft.com/office/drawing/2014/main" id="{71B91B09-67BC-3EDD-8958-EDFCAA95B628}"/>
              </a:ext>
            </a:extLst>
          </p:cNvPr>
          <p:cNvSpPr>
            <a:spLocks noChangeAspect="1"/>
          </p:cNvSpPr>
          <p:nvPr/>
        </p:nvSpPr>
        <p:spPr>
          <a:xfrm>
            <a:off x="8482870" y="5640476"/>
            <a:ext cx="332861" cy="332861"/>
          </a:xfrm>
          <a:prstGeom prst="ellipse">
            <a:avLst/>
          </a:pr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EB7500"/>
                </a:solidFill>
                <a:effectLst/>
                <a:uLnTx/>
                <a:uFillTx/>
                <a:latin typeface="Poppins"/>
                <a:ea typeface="+mn-ea"/>
                <a:cs typeface="+mn-cs"/>
              </a:rPr>
              <a:t>3</a:t>
            </a:r>
          </a:p>
        </p:txBody>
      </p:sp>
      <p:sp>
        <p:nvSpPr>
          <p:cNvPr id="18" name="Footer Placeholder 3">
            <a:extLst>
              <a:ext uri="{FF2B5EF4-FFF2-40B4-BE49-F238E27FC236}">
                <a16:creationId xmlns:a16="http://schemas.microsoft.com/office/drawing/2014/main" id="{D9FB83B1-8B35-0B3C-7A2B-566B4642D68F}"/>
              </a:ext>
            </a:extLst>
          </p:cNvPr>
          <p:cNvSpPr txBox="1">
            <a:spLocks/>
          </p:cNvSpPr>
          <p:nvPr/>
        </p:nvSpPr>
        <p:spPr>
          <a:xfrm>
            <a:off x="358337" y="6378357"/>
            <a:ext cx="8496296"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ESCC: Esophageal Squamous Cell Carcinoma; GC: Gastric Cancer; GEJ: Gastroesophageal Junction; GI: Gastrointestinal; IEGP: Integrated Evidence Generation Plan; NSCLC: Non-Small Cell Lung Cancer; SCLC: Small Cell Lung Cancer</a:t>
            </a:r>
          </a:p>
        </p:txBody>
      </p:sp>
      <p:sp>
        <p:nvSpPr>
          <p:cNvPr id="19" name="Rectangle 18">
            <a:extLst>
              <a:ext uri="{FF2B5EF4-FFF2-40B4-BE49-F238E27FC236}">
                <a16:creationId xmlns:a16="http://schemas.microsoft.com/office/drawing/2014/main" id="{253B1C2F-37E4-5211-09D3-6A1EE6EE79B0}"/>
              </a:ext>
            </a:extLst>
          </p:cNvPr>
          <p:cNvSpPr/>
          <p:nvPr/>
        </p:nvSpPr>
        <p:spPr>
          <a:xfrm>
            <a:off x="4397695" y="4210298"/>
            <a:ext cx="2999232" cy="45926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mn-ea"/>
                <a:cs typeface="+mn-cs"/>
              </a:rPr>
              <a:t>4. </a:t>
            </a:r>
            <a:r>
              <a:rPr kumimoji="0" lang="en-US" sz="1200" b="1" i="0" u="none" strike="noStrike" kern="1200" cap="none" spc="0" normalizeH="0" baseline="0" noProof="0">
                <a:ln>
                  <a:noFill/>
                </a:ln>
                <a:solidFill>
                  <a:schemeClr val="bg1"/>
                </a:solidFill>
                <a:effectLst/>
                <a:uLnTx/>
                <a:uFillTx/>
                <a:latin typeface="Poppins"/>
                <a:ea typeface="+mn-ea"/>
                <a:cs typeface="+mn-cs"/>
                <a:hlinkClick r:id="rId7" action="ppaction://hlinksldjump">
                  <a:extLst>
                    <a:ext uri="{A12FA001-AC4F-418D-AE19-62706E023703}">
                      <ahyp:hlinkClr xmlns:ahyp="http://schemas.microsoft.com/office/drawing/2018/hyperlinkcolor" val="tx"/>
                    </a:ext>
                  </a:extLst>
                </a:hlinkClick>
              </a:rPr>
              <a:t>Advanced/Metastatic GC/GEJ</a:t>
            </a:r>
            <a:endParaRPr kumimoji="0" lang="en-US" sz="1200" b="1" i="0" u="none" strike="noStrike" kern="1200" cap="none" spc="0" normalizeH="0" baseline="0" noProof="0">
              <a:ln>
                <a:noFill/>
              </a:ln>
              <a:solidFill>
                <a:schemeClr val="bg1"/>
              </a:solidFill>
              <a:effectLst/>
              <a:uLnTx/>
              <a:uFillTx/>
              <a:latin typeface="Poppins"/>
              <a:ea typeface="+mn-ea"/>
              <a:cs typeface="+mn-cs"/>
            </a:endParaRPr>
          </a:p>
        </p:txBody>
      </p:sp>
      <p:sp>
        <p:nvSpPr>
          <p:cNvPr id="20" name="Rectangle 19">
            <a:extLst>
              <a:ext uri="{FF2B5EF4-FFF2-40B4-BE49-F238E27FC236}">
                <a16:creationId xmlns:a16="http://schemas.microsoft.com/office/drawing/2014/main" id="{04A3EB3F-ACF3-6268-4666-E5FE6EA675FC}"/>
              </a:ext>
            </a:extLst>
          </p:cNvPr>
          <p:cNvSpPr/>
          <p:nvPr/>
        </p:nvSpPr>
        <p:spPr>
          <a:xfrm>
            <a:off x="7949960" y="2961597"/>
            <a:ext cx="2999232" cy="36468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mn-ea"/>
                <a:cs typeface="+mn-cs"/>
              </a:rPr>
              <a:t>5.  </a:t>
            </a:r>
            <a:r>
              <a:rPr kumimoji="0" lang="en-US" sz="1200" b="1" i="0" u="none" strike="noStrike" kern="1200" cap="none" spc="0" normalizeH="0" baseline="0" noProof="0">
                <a:ln>
                  <a:noFill/>
                </a:ln>
                <a:solidFill>
                  <a:schemeClr val="bg1"/>
                </a:solidFill>
                <a:effectLst/>
                <a:uLnTx/>
                <a:uFillTx/>
                <a:latin typeface="Poppins"/>
                <a:ea typeface="+mn-ea"/>
                <a:cs typeface="+mn-cs"/>
                <a:hlinkClick r:id="rId8" action="ppaction://hlinksldjump">
                  <a:extLst>
                    <a:ext uri="{A12FA001-AC4F-418D-AE19-62706E023703}">
                      <ahyp:hlinkClr xmlns:ahyp="http://schemas.microsoft.com/office/drawing/2018/hyperlinkcolor" val="tx"/>
                    </a:ext>
                  </a:extLst>
                </a:hlinkClick>
              </a:rPr>
              <a:t>Across Lung</a:t>
            </a:r>
            <a:endParaRPr kumimoji="0" lang="en-US" sz="1200" b="1" i="0" u="none" strike="noStrike" kern="1200" cap="none" spc="0" normalizeH="0" baseline="0" noProof="0">
              <a:ln>
                <a:noFill/>
              </a:ln>
              <a:solidFill>
                <a:schemeClr val="bg1"/>
              </a:solidFill>
              <a:effectLst/>
              <a:uLnTx/>
              <a:uFillTx/>
              <a:latin typeface="Poppins"/>
              <a:ea typeface="+mn-ea"/>
              <a:cs typeface="+mn-cs"/>
            </a:endParaRPr>
          </a:p>
        </p:txBody>
      </p:sp>
      <p:sp>
        <p:nvSpPr>
          <p:cNvPr id="21" name="Rectangle 20">
            <a:extLst>
              <a:ext uri="{FF2B5EF4-FFF2-40B4-BE49-F238E27FC236}">
                <a16:creationId xmlns:a16="http://schemas.microsoft.com/office/drawing/2014/main" id="{9DF027BB-252A-6000-1BF3-C14908542D81}"/>
              </a:ext>
            </a:extLst>
          </p:cNvPr>
          <p:cNvSpPr/>
          <p:nvPr/>
        </p:nvSpPr>
        <p:spPr>
          <a:xfrm>
            <a:off x="7962506" y="4304196"/>
            <a:ext cx="2999232" cy="36468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a:solidFill>
                  <a:srgbClr val="FFFFFF"/>
                </a:solidFill>
                <a:latin typeface="Poppins"/>
              </a:rPr>
              <a:t>8</a:t>
            </a:r>
            <a:r>
              <a:rPr kumimoji="0" lang="en-US" sz="1200" b="1" i="0" u="none" strike="noStrike" kern="1200" cap="none" spc="0" normalizeH="0" baseline="0" noProof="0">
                <a:ln>
                  <a:noFill/>
                </a:ln>
                <a:solidFill>
                  <a:srgbClr val="FFFFFF"/>
                </a:solidFill>
                <a:effectLst/>
                <a:uLnTx/>
                <a:uFillTx/>
                <a:latin typeface="Poppins"/>
                <a:ea typeface="+mn-ea"/>
                <a:cs typeface="+mn-cs"/>
              </a:rPr>
              <a:t>. </a:t>
            </a:r>
            <a:r>
              <a:rPr kumimoji="0" lang="en-US" sz="1200" b="1" i="0" u="none" strike="noStrike" kern="1200" cap="none" spc="0" normalizeH="0" baseline="0" noProof="0">
                <a:ln>
                  <a:noFill/>
                </a:ln>
                <a:solidFill>
                  <a:schemeClr val="bg1"/>
                </a:solidFill>
                <a:effectLst/>
                <a:uLnTx/>
                <a:uFillTx/>
                <a:latin typeface="Poppins"/>
                <a:ea typeface="+mn-ea"/>
                <a:cs typeface="+mn-cs"/>
                <a:hlinkClick r:id="rId9" action="ppaction://hlinksldjump">
                  <a:extLst>
                    <a:ext uri="{A12FA001-AC4F-418D-AE19-62706E023703}">
                      <ahyp:hlinkClr xmlns:ahyp="http://schemas.microsoft.com/office/drawing/2018/hyperlinkcolor" val="tx"/>
                    </a:ext>
                  </a:extLst>
                </a:hlinkClick>
              </a:rPr>
              <a:t>Extensive-Stage SCLC</a:t>
            </a:r>
            <a:endParaRPr kumimoji="0" lang="en-US" sz="1200" b="1" i="0" u="none" strike="noStrike" kern="1200" cap="none" spc="0" normalizeH="0" baseline="0" noProof="0">
              <a:ln>
                <a:noFill/>
              </a:ln>
              <a:solidFill>
                <a:schemeClr val="bg1"/>
              </a:solidFill>
              <a:effectLst/>
              <a:uLnTx/>
              <a:uFillTx/>
              <a:latin typeface="Poppins"/>
              <a:ea typeface="+mn-ea"/>
              <a:cs typeface="+mn-cs"/>
            </a:endParaRPr>
          </a:p>
        </p:txBody>
      </p:sp>
      <p:sp>
        <p:nvSpPr>
          <p:cNvPr id="22" name="Rectangle 21">
            <a:extLst>
              <a:ext uri="{FF2B5EF4-FFF2-40B4-BE49-F238E27FC236}">
                <a16:creationId xmlns:a16="http://schemas.microsoft.com/office/drawing/2014/main" id="{A5EE9D59-E6D0-6C46-4D2D-A8F71183FF6D}"/>
              </a:ext>
            </a:extLst>
          </p:cNvPr>
          <p:cNvSpPr/>
          <p:nvPr/>
        </p:nvSpPr>
        <p:spPr>
          <a:xfrm>
            <a:off x="776669" y="3591188"/>
            <a:ext cx="2999418" cy="45926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mn-ea"/>
                <a:cs typeface="+mn-cs"/>
              </a:rPr>
              <a:t>1. </a:t>
            </a:r>
            <a:r>
              <a:rPr kumimoji="0" lang="en-US" sz="1200" b="1" i="0" u="none" strike="noStrike" kern="1200" cap="none" spc="0" normalizeH="0" baseline="0" noProof="0">
                <a:ln>
                  <a:noFill/>
                </a:ln>
                <a:solidFill>
                  <a:schemeClr val="bg1"/>
                </a:solidFill>
                <a:effectLst/>
                <a:uLnTx/>
                <a:uFillTx/>
                <a:latin typeface="Poppins"/>
                <a:ea typeface="+mn-ea"/>
                <a:cs typeface="+mn-cs"/>
                <a:hlinkClick r:id="rId10" action="ppaction://hlinksldjump">
                  <a:extLst>
                    <a:ext uri="{A12FA001-AC4F-418D-AE19-62706E023703}">
                      <ahyp:hlinkClr xmlns:ahyp="http://schemas.microsoft.com/office/drawing/2018/hyperlinkcolor" val="tx"/>
                    </a:ext>
                  </a:extLst>
                </a:hlinkClick>
              </a:rPr>
              <a:t>Transversal</a:t>
            </a:r>
            <a:endParaRPr kumimoji="0" lang="en-US" sz="1200" b="1" i="0" u="none" strike="noStrike" kern="1200" cap="none" spc="0" normalizeH="0" baseline="0" noProof="0">
              <a:ln>
                <a:noFill/>
              </a:ln>
              <a:solidFill>
                <a:schemeClr val="bg1"/>
              </a:solidFill>
              <a:effectLst/>
              <a:uLnTx/>
              <a:uFillTx/>
              <a:latin typeface="Poppins"/>
              <a:ea typeface="+mn-ea"/>
              <a:cs typeface="+mn-cs"/>
            </a:endParaRPr>
          </a:p>
        </p:txBody>
      </p:sp>
      <p:sp>
        <p:nvSpPr>
          <p:cNvPr id="23" name="Rectangle 22">
            <a:extLst>
              <a:ext uri="{FF2B5EF4-FFF2-40B4-BE49-F238E27FC236}">
                <a16:creationId xmlns:a16="http://schemas.microsoft.com/office/drawing/2014/main" id="{7EDFE56F-F5FF-5AA4-624C-A892F1C2762D}"/>
              </a:ext>
            </a:extLst>
          </p:cNvPr>
          <p:cNvSpPr/>
          <p:nvPr/>
        </p:nvSpPr>
        <p:spPr>
          <a:xfrm>
            <a:off x="4396169" y="3591188"/>
            <a:ext cx="2999418" cy="46074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Poppins"/>
                <a:ea typeface="+mn-ea"/>
                <a:cs typeface="+mn-cs"/>
              </a:rPr>
              <a:t>3</a:t>
            </a:r>
            <a:r>
              <a:rPr lang="en-US" sz="1200" b="1">
                <a:solidFill>
                  <a:srgbClr val="FFFFFF"/>
                </a:solidFill>
                <a:latin typeface="Poppins"/>
              </a:rPr>
              <a:t>. </a:t>
            </a:r>
            <a:r>
              <a:rPr lang="en-US" sz="1200" b="1">
                <a:solidFill>
                  <a:schemeClr val="bg1"/>
                </a:solidFill>
                <a:latin typeface="Poppins"/>
                <a:hlinkClick r:id="rId11" action="ppaction://hlinksldjump">
                  <a:extLst>
                    <a:ext uri="{A12FA001-AC4F-418D-AE19-62706E023703}">
                      <ahyp:hlinkClr xmlns:ahyp="http://schemas.microsoft.com/office/drawing/2018/hyperlinkcolor" val="tx"/>
                    </a:ext>
                  </a:extLst>
                </a:hlinkClick>
              </a:rPr>
              <a:t>Advanced/Metastatic ESCC</a:t>
            </a:r>
            <a:endParaRPr lang="en-US" sz="1200" b="1">
              <a:solidFill>
                <a:schemeClr val="bg1"/>
              </a:solidFill>
              <a:latin typeface="Poppins"/>
            </a:endParaRPr>
          </a:p>
        </p:txBody>
      </p:sp>
      <p:sp>
        <p:nvSpPr>
          <p:cNvPr id="25" name="Rectangle 24">
            <a:hlinkClick r:id="rId12" action="ppaction://hlinksldjump"/>
            <a:extLst>
              <a:ext uri="{FF2B5EF4-FFF2-40B4-BE49-F238E27FC236}">
                <a16:creationId xmlns:a16="http://schemas.microsoft.com/office/drawing/2014/main" id="{7F36C977-32FD-DCBB-39EE-4FF1CE8959AB}"/>
              </a:ext>
            </a:extLst>
          </p:cNvPr>
          <p:cNvSpPr/>
          <p:nvPr/>
        </p:nvSpPr>
        <p:spPr>
          <a:xfrm>
            <a:off x="4407375" y="2972078"/>
            <a:ext cx="2999418" cy="458741"/>
          </a:xfrm>
          <a:prstGeom prst="rect">
            <a:avLst/>
          </a:prstGeom>
          <a:solidFill>
            <a:srgbClr val="28334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defRPr/>
            </a:pPr>
            <a:r>
              <a:rPr lang="en-US" sz="1200" b="1">
                <a:solidFill>
                  <a:srgbClr val="FFFFFF"/>
                </a:solidFill>
                <a:latin typeface="Poppins"/>
              </a:rPr>
              <a:t>2. </a:t>
            </a:r>
            <a:r>
              <a:rPr lang="en-US" sz="1200" b="1">
                <a:solidFill>
                  <a:schemeClr val="bg1"/>
                </a:solidFill>
                <a:latin typeface="Poppins"/>
                <a:hlinkClick r:id="rId12" action="ppaction://hlinksldjump">
                  <a:extLst>
                    <a:ext uri="{A12FA001-AC4F-418D-AE19-62706E023703}">
                      <ahyp:hlinkClr xmlns:ahyp="http://schemas.microsoft.com/office/drawing/2018/hyperlinkcolor" val="tx"/>
                    </a:ext>
                  </a:extLst>
                </a:hlinkClick>
              </a:rPr>
              <a:t>Across Upper GI</a:t>
            </a:r>
            <a:endParaRPr lang="en-US" sz="1200" b="1">
              <a:solidFill>
                <a:schemeClr val="bg1"/>
              </a:solidFill>
              <a:latin typeface="Poppins"/>
            </a:endParaRPr>
          </a:p>
        </p:txBody>
      </p:sp>
      <p:sp>
        <p:nvSpPr>
          <p:cNvPr id="30" name="Rectangle 29">
            <a:extLst>
              <a:ext uri="{FF2B5EF4-FFF2-40B4-BE49-F238E27FC236}">
                <a16:creationId xmlns:a16="http://schemas.microsoft.com/office/drawing/2014/main" id="{FC06DEA0-C765-30D7-F2EB-F070B2F8B2FB}"/>
              </a:ext>
            </a:extLst>
          </p:cNvPr>
          <p:cNvSpPr/>
          <p:nvPr/>
        </p:nvSpPr>
        <p:spPr>
          <a:xfrm>
            <a:off x="7949960" y="3412865"/>
            <a:ext cx="2999232" cy="364685"/>
          </a:xfrm>
          <a:prstGeom prst="rect">
            <a:avLst/>
          </a:prstGeom>
          <a:solidFill>
            <a:srgbClr val="26C5BE"/>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Poppins"/>
                <a:ea typeface="+mn-ea"/>
                <a:cs typeface="+mn-cs"/>
              </a:rPr>
              <a:t>6</a:t>
            </a:r>
            <a:r>
              <a:rPr kumimoji="0" lang="en-US" sz="1200" b="1" i="0" u="none" strike="noStrike" kern="1200" cap="none" spc="0" normalizeH="0" baseline="0" noProof="0">
                <a:ln>
                  <a:noFill/>
                </a:ln>
                <a:solidFill>
                  <a:srgbClr val="FFFFFF"/>
                </a:solidFill>
                <a:effectLst/>
                <a:uLnTx/>
                <a:uFillTx/>
                <a:latin typeface="Poppins"/>
                <a:ea typeface="+mn-ea"/>
                <a:cs typeface="+mn-cs"/>
              </a:rPr>
              <a:t>.  </a:t>
            </a:r>
            <a:r>
              <a:rPr kumimoji="0" lang="en-US" sz="1200" b="1" i="0" u="none" strike="noStrike" kern="1200" cap="none" spc="0" normalizeH="0" baseline="0" noProof="0">
                <a:ln>
                  <a:noFill/>
                </a:ln>
                <a:solidFill>
                  <a:schemeClr val="bg1"/>
                </a:solidFill>
                <a:effectLst/>
                <a:uLnTx/>
                <a:uFillTx/>
                <a:latin typeface="Poppins"/>
                <a:ea typeface="+mn-ea"/>
                <a:cs typeface="+mn-cs"/>
                <a:hlinkClick r:id="rId13" action="ppaction://hlinksldjump">
                  <a:extLst>
                    <a:ext uri="{A12FA001-AC4F-418D-AE19-62706E023703}">
                      <ahyp:hlinkClr xmlns:ahyp="http://schemas.microsoft.com/office/drawing/2018/hyperlinkcolor" val="tx"/>
                    </a:ext>
                  </a:extLst>
                </a:hlinkClick>
              </a:rPr>
              <a:t>Perioperative NSCLC</a:t>
            </a:r>
            <a:endParaRPr kumimoji="0" lang="en-US" sz="1200" b="1" i="0" u="none" strike="noStrike" kern="1200" cap="none" spc="0" normalizeH="0" baseline="0" noProof="0">
              <a:ln>
                <a:noFill/>
              </a:ln>
              <a:solidFill>
                <a:schemeClr val="bg1"/>
              </a:solidFill>
              <a:effectLst/>
              <a:uLnTx/>
              <a:uFillTx/>
              <a:latin typeface="Poppins"/>
              <a:ea typeface="+mn-ea"/>
              <a:cs typeface="+mn-cs"/>
            </a:endParaRPr>
          </a:p>
        </p:txBody>
      </p:sp>
      <p:sp>
        <p:nvSpPr>
          <p:cNvPr id="32" name="Rectangle 31">
            <a:extLst>
              <a:ext uri="{FF2B5EF4-FFF2-40B4-BE49-F238E27FC236}">
                <a16:creationId xmlns:a16="http://schemas.microsoft.com/office/drawing/2014/main" id="{8DBA2C7B-EF6F-556E-7462-2A3467E8DEE3}"/>
              </a:ext>
            </a:extLst>
          </p:cNvPr>
          <p:cNvSpPr/>
          <p:nvPr/>
        </p:nvSpPr>
        <p:spPr>
          <a:xfrm>
            <a:off x="7962506" y="3864133"/>
            <a:ext cx="2999232" cy="3646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Poppins"/>
              </a:rPr>
              <a:t>7</a:t>
            </a:r>
            <a:r>
              <a:rPr kumimoji="0" lang="en-US" sz="1200" b="1" i="0" u="none" strike="noStrike" kern="1200" cap="none" spc="0" normalizeH="0" baseline="0" noProof="0">
                <a:ln>
                  <a:noFill/>
                </a:ln>
                <a:solidFill>
                  <a:srgbClr val="FFFFFF"/>
                </a:solidFill>
                <a:effectLst/>
                <a:uLnTx/>
                <a:uFillTx/>
                <a:latin typeface="Poppins"/>
                <a:ea typeface="+mn-ea"/>
                <a:cs typeface="+mn-cs"/>
              </a:rPr>
              <a:t>. </a:t>
            </a:r>
            <a:r>
              <a:rPr kumimoji="0" lang="en-US" sz="1200" b="1" i="0" u="none" strike="noStrike" kern="1200" cap="none" spc="0" normalizeH="0" baseline="0" noProof="0">
                <a:ln>
                  <a:noFill/>
                </a:ln>
                <a:solidFill>
                  <a:schemeClr val="bg1"/>
                </a:solidFill>
                <a:effectLst/>
                <a:uLnTx/>
                <a:uFillTx/>
                <a:latin typeface="Poppins"/>
                <a:ea typeface="+mn-ea"/>
                <a:cs typeface="+mn-cs"/>
                <a:hlinkClick r:id="rId14" action="ppaction://hlinksldjump">
                  <a:extLst>
                    <a:ext uri="{A12FA001-AC4F-418D-AE19-62706E023703}">
                      <ahyp:hlinkClr xmlns:ahyp="http://schemas.microsoft.com/office/drawing/2018/hyperlinkcolor" val="tx"/>
                    </a:ext>
                  </a:extLst>
                </a:hlinkClick>
              </a:rPr>
              <a:t>Metastatic NSCLC</a:t>
            </a:r>
            <a:endParaRPr kumimoji="0" lang="en-US" sz="1200" b="1" i="0" u="none" strike="noStrike" kern="1200" cap="none" spc="0" normalizeH="0" baseline="0" noProof="0">
              <a:ln>
                <a:noFill/>
              </a:ln>
              <a:solidFill>
                <a:schemeClr val="bg1"/>
              </a:solidFill>
              <a:effectLst/>
              <a:uLnTx/>
              <a:uFillTx/>
              <a:latin typeface="Poppins"/>
              <a:ea typeface="+mn-ea"/>
              <a:cs typeface="+mn-cs"/>
            </a:endParaRPr>
          </a:p>
        </p:txBody>
      </p:sp>
      <p:grpSp>
        <p:nvGrpSpPr>
          <p:cNvPr id="31" name="Group 30">
            <a:extLst>
              <a:ext uri="{FF2B5EF4-FFF2-40B4-BE49-F238E27FC236}">
                <a16:creationId xmlns:a16="http://schemas.microsoft.com/office/drawing/2014/main" id="{889EDB0C-0621-E5B5-2964-3B2C98C892D7}"/>
              </a:ext>
            </a:extLst>
          </p:cNvPr>
          <p:cNvGrpSpPr/>
          <p:nvPr/>
        </p:nvGrpSpPr>
        <p:grpSpPr>
          <a:xfrm>
            <a:off x="-9525" y="-11837"/>
            <a:ext cx="12185286" cy="180000"/>
            <a:chOff x="-9525" y="-11837"/>
            <a:chExt cx="12185286" cy="180000"/>
          </a:xfrm>
        </p:grpSpPr>
        <p:sp>
          <p:nvSpPr>
            <p:cNvPr id="38" name="Rectangle 37">
              <a:extLst>
                <a:ext uri="{FF2B5EF4-FFF2-40B4-BE49-F238E27FC236}">
                  <a16:creationId xmlns:a16="http://schemas.microsoft.com/office/drawing/2014/main" id="{E12706BE-9B56-A28A-4CA6-B74A7E6236A1}"/>
                </a:ext>
              </a:extLst>
            </p:cNvPr>
            <p:cNvSpPr/>
            <p:nvPr/>
          </p:nvSpPr>
          <p:spPr>
            <a:xfrm>
              <a:off x="-9525" y="-11837"/>
              <a:ext cx="1404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IEGP Introduction</a:t>
              </a:r>
            </a:p>
          </p:txBody>
        </p:sp>
        <p:sp>
          <p:nvSpPr>
            <p:cNvPr id="39" name="Arrow: Pentagon 38">
              <a:extLst>
                <a:ext uri="{FF2B5EF4-FFF2-40B4-BE49-F238E27FC236}">
                  <a16:creationId xmlns:a16="http://schemas.microsoft.com/office/drawing/2014/main" id="{795669FE-A6FC-E6FC-5E64-0BA424440BC1}"/>
                </a:ext>
              </a:extLst>
            </p:cNvPr>
            <p:cNvSpPr/>
            <p:nvPr/>
          </p:nvSpPr>
          <p:spPr>
            <a:xfrm>
              <a:off x="1394475" y="-11837"/>
              <a:ext cx="2592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Objectives, Methodology &amp; Strategy</a:t>
              </a:r>
            </a:p>
          </p:txBody>
        </p:sp>
        <p:sp>
          <p:nvSpPr>
            <p:cNvPr id="40" name="Arrow: Chevron 39">
              <a:extLst>
                <a:ext uri="{FF2B5EF4-FFF2-40B4-BE49-F238E27FC236}">
                  <a16:creationId xmlns:a16="http://schemas.microsoft.com/office/drawing/2014/main" id="{652CC1CA-88FF-C92E-2492-9499FF4BDEB1}"/>
                </a:ext>
              </a:extLst>
            </p:cNvPr>
            <p:cNvSpPr/>
            <p:nvPr/>
          </p:nvSpPr>
          <p:spPr>
            <a:xfrm>
              <a:off x="3927797" y="-11837"/>
              <a:ext cx="172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Key Launch Milestones</a:t>
              </a:r>
            </a:p>
          </p:txBody>
        </p:sp>
        <p:sp>
          <p:nvSpPr>
            <p:cNvPr id="41" name="Arrow: Chevron 40">
              <a:extLst>
                <a:ext uri="{FF2B5EF4-FFF2-40B4-BE49-F238E27FC236}">
                  <a16:creationId xmlns:a16="http://schemas.microsoft.com/office/drawing/2014/main" id="{72EB2712-C01E-AFD5-E8E8-832D5BADF934}"/>
                </a:ext>
              </a:extLst>
            </p:cNvPr>
            <p:cNvSpPr/>
            <p:nvPr/>
          </p:nvSpPr>
          <p:spPr>
            <a:xfrm>
              <a:off x="5597118" y="-11837"/>
              <a:ext cx="1404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Structure &amp; Flow</a:t>
              </a:r>
            </a:p>
          </p:txBody>
        </p:sp>
        <p:sp>
          <p:nvSpPr>
            <p:cNvPr id="42" name="Arrow: Chevron 41">
              <a:extLst>
                <a:ext uri="{FF2B5EF4-FFF2-40B4-BE49-F238E27FC236}">
                  <a16:creationId xmlns:a16="http://schemas.microsoft.com/office/drawing/2014/main" id="{B52B74F4-6DE4-C54A-1FF3-81C37BBCF8C2}"/>
                </a:ext>
              </a:extLst>
            </p:cNvPr>
            <p:cNvSpPr/>
            <p:nvPr/>
          </p:nvSpPr>
          <p:spPr>
            <a:xfrm>
              <a:off x="6942439" y="-11837"/>
              <a:ext cx="280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Approach to Evidence Gap Prioritization</a:t>
              </a:r>
            </a:p>
          </p:txBody>
        </p:sp>
        <p:sp>
          <p:nvSpPr>
            <p:cNvPr id="43" name="Arrow: Chevron 42">
              <a:extLst>
                <a:ext uri="{FF2B5EF4-FFF2-40B4-BE49-F238E27FC236}">
                  <a16:creationId xmlns:a16="http://schemas.microsoft.com/office/drawing/2014/main" id="{F98A7457-495B-033D-670D-EAD0F5A7DEDB}"/>
                </a:ext>
              </a:extLst>
            </p:cNvPr>
            <p:cNvSpPr/>
            <p:nvPr/>
          </p:nvSpPr>
          <p:spPr>
            <a:xfrm>
              <a:off x="9691761" y="-11837"/>
              <a:ext cx="248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Navigation through Evidence Gaps</a:t>
              </a:r>
            </a:p>
          </p:txBody>
        </p:sp>
      </p:grpSp>
    </p:spTree>
    <p:extLst>
      <p:ext uri="{BB962C8B-B14F-4D97-AF65-F5344CB8AC3E}">
        <p14:creationId xmlns:p14="http://schemas.microsoft.com/office/powerpoint/2010/main" val="3983938586"/>
      </p:ext>
    </p:extLst>
  </p:cSld>
  <p:clrMapOvr>
    <a:masterClrMapping/>
  </p:clrMapOvr>
  <p:transition>
    <p:fade/>
  </p:transition>
  <p:extLst>
    <p:ext uri="{6950BFC3-D8DA-4A85-94F7-54DA5524770B}">
      <p188:commentRel xmlns:p188="http://schemas.microsoft.com/office/powerpoint/2018/8/main" r:id="rId4"/>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4EB623D-B084-EF70-F12D-41427915E67C}"/>
              </a:ext>
            </a:extLst>
          </p:cNvPr>
          <p:cNvGraphicFramePr>
            <a:graphicFrameLocks noChangeAspect="1"/>
          </p:cNvGraphicFramePr>
          <p:nvPr>
            <p:custDataLst>
              <p:tags r:id="rId1"/>
            </p:custDataLst>
            <p:extLst>
              <p:ext uri="{D42A27DB-BD31-4B8C-83A1-F6EECF244321}">
                <p14:modId xmlns:p14="http://schemas.microsoft.com/office/powerpoint/2010/main" val="2371303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5" name="think-cell data - do not delete" hidden="1">
                        <a:extLst>
                          <a:ext uri="{FF2B5EF4-FFF2-40B4-BE49-F238E27FC236}">
                            <a16:creationId xmlns:a16="http://schemas.microsoft.com/office/drawing/2014/main" id="{84EB623D-B084-EF70-F12D-41427915E6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2" name="Rectangle 31">
            <a:extLst>
              <a:ext uri="{FF2B5EF4-FFF2-40B4-BE49-F238E27FC236}">
                <a16:creationId xmlns:a16="http://schemas.microsoft.com/office/drawing/2014/main" id="{57B18FD3-B826-2945-0955-285C9F70EDFD}"/>
              </a:ext>
            </a:extLst>
          </p:cNvPr>
          <p:cNvSpPr/>
          <p:nvPr/>
        </p:nvSpPr>
        <p:spPr>
          <a:xfrm>
            <a:off x="8549444" y="1365001"/>
            <a:ext cx="3279330" cy="3086543"/>
          </a:xfrm>
          <a:prstGeom prst="rect">
            <a:avLst/>
          </a:prstGeom>
          <a:solidFill>
            <a:schemeClr val="accent2">
              <a:lumMod val="10000"/>
              <a:lumOff val="90000"/>
            </a:schemeClr>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91440" tIns="144000" rIns="91440" rtlCol="0" anchor="t">
            <a:noAutofit/>
          </a:bodyPr>
          <a:lstStyle/>
          <a:p>
            <a:pPr algn="ctr"/>
            <a:r>
              <a:rPr lang="en-US" sz="1100">
                <a:solidFill>
                  <a:schemeClr val="tx1"/>
                </a:solidFill>
              </a:rPr>
              <a:t>Aligned list of evidence gaps have been organized by </a:t>
            </a:r>
            <a:r>
              <a:rPr lang="en-US" sz="1100" b="1">
                <a:solidFill>
                  <a:schemeClr val="tx1"/>
                </a:solidFill>
              </a:rPr>
              <a:t>priority and indication:</a:t>
            </a:r>
          </a:p>
        </p:txBody>
      </p:sp>
      <p:sp>
        <p:nvSpPr>
          <p:cNvPr id="40" name="Arrow: Circular 39">
            <a:extLst>
              <a:ext uri="{FF2B5EF4-FFF2-40B4-BE49-F238E27FC236}">
                <a16:creationId xmlns:a16="http://schemas.microsoft.com/office/drawing/2014/main" id="{2CEAD836-F4A5-40F7-1F0C-E01127A52690}"/>
              </a:ext>
            </a:extLst>
          </p:cNvPr>
          <p:cNvSpPr/>
          <p:nvPr/>
        </p:nvSpPr>
        <p:spPr>
          <a:xfrm>
            <a:off x="2761788" y="3039297"/>
            <a:ext cx="2914650" cy="2805081"/>
          </a:xfrm>
          <a:prstGeom prst="circularArrow">
            <a:avLst>
              <a:gd name="adj1" fmla="val 16338"/>
              <a:gd name="adj2" fmla="val 1142319"/>
              <a:gd name="adj3" fmla="val 20457681"/>
              <a:gd name="adj4" fmla="val 16227228"/>
              <a:gd name="adj5" fmla="val 14806"/>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41" name="Arrow: Right 40">
            <a:extLst>
              <a:ext uri="{FF2B5EF4-FFF2-40B4-BE49-F238E27FC236}">
                <a16:creationId xmlns:a16="http://schemas.microsoft.com/office/drawing/2014/main" id="{EDCFEF1D-B08E-0726-2141-AF809733A857}"/>
              </a:ext>
            </a:extLst>
          </p:cNvPr>
          <p:cNvSpPr>
            <a:spLocks/>
          </p:cNvSpPr>
          <p:nvPr/>
        </p:nvSpPr>
        <p:spPr>
          <a:xfrm>
            <a:off x="1647385" y="2962081"/>
            <a:ext cx="6870974" cy="1021955"/>
          </a:xfrm>
          <a:prstGeom prst="rightArrow">
            <a:avLst>
              <a:gd name="adj1" fmla="val 50000"/>
              <a:gd name="adj2" fmla="val 43786"/>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3" name="Title 2">
            <a:extLst>
              <a:ext uri="{FF2B5EF4-FFF2-40B4-BE49-F238E27FC236}">
                <a16:creationId xmlns:a16="http://schemas.microsoft.com/office/drawing/2014/main" id="{905AD47E-E615-AECB-3CEE-536ED9BBB8C1}"/>
              </a:ext>
            </a:extLst>
          </p:cNvPr>
          <p:cNvSpPr>
            <a:spLocks noGrp="1"/>
          </p:cNvSpPr>
          <p:nvPr>
            <p:ph type="title"/>
          </p:nvPr>
        </p:nvSpPr>
        <p:spPr>
          <a:xfrm>
            <a:off x="358337" y="271427"/>
            <a:ext cx="11470125" cy="738664"/>
          </a:xfrm>
        </p:spPr>
        <p:txBody>
          <a:bodyPr vert="horz"/>
          <a:lstStyle/>
          <a:p>
            <a:r>
              <a:rPr lang="en-US" sz="2400"/>
              <a:t>A comprehensive list of evidence gaps requiring tactical ideation was developed using the following process</a:t>
            </a:r>
          </a:p>
        </p:txBody>
      </p:sp>
      <p:sp>
        <p:nvSpPr>
          <p:cNvPr id="22" name="Rectangle 21">
            <a:extLst>
              <a:ext uri="{FF2B5EF4-FFF2-40B4-BE49-F238E27FC236}">
                <a16:creationId xmlns:a16="http://schemas.microsoft.com/office/drawing/2014/main" id="{8997FC20-6CF9-BD60-2049-182BA4509D50}"/>
              </a:ext>
            </a:extLst>
          </p:cNvPr>
          <p:cNvSpPr/>
          <p:nvPr/>
        </p:nvSpPr>
        <p:spPr>
          <a:xfrm>
            <a:off x="1170721" y="4647495"/>
            <a:ext cx="2061628" cy="147047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a:solidFill>
                  <a:schemeClr val="bg1"/>
                </a:solidFill>
              </a:rPr>
              <a:t>Closed gaps addressed by tactics completed prior to start of this workstream were excluded from the IEGP</a:t>
            </a:r>
          </a:p>
        </p:txBody>
      </p:sp>
      <p:sp>
        <p:nvSpPr>
          <p:cNvPr id="23" name="Rectangle 22">
            <a:extLst>
              <a:ext uri="{FF2B5EF4-FFF2-40B4-BE49-F238E27FC236}">
                <a16:creationId xmlns:a16="http://schemas.microsoft.com/office/drawing/2014/main" id="{6A883BFA-1C55-EB05-4A0B-F32F708AA9CD}"/>
              </a:ext>
            </a:extLst>
          </p:cNvPr>
          <p:cNvSpPr/>
          <p:nvPr/>
        </p:nvSpPr>
        <p:spPr>
          <a:xfrm>
            <a:off x="3515326" y="4644594"/>
            <a:ext cx="2791360" cy="1473371"/>
          </a:xfrm>
          <a:prstGeom prst="rect">
            <a:avLst/>
          </a:prstGeom>
          <a:solidFill>
            <a:schemeClr val="accent2">
              <a:lumMod val="10000"/>
              <a:lumOff val="90000"/>
            </a:schemeClr>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100" b="1">
                <a:solidFill>
                  <a:schemeClr val="tx1"/>
                </a:solidFill>
              </a:rPr>
              <a:t>ESMO gaps At-Close or Near-Close </a:t>
            </a:r>
            <a:r>
              <a:rPr lang="en-US" sz="1100">
                <a:solidFill>
                  <a:schemeClr val="tx1"/>
                </a:solidFill>
              </a:rPr>
              <a:t>requiring no additional tactics development due to ongoing/planned tactics were not considered for workshop discussion, but have been included in this document for reference</a:t>
            </a:r>
          </a:p>
        </p:txBody>
      </p:sp>
      <p:sp>
        <p:nvSpPr>
          <p:cNvPr id="24" name="Arrow: Circular 23">
            <a:extLst>
              <a:ext uri="{FF2B5EF4-FFF2-40B4-BE49-F238E27FC236}">
                <a16:creationId xmlns:a16="http://schemas.microsoft.com/office/drawing/2014/main" id="{DCFE1F94-CE1B-241D-2826-ABA71A8E4087}"/>
              </a:ext>
            </a:extLst>
          </p:cNvPr>
          <p:cNvSpPr/>
          <p:nvPr/>
        </p:nvSpPr>
        <p:spPr>
          <a:xfrm rot="5400000" flipV="1">
            <a:off x="4275866" y="740929"/>
            <a:ext cx="2675176" cy="3440068"/>
          </a:xfrm>
          <a:prstGeom prst="circularArrow">
            <a:avLst>
              <a:gd name="adj1" fmla="val 16349"/>
              <a:gd name="adj2" fmla="val 1142319"/>
              <a:gd name="adj3" fmla="val 20457681"/>
              <a:gd name="adj4" fmla="val 16202856"/>
              <a:gd name="adj5" fmla="val 1343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37" name="TextBox 36">
            <a:extLst>
              <a:ext uri="{FF2B5EF4-FFF2-40B4-BE49-F238E27FC236}">
                <a16:creationId xmlns:a16="http://schemas.microsoft.com/office/drawing/2014/main" id="{48276AB1-7501-2D2D-51A7-5D0EA0324287}"/>
              </a:ext>
            </a:extLst>
          </p:cNvPr>
          <p:cNvSpPr txBox="1"/>
          <p:nvPr/>
        </p:nvSpPr>
        <p:spPr>
          <a:xfrm>
            <a:off x="509945" y="6152694"/>
            <a:ext cx="6823543" cy="323165"/>
          </a:xfrm>
          <a:prstGeom prst="rect">
            <a:avLst/>
          </a:prstGeom>
          <a:noFill/>
        </p:spPr>
        <p:txBody>
          <a:bodyPr wrap="square" lIns="91440" tIns="91440" rIns="91440" bIns="91440" rtlCol="0">
            <a:spAutoFit/>
          </a:bodyPr>
          <a:lstStyle/>
          <a:p>
            <a:pPr lvl="0">
              <a:spcAft>
                <a:spcPts val="100"/>
              </a:spcAft>
              <a:defRPr/>
            </a:pPr>
            <a:r>
              <a:rPr kumimoji="0" lang="en-US" sz="900" i="0" u="none" strike="noStrike" kern="1200" cap="none" spc="0" normalizeH="0" baseline="0" noProof="0">
                <a:ln>
                  <a:noFill/>
                </a:ln>
                <a:solidFill>
                  <a:srgbClr val="FFFFFF">
                    <a:lumMod val="50000"/>
                  </a:srgbClr>
                </a:solidFill>
                <a:effectLst/>
                <a:uLnTx/>
                <a:uFillTx/>
                <a:latin typeface="Poppins"/>
              </a:rPr>
              <a:t>	</a:t>
            </a:r>
            <a:r>
              <a:rPr lang="en-US" sz="900">
                <a:solidFill>
                  <a:srgbClr val="000000"/>
                </a:solidFill>
              </a:rPr>
              <a:t>Sources of evidence gaps	  Aligned evidence gaps prioritized in this document</a:t>
            </a:r>
            <a:endParaRPr kumimoji="0" lang="en-US" sz="900" i="0" u="none" strike="noStrike" kern="1200" cap="none" spc="0" normalizeH="0" baseline="0" noProof="0">
              <a:ln>
                <a:noFill/>
              </a:ln>
              <a:solidFill>
                <a:srgbClr val="000000"/>
              </a:solidFill>
              <a:effectLst/>
              <a:uLnTx/>
              <a:uFillTx/>
              <a:latin typeface="Poppins"/>
            </a:endParaRPr>
          </a:p>
        </p:txBody>
      </p:sp>
      <p:sp>
        <p:nvSpPr>
          <p:cNvPr id="35" name="TextBox 34">
            <a:extLst>
              <a:ext uri="{FF2B5EF4-FFF2-40B4-BE49-F238E27FC236}">
                <a16:creationId xmlns:a16="http://schemas.microsoft.com/office/drawing/2014/main" id="{43F51BEB-1F5B-9C03-087F-ED218FDA3CC7}"/>
              </a:ext>
            </a:extLst>
          </p:cNvPr>
          <p:cNvSpPr txBox="1"/>
          <p:nvPr/>
        </p:nvSpPr>
        <p:spPr>
          <a:xfrm>
            <a:off x="204711" y="6173683"/>
            <a:ext cx="694709" cy="323165"/>
          </a:xfrm>
          <a:prstGeom prst="rect">
            <a:avLst/>
          </a:prstGeom>
          <a:noFill/>
        </p:spPr>
        <p:txBody>
          <a:bodyPr wrap="square" lIns="91440" tIns="91440" rIns="91440" bIns="91440" rtlCol="0">
            <a:spAutoFit/>
          </a:bodyPr>
          <a:lstStyle/>
          <a:p>
            <a:pPr lvl="0">
              <a:spcAft>
                <a:spcPts val="600"/>
              </a:spcAft>
              <a:defRPr/>
            </a:pPr>
            <a:r>
              <a:rPr kumimoji="0" lang="en-US" sz="900" i="0" u="none" strike="noStrike" kern="1200" cap="none" spc="0" normalizeH="0" baseline="0" noProof="0">
                <a:ln>
                  <a:noFill/>
                </a:ln>
                <a:solidFill>
                  <a:srgbClr val="000000"/>
                </a:solidFill>
                <a:effectLst/>
                <a:uLnTx/>
                <a:uFillTx/>
                <a:latin typeface="Poppins"/>
              </a:rPr>
              <a:t>         Key</a:t>
            </a:r>
            <a:r>
              <a:rPr lang="en-US" sz="900">
                <a:solidFill>
                  <a:srgbClr val="000000"/>
                </a:solidFill>
                <a:latin typeface="Poppins"/>
              </a:rPr>
              <a:t>:</a:t>
            </a:r>
            <a:endParaRPr kumimoji="0" lang="en-US" sz="900" i="0" u="none" strike="noStrike" kern="1200" cap="none" spc="0" normalizeH="0" baseline="0" noProof="0">
              <a:ln>
                <a:noFill/>
              </a:ln>
              <a:solidFill>
                <a:srgbClr val="000000"/>
              </a:solidFill>
              <a:effectLst/>
              <a:uLnTx/>
              <a:uFillTx/>
              <a:latin typeface="Poppins"/>
            </a:endParaRPr>
          </a:p>
        </p:txBody>
      </p:sp>
      <p:sp>
        <p:nvSpPr>
          <p:cNvPr id="30" name="Rectangle 29">
            <a:extLst>
              <a:ext uri="{FF2B5EF4-FFF2-40B4-BE49-F238E27FC236}">
                <a16:creationId xmlns:a16="http://schemas.microsoft.com/office/drawing/2014/main" id="{39EB9CE9-79C9-7B0E-D8D2-0EFFE334F8EA}"/>
              </a:ext>
            </a:extLst>
          </p:cNvPr>
          <p:cNvSpPr/>
          <p:nvPr/>
        </p:nvSpPr>
        <p:spPr>
          <a:xfrm>
            <a:off x="899420" y="6262383"/>
            <a:ext cx="124230" cy="103786"/>
          </a:xfrm>
          <a:prstGeom prst="rect">
            <a:avLst/>
          </a:prstGeom>
          <a:solidFill>
            <a:schemeClr val="bg1"/>
          </a:solidFill>
          <a:ln w="9525">
            <a:solidFill>
              <a:srgbClr val="283349"/>
            </a:solidFill>
          </a:ln>
        </p:spPr>
        <p:txBody>
          <a:bodyPr wrap="square" lIns="91440" tIns="274320" rIns="91440" anchor="ctr">
            <a:noAutofit/>
          </a:bodyPr>
          <a:lstStyle/>
          <a:p>
            <a:pPr lvl="1"/>
            <a:endParaRPr lang="en-US"/>
          </a:p>
        </p:txBody>
      </p:sp>
      <p:sp>
        <p:nvSpPr>
          <p:cNvPr id="39" name="Rectangle 38">
            <a:extLst>
              <a:ext uri="{FF2B5EF4-FFF2-40B4-BE49-F238E27FC236}">
                <a16:creationId xmlns:a16="http://schemas.microsoft.com/office/drawing/2014/main" id="{ABCF2133-1F50-10A5-D541-F7E26AD34926}"/>
              </a:ext>
            </a:extLst>
          </p:cNvPr>
          <p:cNvSpPr/>
          <p:nvPr/>
        </p:nvSpPr>
        <p:spPr>
          <a:xfrm>
            <a:off x="2781133" y="6262383"/>
            <a:ext cx="124230" cy="103786"/>
          </a:xfrm>
          <a:prstGeom prst="rect">
            <a:avLst/>
          </a:prstGeom>
          <a:solidFill>
            <a:schemeClr val="accent2">
              <a:lumMod val="10000"/>
              <a:lumOff val="90000"/>
            </a:schemeClr>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lvl="1"/>
            <a:endParaRPr lang="en-US"/>
          </a:p>
        </p:txBody>
      </p:sp>
      <p:grpSp>
        <p:nvGrpSpPr>
          <p:cNvPr id="59" name="Group 58">
            <a:extLst>
              <a:ext uri="{FF2B5EF4-FFF2-40B4-BE49-F238E27FC236}">
                <a16:creationId xmlns:a16="http://schemas.microsoft.com/office/drawing/2014/main" id="{DEBA54EB-D277-6EAB-2D8F-A29B5CE9B192}"/>
              </a:ext>
            </a:extLst>
          </p:cNvPr>
          <p:cNvGrpSpPr/>
          <p:nvPr/>
        </p:nvGrpSpPr>
        <p:grpSpPr>
          <a:xfrm>
            <a:off x="3098815" y="1365001"/>
            <a:ext cx="2349218" cy="1403283"/>
            <a:chOff x="3567912" y="1365001"/>
            <a:chExt cx="2349218" cy="1403283"/>
          </a:xfrm>
        </p:grpSpPr>
        <p:sp>
          <p:nvSpPr>
            <p:cNvPr id="25" name="Rectangle 24">
              <a:extLst>
                <a:ext uri="{FF2B5EF4-FFF2-40B4-BE49-F238E27FC236}">
                  <a16:creationId xmlns:a16="http://schemas.microsoft.com/office/drawing/2014/main" id="{041DFE77-3AA4-2E24-997C-7340C5E3C3CF}"/>
                </a:ext>
              </a:extLst>
            </p:cNvPr>
            <p:cNvSpPr/>
            <p:nvPr/>
          </p:nvSpPr>
          <p:spPr>
            <a:xfrm>
              <a:off x="3567912" y="1365001"/>
              <a:ext cx="2349218" cy="1403283"/>
            </a:xfrm>
            <a:prstGeom prst="rect">
              <a:avLst/>
            </a:prstGeom>
            <a:solidFill>
              <a:schemeClr val="bg1"/>
            </a:solidFill>
            <a:ln w="9525">
              <a:solidFill>
                <a:srgbClr val="283349"/>
              </a:solidFill>
            </a:ln>
          </p:spPr>
          <p:txBody>
            <a:bodyPr wrap="square" lIns="457200" tIns="91440" rIns="91440" bIns="91440" anchor="ctr">
              <a:noAutofit/>
            </a:bodyPr>
            <a:lstStyle/>
            <a:p>
              <a:pPr algn="ctr" defTabSz="914400"/>
              <a:r>
                <a:rPr lang="en-US" sz="1100">
                  <a:solidFill>
                    <a:srgbClr val="45577F"/>
                  </a:solidFill>
                  <a:latin typeface="Poppins Medium"/>
                </a:rPr>
                <a:t>Internal interviews with cross-functional stakeholders uncovered new evidence gaps</a:t>
              </a:r>
            </a:p>
          </p:txBody>
        </p:sp>
        <p:pic>
          <p:nvPicPr>
            <p:cNvPr id="54" name="Graphic 53">
              <a:extLst>
                <a:ext uri="{FF2B5EF4-FFF2-40B4-BE49-F238E27FC236}">
                  <a16:creationId xmlns:a16="http://schemas.microsoft.com/office/drawing/2014/main" id="{79106E09-03A2-0F6E-4219-5E9FED5E6684}"/>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598997" y="1802133"/>
              <a:ext cx="481191" cy="481191"/>
            </a:xfrm>
            <a:prstGeom prst="rect">
              <a:avLst/>
            </a:prstGeom>
          </p:spPr>
        </p:pic>
      </p:grpSp>
      <p:grpSp>
        <p:nvGrpSpPr>
          <p:cNvPr id="57" name="Group 56">
            <a:extLst>
              <a:ext uri="{FF2B5EF4-FFF2-40B4-BE49-F238E27FC236}">
                <a16:creationId xmlns:a16="http://schemas.microsoft.com/office/drawing/2014/main" id="{9373AE1D-C6C9-4361-5AF3-71DEB75ECEF6}"/>
              </a:ext>
            </a:extLst>
          </p:cNvPr>
          <p:cNvGrpSpPr/>
          <p:nvPr/>
        </p:nvGrpSpPr>
        <p:grpSpPr>
          <a:xfrm>
            <a:off x="5685192" y="2406455"/>
            <a:ext cx="2008877" cy="2045089"/>
            <a:chOff x="6325066" y="2306874"/>
            <a:chExt cx="2008877" cy="2045089"/>
          </a:xfrm>
        </p:grpSpPr>
        <p:sp>
          <p:nvSpPr>
            <p:cNvPr id="49" name="Rectangle 48">
              <a:extLst>
                <a:ext uri="{FF2B5EF4-FFF2-40B4-BE49-F238E27FC236}">
                  <a16:creationId xmlns:a16="http://schemas.microsoft.com/office/drawing/2014/main" id="{B09CDAA0-259B-8BCD-59D9-50BDC3EA1253}"/>
                </a:ext>
              </a:extLst>
            </p:cNvPr>
            <p:cNvSpPr>
              <a:spLocks/>
            </p:cNvSpPr>
            <p:nvPr/>
          </p:nvSpPr>
          <p:spPr>
            <a:xfrm>
              <a:off x="6325066" y="2306874"/>
              <a:ext cx="2008877" cy="2045089"/>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1200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chemeClr val="bg1"/>
                  </a:solidFill>
                  <a:effectLst/>
                  <a:uLnTx/>
                  <a:uFillTx/>
                  <a:latin typeface="Poppins"/>
                  <a:ea typeface="+mn-ea"/>
                  <a:cs typeface="+mn-cs"/>
                </a:rPr>
                <a:t> </a:t>
              </a:r>
              <a:r>
                <a:rPr kumimoji="0" lang="en-US" sz="1100" b="1" i="0" u="none" strike="noStrike" kern="1200" cap="none" spc="0" normalizeH="0" baseline="0" noProof="0">
                  <a:ln>
                    <a:noFill/>
                  </a:ln>
                  <a:solidFill>
                    <a:schemeClr val="bg1"/>
                  </a:solidFill>
                  <a:effectLst/>
                  <a:uLnTx/>
                  <a:uFillTx/>
                  <a:latin typeface="Poppins"/>
                  <a:ea typeface="+mn-ea"/>
                  <a:cs typeface="+mn-cs"/>
                </a:rPr>
                <a:t>Cross-functional input </a:t>
              </a:r>
              <a:r>
                <a:rPr kumimoji="0" lang="en-US" sz="1100" i="0" u="none" strike="noStrike" kern="1200" cap="none" spc="0" normalizeH="0" baseline="0" noProof="0">
                  <a:ln>
                    <a:noFill/>
                  </a:ln>
                  <a:solidFill>
                    <a:schemeClr val="bg1"/>
                  </a:solidFill>
                  <a:effectLst/>
                  <a:uLnTx/>
                  <a:uFillTx/>
                  <a:latin typeface="Poppins"/>
                  <a:ea typeface="+mn-ea"/>
                  <a:cs typeface="+mn-cs"/>
                </a:rPr>
                <a:t>from a </a:t>
              </a:r>
              <a:r>
                <a:rPr kumimoji="0" lang="en-US" sz="1100" b="1" i="0" u="none" strike="noStrike" kern="1200" cap="none" spc="0" normalizeH="0" baseline="0" noProof="0">
                  <a:ln>
                    <a:noFill/>
                  </a:ln>
                  <a:solidFill>
                    <a:schemeClr val="bg1"/>
                  </a:solidFill>
                  <a:effectLst/>
                  <a:uLnTx/>
                  <a:uFillTx/>
                  <a:latin typeface="Poppins"/>
                  <a:ea typeface="+mn-ea"/>
                  <a:cs typeface="+mn-cs"/>
                </a:rPr>
                <a:t>survey</a:t>
              </a:r>
              <a:r>
                <a:rPr kumimoji="0" lang="en-US" sz="1100" i="0" u="none" strike="noStrike" kern="1200" cap="none" spc="0" normalizeH="0" baseline="0" noProof="0">
                  <a:ln>
                    <a:noFill/>
                  </a:ln>
                  <a:solidFill>
                    <a:schemeClr val="bg1"/>
                  </a:solidFill>
                  <a:effectLst/>
                  <a:uLnTx/>
                  <a:uFillTx/>
                  <a:latin typeface="Poppins"/>
                  <a:ea typeface="+mn-ea"/>
                  <a:cs typeface="+mn-cs"/>
                </a:rPr>
                <a:t> and during the </a:t>
              </a:r>
              <a:r>
                <a:rPr kumimoji="0" lang="en-US" sz="1100" b="1" i="0" u="none" strike="noStrike" kern="1200" cap="none" spc="0" normalizeH="0" baseline="0" noProof="0">
                  <a:ln>
                    <a:noFill/>
                  </a:ln>
                  <a:solidFill>
                    <a:schemeClr val="bg1"/>
                  </a:solidFill>
                  <a:effectLst/>
                  <a:uLnTx/>
                  <a:uFillTx/>
                  <a:latin typeface="Poppins"/>
                  <a:ea typeface="+mn-ea"/>
                  <a:cs typeface="+mn-cs"/>
                </a:rPr>
                <a:t>Tislelizumab IEGP workshop </a:t>
              </a:r>
              <a:r>
                <a:rPr kumimoji="0" lang="en-US" sz="1100" i="0" u="none" strike="noStrike" kern="1200" cap="none" spc="0" normalizeH="0" baseline="0" noProof="0">
                  <a:ln>
                    <a:noFill/>
                  </a:ln>
                  <a:solidFill>
                    <a:schemeClr val="bg1"/>
                  </a:solidFill>
                  <a:effectLst/>
                  <a:uLnTx/>
                  <a:uFillTx/>
                  <a:latin typeface="Poppins"/>
                  <a:ea typeface="+mn-ea"/>
                  <a:cs typeface="+mn-cs"/>
                </a:rPr>
                <a:t>was used to prioritize gaps based on </a:t>
              </a:r>
              <a:r>
                <a:rPr lang="en-US" sz="1100">
                  <a:solidFill>
                    <a:schemeClr val="bg1"/>
                  </a:solidFill>
                  <a:latin typeface="Poppins"/>
                </a:rPr>
                <a:t>strategic impact and </a:t>
              </a:r>
              <a:r>
                <a:rPr kumimoji="0" lang="en-US" sz="1100" i="0" u="none" strike="noStrike" kern="1200" cap="none" spc="0" normalizeH="0" baseline="0" noProof="0">
                  <a:ln>
                    <a:noFill/>
                  </a:ln>
                  <a:solidFill>
                    <a:schemeClr val="bg1"/>
                  </a:solidFill>
                  <a:effectLst/>
                  <a:uLnTx/>
                  <a:uFillTx/>
                  <a:latin typeface="Poppins"/>
                  <a:ea typeface="+mn-ea"/>
                  <a:cs typeface="+mn-cs"/>
                </a:rPr>
                <a:t>urgency to generate evidence</a:t>
              </a:r>
              <a:endParaRPr kumimoji="0" lang="en-US" sz="1050" i="0" u="none" strike="noStrike" kern="1200" cap="none" spc="0" normalizeH="0" baseline="0" noProof="0">
                <a:ln>
                  <a:noFill/>
                </a:ln>
                <a:solidFill>
                  <a:schemeClr val="bg1"/>
                </a:solidFill>
                <a:effectLst/>
                <a:uLnTx/>
                <a:uFillTx/>
                <a:latin typeface="Poppins"/>
                <a:ea typeface="+mn-ea"/>
                <a:cs typeface="+mn-cs"/>
              </a:endParaRPr>
            </a:p>
          </p:txBody>
        </p:sp>
        <p:pic>
          <p:nvPicPr>
            <p:cNvPr id="51" name="Graphic 50">
              <a:extLst>
                <a:ext uri="{FF2B5EF4-FFF2-40B4-BE49-F238E27FC236}">
                  <a16:creationId xmlns:a16="http://schemas.microsoft.com/office/drawing/2014/main" id="{E26DC52C-47DB-3E9C-F672-294C0F909C96}"/>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397920" y="3392585"/>
              <a:ext cx="534020" cy="548640"/>
            </a:xfrm>
            <a:prstGeom prst="rect">
              <a:avLst/>
            </a:prstGeom>
          </p:spPr>
        </p:pic>
        <p:pic>
          <p:nvPicPr>
            <p:cNvPr id="55" name="Graphic 54">
              <a:extLst>
                <a:ext uri="{FF2B5EF4-FFF2-40B4-BE49-F238E27FC236}">
                  <a16:creationId xmlns:a16="http://schemas.microsoft.com/office/drawing/2014/main" id="{0B697463-27B5-075B-8236-7E641715642C}"/>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6397920" y="2730692"/>
              <a:ext cx="548640" cy="548640"/>
            </a:xfrm>
            <a:prstGeom prst="rect">
              <a:avLst/>
            </a:prstGeom>
          </p:spPr>
        </p:pic>
      </p:grpSp>
      <p:sp>
        <p:nvSpPr>
          <p:cNvPr id="61" name="TextBox 60">
            <a:extLst>
              <a:ext uri="{FF2B5EF4-FFF2-40B4-BE49-F238E27FC236}">
                <a16:creationId xmlns:a16="http://schemas.microsoft.com/office/drawing/2014/main" id="{0CAA40D0-3312-1D20-2E69-C2509F185BE4}"/>
              </a:ext>
            </a:extLst>
          </p:cNvPr>
          <p:cNvSpPr txBox="1"/>
          <p:nvPr/>
        </p:nvSpPr>
        <p:spPr>
          <a:xfrm>
            <a:off x="8549444" y="1998645"/>
            <a:ext cx="3279330" cy="1015663"/>
          </a:xfrm>
          <a:prstGeom prst="rect">
            <a:avLst/>
          </a:prstGeom>
          <a:noFill/>
        </p:spPr>
        <p:txBody>
          <a:bodyPr wrap="square">
            <a:spAutoFit/>
          </a:bodyPr>
          <a:lstStyle/>
          <a:p>
            <a:pPr marL="171450" indent="-171450">
              <a:buFont typeface="Arial" panose="020B0604020202020204" pitchFamily="34" charset="0"/>
              <a:buChar char="•"/>
            </a:pPr>
            <a:r>
              <a:rPr lang="en-US" sz="1000" b="1">
                <a:solidFill>
                  <a:schemeClr val="tx1"/>
                </a:solidFill>
              </a:rPr>
              <a:t>High Priority Gaps &amp; Medium Priority Gaps </a:t>
            </a:r>
            <a:r>
              <a:rPr lang="en-US" sz="1000">
                <a:solidFill>
                  <a:schemeClr val="tx1"/>
                </a:solidFill>
              </a:rPr>
              <a:t>have been considered for tactic development in the cross-functional workshop</a:t>
            </a:r>
          </a:p>
          <a:p>
            <a:pPr marL="171450" indent="-171450">
              <a:buFont typeface="Arial" panose="020B0604020202020204" pitchFamily="34" charset="0"/>
              <a:buChar char="•"/>
            </a:pPr>
            <a:r>
              <a:rPr lang="en-US" sz="1000" b="1">
                <a:solidFill>
                  <a:schemeClr val="tx1"/>
                </a:solidFill>
              </a:rPr>
              <a:t>Low Priority Gaps</a:t>
            </a:r>
            <a:r>
              <a:rPr lang="en-US" sz="1000">
                <a:solidFill>
                  <a:schemeClr val="tx1"/>
                </a:solidFill>
              </a:rPr>
              <a:t> are deprioritized, with no tactics developed in the cross-functional workshop</a:t>
            </a:r>
          </a:p>
        </p:txBody>
      </p:sp>
      <p:sp>
        <p:nvSpPr>
          <p:cNvPr id="63" name="TextBox 62">
            <a:extLst>
              <a:ext uri="{FF2B5EF4-FFF2-40B4-BE49-F238E27FC236}">
                <a16:creationId xmlns:a16="http://schemas.microsoft.com/office/drawing/2014/main" id="{7BAC6BB9-5B3B-D793-E79E-65414B844801}"/>
              </a:ext>
            </a:extLst>
          </p:cNvPr>
          <p:cNvSpPr txBox="1"/>
          <p:nvPr/>
        </p:nvSpPr>
        <p:spPr>
          <a:xfrm>
            <a:off x="8549049" y="2990244"/>
            <a:ext cx="3280038" cy="1477328"/>
          </a:xfrm>
          <a:prstGeom prst="rect">
            <a:avLst/>
          </a:prstGeom>
          <a:noFill/>
        </p:spPr>
        <p:txBody>
          <a:bodyPr wrap="square">
            <a:spAutoFit/>
          </a:bodyPr>
          <a:lstStyle/>
          <a:p>
            <a:pPr marL="171450" indent="-171450">
              <a:buFont typeface="Arial" panose="020B0604020202020204" pitchFamily="34" charset="0"/>
              <a:buChar char="•"/>
            </a:pPr>
            <a:r>
              <a:rPr lang="en-US" sz="1000" b="1">
                <a:solidFill>
                  <a:schemeClr val="tx1"/>
                </a:solidFill>
              </a:rPr>
              <a:t>Transversal gaps </a:t>
            </a:r>
            <a:r>
              <a:rPr lang="en-US" sz="1000">
                <a:solidFill>
                  <a:schemeClr val="tx1"/>
                </a:solidFill>
              </a:rPr>
              <a:t>are relevant for all indications in scope</a:t>
            </a:r>
          </a:p>
          <a:p>
            <a:pPr marL="171450" indent="-171450">
              <a:buFont typeface="Arial" panose="020B0604020202020204" pitchFamily="34" charset="0"/>
              <a:buChar char="•"/>
            </a:pPr>
            <a:r>
              <a:rPr lang="en-US" sz="1000" b="1"/>
              <a:t>Across Upper GI gaps</a:t>
            </a:r>
            <a:r>
              <a:rPr lang="en-US" sz="1000"/>
              <a:t> are relevant for Advanced/ Metastatic ESCC and Advanced/Metastatic GC/GEJ </a:t>
            </a:r>
          </a:p>
          <a:p>
            <a:pPr marL="171450" indent="-171450">
              <a:buFont typeface="Arial" panose="020B0604020202020204" pitchFamily="34" charset="0"/>
              <a:buChar char="•"/>
            </a:pPr>
            <a:r>
              <a:rPr lang="en-US" sz="1000" b="1"/>
              <a:t>Across Lung gaps</a:t>
            </a:r>
            <a:r>
              <a:rPr lang="en-US" sz="1000"/>
              <a:t> are relevant for Perioperative &amp; Metastatic NSCLC and Extensive-Stage SCLC</a:t>
            </a:r>
          </a:p>
          <a:p>
            <a:pPr marL="171450" indent="-171450">
              <a:buFont typeface="Arial" panose="020B0604020202020204" pitchFamily="34" charset="0"/>
              <a:buChar char="•"/>
            </a:pPr>
            <a:r>
              <a:rPr lang="en-US" sz="1000" b="1">
                <a:solidFill>
                  <a:schemeClr val="tx1"/>
                </a:solidFill>
              </a:rPr>
              <a:t>Indication specific gaps</a:t>
            </a:r>
          </a:p>
        </p:txBody>
      </p:sp>
      <p:sp>
        <p:nvSpPr>
          <p:cNvPr id="2" name="Footer Placeholder 3">
            <a:extLst>
              <a:ext uri="{FF2B5EF4-FFF2-40B4-BE49-F238E27FC236}">
                <a16:creationId xmlns:a16="http://schemas.microsoft.com/office/drawing/2014/main" id="{8F21825F-A7CB-100B-0383-CF6012562A85}"/>
              </a:ext>
            </a:extLst>
          </p:cNvPr>
          <p:cNvSpPr txBox="1">
            <a:spLocks/>
          </p:cNvSpPr>
          <p:nvPr/>
        </p:nvSpPr>
        <p:spPr>
          <a:xfrm>
            <a:off x="358337" y="6378357"/>
            <a:ext cx="8496296"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a:p>
            <a:pPr lvl="0">
              <a:lnSpc>
                <a:spcPct val="90000"/>
              </a:lnSpc>
              <a:spcBef>
                <a:spcPts val="300"/>
              </a:spcBef>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a:t>
            </a:r>
            <a:r>
              <a:rPr lang="en-US" sz="700">
                <a:solidFill>
                  <a:srgbClr val="000000">
                    <a:lumMod val="65000"/>
                    <a:lumOff val="35000"/>
                  </a:srgbClr>
                </a:solidFill>
              </a:rPr>
              <a:t> ASCO: American Society of Clinical Oncology; ESMO: European Society of Medical Oncology; ESCC: Esophageal Squamous Cell Carcinoma; GC/GEJ: Gastric Cancer / Gastroesophageal junction;</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IEGP: Integrated Evidence Generation Plan;  NSCLC: Non-Small Cell Lung Cancer; SCLC: Small Cell Lung Cancer</a:t>
            </a:r>
          </a:p>
        </p:txBody>
      </p:sp>
      <p:sp>
        <p:nvSpPr>
          <p:cNvPr id="18" name="Arrow: Circular 17">
            <a:extLst>
              <a:ext uri="{FF2B5EF4-FFF2-40B4-BE49-F238E27FC236}">
                <a16:creationId xmlns:a16="http://schemas.microsoft.com/office/drawing/2014/main" id="{B456B462-CB7C-EE31-8255-89F96838E859}"/>
              </a:ext>
            </a:extLst>
          </p:cNvPr>
          <p:cNvSpPr/>
          <p:nvPr/>
        </p:nvSpPr>
        <p:spPr>
          <a:xfrm>
            <a:off x="317699" y="3073705"/>
            <a:ext cx="2914650" cy="2831720"/>
          </a:xfrm>
          <a:prstGeom prst="circularArrow">
            <a:avLst>
              <a:gd name="adj1" fmla="val 16338"/>
              <a:gd name="adj2" fmla="val 1142319"/>
              <a:gd name="adj3" fmla="val 20457681"/>
              <a:gd name="adj4" fmla="val 16206442"/>
              <a:gd name="adj5" fmla="val 14806"/>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16" name="Arrow: Circular 15">
            <a:extLst>
              <a:ext uri="{FF2B5EF4-FFF2-40B4-BE49-F238E27FC236}">
                <a16:creationId xmlns:a16="http://schemas.microsoft.com/office/drawing/2014/main" id="{E2D31877-3108-4053-0369-72379E50CF83}"/>
              </a:ext>
            </a:extLst>
          </p:cNvPr>
          <p:cNvSpPr/>
          <p:nvPr/>
        </p:nvSpPr>
        <p:spPr>
          <a:xfrm rot="5400000" flipV="1">
            <a:off x="1060726" y="769282"/>
            <a:ext cx="2675176" cy="3440068"/>
          </a:xfrm>
          <a:prstGeom prst="circularArrow">
            <a:avLst>
              <a:gd name="adj1" fmla="val 16349"/>
              <a:gd name="adj2" fmla="val 1142319"/>
              <a:gd name="adj3" fmla="val 20457681"/>
              <a:gd name="adj4" fmla="val 16202856"/>
              <a:gd name="adj5" fmla="val 13435"/>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grpSp>
        <p:nvGrpSpPr>
          <p:cNvPr id="52" name="Group 51">
            <a:extLst>
              <a:ext uri="{FF2B5EF4-FFF2-40B4-BE49-F238E27FC236}">
                <a16:creationId xmlns:a16="http://schemas.microsoft.com/office/drawing/2014/main" id="{0AAD0489-CE1B-8512-7C66-AE0F20DAFFB0}"/>
              </a:ext>
            </a:extLst>
          </p:cNvPr>
          <p:cNvGrpSpPr/>
          <p:nvPr/>
        </p:nvGrpSpPr>
        <p:grpSpPr>
          <a:xfrm>
            <a:off x="295904" y="1365002"/>
            <a:ext cx="2540803" cy="1403283"/>
            <a:chOff x="295904" y="1365002"/>
            <a:chExt cx="2540803" cy="1403283"/>
          </a:xfrm>
        </p:grpSpPr>
        <p:sp>
          <p:nvSpPr>
            <p:cNvPr id="43" name="TextBox 42">
              <a:extLst>
                <a:ext uri="{FF2B5EF4-FFF2-40B4-BE49-F238E27FC236}">
                  <a16:creationId xmlns:a16="http://schemas.microsoft.com/office/drawing/2014/main" id="{7D6BD321-4FA8-F343-AE2A-ADDD9AD1AAC2}"/>
                </a:ext>
              </a:extLst>
            </p:cNvPr>
            <p:cNvSpPr txBox="1"/>
            <p:nvPr/>
          </p:nvSpPr>
          <p:spPr>
            <a:xfrm>
              <a:off x="295904" y="1365002"/>
              <a:ext cx="2540803" cy="1403283"/>
            </a:xfrm>
            <a:prstGeom prst="rect">
              <a:avLst/>
            </a:prstGeom>
            <a:solidFill>
              <a:schemeClr val="bg1"/>
            </a:solidFill>
            <a:ln w="9525">
              <a:solidFill>
                <a:srgbClr val="283349"/>
              </a:solidFill>
            </a:ln>
          </p:spPr>
          <p:txBody>
            <a:bodyPr wrap="square" lIns="731520" tIns="91440" rIns="91440" bIns="91440" anchor="ctr">
              <a:noAutofit/>
            </a:bodyPr>
            <a:lstStyle>
              <a:defPPr>
                <a:defRPr lang="en-US"/>
              </a:defPPr>
              <a:lvl1pPr algn="ctr" defTabSz="914400">
                <a:defRPr sz="1100" b="1">
                  <a:solidFill>
                    <a:srgbClr val="45577F"/>
                  </a:solidFill>
                  <a:latin typeface="Poppins Medium"/>
                </a:defRPr>
              </a:lvl1pPr>
            </a:lstStyle>
            <a:p>
              <a:r>
                <a:rPr lang="en-US" b="0"/>
                <a:t>Evidence Gaps raised at ESMO (Sept ’24) and collated by the </a:t>
              </a:r>
              <a:r>
                <a:rPr lang="en-US" b="0" err="1"/>
                <a:t>BeOne</a:t>
              </a:r>
              <a:r>
                <a:rPr lang="en-US" b="0"/>
                <a:t> team served as a baseline during IEGP development</a:t>
              </a:r>
            </a:p>
          </p:txBody>
        </p:sp>
        <p:pic>
          <p:nvPicPr>
            <p:cNvPr id="1026" name="Picture 2">
              <a:extLst>
                <a:ext uri="{FF2B5EF4-FFF2-40B4-BE49-F238E27FC236}">
                  <a16:creationId xmlns:a16="http://schemas.microsoft.com/office/drawing/2014/main" id="{D734D851-5953-F055-0CA3-B680FA910506}"/>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r="37552"/>
            <a:stretch/>
          </p:blipFill>
          <p:spPr bwMode="auto">
            <a:xfrm>
              <a:off x="412342" y="1918664"/>
              <a:ext cx="669141" cy="298019"/>
            </a:xfrm>
            <a:prstGeom prst="rect">
              <a:avLst/>
            </a:prstGeom>
            <a:noFill/>
            <a:ln w="9525">
              <a:noFill/>
            </a:ln>
            <a:extLst>
              <a:ext uri="{909E8E84-426E-40DD-AFC4-6F175D3DCCD1}">
                <a14:hiddenFill xmlns:a14="http://schemas.microsoft.com/office/drawing/2010/main">
                  <a:solidFill>
                    <a:srgbClr val="FFFFFF"/>
                  </a:solidFill>
                </a14:hiddenFill>
              </a:ext>
            </a:extLst>
          </p:spPr>
        </p:pic>
      </p:grpSp>
      <p:sp>
        <p:nvSpPr>
          <p:cNvPr id="34" name="Rectangle 33">
            <a:extLst>
              <a:ext uri="{FF2B5EF4-FFF2-40B4-BE49-F238E27FC236}">
                <a16:creationId xmlns:a16="http://schemas.microsoft.com/office/drawing/2014/main" id="{A913EDDB-D62D-3CC6-4FB0-47F53BD90DD8}"/>
              </a:ext>
            </a:extLst>
          </p:cNvPr>
          <p:cNvSpPr/>
          <p:nvPr/>
        </p:nvSpPr>
        <p:spPr>
          <a:xfrm>
            <a:off x="8548736" y="4640637"/>
            <a:ext cx="3280038" cy="1477328"/>
          </a:xfrm>
          <a:prstGeom prst="rect">
            <a:avLst/>
          </a:prstGeom>
          <a:solidFill>
            <a:schemeClr val="bg1">
              <a:lumMod val="95000"/>
            </a:schemeClr>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90000" tIns="144000" rIns="91440" rtlCol="0" anchor="ctr">
            <a:noAutofit/>
          </a:bodyPr>
          <a:lstStyle/>
          <a:p>
            <a:pPr algn="ctr"/>
            <a:r>
              <a:rPr lang="en-US" sz="1100">
                <a:solidFill>
                  <a:schemeClr val="tx1"/>
                </a:solidFill>
              </a:rPr>
              <a:t>Tactics were developed and                              mapped on an </a:t>
            </a:r>
            <a:r>
              <a:rPr lang="en-US" sz="1100" b="1">
                <a:solidFill>
                  <a:schemeClr val="tx1"/>
                </a:solidFill>
              </a:rPr>
              <a:t>implementation roadmap, </a:t>
            </a:r>
            <a:r>
              <a:rPr lang="en-US" sz="1100">
                <a:solidFill>
                  <a:schemeClr val="tx1"/>
                </a:solidFill>
              </a:rPr>
              <a:t>constructed based on key </a:t>
            </a:r>
            <a:r>
              <a:rPr lang="en-US" sz="1100" b="1">
                <a:solidFill>
                  <a:schemeClr val="tx1"/>
                </a:solidFill>
              </a:rPr>
              <a:t>analysis/data collection timepoints</a:t>
            </a:r>
            <a:r>
              <a:rPr lang="en-US" sz="1100">
                <a:solidFill>
                  <a:schemeClr val="tx1"/>
                </a:solidFill>
              </a:rPr>
              <a:t>,</a:t>
            </a:r>
            <a:r>
              <a:rPr lang="en-US" sz="1100" b="1">
                <a:solidFill>
                  <a:schemeClr val="tx1"/>
                </a:solidFill>
              </a:rPr>
              <a:t> </a:t>
            </a:r>
            <a:r>
              <a:rPr lang="en-US" sz="1100">
                <a:solidFill>
                  <a:schemeClr val="tx1"/>
                </a:solidFill>
              </a:rPr>
              <a:t>taking into account target global </a:t>
            </a:r>
            <a:r>
              <a:rPr lang="en-US" sz="1100" b="1">
                <a:solidFill>
                  <a:schemeClr val="tx1"/>
                </a:solidFill>
              </a:rPr>
              <a:t>congress</a:t>
            </a:r>
            <a:r>
              <a:rPr lang="en-US" sz="1100">
                <a:solidFill>
                  <a:schemeClr val="tx1"/>
                </a:solidFill>
              </a:rPr>
              <a:t> (e.g., ASCO, ESMO) </a:t>
            </a:r>
            <a:r>
              <a:rPr lang="en-US" sz="1100" b="1">
                <a:solidFill>
                  <a:schemeClr val="tx1"/>
                </a:solidFill>
              </a:rPr>
              <a:t>presentations</a:t>
            </a:r>
            <a:r>
              <a:rPr lang="en-US" sz="1100">
                <a:solidFill>
                  <a:schemeClr val="tx1"/>
                </a:solidFill>
              </a:rPr>
              <a:t> and/or </a:t>
            </a:r>
            <a:r>
              <a:rPr lang="en-US" sz="1100" b="1">
                <a:solidFill>
                  <a:schemeClr val="tx1"/>
                </a:solidFill>
              </a:rPr>
              <a:t>publications</a:t>
            </a:r>
          </a:p>
        </p:txBody>
      </p:sp>
      <p:pic>
        <p:nvPicPr>
          <p:cNvPr id="36" name="Graphic 35">
            <a:extLst>
              <a:ext uri="{FF2B5EF4-FFF2-40B4-BE49-F238E27FC236}">
                <a16:creationId xmlns:a16="http://schemas.microsoft.com/office/drawing/2014/main" id="{2BE2EB03-3A6B-0CA5-B11F-424582DAEA7A}"/>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8674633" y="4648059"/>
            <a:ext cx="360000" cy="360000"/>
          </a:xfrm>
          <a:prstGeom prst="rect">
            <a:avLst/>
          </a:prstGeom>
        </p:spPr>
      </p:pic>
      <p:grpSp>
        <p:nvGrpSpPr>
          <p:cNvPr id="4" name="Group 3">
            <a:extLst>
              <a:ext uri="{FF2B5EF4-FFF2-40B4-BE49-F238E27FC236}">
                <a16:creationId xmlns:a16="http://schemas.microsoft.com/office/drawing/2014/main" id="{046D721F-2296-91BC-69F1-6A55D638BF42}"/>
              </a:ext>
            </a:extLst>
          </p:cNvPr>
          <p:cNvGrpSpPr/>
          <p:nvPr/>
        </p:nvGrpSpPr>
        <p:grpSpPr>
          <a:xfrm>
            <a:off x="-9525" y="-11837"/>
            <a:ext cx="12185286" cy="180000"/>
            <a:chOff x="-9525" y="-11837"/>
            <a:chExt cx="12185286" cy="180000"/>
          </a:xfrm>
        </p:grpSpPr>
        <p:sp>
          <p:nvSpPr>
            <p:cNvPr id="6" name="Rectangle 5">
              <a:extLst>
                <a:ext uri="{FF2B5EF4-FFF2-40B4-BE49-F238E27FC236}">
                  <a16:creationId xmlns:a16="http://schemas.microsoft.com/office/drawing/2014/main" id="{83959AE3-118C-DFAD-DD62-2E9236CE5A9B}"/>
                </a:ext>
              </a:extLst>
            </p:cNvPr>
            <p:cNvSpPr/>
            <p:nvPr/>
          </p:nvSpPr>
          <p:spPr>
            <a:xfrm>
              <a:off x="-9525" y="-11837"/>
              <a:ext cx="1404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IEGP Introduction</a:t>
              </a:r>
            </a:p>
          </p:txBody>
        </p:sp>
        <p:sp>
          <p:nvSpPr>
            <p:cNvPr id="7" name="Arrow: Pentagon 6">
              <a:extLst>
                <a:ext uri="{FF2B5EF4-FFF2-40B4-BE49-F238E27FC236}">
                  <a16:creationId xmlns:a16="http://schemas.microsoft.com/office/drawing/2014/main" id="{D1A23050-386E-E232-AE6F-87E6B9ECBFA2}"/>
                </a:ext>
              </a:extLst>
            </p:cNvPr>
            <p:cNvSpPr/>
            <p:nvPr/>
          </p:nvSpPr>
          <p:spPr>
            <a:xfrm>
              <a:off x="1394475" y="-11837"/>
              <a:ext cx="2592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Objectives, Methodology &amp; Strategy</a:t>
              </a:r>
            </a:p>
          </p:txBody>
        </p:sp>
        <p:sp>
          <p:nvSpPr>
            <p:cNvPr id="8" name="Arrow: Chevron 7">
              <a:extLst>
                <a:ext uri="{FF2B5EF4-FFF2-40B4-BE49-F238E27FC236}">
                  <a16:creationId xmlns:a16="http://schemas.microsoft.com/office/drawing/2014/main" id="{E29816E5-50F3-FE24-DFD6-D49EBF3AEF47}"/>
                </a:ext>
              </a:extLst>
            </p:cNvPr>
            <p:cNvSpPr/>
            <p:nvPr/>
          </p:nvSpPr>
          <p:spPr>
            <a:xfrm>
              <a:off x="3927797" y="-11837"/>
              <a:ext cx="172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Key Launch Milestones</a:t>
              </a:r>
            </a:p>
          </p:txBody>
        </p:sp>
        <p:sp>
          <p:nvSpPr>
            <p:cNvPr id="9" name="Arrow: Chevron 8">
              <a:extLst>
                <a:ext uri="{FF2B5EF4-FFF2-40B4-BE49-F238E27FC236}">
                  <a16:creationId xmlns:a16="http://schemas.microsoft.com/office/drawing/2014/main" id="{6922556C-B276-F863-E44D-F2C71835A45A}"/>
                </a:ext>
              </a:extLst>
            </p:cNvPr>
            <p:cNvSpPr/>
            <p:nvPr/>
          </p:nvSpPr>
          <p:spPr>
            <a:xfrm>
              <a:off x="5597118" y="-11837"/>
              <a:ext cx="140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Structure &amp; Flow</a:t>
              </a:r>
            </a:p>
          </p:txBody>
        </p:sp>
        <p:sp>
          <p:nvSpPr>
            <p:cNvPr id="10" name="Arrow: Chevron 9">
              <a:extLst>
                <a:ext uri="{FF2B5EF4-FFF2-40B4-BE49-F238E27FC236}">
                  <a16:creationId xmlns:a16="http://schemas.microsoft.com/office/drawing/2014/main" id="{5CD7CE3B-CC15-A223-29EF-FF1EAA8CDE3F}"/>
                </a:ext>
              </a:extLst>
            </p:cNvPr>
            <p:cNvSpPr/>
            <p:nvPr/>
          </p:nvSpPr>
          <p:spPr>
            <a:xfrm>
              <a:off x="6942439" y="-11837"/>
              <a:ext cx="2808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Approach to Evidence Gap Prioritization</a:t>
              </a:r>
            </a:p>
          </p:txBody>
        </p:sp>
        <p:sp>
          <p:nvSpPr>
            <p:cNvPr id="11" name="Arrow: Chevron 10">
              <a:extLst>
                <a:ext uri="{FF2B5EF4-FFF2-40B4-BE49-F238E27FC236}">
                  <a16:creationId xmlns:a16="http://schemas.microsoft.com/office/drawing/2014/main" id="{E131286E-01D4-5E05-8582-35EA7AF327E3}"/>
                </a:ext>
              </a:extLst>
            </p:cNvPr>
            <p:cNvSpPr/>
            <p:nvPr/>
          </p:nvSpPr>
          <p:spPr>
            <a:xfrm>
              <a:off x="9691761" y="-11837"/>
              <a:ext cx="248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Navigation through Evidence Gaps</a:t>
              </a:r>
            </a:p>
          </p:txBody>
        </p:sp>
      </p:grpSp>
    </p:spTree>
    <p:extLst>
      <p:ext uri="{BB962C8B-B14F-4D97-AF65-F5344CB8AC3E}">
        <p14:creationId xmlns:p14="http://schemas.microsoft.com/office/powerpoint/2010/main" val="3892375638"/>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AA76EB9-992F-8086-3D95-CF7ED8A9C2B1}"/>
              </a:ext>
            </a:extLst>
          </p:cNvPr>
          <p:cNvGraphicFramePr>
            <a:graphicFrameLocks noChangeAspect="1"/>
          </p:cNvGraphicFramePr>
          <p:nvPr>
            <p:custDataLst>
              <p:tags r:id="rId1"/>
            </p:custDataLst>
            <p:extLst>
              <p:ext uri="{D42A27DB-BD31-4B8C-83A1-F6EECF244321}">
                <p14:modId xmlns:p14="http://schemas.microsoft.com/office/powerpoint/2010/main" val="2024825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84" imgH="486" progId="TCLayout.ActiveDocument.1">
                  <p:embed/>
                </p:oleObj>
              </mc:Choice>
              <mc:Fallback>
                <p:oleObj name="think-cell Slide" r:id="rId5" imgW="484" imgH="486" progId="TCLayout.ActiveDocument.1">
                  <p:embed/>
                  <p:pic>
                    <p:nvPicPr>
                      <p:cNvPr id="18" name="think-cell data - do not delete" hidden="1">
                        <a:extLst>
                          <a:ext uri="{FF2B5EF4-FFF2-40B4-BE49-F238E27FC236}">
                            <a16:creationId xmlns:a16="http://schemas.microsoft.com/office/drawing/2014/main" id="{FAA76EB9-992F-8086-3D95-CF7ED8A9C2B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0" name="TextBox 69">
            <a:extLst>
              <a:ext uri="{FF2B5EF4-FFF2-40B4-BE49-F238E27FC236}">
                <a16:creationId xmlns:a16="http://schemas.microsoft.com/office/drawing/2014/main" id="{718A3C16-EE21-CF3B-BF5B-E878C9E71FB5}"/>
              </a:ext>
            </a:extLst>
          </p:cNvPr>
          <p:cNvSpPr txBox="1">
            <a:spLocks noGrp="1" noRot="1" noMove="1" noResize="1" noEditPoints="1" noAdjustHandles="1" noChangeArrowheads="1" noChangeShapeType="1"/>
          </p:cNvSpPr>
          <p:nvPr/>
        </p:nvSpPr>
        <p:spPr>
          <a:xfrm>
            <a:off x="234801" y="1100879"/>
            <a:ext cx="11825118" cy="326657"/>
          </a:xfrm>
          <a:prstGeom prst="rect">
            <a:avLst/>
          </a:prstGeom>
          <a:solidFill>
            <a:schemeClr val="bg1"/>
          </a:solidFill>
          <a:ln>
            <a:noFill/>
          </a:ln>
        </p:spPr>
        <p:txBody>
          <a:bodyPr wrap="square">
            <a:spAutoFit/>
          </a:bodyPr>
          <a:lstStyle/>
          <a:p>
            <a:pPr algn="ctr"/>
            <a:endParaRPr lang="en-US" sz="1200" b="1">
              <a:solidFill>
                <a:schemeClr val="tx1">
                  <a:lumMod val="50000"/>
                  <a:lumOff val="50000"/>
                </a:schemeClr>
              </a:solidFill>
              <a:latin typeface="+mj-lt"/>
            </a:endParaRPr>
          </a:p>
        </p:txBody>
      </p:sp>
      <p:sp>
        <p:nvSpPr>
          <p:cNvPr id="3" name="Title 2">
            <a:extLst>
              <a:ext uri="{FF2B5EF4-FFF2-40B4-BE49-F238E27FC236}">
                <a16:creationId xmlns:a16="http://schemas.microsoft.com/office/drawing/2014/main" id="{512FE622-FBEC-7C18-3B95-9D77CF790BB6}"/>
              </a:ext>
            </a:extLst>
          </p:cNvPr>
          <p:cNvSpPr>
            <a:spLocks noGrp="1"/>
          </p:cNvSpPr>
          <p:nvPr>
            <p:ph type="title"/>
          </p:nvPr>
        </p:nvSpPr>
        <p:spPr>
          <a:xfrm>
            <a:off x="358337" y="271427"/>
            <a:ext cx="11470125" cy="369332"/>
          </a:xfrm>
        </p:spPr>
        <p:txBody>
          <a:bodyPr vert="horz"/>
          <a:lstStyle/>
          <a:p>
            <a:r>
              <a:rPr lang="en-US" sz="2400"/>
              <a:t>Navigating the Gap Prioritization Section</a:t>
            </a:r>
          </a:p>
        </p:txBody>
      </p:sp>
      <p:sp>
        <p:nvSpPr>
          <p:cNvPr id="4" name="Footer Placeholder 3">
            <a:extLst>
              <a:ext uri="{FF2B5EF4-FFF2-40B4-BE49-F238E27FC236}">
                <a16:creationId xmlns:a16="http://schemas.microsoft.com/office/drawing/2014/main" id="{EB1ADB1E-889A-F3A1-C33C-892FC604A894}"/>
              </a:ext>
            </a:extLst>
          </p:cNvPr>
          <p:cNvSpPr>
            <a:spLocks noGrp="1"/>
          </p:cNvSpPr>
          <p:nvPr>
            <p:ph type="ftr" sz="quarter" idx="10"/>
          </p:nvPr>
        </p:nvSpPr>
        <p:spPr>
          <a:xfrm>
            <a:off x="358337" y="6227807"/>
            <a:ext cx="8409328" cy="365760"/>
          </a:xfrm>
        </p:spPr>
        <p:txBody>
          <a:bodyPr/>
          <a:lstStyle/>
          <a:p>
            <a:r>
              <a:rPr lang="en-US"/>
              <a:t>*Gap status determined based on materials audit, HEOR &amp; PRO publication plans, and post-hoc analysis trackers</a:t>
            </a:r>
          </a:p>
          <a:p>
            <a:r>
              <a:rPr lang="en-US"/>
              <a:t>Note: ADC: Antibody Drug Conjugate;</a:t>
            </a:r>
            <a:r>
              <a:rPr lang="en-US">
                <a:solidFill>
                  <a:srgbClr val="000000">
                    <a:lumMod val="65000"/>
                    <a:lumOff val="35000"/>
                  </a:srgbClr>
                </a:solidFill>
              </a:rPr>
              <a:t> </a:t>
            </a:r>
            <a:r>
              <a:rPr lang="en-US" err="1">
                <a:solidFill>
                  <a:srgbClr val="000000">
                    <a:lumMod val="65000"/>
                    <a:lumOff val="35000"/>
                  </a:srgbClr>
                </a:solidFill>
              </a:rPr>
              <a:t>CTx</a:t>
            </a:r>
            <a:r>
              <a:rPr lang="en-US">
                <a:solidFill>
                  <a:srgbClr val="000000">
                    <a:lumMod val="65000"/>
                    <a:lumOff val="35000"/>
                  </a:srgbClr>
                </a:solidFill>
              </a:rPr>
              <a:t>: Chemotherapy; ESCC: Esophageal Squamous Cell Carcinoma; GC/GEJ: Gastric Cancer / Gastroesophageal junction; IEGP: Integrated Evidence Generation Plan; IO: Immuno-Oncology; </a:t>
            </a:r>
            <a:r>
              <a:rPr lang="en-US" err="1">
                <a:solidFill>
                  <a:srgbClr val="000000">
                    <a:lumMod val="65000"/>
                    <a:lumOff val="35000"/>
                  </a:srgbClr>
                </a:solidFill>
              </a:rPr>
              <a:t>MoA</a:t>
            </a:r>
            <a:r>
              <a:rPr lang="en-US">
                <a:solidFill>
                  <a:srgbClr val="000000">
                    <a:lumMod val="65000"/>
                    <a:lumOff val="35000"/>
                  </a:srgbClr>
                </a:solidFill>
              </a:rPr>
              <a:t>: Mechanism of Action; NSCLC: Non-Small Cell Lung Cancer; KM: Kaplan-Meyer; SCLC: Small Cell Lung Cancer;</a:t>
            </a:r>
            <a:r>
              <a:rPr lang="en-US"/>
              <a:t> WS: Workshop</a:t>
            </a:r>
          </a:p>
        </p:txBody>
      </p:sp>
      <p:grpSp>
        <p:nvGrpSpPr>
          <p:cNvPr id="102" name="Group 101">
            <a:extLst>
              <a:ext uri="{FF2B5EF4-FFF2-40B4-BE49-F238E27FC236}">
                <a16:creationId xmlns:a16="http://schemas.microsoft.com/office/drawing/2014/main" id="{119B43EC-4D1D-E900-6176-0D49459D7091}"/>
              </a:ext>
            </a:extLst>
          </p:cNvPr>
          <p:cNvGrpSpPr/>
          <p:nvPr/>
        </p:nvGrpSpPr>
        <p:grpSpPr>
          <a:xfrm>
            <a:off x="5584307" y="806536"/>
            <a:ext cx="6454552" cy="582211"/>
            <a:chOff x="5034616" y="687287"/>
            <a:chExt cx="6454552" cy="582211"/>
          </a:xfrm>
        </p:grpSpPr>
        <p:grpSp>
          <p:nvGrpSpPr>
            <p:cNvPr id="103" name="Group 102">
              <a:extLst>
                <a:ext uri="{FF2B5EF4-FFF2-40B4-BE49-F238E27FC236}">
                  <a16:creationId xmlns:a16="http://schemas.microsoft.com/office/drawing/2014/main" id="{D4FB8D32-6748-9C41-93D3-82664A04F9E7}"/>
                </a:ext>
              </a:extLst>
            </p:cNvPr>
            <p:cNvGrpSpPr/>
            <p:nvPr/>
          </p:nvGrpSpPr>
          <p:grpSpPr>
            <a:xfrm>
              <a:off x="5034616" y="730889"/>
              <a:ext cx="4876763" cy="538609"/>
              <a:chOff x="7315237" y="702314"/>
              <a:chExt cx="4876763" cy="538609"/>
            </a:xfrm>
          </p:grpSpPr>
          <p:grpSp>
            <p:nvGrpSpPr>
              <p:cNvPr id="109" name="Group 108">
                <a:extLst>
                  <a:ext uri="{FF2B5EF4-FFF2-40B4-BE49-F238E27FC236}">
                    <a16:creationId xmlns:a16="http://schemas.microsoft.com/office/drawing/2014/main" id="{9B0C2754-4BD4-9256-E6B1-223F60F53625}"/>
                  </a:ext>
                </a:extLst>
              </p:cNvPr>
              <p:cNvGrpSpPr/>
              <p:nvPr/>
            </p:nvGrpSpPr>
            <p:grpSpPr>
              <a:xfrm>
                <a:off x="7636378" y="702314"/>
                <a:ext cx="4555622" cy="538609"/>
                <a:chOff x="8842110" y="702314"/>
                <a:chExt cx="4555622" cy="538609"/>
              </a:xfrm>
            </p:grpSpPr>
            <p:sp>
              <p:nvSpPr>
                <p:cNvPr id="111" name="TextBox 110">
                  <a:extLst>
                    <a:ext uri="{FF2B5EF4-FFF2-40B4-BE49-F238E27FC236}">
                      <a16:creationId xmlns:a16="http://schemas.microsoft.com/office/drawing/2014/main" id="{756D4616-2C26-31B1-89C1-FD7D8C6CA5B2}"/>
                    </a:ext>
                  </a:extLst>
                </p:cNvPr>
                <p:cNvSpPr txBox="1"/>
                <p:nvPr/>
              </p:nvSpPr>
              <p:spPr>
                <a:xfrm>
                  <a:off x="8842110" y="702314"/>
                  <a:ext cx="4555622"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Poppins"/>
                    <a:ea typeface="+mn-ea"/>
                    <a:cs typeface="+mn-cs"/>
                  </a:endParaRPr>
                </a:p>
                <a:p>
                  <a:pPr lvl="0">
                    <a:spcAft>
                      <a:spcPts val="100"/>
                    </a:spcAf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lang="en-US" sz="900">
                      <a:solidFill>
                        <a:srgbClr val="000000"/>
                      </a:solidFill>
                    </a:rPr>
                    <a:t>Gaps for which tactics were developed for during WS (May ‘25)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112" name="Graphic 111">
                  <a:extLst>
                    <a:ext uri="{FF2B5EF4-FFF2-40B4-BE49-F238E27FC236}">
                      <a16:creationId xmlns:a16="http://schemas.microsoft.com/office/drawing/2014/main" id="{163026AE-13A8-9C8B-DDF4-628576536BC4}"/>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9142249" y="950352"/>
                  <a:ext cx="216000" cy="216000"/>
                </a:xfrm>
                <a:prstGeom prst="rect">
                  <a:avLst/>
                </a:prstGeom>
              </p:spPr>
            </p:pic>
          </p:grpSp>
          <p:sp>
            <p:nvSpPr>
              <p:cNvPr id="110" name="TextBox 109">
                <a:extLst>
                  <a:ext uri="{FF2B5EF4-FFF2-40B4-BE49-F238E27FC236}">
                    <a16:creationId xmlns:a16="http://schemas.microsoft.com/office/drawing/2014/main" id="{36C51F8C-E1F7-06D6-36ED-EB88B4C62F60}"/>
                  </a:ext>
                </a:extLst>
              </p:cNvPr>
              <p:cNvSpPr txBox="1"/>
              <p:nvPr/>
            </p:nvSpPr>
            <p:spPr>
              <a:xfrm>
                <a:off x="7315237" y="917758"/>
                <a:ext cx="3033400"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nvGrpSpPr>
            <p:cNvPr id="104" name="Group 103">
              <a:extLst>
                <a:ext uri="{FF2B5EF4-FFF2-40B4-BE49-F238E27FC236}">
                  <a16:creationId xmlns:a16="http://schemas.microsoft.com/office/drawing/2014/main" id="{C1441722-0059-24BB-DA68-B5C20FCF8670}"/>
                </a:ext>
              </a:extLst>
            </p:cNvPr>
            <p:cNvGrpSpPr/>
            <p:nvPr/>
          </p:nvGrpSpPr>
          <p:grpSpPr>
            <a:xfrm>
              <a:off x="5034617" y="687287"/>
              <a:ext cx="6454551" cy="323165"/>
              <a:chOff x="9702263" y="10164"/>
              <a:chExt cx="6636476" cy="323165"/>
            </a:xfrm>
          </p:grpSpPr>
          <p:sp>
            <p:nvSpPr>
              <p:cNvPr id="105" name="TextBox 104">
                <a:extLst>
                  <a:ext uri="{FF2B5EF4-FFF2-40B4-BE49-F238E27FC236}">
                    <a16:creationId xmlns:a16="http://schemas.microsoft.com/office/drawing/2014/main" id="{D5652C3B-CB1D-8D25-7264-7670D513D9E3}"/>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06" name="Rectangle 105">
                <a:extLst>
                  <a:ext uri="{FF2B5EF4-FFF2-40B4-BE49-F238E27FC236}">
                    <a16:creationId xmlns:a16="http://schemas.microsoft.com/office/drawing/2014/main" id="{8FACEFC4-2605-C566-E3E7-6F57689E60A6}"/>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07" name="Rectangle 106">
                <a:extLst>
                  <a:ext uri="{FF2B5EF4-FFF2-40B4-BE49-F238E27FC236}">
                    <a16:creationId xmlns:a16="http://schemas.microsoft.com/office/drawing/2014/main" id="{05F1C433-62ED-D6B7-214A-4F02B926FDD1}"/>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08" name="Rectangle 107">
                <a:extLst>
                  <a:ext uri="{FF2B5EF4-FFF2-40B4-BE49-F238E27FC236}">
                    <a16:creationId xmlns:a16="http://schemas.microsoft.com/office/drawing/2014/main" id="{4E44646F-E824-F3F2-C725-0A6AB0C73CBF}"/>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grpSp>
        <p:nvGrpSpPr>
          <p:cNvPr id="2" name="Group 1">
            <a:extLst>
              <a:ext uri="{FF2B5EF4-FFF2-40B4-BE49-F238E27FC236}">
                <a16:creationId xmlns:a16="http://schemas.microsoft.com/office/drawing/2014/main" id="{DAC54C6E-251F-8636-A771-E0CBDFBB8BEE}"/>
              </a:ext>
            </a:extLst>
          </p:cNvPr>
          <p:cNvGrpSpPr/>
          <p:nvPr/>
        </p:nvGrpSpPr>
        <p:grpSpPr>
          <a:xfrm>
            <a:off x="-9525" y="-11837"/>
            <a:ext cx="12185286" cy="180000"/>
            <a:chOff x="-9525" y="-11837"/>
            <a:chExt cx="12185286" cy="180000"/>
          </a:xfrm>
        </p:grpSpPr>
        <p:sp>
          <p:nvSpPr>
            <p:cNvPr id="5" name="Rectangle 4">
              <a:extLst>
                <a:ext uri="{FF2B5EF4-FFF2-40B4-BE49-F238E27FC236}">
                  <a16:creationId xmlns:a16="http://schemas.microsoft.com/office/drawing/2014/main" id="{094EFDC9-3EAF-9DEE-8946-E71A6B96C908}"/>
                </a:ext>
              </a:extLst>
            </p:cNvPr>
            <p:cNvSpPr/>
            <p:nvPr/>
          </p:nvSpPr>
          <p:spPr>
            <a:xfrm>
              <a:off x="-9525" y="-11837"/>
              <a:ext cx="1404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IEGP Introduction</a:t>
              </a:r>
            </a:p>
          </p:txBody>
        </p:sp>
        <p:sp>
          <p:nvSpPr>
            <p:cNvPr id="6" name="Arrow: Pentagon 5">
              <a:extLst>
                <a:ext uri="{FF2B5EF4-FFF2-40B4-BE49-F238E27FC236}">
                  <a16:creationId xmlns:a16="http://schemas.microsoft.com/office/drawing/2014/main" id="{836936C9-E2F5-DF19-204A-E539079801EC}"/>
                </a:ext>
              </a:extLst>
            </p:cNvPr>
            <p:cNvSpPr/>
            <p:nvPr/>
          </p:nvSpPr>
          <p:spPr>
            <a:xfrm>
              <a:off x="1394475" y="-11837"/>
              <a:ext cx="2592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Objectives, Methodology &amp; Strategy</a:t>
              </a:r>
            </a:p>
          </p:txBody>
        </p:sp>
        <p:sp>
          <p:nvSpPr>
            <p:cNvPr id="7" name="Arrow: Chevron 6">
              <a:extLst>
                <a:ext uri="{FF2B5EF4-FFF2-40B4-BE49-F238E27FC236}">
                  <a16:creationId xmlns:a16="http://schemas.microsoft.com/office/drawing/2014/main" id="{0A7A4C86-C66A-1FB4-F249-6A55F06788D1}"/>
                </a:ext>
              </a:extLst>
            </p:cNvPr>
            <p:cNvSpPr/>
            <p:nvPr/>
          </p:nvSpPr>
          <p:spPr>
            <a:xfrm>
              <a:off x="3927797" y="-11837"/>
              <a:ext cx="172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Key Launch Milestones</a:t>
              </a:r>
            </a:p>
          </p:txBody>
        </p:sp>
        <p:sp>
          <p:nvSpPr>
            <p:cNvPr id="8" name="Arrow: Chevron 7">
              <a:extLst>
                <a:ext uri="{FF2B5EF4-FFF2-40B4-BE49-F238E27FC236}">
                  <a16:creationId xmlns:a16="http://schemas.microsoft.com/office/drawing/2014/main" id="{87B475CA-9A50-BC59-8B06-CC6FF61EAE6A}"/>
                </a:ext>
              </a:extLst>
            </p:cNvPr>
            <p:cNvSpPr/>
            <p:nvPr/>
          </p:nvSpPr>
          <p:spPr>
            <a:xfrm>
              <a:off x="5597118" y="-11837"/>
              <a:ext cx="1404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Structure &amp; Flow</a:t>
              </a:r>
            </a:p>
          </p:txBody>
        </p:sp>
        <p:sp>
          <p:nvSpPr>
            <p:cNvPr id="9" name="Arrow: Chevron 8">
              <a:extLst>
                <a:ext uri="{FF2B5EF4-FFF2-40B4-BE49-F238E27FC236}">
                  <a16:creationId xmlns:a16="http://schemas.microsoft.com/office/drawing/2014/main" id="{575CD48F-EDF2-D89E-94F3-8284B52F68A2}"/>
                </a:ext>
              </a:extLst>
            </p:cNvPr>
            <p:cNvSpPr/>
            <p:nvPr/>
          </p:nvSpPr>
          <p:spPr>
            <a:xfrm>
              <a:off x="6942439" y="-11837"/>
              <a:ext cx="2808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Approach to Evidence Gap Prioritization</a:t>
              </a:r>
            </a:p>
          </p:txBody>
        </p:sp>
        <p:sp>
          <p:nvSpPr>
            <p:cNvPr id="10" name="Arrow: Chevron 9">
              <a:extLst>
                <a:ext uri="{FF2B5EF4-FFF2-40B4-BE49-F238E27FC236}">
                  <a16:creationId xmlns:a16="http://schemas.microsoft.com/office/drawing/2014/main" id="{8C203D21-4B89-F4F9-3063-C5050BAB7658}"/>
                </a:ext>
              </a:extLst>
            </p:cNvPr>
            <p:cNvSpPr/>
            <p:nvPr/>
          </p:nvSpPr>
          <p:spPr>
            <a:xfrm>
              <a:off x="9691761" y="-11837"/>
              <a:ext cx="2484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chemeClr val="bg1"/>
                  </a:solidFill>
                </a:rPr>
                <a:t>Navigation through Evidence Gaps</a:t>
              </a:r>
            </a:p>
          </p:txBody>
        </p:sp>
      </p:grpSp>
      <p:sp>
        <p:nvSpPr>
          <p:cNvPr id="124" name="TextBox 123">
            <a:extLst>
              <a:ext uri="{FF2B5EF4-FFF2-40B4-BE49-F238E27FC236}">
                <a16:creationId xmlns:a16="http://schemas.microsoft.com/office/drawing/2014/main" id="{7A3F8ABC-9F85-373E-44AA-22F2E46BB9ED}"/>
              </a:ext>
            </a:extLst>
          </p:cNvPr>
          <p:cNvSpPr txBox="1">
            <a:spLocks/>
          </p:cNvSpPr>
          <p:nvPr/>
        </p:nvSpPr>
        <p:spPr>
          <a:xfrm>
            <a:off x="114161" y="1410335"/>
            <a:ext cx="11924697" cy="4677948"/>
          </a:xfrm>
          <a:prstGeom prst="rect">
            <a:avLst/>
          </a:prstGeom>
          <a:noFill/>
          <a:ln>
            <a:solidFill>
              <a:schemeClr val="tx1"/>
            </a:solidFill>
          </a:ln>
        </p:spPr>
        <p:txBody>
          <a:bodyPr wrap="square">
            <a:noAutofit/>
          </a:bodyPr>
          <a:lstStyle/>
          <a:p>
            <a:pPr algn="ctr"/>
            <a:endParaRPr lang="en-US" sz="1100" b="1">
              <a:solidFill>
                <a:schemeClr val="tx1">
                  <a:lumMod val="50000"/>
                  <a:lumOff val="50000"/>
                </a:schemeClr>
              </a:solidFill>
              <a:latin typeface="+mj-lt"/>
            </a:endParaRPr>
          </a:p>
        </p:txBody>
      </p:sp>
      <p:pic>
        <p:nvPicPr>
          <p:cNvPr id="15" name="Picture 14">
            <a:extLst>
              <a:ext uri="{FF2B5EF4-FFF2-40B4-BE49-F238E27FC236}">
                <a16:creationId xmlns:a16="http://schemas.microsoft.com/office/drawing/2014/main" id="{533F439F-CF6F-72CC-EAAE-D3A79CC334EE}"/>
              </a:ext>
            </a:extLst>
          </p:cNvPr>
          <p:cNvPicPr>
            <a:picLocks noChangeAspect="1"/>
          </p:cNvPicPr>
          <p:nvPr/>
        </p:nvPicPr>
        <p:blipFill>
          <a:blip r:embed="rId9"/>
          <a:srcRect b="12573"/>
          <a:stretch>
            <a:fillRect/>
          </a:stretch>
        </p:blipFill>
        <p:spPr>
          <a:xfrm>
            <a:off x="1962020" y="2312700"/>
            <a:ext cx="8060521" cy="3074115"/>
          </a:xfrm>
          <a:prstGeom prst="rect">
            <a:avLst/>
          </a:prstGeom>
        </p:spPr>
      </p:pic>
      <p:sp>
        <p:nvSpPr>
          <p:cNvPr id="29" name="TextBox 28">
            <a:extLst>
              <a:ext uri="{FF2B5EF4-FFF2-40B4-BE49-F238E27FC236}">
                <a16:creationId xmlns:a16="http://schemas.microsoft.com/office/drawing/2014/main" id="{A4B5AE54-E378-EBC0-5648-351EE769B0A7}"/>
              </a:ext>
            </a:extLst>
          </p:cNvPr>
          <p:cNvSpPr txBox="1"/>
          <p:nvPr/>
        </p:nvSpPr>
        <p:spPr>
          <a:xfrm>
            <a:off x="3623185" y="1457330"/>
            <a:ext cx="2707530" cy="830997"/>
          </a:xfrm>
          <a:prstGeom prst="rect">
            <a:avLst/>
          </a:prstGeom>
          <a:noFill/>
          <a:ln>
            <a:solidFill>
              <a:schemeClr val="tx1"/>
            </a:solidFill>
          </a:ln>
        </p:spPr>
        <p:txBody>
          <a:bodyPr wrap="square" anchor="ctr">
            <a:spAutoFit/>
          </a:bodyPr>
          <a:lstStyle/>
          <a:p>
            <a:pPr algn="ctr"/>
            <a:r>
              <a:rPr lang="en-US" sz="1150">
                <a:effectLst/>
                <a:latin typeface="+mj-lt"/>
              </a:rPr>
              <a:t>Gap priority based on strategic impact and urgency to generate evidence is determined as </a:t>
            </a:r>
            <a:r>
              <a:rPr lang="en-US" sz="1150" b="1">
                <a:solidFill>
                  <a:srgbClr val="00B050"/>
                </a:solidFill>
                <a:latin typeface="+mj-lt"/>
              </a:rPr>
              <a:t>H</a:t>
            </a:r>
            <a:r>
              <a:rPr lang="en-US" sz="1150" b="1">
                <a:solidFill>
                  <a:srgbClr val="00B050"/>
                </a:solidFill>
                <a:effectLst/>
                <a:latin typeface="+mj-lt"/>
              </a:rPr>
              <a:t>igh</a:t>
            </a:r>
            <a:r>
              <a:rPr lang="en-US" sz="1150">
                <a:effectLst/>
                <a:latin typeface="+mj-lt"/>
              </a:rPr>
              <a:t>, </a:t>
            </a:r>
            <a:r>
              <a:rPr lang="en-US" sz="1150" b="1">
                <a:solidFill>
                  <a:schemeClr val="accent6">
                    <a:lumMod val="50000"/>
                  </a:schemeClr>
                </a:solidFill>
                <a:latin typeface="+mj-lt"/>
              </a:rPr>
              <a:t>M</a:t>
            </a:r>
            <a:r>
              <a:rPr lang="en-US" sz="1150" b="1">
                <a:solidFill>
                  <a:schemeClr val="accent6">
                    <a:lumMod val="50000"/>
                  </a:schemeClr>
                </a:solidFill>
                <a:effectLst/>
                <a:latin typeface="+mj-lt"/>
              </a:rPr>
              <a:t>edium</a:t>
            </a:r>
            <a:r>
              <a:rPr lang="en-US" sz="1150">
                <a:effectLst/>
                <a:latin typeface="+mj-lt"/>
              </a:rPr>
              <a:t> or </a:t>
            </a:r>
            <a:r>
              <a:rPr lang="en-US" sz="1150" b="1">
                <a:solidFill>
                  <a:schemeClr val="tx1">
                    <a:lumMod val="50000"/>
                    <a:lumOff val="50000"/>
                  </a:schemeClr>
                </a:solidFill>
                <a:latin typeface="+mj-lt"/>
              </a:rPr>
              <a:t>L</a:t>
            </a:r>
            <a:r>
              <a:rPr lang="en-US" sz="1150" b="1">
                <a:solidFill>
                  <a:schemeClr val="tx1">
                    <a:lumMod val="50000"/>
                    <a:lumOff val="50000"/>
                  </a:schemeClr>
                </a:solidFill>
                <a:effectLst/>
                <a:latin typeface="+mj-lt"/>
              </a:rPr>
              <a:t>ow</a:t>
            </a:r>
            <a:endParaRPr lang="en-US" sz="1150" b="1">
              <a:solidFill>
                <a:schemeClr val="tx1">
                  <a:lumMod val="50000"/>
                  <a:lumOff val="50000"/>
                </a:schemeClr>
              </a:solidFill>
              <a:latin typeface="+mj-lt"/>
            </a:endParaRPr>
          </a:p>
        </p:txBody>
      </p:sp>
      <p:cxnSp>
        <p:nvCxnSpPr>
          <p:cNvPr id="37" name="Straight Arrow Connector 36">
            <a:extLst>
              <a:ext uri="{FF2B5EF4-FFF2-40B4-BE49-F238E27FC236}">
                <a16:creationId xmlns:a16="http://schemas.microsoft.com/office/drawing/2014/main" id="{DF4331D4-9EA3-EF41-6617-211343579650}"/>
              </a:ext>
            </a:extLst>
          </p:cNvPr>
          <p:cNvCxnSpPr>
            <a:cxnSpLocks/>
            <a:stCxn id="41" idx="0"/>
          </p:cNvCxnSpPr>
          <p:nvPr/>
        </p:nvCxnSpPr>
        <p:spPr>
          <a:xfrm flipV="1">
            <a:off x="2105146" y="5341510"/>
            <a:ext cx="188942" cy="1856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22075B80-9325-3356-CF6A-EC55932BA2A2}"/>
              </a:ext>
            </a:extLst>
          </p:cNvPr>
          <p:cNvSpPr txBox="1"/>
          <p:nvPr/>
        </p:nvSpPr>
        <p:spPr>
          <a:xfrm>
            <a:off x="1040970" y="5527132"/>
            <a:ext cx="2128352" cy="461665"/>
          </a:xfrm>
          <a:prstGeom prst="rect">
            <a:avLst/>
          </a:prstGeom>
          <a:noFill/>
          <a:ln>
            <a:solidFill>
              <a:schemeClr val="tx1"/>
            </a:solidFill>
          </a:ln>
        </p:spPr>
        <p:txBody>
          <a:bodyPr wrap="square">
            <a:spAutoFit/>
          </a:bodyPr>
          <a:lstStyle/>
          <a:p>
            <a:pPr algn="ctr"/>
            <a:r>
              <a:rPr lang="en-US" sz="1150">
                <a:effectLst/>
                <a:latin typeface="+mj-lt"/>
              </a:rPr>
              <a:t>Source regions / markets citing evidence need</a:t>
            </a:r>
            <a:endParaRPr lang="en-US" sz="1150">
              <a:latin typeface="+mj-lt"/>
            </a:endParaRPr>
          </a:p>
        </p:txBody>
      </p:sp>
      <p:cxnSp>
        <p:nvCxnSpPr>
          <p:cNvPr id="50" name="Straight Arrow Connector 49">
            <a:extLst>
              <a:ext uri="{FF2B5EF4-FFF2-40B4-BE49-F238E27FC236}">
                <a16:creationId xmlns:a16="http://schemas.microsoft.com/office/drawing/2014/main" id="{5520F48C-313F-EB62-9A51-C45401B1CF2C}"/>
              </a:ext>
            </a:extLst>
          </p:cNvPr>
          <p:cNvCxnSpPr>
            <a:cxnSpLocks/>
            <a:stCxn id="29" idx="2"/>
          </p:cNvCxnSpPr>
          <p:nvPr/>
        </p:nvCxnSpPr>
        <p:spPr>
          <a:xfrm flipH="1">
            <a:off x="4495800" y="2273911"/>
            <a:ext cx="481150" cy="36892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BEC7357E-BC94-231C-0FD3-B3821E459F01}"/>
              </a:ext>
            </a:extLst>
          </p:cNvPr>
          <p:cNvSpPr txBox="1"/>
          <p:nvPr/>
        </p:nvSpPr>
        <p:spPr>
          <a:xfrm>
            <a:off x="221366" y="2742016"/>
            <a:ext cx="1429364" cy="1938738"/>
          </a:xfrm>
          <a:prstGeom prst="rect">
            <a:avLst/>
          </a:prstGeom>
          <a:noFill/>
          <a:ln>
            <a:solidFill>
              <a:schemeClr val="tx1"/>
            </a:solidFill>
          </a:ln>
        </p:spPr>
        <p:txBody>
          <a:bodyPr wrap="square">
            <a:noAutofit/>
          </a:bodyPr>
          <a:lstStyle/>
          <a:p>
            <a:pPr algn="ctr"/>
            <a:r>
              <a:rPr lang="en-US" sz="1150">
                <a:effectLst/>
                <a:latin typeface="+mj-lt"/>
              </a:rPr>
              <a:t>Indication of high and medium priority gaps for which tactics were developed at the cross- functional IEGP workshop in May 2025</a:t>
            </a:r>
            <a:endParaRPr lang="en-US" sz="1150">
              <a:latin typeface="+mj-lt"/>
            </a:endParaRPr>
          </a:p>
        </p:txBody>
      </p:sp>
      <p:cxnSp>
        <p:nvCxnSpPr>
          <p:cNvPr id="54" name="Straight Arrow Connector 53">
            <a:extLst>
              <a:ext uri="{FF2B5EF4-FFF2-40B4-BE49-F238E27FC236}">
                <a16:creationId xmlns:a16="http://schemas.microsoft.com/office/drawing/2014/main" id="{68D75A86-7D04-4E79-33A4-106CDD0E1698}"/>
              </a:ext>
            </a:extLst>
          </p:cNvPr>
          <p:cNvCxnSpPr>
            <a:cxnSpLocks/>
            <a:stCxn id="53" idx="3"/>
          </p:cNvCxnSpPr>
          <p:nvPr/>
        </p:nvCxnSpPr>
        <p:spPr>
          <a:xfrm>
            <a:off x="1650730" y="3711385"/>
            <a:ext cx="290229" cy="4168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9ACA9BB-EF28-8254-5FEE-85D13865C9FE}"/>
              </a:ext>
            </a:extLst>
          </p:cNvPr>
          <p:cNvSpPr txBox="1"/>
          <p:nvPr/>
        </p:nvSpPr>
        <p:spPr>
          <a:xfrm>
            <a:off x="2157409" y="1635030"/>
            <a:ext cx="1248065" cy="276999"/>
          </a:xfrm>
          <a:prstGeom prst="rect">
            <a:avLst/>
          </a:prstGeom>
          <a:noFill/>
          <a:ln>
            <a:solidFill>
              <a:schemeClr val="tx1"/>
            </a:solidFill>
          </a:ln>
        </p:spPr>
        <p:txBody>
          <a:bodyPr wrap="square">
            <a:spAutoFit/>
          </a:bodyPr>
          <a:lstStyle/>
          <a:p>
            <a:pPr algn="ctr"/>
            <a:r>
              <a:rPr lang="en-US" sz="1150">
                <a:effectLst/>
                <a:latin typeface="+mj-lt"/>
              </a:rPr>
              <a:t>Evidence Gap</a:t>
            </a:r>
            <a:endParaRPr lang="en-US" sz="1150" b="1">
              <a:solidFill>
                <a:schemeClr val="tx1">
                  <a:lumMod val="50000"/>
                  <a:lumOff val="50000"/>
                </a:schemeClr>
              </a:solidFill>
              <a:latin typeface="+mj-lt"/>
            </a:endParaRPr>
          </a:p>
        </p:txBody>
      </p:sp>
      <p:cxnSp>
        <p:nvCxnSpPr>
          <p:cNvPr id="60" name="Straight Arrow Connector 59">
            <a:extLst>
              <a:ext uri="{FF2B5EF4-FFF2-40B4-BE49-F238E27FC236}">
                <a16:creationId xmlns:a16="http://schemas.microsoft.com/office/drawing/2014/main" id="{0FC13383-0F8B-153E-E1AD-B2F96BFD6A6F}"/>
              </a:ext>
            </a:extLst>
          </p:cNvPr>
          <p:cNvCxnSpPr>
            <a:cxnSpLocks/>
            <a:stCxn id="59" idx="2"/>
          </p:cNvCxnSpPr>
          <p:nvPr/>
        </p:nvCxnSpPr>
        <p:spPr>
          <a:xfrm>
            <a:off x="2781442" y="1912029"/>
            <a:ext cx="387880" cy="83098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2426FC15-2A8E-5B5B-C733-458C6E60A0F2}"/>
              </a:ext>
            </a:extLst>
          </p:cNvPr>
          <p:cNvSpPr txBox="1"/>
          <p:nvPr/>
        </p:nvSpPr>
        <p:spPr>
          <a:xfrm>
            <a:off x="10114310" y="2649330"/>
            <a:ext cx="1839923" cy="1621488"/>
          </a:xfrm>
          <a:prstGeom prst="rect">
            <a:avLst/>
          </a:prstGeom>
          <a:noFill/>
          <a:ln>
            <a:solidFill>
              <a:schemeClr val="tx1"/>
            </a:solidFill>
          </a:ln>
        </p:spPr>
        <p:txBody>
          <a:bodyPr wrap="square" anchor="ctr">
            <a:noAutofit/>
          </a:bodyPr>
          <a:lstStyle/>
          <a:p>
            <a:pPr algn="ctr"/>
            <a:r>
              <a:rPr lang="en-US" sz="1150">
                <a:effectLst/>
                <a:latin typeface="+mj-lt"/>
              </a:rPr>
              <a:t>Progress towards addressing gap based on existing / planned tactics* as either </a:t>
            </a:r>
            <a:r>
              <a:rPr lang="en-US" sz="1150" b="1">
                <a:effectLst/>
                <a:latin typeface="+mj-lt"/>
              </a:rPr>
              <a:t>At close / near close, </a:t>
            </a:r>
            <a:r>
              <a:rPr lang="en-US" sz="1150" b="1">
                <a:latin typeface="+mj-lt"/>
              </a:rPr>
              <a:t>Not Addressed </a:t>
            </a:r>
            <a:r>
              <a:rPr lang="en-US" sz="1150">
                <a:effectLst/>
                <a:latin typeface="+mj-lt"/>
              </a:rPr>
              <a:t>or </a:t>
            </a:r>
            <a:r>
              <a:rPr lang="en-US" sz="1150" b="1">
                <a:latin typeface="+mj-lt"/>
              </a:rPr>
              <a:t>D</a:t>
            </a:r>
            <a:r>
              <a:rPr lang="en-US" sz="1150" b="1">
                <a:effectLst/>
                <a:latin typeface="+mj-lt"/>
              </a:rPr>
              <a:t>eprioritized</a:t>
            </a:r>
            <a:endParaRPr lang="en-US" sz="1150" b="1">
              <a:solidFill>
                <a:schemeClr val="tx1">
                  <a:lumMod val="50000"/>
                  <a:lumOff val="50000"/>
                </a:schemeClr>
              </a:solidFill>
              <a:latin typeface="+mj-lt"/>
            </a:endParaRPr>
          </a:p>
        </p:txBody>
      </p:sp>
      <p:cxnSp>
        <p:nvCxnSpPr>
          <p:cNvPr id="72" name="Straight Arrow Connector 71">
            <a:extLst>
              <a:ext uri="{FF2B5EF4-FFF2-40B4-BE49-F238E27FC236}">
                <a16:creationId xmlns:a16="http://schemas.microsoft.com/office/drawing/2014/main" id="{D31E9A54-6DEE-F758-F489-E453D1EAAE14}"/>
              </a:ext>
            </a:extLst>
          </p:cNvPr>
          <p:cNvCxnSpPr>
            <a:cxnSpLocks/>
            <a:stCxn id="65" idx="1"/>
          </p:cNvCxnSpPr>
          <p:nvPr/>
        </p:nvCxnSpPr>
        <p:spPr>
          <a:xfrm flipH="1">
            <a:off x="9750439" y="3460074"/>
            <a:ext cx="363871" cy="172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0B755FB2-9E25-2CFB-95D6-B02703AA3D91}"/>
              </a:ext>
            </a:extLst>
          </p:cNvPr>
          <p:cNvSpPr txBox="1"/>
          <p:nvPr/>
        </p:nvSpPr>
        <p:spPr>
          <a:xfrm>
            <a:off x="3279596" y="5527132"/>
            <a:ext cx="2128352" cy="461665"/>
          </a:xfrm>
          <a:prstGeom prst="rect">
            <a:avLst/>
          </a:prstGeom>
          <a:noFill/>
          <a:ln>
            <a:solidFill>
              <a:schemeClr val="tx1"/>
            </a:solidFill>
          </a:ln>
        </p:spPr>
        <p:txBody>
          <a:bodyPr wrap="square">
            <a:spAutoFit/>
          </a:bodyPr>
          <a:lstStyle/>
          <a:p>
            <a:pPr algn="ctr"/>
            <a:r>
              <a:rPr lang="en-US" sz="1150">
                <a:effectLst/>
                <a:latin typeface="+mj-lt"/>
              </a:rPr>
              <a:t>Strategic imperative(s) related to evidence gap</a:t>
            </a:r>
            <a:endParaRPr lang="en-US" sz="1150" b="1">
              <a:solidFill>
                <a:schemeClr val="tx1">
                  <a:lumMod val="50000"/>
                  <a:lumOff val="50000"/>
                </a:schemeClr>
              </a:solidFill>
              <a:latin typeface="+mj-lt"/>
            </a:endParaRPr>
          </a:p>
        </p:txBody>
      </p:sp>
      <p:sp>
        <p:nvSpPr>
          <p:cNvPr id="94" name="TextBox 93">
            <a:extLst>
              <a:ext uri="{FF2B5EF4-FFF2-40B4-BE49-F238E27FC236}">
                <a16:creationId xmlns:a16="http://schemas.microsoft.com/office/drawing/2014/main" id="{A4C1B658-FDB0-CFAD-2001-042D5549281A}"/>
              </a:ext>
            </a:extLst>
          </p:cNvPr>
          <p:cNvSpPr txBox="1"/>
          <p:nvPr/>
        </p:nvSpPr>
        <p:spPr>
          <a:xfrm>
            <a:off x="7287843" y="1473518"/>
            <a:ext cx="2366683" cy="800219"/>
          </a:xfrm>
          <a:prstGeom prst="rect">
            <a:avLst/>
          </a:prstGeom>
          <a:noFill/>
          <a:ln>
            <a:solidFill>
              <a:schemeClr val="tx1"/>
            </a:solidFill>
          </a:ln>
        </p:spPr>
        <p:txBody>
          <a:bodyPr wrap="square">
            <a:spAutoFit/>
          </a:bodyPr>
          <a:lstStyle/>
          <a:p>
            <a:pPr algn="ctr"/>
            <a:r>
              <a:rPr lang="en-US" sz="1150">
                <a:effectLst/>
                <a:latin typeface="+mj-lt"/>
              </a:rPr>
              <a:t>Strategic rationale for evidence gap prioritization, relating to tislelizumab medical strategy priorities</a:t>
            </a:r>
            <a:endParaRPr lang="en-US" sz="1150" b="1">
              <a:solidFill>
                <a:schemeClr val="tx1">
                  <a:lumMod val="50000"/>
                  <a:lumOff val="50000"/>
                </a:schemeClr>
              </a:solidFill>
              <a:latin typeface="+mj-lt"/>
            </a:endParaRPr>
          </a:p>
        </p:txBody>
      </p:sp>
      <p:cxnSp>
        <p:nvCxnSpPr>
          <p:cNvPr id="95" name="Straight Arrow Connector 94">
            <a:extLst>
              <a:ext uri="{FF2B5EF4-FFF2-40B4-BE49-F238E27FC236}">
                <a16:creationId xmlns:a16="http://schemas.microsoft.com/office/drawing/2014/main" id="{6457CE35-344D-785D-C87A-03E36B58F2EF}"/>
              </a:ext>
            </a:extLst>
          </p:cNvPr>
          <p:cNvCxnSpPr>
            <a:cxnSpLocks/>
            <a:stCxn id="94" idx="2"/>
          </p:cNvCxnSpPr>
          <p:nvPr/>
        </p:nvCxnSpPr>
        <p:spPr>
          <a:xfrm flipH="1">
            <a:off x="8311404" y="2273737"/>
            <a:ext cx="159781" cy="46827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29294E4C-7351-9766-1668-F4FAB94C1302}"/>
              </a:ext>
            </a:extLst>
          </p:cNvPr>
          <p:cNvSpPr txBox="1"/>
          <p:nvPr/>
        </p:nvSpPr>
        <p:spPr>
          <a:xfrm>
            <a:off x="221366" y="1549102"/>
            <a:ext cx="1231275" cy="276999"/>
          </a:xfrm>
          <a:prstGeom prst="rect">
            <a:avLst/>
          </a:prstGeom>
          <a:noFill/>
          <a:ln>
            <a:noFill/>
          </a:ln>
        </p:spPr>
        <p:txBody>
          <a:bodyPr wrap="square">
            <a:spAutoFit/>
          </a:bodyPr>
          <a:lstStyle/>
          <a:p>
            <a:pPr algn="ctr"/>
            <a:r>
              <a:rPr lang="en-US" sz="1200" b="1" i="1" u="sng">
                <a:effectLst/>
                <a:latin typeface="+mj-lt"/>
              </a:rPr>
              <a:t>ILLUSTRATIVE</a:t>
            </a:r>
            <a:endParaRPr lang="en-US" sz="1200" b="1" i="1" u="sng">
              <a:solidFill>
                <a:schemeClr val="tx1">
                  <a:lumMod val="50000"/>
                  <a:lumOff val="50000"/>
                </a:schemeClr>
              </a:solidFill>
              <a:latin typeface="+mj-lt"/>
            </a:endParaRPr>
          </a:p>
        </p:txBody>
      </p:sp>
      <p:cxnSp>
        <p:nvCxnSpPr>
          <p:cNvPr id="100" name="Straight Arrow Connector 99">
            <a:extLst>
              <a:ext uri="{FF2B5EF4-FFF2-40B4-BE49-F238E27FC236}">
                <a16:creationId xmlns:a16="http://schemas.microsoft.com/office/drawing/2014/main" id="{8E54204F-A116-82F9-0AE2-1B9F066179ED}"/>
              </a:ext>
            </a:extLst>
          </p:cNvPr>
          <p:cNvCxnSpPr>
            <a:cxnSpLocks/>
          </p:cNvCxnSpPr>
          <p:nvPr/>
        </p:nvCxnSpPr>
        <p:spPr>
          <a:xfrm flipV="1">
            <a:off x="4545886" y="5299707"/>
            <a:ext cx="367944" cy="226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1FD1CB5B-1383-68FA-4C94-F09B5C3A70CC}"/>
              </a:ext>
            </a:extLst>
          </p:cNvPr>
          <p:cNvSpPr txBox="1"/>
          <p:nvPr/>
        </p:nvSpPr>
        <p:spPr>
          <a:xfrm>
            <a:off x="5492348" y="5532797"/>
            <a:ext cx="2082828" cy="456000"/>
          </a:xfrm>
          <a:prstGeom prst="rect">
            <a:avLst/>
          </a:prstGeom>
          <a:noFill/>
          <a:ln>
            <a:solidFill>
              <a:schemeClr val="tx1"/>
            </a:solidFill>
          </a:ln>
        </p:spPr>
        <p:txBody>
          <a:bodyPr wrap="square">
            <a:noAutofit/>
          </a:bodyPr>
          <a:lstStyle/>
          <a:p>
            <a:pPr algn="ctr"/>
            <a:r>
              <a:rPr lang="en-US" sz="1150">
                <a:effectLst/>
                <a:latin typeface="+mj-lt"/>
              </a:rPr>
              <a:t>Medical objectives related to evidence gap</a:t>
            </a:r>
            <a:endParaRPr lang="en-US" sz="1150" b="1">
              <a:solidFill>
                <a:schemeClr val="tx1">
                  <a:lumMod val="50000"/>
                  <a:lumOff val="50000"/>
                </a:schemeClr>
              </a:solidFill>
              <a:latin typeface="+mj-lt"/>
            </a:endParaRPr>
          </a:p>
        </p:txBody>
      </p:sp>
      <p:cxnSp>
        <p:nvCxnSpPr>
          <p:cNvPr id="61" name="Straight Arrow Connector 60">
            <a:extLst>
              <a:ext uri="{FF2B5EF4-FFF2-40B4-BE49-F238E27FC236}">
                <a16:creationId xmlns:a16="http://schemas.microsoft.com/office/drawing/2014/main" id="{9ACCD1AA-EF30-99F6-56D7-3DC45F1335B4}"/>
              </a:ext>
            </a:extLst>
          </p:cNvPr>
          <p:cNvCxnSpPr>
            <a:cxnSpLocks/>
          </p:cNvCxnSpPr>
          <p:nvPr/>
        </p:nvCxnSpPr>
        <p:spPr>
          <a:xfrm flipH="1" flipV="1">
            <a:off x="5295913" y="5341510"/>
            <a:ext cx="367944" cy="1848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585956"/>
      </p:ext>
    </p:extLst>
  </p:cSld>
  <p:clrMapOvr>
    <a:masterClrMapping/>
  </p:clrMapOvr>
  <p:extLst>
    <p:ext uri="{6950BFC3-D8DA-4A85-94F7-54DA5524770B}">
      <p188:commentRel xmlns:p188="http://schemas.microsoft.com/office/powerpoint/2018/8/main" r:id="rId4"/>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9E7F3-2027-A067-97A8-606545BF104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7408E6B-FA01-A925-9646-0D8DE9D9E3AE}"/>
              </a:ext>
            </a:extLst>
          </p:cNvPr>
          <p:cNvGraphicFramePr>
            <a:graphicFrameLocks noChangeAspect="1"/>
          </p:cNvGraphicFramePr>
          <p:nvPr>
            <p:custDataLst>
              <p:tags r:id="rId1"/>
            </p:custDataLst>
            <p:extLst>
              <p:ext uri="{D42A27DB-BD31-4B8C-83A1-F6EECF244321}">
                <p14:modId xmlns:p14="http://schemas.microsoft.com/office/powerpoint/2010/main" val="40119839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17408E6B-FA01-A925-9646-0D8DE9D9E3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E71A3C7-6881-05E9-2BC0-CA61010CF96C}"/>
              </a:ext>
            </a:extLst>
          </p:cNvPr>
          <p:cNvSpPr>
            <a:spLocks noGrp="1"/>
          </p:cNvSpPr>
          <p:nvPr>
            <p:ph type="ctrTitle"/>
          </p:nvPr>
        </p:nvSpPr>
        <p:spPr>
          <a:xfrm>
            <a:off x="336165" y="3000231"/>
            <a:ext cx="7031736" cy="738664"/>
          </a:xfrm>
        </p:spPr>
        <p:txBody>
          <a:bodyPr vert="horz"/>
          <a:lstStyle/>
          <a:p>
            <a:r>
              <a:rPr lang="en-US" b="1"/>
              <a:t>Transversal</a:t>
            </a:r>
          </a:p>
        </p:txBody>
      </p:sp>
      <p:pic>
        <p:nvPicPr>
          <p:cNvPr id="6" name="Graphic 5">
            <a:hlinkClick r:id="rId5" action="ppaction://hlinksldjump"/>
            <a:extLst>
              <a:ext uri="{FF2B5EF4-FFF2-40B4-BE49-F238E27FC236}">
                <a16:creationId xmlns:a16="http://schemas.microsoft.com/office/drawing/2014/main" id="{ED11E180-EF77-995E-F0C3-6B9B18DF27C8}"/>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110002" y="6124703"/>
            <a:ext cx="720000" cy="720000"/>
          </a:xfrm>
          <a:prstGeom prst="rect">
            <a:avLst/>
          </a:prstGeom>
        </p:spPr>
      </p:pic>
    </p:spTree>
    <p:extLst>
      <p:ext uri="{BB962C8B-B14F-4D97-AF65-F5344CB8AC3E}">
        <p14:creationId xmlns:p14="http://schemas.microsoft.com/office/powerpoint/2010/main" val="2674433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238EB-02E4-7CDE-307C-ED2ECE301986}"/>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60C179D-FDF4-7023-46E5-54BDFC9F38C5}"/>
              </a:ext>
            </a:extLst>
          </p:cNvPr>
          <p:cNvGraphicFramePr>
            <a:graphicFrameLocks noChangeAspect="1"/>
          </p:cNvGraphicFramePr>
          <p:nvPr>
            <p:custDataLst>
              <p:tags r:id="rId1"/>
            </p:custDataLst>
            <p:extLst>
              <p:ext uri="{D42A27DB-BD31-4B8C-83A1-F6EECF244321}">
                <p14:modId xmlns:p14="http://schemas.microsoft.com/office/powerpoint/2010/main" val="8860682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4" imgH="456" progId="TCLayout.ActiveDocument.1">
                  <p:embed/>
                </p:oleObj>
              </mc:Choice>
              <mc:Fallback>
                <p:oleObj name="think-cell Slide" r:id="rId4" imgW="454" imgH="456" progId="TCLayout.ActiveDocument.1">
                  <p:embed/>
                  <p:pic>
                    <p:nvPicPr>
                      <p:cNvPr id="9" name="think-cell data - do not delete" hidden="1">
                        <a:extLst>
                          <a:ext uri="{FF2B5EF4-FFF2-40B4-BE49-F238E27FC236}">
                            <a16:creationId xmlns:a16="http://schemas.microsoft.com/office/drawing/2014/main" id="{C60C179D-FDF4-7023-46E5-54BDFC9F38C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3" name="Title 2">
            <a:extLst>
              <a:ext uri="{FF2B5EF4-FFF2-40B4-BE49-F238E27FC236}">
                <a16:creationId xmlns:a16="http://schemas.microsoft.com/office/drawing/2014/main" id="{0C99F80C-21AC-CD1A-7E61-AA4F8697CFF3}"/>
              </a:ext>
            </a:extLst>
          </p:cNvPr>
          <p:cNvSpPr>
            <a:spLocks noGrp="1"/>
          </p:cNvSpPr>
          <p:nvPr>
            <p:ph type="title"/>
          </p:nvPr>
        </p:nvSpPr>
        <p:spPr>
          <a:xfrm>
            <a:off x="358337" y="271427"/>
            <a:ext cx="11470125" cy="369332"/>
          </a:xfrm>
        </p:spPr>
        <p:txBody>
          <a:bodyPr vert="horz"/>
          <a:lstStyle/>
          <a:p>
            <a:r>
              <a:rPr lang="en-US" sz="2400"/>
              <a:t>Evidence Gap Prioritization: Transversal Gaps</a:t>
            </a:r>
          </a:p>
        </p:txBody>
      </p:sp>
      <p:graphicFrame>
        <p:nvGraphicFramePr>
          <p:cNvPr id="44" name="Table 43">
            <a:extLst>
              <a:ext uri="{FF2B5EF4-FFF2-40B4-BE49-F238E27FC236}">
                <a16:creationId xmlns:a16="http://schemas.microsoft.com/office/drawing/2014/main" id="{F750FD5E-A429-6B89-DFE1-AF3A1F156F55}"/>
              </a:ext>
            </a:extLst>
          </p:cNvPr>
          <p:cNvGraphicFramePr>
            <a:graphicFrameLocks noGrp="1"/>
          </p:cNvGraphicFramePr>
          <p:nvPr>
            <p:extLst>
              <p:ext uri="{D42A27DB-BD31-4B8C-83A1-F6EECF244321}">
                <p14:modId xmlns:p14="http://schemas.microsoft.com/office/powerpoint/2010/main" val="1213577455"/>
              </p:ext>
            </p:extLst>
          </p:nvPr>
        </p:nvGraphicFramePr>
        <p:xfrm>
          <a:off x="6077781" y="2246064"/>
          <a:ext cx="5732460" cy="2283730"/>
        </p:xfrm>
        <a:graphic>
          <a:graphicData uri="http://schemas.openxmlformats.org/drawingml/2006/table">
            <a:tbl>
              <a:tblPr firstRow="1" bandRow="1">
                <a:tableStyleId>{9DCAF9ED-07DC-4A11-8D7F-57B35C25682E}</a:tableStyleId>
              </a:tblPr>
              <a:tblGrid>
                <a:gridCol w="338604">
                  <a:extLst>
                    <a:ext uri="{9D8B030D-6E8A-4147-A177-3AD203B41FA5}">
                      <a16:colId xmlns:a16="http://schemas.microsoft.com/office/drawing/2014/main" val="1446160234"/>
                    </a:ext>
                  </a:extLst>
                </a:gridCol>
                <a:gridCol w="918696">
                  <a:extLst>
                    <a:ext uri="{9D8B030D-6E8A-4147-A177-3AD203B41FA5}">
                      <a16:colId xmlns:a16="http://schemas.microsoft.com/office/drawing/2014/main" val="638213638"/>
                    </a:ext>
                  </a:extLst>
                </a:gridCol>
                <a:gridCol w="4475160">
                  <a:extLst>
                    <a:ext uri="{9D8B030D-6E8A-4147-A177-3AD203B41FA5}">
                      <a16:colId xmlns:a16="http://schemas.microsoft.com/office/drawing/2014/main" val="1680224606"/>
                    </a:ext>
                  </a:extLst>
                </a:gridCol>
              </a:tblGrid>
              <a:tr h="223417">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Transversal Gaps* (Relevant across ALL indications in scope)</a:t>
                      </a:r>
                      <a:endParaRPr lang="en-US" sz="1200" b="1" i="1">
                        <a:solidFill>
                          <a:schemeClr val="bg1"/>
                        </a:solidFill>
                      </a:endParaRPr>
                    </a:p>
                  </a:txBody>
                  <a:tcPr marL="51615" marR="51615" anchor="ctr">
                    <a:solidFill>
                      <a:srgbClr val="22529C"/>
                    </a:solidFill>
                  </a:tcPr>
                </a:tc>
                <a:tc hMerge="1">
                  <a:txBody>
                    <a:bodyPr/>
                    <a:lstStyle/>
                    <a:p>
                      <a:endParaRPr lang="en-GB"/>
                    </a:p>
                  </a:txBody>
                  <a:tcPr/>
                </a:tc>
                <a:tc hMerge="1">
                  <a:txBody>
                    <a:bodyPr/>
                    <a:lstStyle/>
                    <a:p>
                      <a:endParaRPr lang="en-US" sz="1200" b="1">
                        <a:solidFill>
                          <a:schemeClr val="bg1"/>
                        </a:solidFill>
                      </a:endParaRPr>
                    </a:p>
                  </a:txBody>
                  <a:tcPr marL="51615" marR="51615">
                    <a:solidFill>
                      <a:schemeClr val="accent1"/>
                    </a:solidFill>
                  </a:tcPr>
                </a:tc>
                <a:extLst>
                  <a:ext uri="{0D108BD9-81ED-4DB2-BD59-A6C34878D82A}">
                    <a16:rowId xmlns:a16="http://schemas.microsoft.com/office/drawing/2014/main" val="170152819"/>
                  </a:ext>
                </a:extLst>
              </a:tr>
              <a:tr h="223417">
                <a:tc>
                  <a:txBody>
                    <a:bodyPr/>
                    <a:lstStyle/>
                    <a:p>
                      <a:endParaRPr lang="en-US" sz="1200" b="1">
                        <a:solidFill>
                          <a:schemeClr val="bg1"/>
                        </a:solidFill>
                      </a:endParaRPr>
                    </a:p>
                  </a:txBody>
                  <a:tcPr marL="51615" marR="51615">
                    <a:solidFill>
                      <a:srgbClr val="22529C"/>
                    </a:solidFill>
                  </a:tcPr>
                </a:tc>
                <a:tc>
                  <a:txBody>
                    <a:bodyPr/>
                    <a:lstStyle/>
                    <a:p>
                      <a:r>
                        <a:rPr lang="en-US" sz="1200" b="1">
                          <a:solidFill>
                            <a:schemeClr val="bg1"/>
                          </a:solidFill>
                        </a:rPr>
                        <a:t>Markets</a:t>
                      </a:r>
                    </a:p>
                  </a:txBody>
                  <a:tcPr marL="51615" marR="51615" anchor="ctr">
                    <a:solidFill>
                      <a:srgbClr val="22529C"/>
                    </a:solidFill>
                  </a:tcPr>
                </a:tc>
                <a:tc>
                  <a:txBody>
                    <a:bodyPr/>
                    <a:lstStyle/>
                    <a:p>
                      <a:r>
                        <a:rPr lang="en-US" sz="1200" b="1">
                          <a:solidFill>
                            <a:schemeClr val="bg1"/>
                          </a:solidFill>
                        </a:rPr>
                        <a:t>Evidence Gaps</a:t>
                      </a:r>
                    </a:p>
                  </a:txBody>
                  <a:tcPr marL="51615" marR="51615" anchor="ctr">
                    <a:solidFill>
                      <a:srgbClr val="22529C"/>
                    </a:solidFill>
                  </a:tcPr>
                </a:tc>
                <a:extLst>
                  <a:ext uri="{0D108BD9-81ED-4DB2-BD59-A6C34878D82A}">
                    <a16:rowId xmlns:a16="http://schemas.microsoft.com/office/drawing/2014/main" val="936799235"/>
                  </a:ext>
                </a:extLst>
              </a:tr>
              <a:tr h="867545">
                <a:tc>
                  <a:txBody>
                    <a:bodyPr/>
                    <a:lstStyle/>
                    <a:p>
                      <a:pPr algn="ctr"/>
                      <a:r>
                        <a:rPr lang="en-US" sz="1200" b="1">
                          <a:solidFill>
                            <a:schemeClr val="tx1"/>
                          </a:solidFill>
                        </a:rPr>
                        <a:t>1</a:t>
                      </a: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i="0" kern="1200">
                        <a:solidFill>
                          <a:schemeClr val="tx1"/>
                        </a:solidFill>
                        <a:latin typeface="+mn-lt"/>
                        <a:ea typeface="+mn-ea"/>
                        <a:cs typeface="+mn-cs"/>
                      </a:endParaRP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1200">
                          <a:solidFill>
                            <a:sysClr val="windowText" lastClr="000000"/>
                          </a:solidFill>
                          <a:latin typeface="+mn-lt"/>
                          <a:ea typeface="+mn-ea"/>
                          <a:cs typeface="+mn-cs"/>
                        </a:rPr>
                        <a:t>Need for </a:t>
                      </a:r>
                      <a:r>
                        <a:rPr lang="en-US" sz="1200" b="1" i="0" kern="1200">
                          <a:solidFill>
                            <a:sysClr val="windowText" lastClr="000000"/>
                          </a:solidFill>
                          <a:latin typeface="+mn-lt"/>
                          <a:ea typeface="+mn-ea"/>
                          <a:cs typeface="+mn-cs"/>
                        </a:rPr>
                        <a:t>RWE on long term tislelizumab efficacy</a:t>
                      </a:r>
                      <a:r>
                        <a:rPr lang="en-US" sz="1200" i="0" kern="1200">
                          <a:solidFill>
                            <a:sysClr val="windowText" lastClr="000000"/>
                          </a:solidFill>
                          <a:latin typeface="+mn-lt"/>
                          <a:ea typeface="+mn-ea"/>
                          <a:cs typeface="+mn-cs"/>
                        </a:rPr>
                        <a:t> in </a:t>
                      </a:r>
                      <a:r>
                        <a:rPr lang="en-US" sz="1200" b="1" i="0" kern="1200">
                          <a:solidFill>
                            <a:sysClr val="windowText" lastClr="000000"/>
                          </a:solidFill>
                          <a:latin typeface="+mn-lt"/>
                          <a:ea typeface="+mn-ea"/>
                          <a:cs typeface="+mn-cs"/>
                        </a:rPr>
                        <a:t>Caucasian patients </a:t>
                      </a:r>
                      <a:r>
                        <a:rPr lang="en-US" sz="1200" i="0" kern="1200">
                          <a:solidFill>
                            <a:sysClr val="windowText" lastClr="000000"/>
                          </a:solidFill>
                          <a:latin typeface="+mn-lt"/>
                          <a:ea typeface="+mn-ea"/>
                          <a:cs typeface="+mn-cs"/>
                        </a:rPr>
                        <a:t>to support access and comparison</a:t>
                      </a:r>
                    </a:p>
                  </a:txBody>
                  <a:tcPr marL="51615" marR="51615" anchor="ctr"/>
                </a:tc>
                <a:extLst>
                  <a:ext uri="{0D108BD9-81ED-4DB2-BD59-A6C34878D82A}">
                    <a16:rowId xmlns:a16="http://schemas.microsoft.com/office/drawing/2014/main" val="1655125714"/>
                  </a:ext>
                </a:extLst>
              </a:tr>
              <a:tr h="867545">
                <a:tc>
                  <a:txBody>
                    <a:bodyPr/>
                    <a:lstStyle/>
                    <a:p>
                      <a:pPr algn="ctr"/>
                      <a:r>
                        <a:rPr lang="en-US" sz="1200" b="1">
                          <a:solidFill>
                            <a:schemeClr val="tx1"/>
                          </a:solidFill>
                        </a:rPr>
                        <a:t>2</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1200">
                          <a:solidFill>
                            <a:schemeClr val="tx1"/>
                          </a:solidFill>
                          <a:latin typeface="+mn-lt"/>
                          <a:ea typeface="+mn-ea"/>
                          <a:cs typeface="+mn-cs"/>
                        </a:rPr>
                        <a:t>RW data on </a:t>
                      </a:r>
                      <a:r>
                        <a:rPr lang="en-US" sz="1200" b="1" i="0" kern="1200">
                          <a:solidFill>
                            <a:schemeClr val="tx1"/>
                          </a:solidFill>
                          <a:latin typeface="+mn-lt"/>
                          <a:ea typeface="+mn-ea"/>
                          <a:cs typeface="+mn-cs"/>
                        </a:rPr>
                        <a:t>comparative effectiveness data </a:t>
                      </a:r>
                      <a:r>
                        <a:rPr lang="en-US" sz="1200" i="0" kern="1200">
                          <a:solidFill>
                            <a:schemeClr val="tx1"/>
                          </a:solidFill>
                          <a:latin typeface="+mn-lt"/>
                          <a:ea typeface="+mn-ea"/>
                          <a:cs typeface="+mn-cs"/>
                        </a:rPr>
                        <a:t>in Caucasian / non-Asian / </a:t>
                      </a:r>
                      <a:r>
                        <a:rPr lang="en-US" sz="1200" b="1" i="0" kern="1200">
                          <a:solidFill>
                            <a:schemeClr val="tx1"/>
                          </a:solidFill>
                          <a:latin typeface="+mn-lt"/>
                          <a:ea typeface="+mn-ea"/>
                          <a:cs typeface="+mn-cs"/>
                        </a:rPr>
                        <a:t>local populations</a:t>
                      </a:r>
                    </a:p>
                  </a:txBody>
                  <a:tcPr marL="51615" marR="51615" anchor="ctr"/>
                </a:tc>
                <a:extLst>
                  <a:ext uri="{0D108BD9-81ED-4DB2-BD59-A6C34878D82A}">
                    <a16:rowId xmlns:a16="http://schemas.microsoft.com/office/drawing/2014/main" val="3410379953"/>
                  </a:ext>
                </a:extLst>
              </a:tr>
            </a:tbl>
          </a:graphicData>
        </a:graphic>
      </p:graphicFrame>
      <p:grpSp>
        <p:nvGrpSpPr>
          <p:cNvPr id="45" name="Group 44">
            <a:extLst>
              <a:ext uri="{FF2B5EF4-FFF2-40B4-BE49-F238E27FC236}">
                <a16:creationId xmlns:a16="http://schemas.microsoft.com/office/drawing/2014/main" id="{7E186154-11C6-980A-83D5-582E3E8B20D5}"/>
              </a:ext>
            </a:extLst>
          </p:cNvPr>
          <p:cNvGrpSpPr/>
          <p:nvPr/>
        </p:nvGrpSpPr>
        <p:grpSpPr>
          <a:xfrm>
            <a:off x="271709" y="1846344"/>
            <a:ext cx="5702261" cy="3593275"/>
            <a:chOff x="358337" y="2033238"/>
            <a:chExt cx="5702261" cy="3593275"/>
          </a:xfrm>
        </p:grpSpPr>
        <p:grpSp>
          <p:nvGrpSpPr>
            <p:cNvPr id="46" name="Group 45">
              <a:extLst>
                <a:ext uri="{FF2B5EF4-FFF2-40B4-BE49-F238E27FC236}">
                  <a16:creationId xmlns:a16="http://schemas.microsoft.com/office/drawing/2014/main" id="{323869C4-87B1-9A67-1934-7B1E054CD3EF}"/>
                </a:ext>
              </a:extLst>
            </p:cNvPr>
            <p:cNvGrpSpPr/>
            <p:nvPr/>
          </p:nvGrpSpPr>
          <p:grpSpPr>
            <a:xfrm>
              <a:off x="358337" y="2353224"/>
              <a:ext cx="5702261" cy="3273289"/>
              <a:chOff x="5777720" y="2434279"/>
              <a:chExt cx="5702261" cy="3273289"/>
            </a:xfrm>
          </p:grpSpPr>
          <p:sp>
            <p:nvSpPr>
              <p:cNvPr id="48" name="Double flèche horizontale 8">
                <a:extLst>
                  <a:ext uri="{FF2B5EF4-FFF2-40B4-BE49-F238E27FC236}">
                    <a16:creationId xmlns:a16="http://schemas.microsoft.com/office/drawing/2014/main" id="{4DF338B1-13C2-AE68-94B8-A3BE264DD9E9}"/>
                  </a:ext>
                </a:extLst>
              </p:cNvPr>
              <p:cNvSpPr/>
              <p:nvPr/>
            </p:nvSpPr>
            <p:spPr>
              <a:xfrm>
                <a:off x="6223981" y="5388456"/>
                <a:ext cx="5256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49" name="ShapeNameChangedByPowerUser1">
                <a:extLst>
                  <a:ext uri="{FF2B5EF4-FFF2-40B4-BE49-F238E27FC236}">
                    <a16:creationId xmlns:a16="http://schemas.microsoft.com/office/drawing/2014/main" id="{9BFE0777-8509-15DE-5ADF-7E22EA1BC7F9}"/>
                  </a:ext>
                </a:extLst>
              </p:cNvPr>
              <p:cNvSpPr txBox="1"/>
              <p:nvPr/>
            </p:nvSpPr>
            <p:spPr>
              <a:xfrm>
                <a:off x="7229722" y="5522902"/>
                <a:ext cx="3244518" cy="184666"/>
              </a:xfrm>
              <a:prstGeom prst="rect">
                <a:avLst/>
              </a:prstGeom>
              <a:solidFill>
                <a:schemeClr val="lt1"/>
              </a:solid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Urgency to Generate Evidence</a:t>
                </a:r>
              </a:p>
            </p:txBody>
          </p:sp>
          <p:sp>
            <p:nvSpPr>
              <p:cNvPr id="50" name="ShapeNameChangedByPowerUser1">
                <a:extLst>
                  <a:ext uri="{FF2B5EF4-FFF2-40B4-BE49-F238E27FC236}">
                    <a16:creationId xmlns:a16="http://schemas.microsoft.com/office/drawing/2014/main" id="{909B6678-C34B-0C95-6B0F-E718A6F3B002}"/>
                  </a:ext>
                </a:extLst>
              </p:cNvPr>
              <p:cNvSpPr/>
              <p:nvPr/>
            </p:nvSpPr>
            <p:spPr>
              <a:xfrm>
                <a:off x="8035550" y="2581275"/>
                <a:ext cx="1602541" cy="1273478"/>
              </a:xfrm>
              <a:prstGeom prst="rect">
                <a:avLst/>
              </a:prstGeom>
              <a:solidFill>
                <a:srgbClr val="8BD44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51" name="Rectangle à coins arrondis 3">
                <a:extLst>
                  <a:ext uri="{FF2B5EF4-FFF2-40B4-BE49-F238E27FC236}">
                    <a16:creationId xmlns:a16="http://schemas.microsoft.com/office/drawing/2014/main" id="{125361CB-9F3B-77F3-E544-7C4FD65E077E}"/>
                  </a:ext>
                </a:extLst>
              </p:cNvPr>
              <p:cNvSpPr/>
              <p:nvPr/>
            </p:nvSpPr>
            <p:spPr>
              <a:xfrm>
                <a:off x="8035550" y="3996691"/>
                <a:ext cx="1602541" cy="1273478"/>
              </a:xfrm>
              <a:prstGeom prst="rect">
                <a:avLst/>
              </a:prstGeom>
              <a:solidFill>
                <a:srgbClr val="FFF03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52" name="Rectangle à coins arrondis 4">
                <a:extLst>
                  <a:ext uri="{FF2B5EF4-FFF2-40B4-BE49-F238E27FC236}">
                    <a16:creationId xmlns:a16="http://schemas.microsoft.com/office/drawing/2014/main" id="{A7889CBC-8103-D247-C241-7151F1CE03CB}"/>
                  </a:ext>
                </a:extLst>
              </p:cNvPr>
              <p:cNvSpPr/>
              <p:nvPr/>
            </p:nvSpPr>
            <p:spPr>
              <a:xfrm>
                <a:off x="6348416" y="3996691"/>
                <a:ext cx="1602541" cy="1273478"/>
              </a:xfrm>
              <a:prstGeom prst="rect">
                <a:avLst/>
              </a:prstGeom>
              <a:solidFill>
                <a:srgbClr val="FFFF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53" name="ShapeNameChangedByPowerUser2">
                <a:extLst>
                  <a:ext uri="{FF2B5EF4-FFF2-40B4-BE49-F238E27FC236}">
                    <a16:creationId xmlns:a16="http://schemas.microsoft.com/office/drawing/2014/main" id="{3EF5F3B0-C6FC-A631-ECA0-FBD5A755EE42}"/>
                  </a:ext>
                </a:extLst>
              </p:cNvPr>
              <p:cNvSpPr/>
              <p:nvPr/>
            </p:nvSpPr>
            <p:spPr>
              <a:xfrm>
                <a:off x="6348416" y="2581275"/>
                <a:ext cx="1602541" cy="1273478"/>
              </a:xfrm>
              <a:prstGeom prst="rect">
                <a:avLst/>
              </a:prstGeom>
              <a:solidFill>
                <a:srgbClr val="D3F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a:ln>
                    <a:noFill/>
                  </a:ln>
                  <a:solidFill>
                    <a:srgbClr val="000000"/>
                  </a:solidFill>
                  <a:effectLst/>
                  <a:uLnTx/>
                  <a:uFillTx/>
                  <a:latin typeface="Poppins"/>
                  <a:ea typeface="+mn-ea"/>
                  <a:cs typeface="+mn-cs"/>
                </a:endParaRPr>
              </a:p>
            </p:txBody>
          </p:sp>
          <p:sp>
            <p:nvSpPr>
              <p:cNvPr id="54" name="ShapeNameChangedByPowerUser1">
                <a:extLst>
                  <a:ext uri="{FF2B5EF4-FFF2-40B4-BE49-F238E27FC236}">
                    <a16:creationId xmlns:a16="http://schemas.microsoft.com/office/drawing/2014/main" id="{DB841345-8D6B-B32F-DCDC-608CF69F68A1}"/>
                  </a:ext>
                </a:extLst>
              </p:cNvPr>
              <p:cNvSpPr/>
              <p:nvPr/>
            </p:nvSpPr>
            <p:spPr>
              <a:xfrm>
                <a:off x="9722684" y="2581275"/>
                <a:ext cx="1602541" cy="1273478"/>
              </a:xfrm>
              <a:prstGeom prst="rect">
                <a:avLst/>
              </a:prstGeom>
              <a:solidFill>
                <a:srgbClr val="125B1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Poppins"/>
                  <a:ea typeface="+mn-ea"/>
                  <a:cs typeface="+mn-cs"/>
                </a:endParaRPr>
              </a:p>
            </p:txBody>
          </p:sp>
          <p:sp>
            <p:nvSpPr>
              <p:cNvPr id="55" name="Rectangle à coins arrondis 3">
                <a:extLst>
                  <a:ext uri="{FF2B5EF4-FFF2-40B4-BE49-F238E27FC236}">
                    <a16:creationId xmlns:a16="http://schemas.microsoft.com/office/drawing/2014/main" id="{5F9680C9-23AB-FED2-59C7-00D6F9F3EC08}"/>
                  </a:ext>
                </a:extLst>
              </p:cNvPr>
              <p:cNvSpPr/>
              <p:nvPr/>
            </p:nvSpPr>
            <p:spPr>
              <a:xfrm>
                <a:off x="9722684" y="3996691"/>
                <a:ext cx="1602541" cy="1273478"/>
              </a:xfrm>
              <a:prstGeom prst="rect">
                <a:avLst/>
              </a:prstGeom>
              <a:solidFill>
                <a:srgbClr val="FFC03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56" name="Double flèche horizontale 8">
                <a:extLst>
                  <a:ext uri="{FF2B5EF4-FFF2-40B4-BE49-F238E27FC236}">
                    <a16:creationId xmlns:a16="http://schemas.microsoft.com/office/drawing/2014/main" id="{4BA50630-D73F-FB23-53E3-40C7E546467B}"/>
                  </a:ext>
                </a:extLst>
              </p:cNvPr>
              <p:cNvSpPr/>
              <p:nvPr/>
            </p:nvSpPr>
            <p:spPr>
              <a:xfrm rot="16200000">
                <a:off x="4693981" y="3896557"/>
                <a:ext cx="3060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57" name="ZoneTexte 14">
                <a:extLst>
                  <a:ext uri="{FF2B5EF4-FFF2-40B4-BE49-F238E27FC236}">
                    <a16:creationId xmlns:a16="http://schemas.microsoft.com/office/drawing/2014/main" id="{B3D8D65C-797D-0FCC-F5A7-E2273A06E330}"/>
                  </a:ext>
                </a:extLst>
              </p:cNvPr>
              <p:cNvSpPr txBox="1"/>
              <p:nvPr/>
            </p:nvSpPr>
            <p:spPr>
              <a:xfrm rot="10800000">
                <a:off x="5777720" y="3071726"/>
                <a:ext cx="369332" cy="1785104"/>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Strategic Importance</a:t>
                </a:r>
              </a:p>
            </p:txBody>
          </p:sp>
          <p:sp>
            <p:nvSpPr>
              <p:cNvPr id="58" name="TextBox 57">
                <a:extLst>
                  <a:ext uri="{FF2B5EF4-FFF2-40B4-BE49-F238E27FC236}">
                    <a16:creationId xmlns:a16="http://schemas.microsoft.com/office/drawing/2014/main" id="{E3EECA5F-E42E-FFF0-EE15-B2639F06BDD0}"/>
                  </a:ext>
                </a:extLst>
              </p:cNvPr>
              <p:cNvSpPr txBox="1"/>
              <p:nvPr/>
            </p:nvSpPr>
            <p:spPr>
              <a:xfrm rot="16200000">
                <a:off x="6122391" y="3064126"/>
                <a:ext cx="790601"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High Priority</a:t>
                </a:r>
              </a:p>
            </p:txBody>
          </p:sp>
          <p:sp>
            <p:nvSpPr>
              <p:cNvPr id="59" name="TextBox 58">
                <a:extLst>
                  <a:ext uri="{FF2B5EF4-FFF2-40B4-BE49-F238E27FC236}">
                    <a16:creationId xmlns:a16="http://schemas.microsoft.com/office/drawing/2014/main" id="{831579DD-1E03-B82F-B02F-D9D4660D4352}"/>
                  </a:ext>
                </a:extLst>
              </p:cNvPr>
              <p:cNvSpPr txBox="1"/>
              <p:nvPr/>
            </p:nvSpPr>
            <p:spPr>
              <a:xfrm>
                <a:off x="6489403" y="4984195"/>
                <a:ext cx="1348446"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(Long-term i.e., 2028+)</a:t>
                </a:r>
              </a:p>
            </p:txBody>
          </p:sp>
          <p:sp>
            <p:nvSpPr>
              <p:cNvPr id="60" name="TextBox 59">
                <a:extLst>
                  <a:ext uri="{FF2B5EF4-FFF2-40B4-BE49-F238E27FC236}">
                    <a16:creationId xmlns:a16="http://schemas.microsoft.com/office/drawing/2014/main" id="{F9B67F08-3E0F-72F4-EB71-98FA0451C6CE}"/>
                  </a:ext>
                </a:extLst>
              </p:cNvPr>
              <p:cNvSpPr txBox="1"/>
              <p:nvPr/>
            </p:nvSpPr>
            <p:spPr>
              <a:xfrm>
                <a:off x="7964194" y="4984195"/>
                <a:ext cx="1745251" cy="307777"/>
              </a:xfrm>
              <a:prstGeom prst="rect">
                <a:avLst/>
              </a:prstGeom>
              <a:noFill/>
            </p:spPr>
            <p:txBody>
              <a:bodyPr wrap="squar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(Medium-term i.e., 2027-2028)</a:t>
                </a:r>
              </a:p>
            </p:txBody>
          </p:sp>
          <p:sp>
            <p:nvSpPr>
              <p:cNvPr id="61" name="TextBox 60">
                <a:extLst>
                  <a:ext uri="{FF2B5EF4-FFF2-40B4-BE49-F238E27FC236}">
                    <a16:creationId xmlns:a16="http://schemas.microsoft.com/office/drawing/2014/main" id="{A5FBF94D-2016-C34F-DBC4-4570E24BB0BB}"/>
                  </a:ext>
                </a:extLst>
              </p:cNvPr>
              <p:cNvSpPr txBox="1"/>
              <p:nvPr/>
            </p:nvSpPr>
            <p:spPr>
              <a:xfrm>
                <a:off x="9709445" y="4984195"/>
                <a:ext cx="1604927"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(Short-term i.e., 2025-2026)</a:t>
                </a:r>
              </a:p>
            </p:txBody>
          </p:sp>
          <p:sp>
            <p:nvSpPr>
              <p:cNvPr id="62" name="TextBox 61">
                <a:extLst>
                  <a:ext uri="{FF2B5EF4-FFF2-40B4-BE49-F238E27FC236}">
                    <a16:creationId xmlns:a16="http://schemas.microsoft.com/office/drawing/2014/main" id="{8117A6C8-C0F7-56E4-B724-F9C21B663B27}"/>
                  </a:ext>
                </a:extLst>
              </p:cNvPr>
              <p:cNvSpPr txBox="1"/>
              <p:nvPr/>
            </p:nvSpPr>
            <p:spPr>
              <a:xfrm rot="16200000">
                <a:off x="6028615" y="4431379"/>
                <a:ext cx="978153"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Medium Priority</a:t>
                </a:r>
              </a:p>
            </p:txBody>
          </p:sp>
        </p:grpSp>
        <p:sp>
          <p:nvSpPr>
            <p:cNvPr id="47" name="ZoneTexte 14">
              <a:extLst>
                <a:ext uri="{FF2B5EF4-FFF2-40B4-BE49-F238E27FC236}">
                  <a16:creationId xmlns:a16="http://schemas.microsoft.com/office/drawing/2014/main" id="{A7F4A5A4-8964-D8F4-685A-2A8E7DDAC9F3}"/>
                </a:ext>
              </a:extLst>
            </p:cNvPr>
            <p:cNvSpPr txBox="1"/>
            <p:nvPr/>
          </p:nvSpPr>
          <p:spPr>
            <a:xfrm rot="16200000">
              <a:off x="2994024" y="1162166"/>
              <a:ext cx="430887" cy="2173031"/>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Poppins"/>
                  <a:ea typeface="+mn-ea"/>
                  <a:cs typeface="+mn-cs"/>
                </a:rPr>
                <a:t>Prioritization Matrix</a:t>
              </a:r>
            </a:p>
          </p:txBody>
        </p:sp>
      </p:grpSp>
      <p:sp>
        <p:nvSpPr>
          <p:cNvPr id="63" name="Rectangle 62">
            <a:extLst>
              <a:ext uri="{FF2B5EF4-FFF2-40B4-BE49-F238E27FC236}">
                <a16:creationId xmlns:a16="http://schemas.microsoft.com/office/drawing/2014/main" id="{1C76380D-C8B6-1D18-9664-F024AB0C3414}"/>
              </a:ext>
            </a:extLst>
          </p:cNvPr>
          <p:cNvSpPr/>
          <p:nvPr/>
        </p:nvSpPr>
        <p:spPr>
          <a:xfrm>
            <a:off x="5074726" y="2456004"/>
            <a:ext cx="435232" cy="247650"/>
          </a:xfrm>
          <a:prstGeom prst="rect">
            <a:avLst/>
          </a:prstGeom>
          <a:solidFill>
            <a:srgbClr val="22529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2</a:t>
            </a:r>
          </a:p>
        </p:txBody>
      </p:sp>
      <p:grpSp>
        <p:nvGrpSpPr>
          <p:cNvPr id="65" name="Group 64">
            <a:extLst>
              <a:ext uri="{FF2B5EF4-FFF2-40B4-BE49-F238E27FC236}">
                <a16:creationId xmlns:a16="http://schemas.microsoft.com/office/drawing/2014/main" id="{7E1CD1D3-B7DB-6955-CCDF-1B1B276BB6AA}"/>
              </a:ext>
            </a:extLst>
          </p:cNvPr>
          <p:cNvGrpSpPr/>
          <p:nvPr/>
        </p:nvGrpSpPr>
        <p:grpSpPr>
          <a:xfrm>
            <a:off x="360235" y="5713138"/>
            <a:ext cx="6168493" cy="689932"/>
            <a:chOff x="9702263" y="10164"/>
            <a:chExt cx="6342356" cy="689932"/>
          </a:xfrm>
        </p:grpSpPr>
        <p:sp>
          <p:nvSpPr>
            <p:cNvPr id="66" name="TextBox 65">
              <a:extLst>
                <a:ext uri="{FF2B5EF4-FFF2-40B4-BE49-F238E27FC236}">
                  <a16:creationId xmlns:a16="http://schemas.microsoft.com/office/drawing/2014/main" id="{5F6D94D1-E86E-E123-DB5C-7B0FB4A6FB66}"/>
                </a:ext>
              </a:extLst>
            </p:cNvPr>
            <p:cNvSpPr txBox="1"/>
            <p:nvPr/>
          </p:nvSpPr>
          <p:spPr>
            <a:xfrm>
              <a:off x="9702263" y="10164"/>
              <a:ext cx="6342356" cy="689932"/>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Transversal Gaps (Relevant across ALL indications in scope)</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	</a:t>
              </a:r>
            </a:p>
          </p:txBody>
        </p:sp>
        <p:sp>
          <p:nvSpPr>
            <p:cNvPr id="67" name="Rectangle 66">
              <a:extLst>
                <a:ext uri="{FF2B5EF4-FFF2-40B4-BE49-F238E27FC236}">
                  <a16:creationId xmlns:a16="http://schemas.microsoft.com/office/drawing/2014/main" id="{B2221D42-2D50-0099-6BAA-75E56DF7BBF5}"/>
                </a:ext>
              </a:extLst>
            </p:cNvPr>
            <p:cNvSpPr/>
            <p:nvPr/>
          </p:nvSpPr>
          <p:spPr>
            <a:xfrm>
              <a:off x="10093327" y="327569"/>
              <a:ext cx="127734" cy="103786"/>
            </a:xfrm>
            <a:prstGeom prst="rect">
              <a:avLst/>
            </a:prstGeom>
            <a:solidFill>
              <a:srgbClr val="22529C"/>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pic>
        <p:nvPicPr>
          <p:cNvPr id="87" name="Graphic 86">
            <a:extLst>
              <a:ext uri="{FF2B5EF4-FFF2-40B4-BE49-F238E27FC236}">
                <a16:creationId xmlns:a16="http://schemas.microsoft.com/office/drawing/2014/main" id="{95D37948-D795-026D-21FD-7F1843A8FE30}"/>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4883975" y="10429240"/>
            <a:ext cx="288000" cy="288000"/>
          </a:xfrm>
          <a:prstGeom prst="rect">
            <a:avLst/>
          </a:prstGeom>
        </p:spPr>
      </p:pic>
      <p:grpSp>
        <p:nvGrpSpPr>
          <p:cNvPr id="3" name="Group 2">
            <a:extLst>
              <a:ext uri="{FF2B5EF4-FFF2-40B4-BE49-F238E27FC236}">
                <a16:creationId xmlns:a16="http://schemas.microsoft.com/office/drawing/2014/main" id="{098F054C-B897-DF26-ED12-ABF51649F992}"/>
              </a:ext>
            </a:extLst>
          </p:cNvPr>
          <p:cNvGrpSpPr/>
          <p:nvPr/>
        </p:nvGrpSpPr>
        <p:grpSpPr>
          <a:xfrm>
            <a:off x="6603162" y="3905835"/>
            <a:ext cx="536154" cy="329184"/>
            <a:chOff x="6628777" y="3151232"/>
            <a:chExt cx="536154" cy="329184"/>
          </a:xfrm>
        </p:grpSpPr>
        <p:pic>
          <p:nvPicPr>
            <p:cNvPr id="113" name="Picture 112" descr="A blue circle with yellow stars in center&#10;&#10;Description automatically generated">
              <a:extLst>
                <a:ext uri="{FF2B5EF4-FFF2-40B4-BE49-F238E27FC236}">
                  <a16:creationId xmlns:a16="http://schemas.microsoft.com/office/drawing/2014/main" id="{8450EF0F-1552-10F9-52C8-E8E011021F14}"/>
                </a:ext>
              </a:extLst>
            </p:cNvPr>
            <p:cNvPicPr>
              <a:picLocks noChangeAspect="1"/>
            </p:cNvPicPr>
            <p:nvPr/>
          </p:nvPicPr>
          <p:blipFill>
            <a:blip r:embed="rId8"/>
            <a:stretch>
              <a:fillRect/>
            </a:stretch>
          </p:blipFill>
          <p:spPr>
            <a:xfrm>
              <a:off x="6628777" y="3164948"/>
              <a:ext cx="301752" cy="301752"/>
            </a:xfrm>
            <a:prstGeom prst="rect">
              <a:avLst/>
            </a:prstGeom>
            <a:ln>
              <a:noFill/>
            </a:ln>
          </p:spPr>
        </p:pic>
        <p:pic>
          <p:nvPicPr>
            <p:cNvPr id="114" name="Picture 113">
              <a:extLst>
                <a:ext uri="{FF2B5EF4-FFF2-40B4-BE49-F238E27FC236}">
                  <a16:creationId xmlns:a16="http://schemas.microsoft.com/office/drawing/2014/main" id="{7BCA82F2-6449-8B32-A100-5F49932D5C3E}"/>
                </a:ext>
              </a:extLst>
            </p:cNvPr>
            <p:cNvPicPr>
              <a:picLocks noChangeAspect="1"/>
            </p:cNvPicPr>
            <p:nvPr/>
          </p:nvPicPr>
          <p:blipFill rotWithShape="1">
            <a:blip r:embed="rId9"/>
            <a:srcRect l="14865" t="17319" r="20459" b="14006"/>
            <a:stretch/>
          </p:blipFill>
          <p:spPr>
            <a:xfrm>
              <a:off x="6835747" y="3151232"/>
              <a:ext cx="329184" cy="329184"/>
            </a:xfrm>
            <a:prstGeom prst="ellipse">
              <a:avLst/>
            </a:prstGeom>
          </p:spPr>
        </p:pic>
      </p:grpSp>
      <p:sp>
        <p:nvSpPr>
          <p:cNvPr id="119" name="Rectangle 118">
            <a:extLst>
              <a:ext uri="{FF2B5EF4-FFF2-40B4-BE49-F238E27FC236}">
                <a16:creationId xmlns:a16="http://schemas.microsoft.com/office/drawing/2014/main" id="{A06CC067-B91D-7609-8240-3C1B9675AB8D}"/>
              </a:ext>
            </a:extLst>
          </p:cNvPr>
          <p:cNvSpPr/>
          <p:nvPr/>
        </p:nvSpPr>
        <p:spPr>
          <a:xfrm>
            <a:off x="3084297" y="2456004"/>
            <a:ext cx="435232" cy="247650"/>
          </a:xfrm>
          <a:prstGeom prst="rect">
            <a:avLst/>
          </a:prstGeom>
          <a:solidFill>
            <a:srgbClr val="22529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a:t>
            </a:r>
          </a:p>
        </p:txBody>
      </p:sp>
      <p:sp>
        <p:nvSpPr>
          <p:cNvPr id="2" name="Footer Placeholder 3">
            <a:extLst>
              <a:ext uri="{FF2B5EF4-FFF2-40B4-BE49-F238E27FC236}">
                <a16:creationId xmlns:a16="http://schemas.microsoft.com/office/drawing/2014/main" id="{B8654AAB-53F3-70F2-0A36-646C329F3B94}"/>
              </a:ext>
            </a:extLst>
          </p:cNvPr>
          <p:cNvSpPr txBox="1">
            <a:spLocks/>
          </p:cNvSpPr>
          <p:nvPr/>
        </p:nvSpPr>
        <p:spPr>
          <a:xfrm>
            <a:off x="510737" y="6380207"/>
            <a:ext cx="7909560"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*Low priority gaps not shown in this matrix</a:t>
            </a: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1. Key markets for each gap were determined based on materials audit, interview discussions and related pre-work, and insights gathered during the two-day workshops </a:t>
            </a: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Abbreviations: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H2H: Head-to-Head; HRQoL: (Health Related) Quality of Life; PD(L)-1: Programmed Death (Ligand)-1; PRO: Patient Reported Outcomes; RW(E): Real World (Evidence) </a:t>
            </a:r>
          </a:p>
        </p:txBody>
      </p:sp>
      <p:grpSp>
        <p:nvGrpSpPr>
          <p:cNvPr id="5" name="Group 4">
            <a:extLst>
              <a:ext uri="{FF2B5EF4-FFF2-40B4-BE49-F238E27FC236}">
                <a16:creationId xmlns:a16="http://schemas.microsoft.com/office/drawing/2014/main" id="{DBCE58C6-E605-AE03-C7B2-3346288D85F9}"/>
              </a:ext>
            </a:extLst>
          </p:cNvPr>
          <p:cNvGrpSpPr/>
          <p:nvPr/>
        </p:nvGrpSpPr>
        <p:grpSpPr>
          <a:xfrm>
            <a:off x="6562959" y="2985357"/>
            <a:ext cx="616561" cy="560888"/>
            <a:chOff x="6591024" y="4791363"/>
            <a:chExt cx="616561" cy="560888"/>
          </a:xfrm>
        </p:grpSpPr>
        <p:pic>
          <p:nvPicPr>
            <p:cNvPr id="6" name="Graphic 5">
              <a:extLst>
                <a:ext uri="{FF2B5EF4-FFF2-40B4-BE49-F238E27FC236}">
                  <a16:creationId xmlns:a16="http://schemas.microsoft.com/office/drawing/2014/main" id="{049EFE13-B9A5-490B-98BE-E5373B3C4429}"/>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6591024" y="5023067"/>
              <a:ext cx="329184" cy="329184"/>
            </a:xfrm>
            <a:prstGeom prst="rect">
              <a:avLst/>
            </a:prstGeom>
          </p:spPr>
        </p:pic>
        <p:pic>
          <p:nvPicPr>
            <p:cNvPr id="10" name="Picture 9" descr="A blue circle with yellow stars in center&#10;&#10;Description automatically generated">
              <a:extLst>
                <a:ext uri="{FF2B5EF4-FFF2-40B4-BE49-F238E27FC236}">
                  <a16:creationId xmlns:a16="http://schemas.microsoft.com/office/drawing/2014/main" id="{95057473-AC96-FF06-CA9C-3E209FEB6F20}"/>
                </a:ext>
              </a:extLst>
            </p:cNvPr>
            <p:cNvPicPr>
              <a:picLocks noChangeAspect="1"/>
            </p:cNvPicPr>
            <p:nvPr/>
          </p:nvPicPr>
          <p:blipFill>
            <a:blip r:embed="rId8"/>
            <a:stretch>
              <a:fillRect/>
            </a:stretch>
          </p:blipFill>
          <p:spPr>
            <a:xfrm>
              <a:off x="6751941" y="4791363"/>
              <a:ext cx="292608" cy="292608"/>
            </a:xfrm>
            <a:prstGeom prst="rect">
              <a:avLst/>
            </a:prstGeom>
            <a:ln>
              <a:noFill/>
            </a:ln>
          </p:spPr>
        </p:pic>
        <p:sp>
          <p:nvSpPr>
            <p:cNvPr id="11" name="Oval 10">
              <a:extLst>
                <a:ext uri="{FF2B5EF4-FFF2-40B4-BE49-F238E27FC236}">
                  <a16:creationId xmlns:a16="http://schemas.microsoft.com/office/drawing/2014/main" id="{D113E1BB-7F04-CF15-CD24-BB599411D7BF}"/>
                </a:ext>
              </a:extLst>
            </p:cNvPr>
            <p:cNvSpPr/>
            <p:nvPr/>
          </p:nvSpPr>
          <p:spPr>
            <a:xfrm>
              <a:off x="6914977" y="5041355"/>
              <a:ext cx="292608" cy="292608"/>
            </a:xfrm>
            <a:prstGeom prst="ellipse">
              <a:avLst/>
            </a:prstGeom>
            <a:blipFill>
              <a:blip r:embed="rId1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grpSp>
      <p:grpSp>
        <p:nvGrpSpPr>
          <p:cNvPr id="14" name="Group 13">
            <a:extLst>
              <a:ext uri="{FF2B5EF4-FFF2-40B4-BE49-F238E27FC236}">
                <a16:creationId xmlns:a16="http://schemas.microsoft.com/office/drawing/2014/main" id="{DAB3344F-B9B6-C2C6-EC22-2F75083F18D6}"/>
              </a:ext>
            </a:extLst>
          </p:cNvPr>
          <p:cNvGrpSpPr/>
          <p:nvPr/>
        </p:nvGrpSpPr>
        <p:grpSpPr>
          <a:xfrm>
            <a:off x="-9525" y="-7584"/>
            <a:ext cx="11729065" cy="180000"/>
            <a:chOff x="-9525" y="-7584"/>
            <a:chExt cx="11729065" cy="180000"/>
          </a:xfrm>
        </p:grpSpPr>
        <p:sp>
          <p:nvSpPr>
            <p:cNvPr id="15" name="Rectangle 14">
              <a:extLst>
                <a:ext uri="{FF2B5EF4-FFF2-40B4-BE49-F238E27FC236}">
                  <a16:creationId xmlns:a16="http://schemas.microsoft.com/office/drawing/2014/main" id="{3D019897-D1C1-157C-BEDC-1BF9C10F6E77}"/>
                </a:ext>
              </a:extLst>
            </p:cNvPr>
            <p:cNvSpPr/>
            <p:nvPr/>
          </p:nvSpPr>
          <p:spPr>
            <a:xfrm>
              <a:off x="-9525" y="-7584"/>
              <a:ext cx="1584000" cy="180000"/>
            </a:xfrm>
            <a:prstGeom prst="rect">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Transversal Gaps</a:t>
              </a:r>
            </a:p>
          </p:txBody>
        </p:sp>
        <p:sp>
          <p:nvSpPr>
            <p:cNvPr id="16" name="Arrow: Pentagon 15">
              <a:extLst>
                <a:ext uri="{FF2B5EF4-FFF2-40B4-BE49-F238E27FC236}">
                  <a16:creationId xmlns:a16="http://schemas.microsoft.com/office/drawing/2014/main" id="{2C424EB9-DB8B-6296-40F9-EF25B6FE4866}"/>
                </a:ext>
              </a:extLst>
            </p:cNvPr>
            <p:cNvSpPr/>
            <p:nvPr/>
          </p:nvSpPr>
          <p:spPr>
            <a:xfrm>
              <a:off x="1584635"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a:solidFill>
                    <a:srgbClr val="FFFFFF"/>
                  </a:solidFill>
                  <a:latin typeface="Poppins"/>
                </a:rPr>
                <a:t>Priority Gaps and Tactics Overview</a:t>
              </a:r>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17" name="Arrow: Chevron 16">
              <a:extLst>
                <a:ext uri="{FF2B5EF4-FFF2-40B4-BE49-F238E27FC236}">
                  <a16:creationId xmlns:a16="http://schemas.microsoft.com/office/drawing/2014/main" id="{49379ADA-CB56-39DC-F10C-A7D78A8543A5}"/>
                </a:ext>
              </a:extLst>
            </p:cNvPr>
            <p:cNvSpPr/>
            <p:nvPr/>
          </p:nvSpPr>
          <p:spPr>
            <a:xfrm>
              <a:off x="4091466"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lvl="0" algn="ctr">
                <a:defRPr/>
              </a:pPr>
              <a:r>
                <a:rPr lang="en-US" sz="1000">
                  <a:solidFill>
                    <a:srgbClr val="FFFFFF"/>
                  </a:solidFill>
                </a:rPr>
                <a:t>Evidence Gaps Deep Dive</a:t>
              </a:r>
            </a:p>
          </p:txBody>
        </p:sp>
        <p:sp>
          <p:nvSpPr>
            <p:cNvPr id="18" name="Arrow: Chevron 17">
              <a:extLst>
                <a:ext uri="{FF2B5EF4-FFF2-40B4-BE49-F238E27FC236}">
                  <a16:creationId xmlns:a16="http://schemas.microsoft.com/office/drawing/2014/main" id="{1D23863C-86CC-CC3A-6B2E-F43F3FFF8D0A}"/>
                </a:ext>
              </a:extLst>
            </p:cNvPr>
            <p:cNvSpPr/>
            <p:nvPr/>
          </p:nvSpPr>
          <p:spPr>
            <a:xfrm>
              <a:off x="6608457"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a:t>
              </a:r>
              <a:r>
                <a:rPr lang="en-US" sz="1000">
                  <a:solidFill>
                    <a:srgbClr val="FFFFFF"/>
                  </a:solidFill>
                </a:rPr>
                <a:t>Deep Dive</a:t>
              </a:r>
              <a:endParaRPr lang="en-US" sz="1000">
                <a:solidFill>
                  <a:srgbClr val="FFFFFF"/>
                </a:solidFill>
                <a:latin typeface="Poppins"/>
              </a:endParaRPr>
            </a:p>
          </p:txBody>
        </p:sp>
        <p:sp>
          <p:nvSpPr>
            <p:cNvPr id="19" name="Arrow: Chevron 18">
              <a:extLst>
                <a:ext uri="{FF2B5EF4-FFF2-40B4-BE49-F238E27FC236}">
                  <a16:creationId xmlns:a16="http://schemas.microsoft.com/office/drawing/2014/main" id="{1F17FF5B-E1F7-2D23-8227-E8DFAC396F47}"/>
                </a:ext>
              </a:extLst>
            </p:cNvPr>
            <p:cNvSpPr/>
            <p:nvPr/>
          </p:nvSpPr>
          <p:spPr>
            <a:xfrm>
              <a:off x="9127540"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Implementation Roadmap</a:t>
              </a:r>
            </a:p>
          </p:txBody>
        </p:sp>
      </p:grpSp>
    </p:spTree>
    <p:extLst>
      <p:ext uri="{BB962C8B-B14F-4D97-AF65-F5344CB8AC3E}">
        <p14:creationId xmlns:p14="http://schemas.microsoft.com/office/powerpoint/2010/main" val="4250954084"/>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F94AC-746D-DA8B-C849-268B042291FA}"/>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C4040DB-B769-212D-98CC-9C1BE47A36C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9C4040DB-B769-212D-98CC-9C1BE47A36C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 name="Rectangle 21">
            <a:extLst>
              <a:ext uri="{FF2B5EF4-FFF2-40B4-BE49-F238E27FC236}">
                <a16:creationId xmlns:a16="http://schemas.microsoft.com/office/drawing/2014/main" id="{536D47D9-9BF8-111A-120F-AD9DCEEA0B06}"/>
              </a:ext>
            </a:extLst>
          </p:cNvPr>
          <p:cNvSpPr/>
          <p:nvPr/>
        </p:nvSpPr>
        <p:spPr>
          <a:xfrm>
            <a:off x="-9525" y="640759"/>
            <a:ext cx="12201525" cy="167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10" name="Rectangle 9">
            <a:extLst>
              <a:ext uri="{FF2B5EF4-FFF2-40B4-BE49-F238E27FC236}">
                <a16:creationId xmlns:a16="http://schemas.microsoft.com/office/drawing/2014/main" id="{22255BB1-1A81-7A0E-6F2C-75B8FC8FAE40}"/>
              </a:ext>
            </a:extLst>
          </p:cNvPr>
          <p:cNvSpPr/>
          <p:nvPr/>
        </p:nvSpPr>
        <p:spPr>
          <a:xfrm>
            <a:off x="8832028" y="6227807"/>
            <a:ext cx="2066525" cy="466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3" name="Title 2">
            <a:extLst>
              <a:ext uri="{FF2B5EF4-FFF2-40B4-BE49-F238E27FC236}">
                <a16:creationId xmlns:a16="http://schemas.microsoft.com/office/drawing/2014/main" id="{020EE7F7-2DE2-09EA-F944-B2878B3E784A}"/>
              </a:ext>
            </a:extLst>
          </p:cNvPr>
          <p:cNvSpPr>
            <a:spLocks noGrp="1"/>
          </p:cNvSpPr>
          <p:nvPr>
            <p:ph type="title"/>
          </p:nvPr>
        </p:nvSpPr>
        <p:spPr>
          <a:xfrm>
            <a:off x="358337" y="271427"/>
            <a:ext cx="11470125" cy="369332"/>
          </a:xfrm>
        </p:spPr>
        <p:txBody>
          <a:bodyPr vert="horz"/>
          <a:lstStyle/>
          <a:p>
            <a:r>
              <a:rPr lang="en-US" sz="2400"/>
              <a:t>Priority Gaps and Tactics: Transversal Gaps</a:t>
            </a:r>
          </a:p>
        </p:txBody>
      </p:sp>
      <p:sp>
        <p:nvSpPr>
          <p:cNvPr id="4" name="Footer Placeholder 3">
            <a:extLst>
              <a:ext uri="{FF2B5EF4-FFF2-40B4-BE49-F238E27FC236}">
                <a16:creationId xmlns:a16="http://schemas.microsoft.com/office/drawing/2014/main" id="{4B70F9F9-7D52-DAA5-7475-9145ED2E0666}"/>
              </a:ext>
            </a:extLst>
          </p:cNvPr>
          <p:cNvSpPr>
            <a:spLocks noGrp="1"/>
          </p:cNvSpPr>
          <p:nvPr>
            <p:ph type="ftr" sz="quarter" idx="10"/>
          </p:nvPr>
        </p:nvSpPr>
        <p:spPr>
          <a:xfrm>
            <a:off x="358337" y="6361166"/>
            <a:ext cx="7909560" cy="365760"/>
          </a:xfrm>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*Timing dependent on IIT proposals received; **Dependent on uptake and regional approval in key markets</a:t>
            </a: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HRQoL</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(Health Related) Quality of Life; PRO: Patient Reported Outcomes; RWE: Real-World Evidence</a:t>
            </a:r>
          </a:p>
        </p:txBody>
      </p:sp>
      <p:grpSp>
        <p:nvGrpSpPr>
          <p:cNvPr id="61" name="Group 60">
            <a:extLst>
              <a:ext uri="{FF2B5EF4-FFF2-40B4-BE49-F238E27FC236}">
                <a16:creationId xmlns:a16="http://schemas.microsoft.com/office/drawing/2014/main" id="{42409B07-6F54-E661-F880-9AC72B883694}"/>
              </a:ext>
            </a:extLst>
          </p:cNvPr>
          <p:cNvGrpSpPr/>
          <p:nvPr/>
        </p:nvGrpSpPr>
        <p:grpSpPr>
          <a:xfrm>
            <a:off x="1032733" y="5911365"/>
            <a:ext cx="9517582" cy="443057"/>
            <a:chOff x="1032733" y="5865902"/>
            <a:chExt cx="9517582" cy="443057"/>
          </a:xfrm>
          <a:solidFill>
            <a:schemeClr val="bg1"/>
          </a:solidFill>
        </p:grpSpPr>
        <p:sp>
          <p:nvSpPr>
            <p:cNvPr id="30" name="TextBox 29">
              <a:extLst>
                <a:ext uri="{FF2B5EF4-FFF2-40B4-BE49-F238E27FC236}">
                  <a16:creationId xmlns:a16="http://schemas.microsoft.com/office/drawing/2014/main" id="{892C7610-F6EF-CAE8-14C7-5D1BB03DB1AF}"/>
                </a:ext>
              </a:extLst>
            </p:cNvPr>
            <p:cNvSpPr txBox="1"/>
            <p:nvPr/>
          </p:nvSpPr>
          <p:spPr>
            <a:xfrm>
              <a:off x="1101476" y="5938811"/>
              <a:ext cx="945998" cy="370148"/>
            </a:xfrm>
            <a:prstGeom prst="rect">
              <a:avLst/>
            </a:prstGeom>
            <a:grp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Quick Wins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Poppins"/>
                  <a:ea typeface="+mn-ea"/>
                  <a:cs typeface="+mn-cs"/>
                </a:rPr>
                <a:t>6-12 months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Poppins"/>
                  <a:ea typeface="+mn-ea"/>
                  <a:cs typeface="+mn-cs"/>
                </a:rPr>
                <a:t>(2025-2026)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Poppins"/>
                <a:ea typeface="+mn-ea"/>
                <a:cs typeface="+mn-cs"/>
              </a:endParaRPr>
            </a:p>
          </p:txBody>
        </p:sp>
        <p:sp>
          <p:nvSpPr>
            <p:cNvPr id="32" name="TextBox 31">
              <a:extLst>
                <a:ext uri="{FF2B5EF4-FFF2-40B4-BE49-F238E27FC236}">
                  <a16:creationId xmlns:a16="http://schemas.microsoft.com/office/drawing/2014/main" id="{65AF8C90-904D-EF79-1514-3E26D3DD9FED}"/>
                </a:ext>
              </a:extLst>
            </p:cNvPr>
            <p:cNvSpPr txBox="1"/>
            <p:nvPr/>
          </p:nvSpPr>
          <p:spPr>
            <a:xfrm>
              <a:off x="9239048" y="5938811"/>
              <a:ext cx="1311267" cy="264386"/>
            </a:xfrm>
            <a:prstGeom prst="rect">
              <a:avLst/>
            </a:prstGeom>
            <a:grp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Long Term Plays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Poppins"/>
                  <a:ea typeface="+mn-ea"/>
                  <a:cs typeface="+mn-cs"/>
                </a:rPr>
                <a:t>4+ years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Poppins"/>
                  <a:ea typeface="+mn-ea"/>
                  <a:cs typeface="+mn-cs"/>
                </a:rPr>
                <a:t>(2029+)</a:t>
              </a:r>
            </a:p>
          </p:txBody>
        </p:sp>
        <p:cxnSp>
          <p:nvCxnSpPr>
            <p:cNvPr id="33" name="Straight Arrow Connector 32">
              <a:extLst>
                <a:ext uri="{FF2B5EF4-FFF2-40B4-BE49-F238E27FC236}">
                  <a16:creationId xmlns:a16="http://schemas.microsoft.com/office/drawing/2014/main" id="{7D24542C-C509-B627-CFE9-C5A05EB0AC27}"/>
                </a:ext>
              </a:extLst>
            </p:cNvPr>
            <p:cNvCxnSpPr>
              <a:cxnSpLocks/>
            </p:cNvCxnSpPr>
            <p:nvPr/>
          </p:nvCxnSpPr>
          <p:spPr>
            <a:xfrm>
              <a:off x="1032733" y="5865902"/>
              <a:ext cx="9504000" cy="0"/>
            </a:xfrm>
            <a:prstGeom prst="straightConnector1">
              <a:avLst/>
            </a:prstGeom>
            <a:grpFill/>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83CAF791-6428-8651-AF28-49403B508FE1}"/>
              </a:ext>
            </a:extLst>
          </p:cNvPr>
          <p:cNvSpPr txBox="1"/>
          <p:nvPr/>
        </p:nvSpPr>
        <p:spPr>
          <a:xfrm>
            <a:off x="5469160" y="5965799"/>
            <a:ext cx="644728" cy="400110"/>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Poppins"/>
                <a:ea typeface="+mn-ea"/>
                <a:cs typeface="+mn-cs"/>
              </a:rPr>
              <a:t>Time</a:t>
            </a:r>
          </a:p>
        </p:txBody>
      </p:sp>
      <p:sp>
        <p:nvSpPr>
          <p:cNvPr id="59" name="Rectangle 58">
            <a:extLst>
              <a:ext uri="{FF2B5EF4-FFF2-40B4-BE49-F238E27FC236}">
                <a16:creationId xmlns:a16="http://schemas.microsoft.com/office/drawing/2014/main" id="{BAA0DF25-43BA-A09B-CFCD-11200DE8EF35}"/>
              </a:ext>
            </a:extLst>
          </p:cNvPr>
          <p:cNvSpPr/>
          <p:nvPr/>
        </p:nvSpPr>
        <p:spPr>
          <a:xfrm>
            <a:off x="1032733" y="2523318"/>
            <a:ext cx="9517581" cy="3285868"/>
          </a:xfrm>
          <a:prstGeom prst="rect">
            <a:avLst/>
          </a:prstGeom>
          <a:solidFill>
            <a:schemeClr val="bg1">
              <a:lumMod val="95000"/>
            </a:schemeClr>
          </a:solidFill>
          <a:ln w="1905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60" name="TextBox 59">
            <a:extLst>
              <a:ext uri="{FF2B5EF4-FFF2-40B4-BE49-F238E27FC236}">
                <a16:creationId xmlns:a16="http://schemas.microsoft.com/office/drawing/2014/main" id="{62515E3A-3BB5-5B01-7A4F-B6AE8112D0B1}"/>
              </a:ext>
            </a:extLst>
          </p:cNvPr>
          <p:cNvSpPr txBox="1"/>
          <p:nvPr/>
        </p:nvSpPr>
        <p:spPr>
          <a:xfrm rot="16200000">
            <a:off x="-1147184" y="3912352"/>
            <a:ext cx="3241129" cy="376158"/>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Poppins"/>
                <a:ea typeface="+mn-ea"/>
                <a:cs typeface="+mn-cs"/>
              </a:rPr>
              <a:t>Strategic Importance</a:t>
            </a:r>
          </a:p>
        </p:txBody>
      </p:sp>
      <p:grpSp>
        <p:nvGrpSpPr>
          <p:cNvPr id="62" name="Group 61">
            <a:extLst>
              <a:ext uri="{FF2B5EF4-FFF2-40B4-BE49-F238E27FC236}">
                <a16:creationId xmlns:a16="http://schemas.microsoft.com/office/drawing/2014/main" id="{1F0C8F0E-2DB6-FEB0-E7FC-70F93183DD8E}"/>
              </a:ext>
            </a:extLst>
          </p:cNvPr>
          <p:cNvGrpSpPr/>
          <p:nvPr/>
        </p:nvGrpSpPr>
        <p:grpSpPr>
          <a:xfrm rot="16200000">
            <a:off x="-1153768" y="4042222"/>
            <a:ext cx="3792095" cy="370148"/>
            <a:chOff x="1262199" y="5558016"/>
            <a:chExt cx="4439778" cy="370148"/>
          </a:xfrm>
        </p:grpSpPr>
        <p:sp>
          <p:nvSpPr>
            <p:cNvPr id="63" name="TextBox 62">
              <a:extLst>
                <a:ext uri="{FF2B5EF4-FFF2-40B4-BE49-F238E27FC236}">
                  <a16:creationId xmlns:a16="http://schemas.microsoft.com/office/drawing/2014/main" id="{51E7BF5E-272F-5AE9-F32D-04BC90C4B62B}"/>
                </a:ext>
              </a:extLst>
            </p:cNvPr>
            <p:cNvSpPr txBox="1"/>
            <p:nvPr/>
          </p:nvSpPr>
          <p:spPr>
            <a:xfrm>
              <a:off x="1262199" y="5558016"/>
              <a:ext cx="1102276" cy="370148"/>
            </a:xfrm>
            <a:prstGeom prst="rect">
              <a:avLst/>
            </a:prstGeom>
            <a:no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Medium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Poppins"/>
                <a:ea typeface="+mn-ea"/>
                <a:cs typeface="+mn-cs"/>
              </a:endParaRPr>
            </a:p>
          </p:txBody>
        </p:sp>
        <p:sp>
          <p:nvSpPr>
            <p:cNvPr id="21504" name="TextBox 21503">
              <a:extLst>
                <a:ext uri="{FF2B5EF4-FFF2-40B4-BE49-F238E27FC236}">
                  <a16:creationId xmlns:a16="http://schemas.microsoft.com/office/drawing/2014/main" id="{BACA678E-8F83-82EE-4DF5-B25E3EA3D6CF}"/>
                </a:ext>
              </a:extLst>
            </p:cNvPr>
            <p:cNvSpPr txBox="1"/>
            <p:nvPr/>
          </p:nvSpPr>
          <p:spPr>
            <a:xfrm>
              <a:off x="5016581" y="5615411"/>
              <a:ext cx="685396" cy="264386"/>
            </a:xfrm>
            <a:prstGeom prst="rect">
              <a:avLst/>
            </a:prstGeom>
            <a:no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High</a:t>
              </a:r>
            </a:p>
          </p:txBody>
        </p:sp>
        <p:cxnSp>
          <p:nvCxnSpPr>
            <p:cNvPr id="21505" name="Straight Arrow Connector 21504">
              <a:extLst>
                <a:ext uri="{FF2B5EF4-FFF2-40B4-BE49-F238E27FC236}">
                  <a16:creationId xmlns:a16="http://schemas.microsoft.com/office/drawing/2014/main" id="{08330036-58D7-CC7D-63A6-59F27E31C531}"/>
                </a:ext>
              </a:extLst>
            </p:cNvPr>
            <p:cNvCxnSpPr>
              <a:cxnSpLocks/>
            </p:cNvCxnSpPr>
            <p:nvPr/>
          </p:nvCxnSpPr>
          <p:spPr>
            <a:xfrm>
              <a:off x="1473367" y="5865888"/>
              <a:ext cx="410400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 name="Oval 1">
            <a:extLst>
              <a:ext uri="{FF2B5EF4-FFF2-40B4-BE49-F238E27FC236}">
                <a16:creationId xmlns:a16="http://schemas.microsoft.com/office/drawing/2014/main" id="{34C8CE9B-8E03-F51D-D9C9-7E2AB506C997}"/>
              </a:ext>
            </a:extLst>
          </p:cNvPr>
          <p:cNvSpPr/>
          <p:nvPr/>
        </p:nvSpPr>
        <p:spPr>
          <a:xfrm>
            <a:off x="8188992" y="2758902"/>
            <a:ext cx="900000" cy="900000"/>
          </a:xfrm>
          <a:prstGeom prst="ellipse">
            <a:avLst/>
          </a:prstGeom>
          <a:solidFill>
            <a:srgbClr val="22529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Poppins"/>
                <a:ea typeface="+mn-ea"/>
                <a:cs typeface="+mn-cs"/>
              </a:rPr>
              <a:t>Gap 1</a:t>
            </a:r>
          </a:p>
        </p:txBody>
      </p:sp>
      <p:sp>
        <p:nvSpPr>
          <p:cNvPr id="7" name="Rectangle 6">
            <a:extLst>
              <a:ext uri="{FF2B5EF4-FFF2-40B4-BE49-F238E27FC236}">
                <a16:creationId xmlns:a16="http://schemas.microsoft.com/office/drawing/2014/main" id="{52A26FDA-50AA-2DE1-6F9F-84A41A916F16}"/>
              </a:ext>
            </a:extLst>
          </p:cNvPr>
          <p:cNvSpPr/>
          <p:nvPr/>
        </p:nvSpPr>
        <p:spPr>
          <a:xfrm>
            <a:off x="371247" y="763906"/>
            <a:ext cx="10847086" cy="1501327"/>
          </a:xfrm>
          <a:prstGeom prst="rect">
            <a:avLst/>
          </a:prstGeom>
          <a:solidFill>
            <a:schemeClr val="bg1">
              <a:lumMod val="95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GB" sz="1100" b="1" i="0" u="none" strike="noStrike" kern="1200" cap="none" spc="0" normalizeH="0" baseline="0" noProof="0">
                <a:ln>
                  <a:noFill/>
                </a:ln>
                <a:solidFill>
                  <a:srgbClr val="0F2445"/>
                </a:solidFill>
                <a:effectLst/>
                <a:uLnTx/>
                <a:uFillTx/>
                <a:latin typeface="Poppins"/>
                <a:ea typeface="+mn-ea"/>
                <a:cs typeface="+mn-cs"/>
              </a:rPr>
              <a:t>Evidence Gaps – Transversal Gaps</a:t>
            </a:r>
          </a:p>
          <a:p>
            <a:pPr marL="228600" marR="0" lvl="0" indent="-22860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Poppins"/>
                <a:ea typeface="+mn-ea"/>
                <a:cs typeface="+mn-cs"/>
              </a:rPr>
              <a:t>Need for </a:t>
            </a:r>
            <a:r>
              <a:rPr kumimoji="0" lang="en-US" sz="1100" b="1" i="0" u="none" strike="noStrike" kern="1200" cap="none" spc="0" normalizeH="0" baseline="0" noProof="0">
                <a:ln>
                  <a:noFill/>
                </a:ln>
                <a:solidFill>
                  <a:srgbClr val="000000"/>
                </a:solidFill>
                <a:effectLst/>
                <a:uLnTx/>
                <a:uFillTx/>
                <a:latin typeface="Poppins"/>
                <a:ea typeface="+mn-ea"/>
                <a:cs typeface="+mn-cs"/>
              </a:rPr>
              <a:t>RWE on long term tislelizumab efficacy </a:t>
            </a:r>
            <a:r>
              <a:rPr kumimoji="0" lang="en-US" sz="1100" b="0" i="0" u="none" strike="noStrike" kern="1200" cap="none" spc="0" normalizeH="0" baseline="0" noProof="0">
                <a:ln>
                  <a:noFill/>
                </a:ln>
                <a:solidFill>
                  <a:srgbClr val="000000"/>
                </a:solidFill>
                <a:effectLst/>
                <a:uLnTx/>
                <a:uFillTx/>
                <a:latin typeface="Poppins"/>
                <a:ea typeface="+mn-ea"/>
                <a:cs typeface="+mn-cs"/>
              </a:rPr>
              <a:t>in </a:t>
            </a:r>
            <a:r>
              <a:rPr kumimoji="0" lang="en-US" sz="1100" b="1" i="0" u="none" strike="noStrike" kern="1200" cap="none" spc="0" normalizeH="0" baseline="0" noProof="0">
                <a:ln>
                  <a:noFill/>
                </a:ln>
                <a:solidFill>
                  <a:srgbClr val="000000"/>
                </a:solidFill>
                <a:effectLst/>
                <a:uLnTx/>
                <a:uFillTx/>
                <a:latin typeface="Poppins"/>
                <a:ea typeface="+mn-ea"/>
                <a:cs typeface="+mn-cs"/>
              </a:rPr>
              <a:t>Caucasian patients </a:t>
            </a:r>
            <a:r>
              <a:rPr kumimoji="0" lang="en-US" sz="1100" b="0" i="0" u="none" strike="noStrike" kern="1200" cap="none" spc="0" normalizeH="0" baseline="0" noProof="0">
                <a:ln>
                  <a:noFill/>
                </a:ln>
                <a:solidFill>
                  <a:srgbClr val="000000"/>
                </a:solidFill>
                <a:effectLst/>
                <a:uLnTx/>
                <a:uFillTx/>
                <a:latin typeface="Poppins"/>
                <a:ea typeface="+mn-ea"/>
                <a:cs typeface="+mn-cs"/>
              </a:rPr>
              <a:t>to support access and comparison</a:t>
            </a:r>
          </a:p>
          <a:p>
            <a:pPr marL="228600" marR="0" lvl="0" indent="-228600" algn="l" defTabSz="457200" rtl="0" eaLnBrk="1" fontAlgn="auto" latinLnBrk="0" hangingPunct="1">
              <a:lnSpc>
                <a:spcPct val="100000"/>
              </a:lnSpc>
              <a:spcBef>
                <a:spcPts val="600"/>
              </a:spcBef>
              <a:spcAft>
                <a:spcPts val="0"/>
              </a:spcAft>
              <a:buClrTx/>
              <a:buSzTx/>
              <a:buFont typeface="+mj-lt"/>
              <a:buAutoNum type="arabicPeriod"/>
              <a:tabLst/>
              <a:defRPr/>
            </a:pPr>
            <a:r>
              <a:rPr kumimoji="0" lang="en-US" sz="1100" b="0" i="0" u="none" strike="noStrike" kern="1200" cap="none" spc="0" normalizeH="0" baseline="0" noProof="0">
                <a:ln>
                  <a:noFill/>
                </a:ln>
                <a:solidFill>
                  <a:srgbClr val="000000"/>
                </a:solidFill>
                <a:effectLst/>
                <a:uLnTx/>
                <a:uFillTx/>
                <a:latin typeface="Poppins"/>
                <a:ea typeface="+mn-ea"/>
                <a:cs typeface="+mn-cs"/>
              </a:rPr>
              <a:t>RW data on </a:t>
            </a:r>
            <a:r>
              <a:rPr kumimoji="0" lang="en-US" sz="1100" b="1" i="0" u="none" strike="noStrike" kern="1200" cap="none" spc="0" normalizeH="0" baseline="0" noProof="0">
                <a:ln>
                  <a:noFill/>
                </a:ln>
                <a:solidFill>
                  <a:srgbClr val="000000"/>
                </a:solidFill>
                <a:effectLst/>
                <a:uLnTx/>
                <a:uFillTx/>
                <a:latin typeface="Poppins"/>
                <a:ea typeface="+mn-ea"/>
                <a:cs typeface="+mn-cs"/>
              </a:rPr>
              <a:t>comparative effectiveness data </a:t>
            </a:r>
            <a:r>
              <a:rPr kumimoji="0" lang="en-US" sz="1100" b="0" i="0" u="none" strike="noStrike" kern="1200" cap="none" spc="0" normalizeH="0" baseline="0" noProof="0">
                <a:ln>
                  <a:noFill/>
                </a:ln>
                <a:solidFill>
                  <a:srgbClr val="000000"/>
                </a:solidFill>
                <a:effectLst/>
                <a:uLnTx/>
                <a:uFillTx/>
                <a:latin typeface="Poppins"/>
                <a:ea typeface="+mn-ea"/>
                <a:cs typeface="+mn-cs"/>
              </a:rPr>
              <a:t>in Caucasian / non-Asian / </a:t>
            </a:r>
            <a:r>
              <a:rPr kumimoji="0" lang="en-US" sz="1100" b="1" i="0" u="none" strike="noStrike" kern="1200" cap="none" spc="0" normalizeH="0" baseline="0" noProof="0">
                <a:ln>
                  <a:noFill/>
                </a:ln>
                <a:solidFill>
                  <a:srgbClr val="000000"/>
                </a:solidFill>
                <a:effectLst/>
                <a:uLnTx/>
                <a:uFillTx/>
                <a:latin typeface="Poppins"/>
                <a:ea typeface="+mn-ea"/>
                <a:cs typeface="+mn-cs"/>
              </a:rPr>
              <a:t>local populations</a:t>
            </a:r>
          </a:p>
        </p:txBody>
      </p:sp>
      <p:sp>
        <p:nvSpPr>
          <p:cNvPr id="24" name="TextBox 23">
            <a:extLst>
              <a:ext uri="{FF2B5EF4-FFF2-40B4-BE49-F238E27FC236}">
                <a16:creationId xmlns:a16="http://schemas.microsoft.com/office/drawing/2014/main" id="{92D33A08-5076-1AC5-3E9A-8ED607FD123E}"/>
              </a:ext>
            </a:extLst>
          </p:cNvPr>
          <p:cNvSpPr txBox="1"/>
          <p:nvPr/>
        </p:nvSpPr>
        <p:spPr>
          <a:xfrm>
            <a:off x="8169836" y="3658468"/>
            <a:ext cx="1256552" cy="800219"/>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solidFill>
                <a:effectLst/>
                <a:uLnTx/>
                <a:uFillTx/>
                <a:latin typeface="Poppins"/>
                <a:ea typeface="+mn-ea"/>
                <a:cs typeface="+mn-cs"/>
              </a:rPr>
              <a:t>IIT on long term efficacy in Caucasian patients*</a:t>
            </a:r>
            <a:endParaRPr kumimoji="0" lang="en-US" sz="1000" b="1" i="0" u="none" strike="noStrike" kern="1200" cap="none" spc="0" normalizeH="0" baseline="0" noProof="0">
              <a:ln>
                <a:noFill/>
              </a:ln>
              <a:solidFill>
                <a:srgbClr val="283349"/>
              </a:solidFill>
              <a:effectLst/>
              <a:uLnTx/>
              <a:uFillTx/>
              <a:latin typeface="Poppins"/>
              <a:ea typeface="+mn-ea"/>
              <a:cs typeface="+mn-cs"/>
            </a:endParaRPr>
          </a:p>
        </p:txBody>
      </p:sp>
      <p:sp>
        <p:nvSpPr>
          <p:cNvPr id="37" name="Oval 36">
            <a:extLst>
              <a:ext uri="{FF2B5EF4-FFF2-40B4-BE49-F238E27FC236}">
                <a16:creationId xmlns:a16="http://schemas.microsoft.com/office/drawing/2014/main" id="{B7961F54-AD5A-B0A4-08B4-1CF0E134371C}"/>
              </a:ext>
            </a:extLst>
          </p:cNvPr>
          <p:cNvSpPr/>
          <p:nvPr/>
        </p:nvSpPr>
        <p:spPr>
          <a:xfrm>
            <a:off x="7152735" y="2758902"/>
            <a:ext cx="900000" cy="900000"/>
          </a:xfrm>
          <a:prstGeom prst="ellipse">
            <a:avLst/>
          </a:prstGeom>
          <a:solidFill>
            <a:srgbClr val="22529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Poppins"/>
                <a:ea typeface="+mn-ea"/>
                <a:cs typeface="+mn-cs"/>
              </a:rPr>
              <a:t>Gap 1</a:t>
            </a:r>
          </a:p>
        </p:txBody>
      </p:sp>
      <p:sp>
        <p:nvSpPr>
          <p:cNvPr id="38" name="TextBox 37">
            <a:extLst>
              <a:ext uri="{FF2B5EF4-FFF2-40B4-BE49-F238E27FC236}">
                <a16:creationId xmlns:a16="http://schemas.microsoft.com/office/drawing/2014/main" id="{4CDF0074-4F70-2025-FAD2-47A1A63D4B26}"/>
              </a:ext>
            </a:extLst>
          </p:cNvPr>
          <p:cNvSpPr txBox="1"/>
          <p:nvPr/>
        </p:nvSpPr>
        <p:spPr>
          <a:xfrm>
            <a:off x="6821434" y="3687820"/>
            <a:ext cx="1471688" cy="646331"/>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F2445"/>
                </a:solidFill>
                <a:effectLst/>
                <a:uLnTx/>
                <a:uFillTx/>
                <a:latin typeface="Poppins"/>
                <a:ea typeface="+mn-ea"/>
                <a:cs typeface="+mn-cs"/>
              </a:rPr>
              <a:t>Collaborative Study in Caucasian patients</a:t>
            </a:r>
            <a:endParaRPr kumimoji="0" lang="en-US" sz="1000" b="1" i="0" u="none" strike="noStrike" kern="1200" cap="none" spc="0" normalizeH="0" baseline="0" noProof="0">
              <a:ln>
                <a:noFill/>
              </a:ln>
              <a:solidFill>
                <a:srgbClr val="0F2445"/>
              </a:solidFill>
              <a:effectLst/>
              <a:uLnTx/>
              <a:uFillTx/>
              <a:latin typeface="Poppins"/>
              <a:ea typeface="+mn-ea"/>
              <a:cs typeface="+mn-cs"/>
            </a:endParaRPr>
          </a:p>
        </p:txBody>
      </p:sp>
      <p:sp>
        <p:nvSpPr>
          <p:cNvPr id="21527" name="Oval 21526">
            <a:extLst>
              <a:ext uri="{FF2B5EF4-FFF2-40B4-BE49-F238E27FC236}">
                <a16:creationId xmlns:a16="http://schemas.microsoft.com/office/drawing/2014/main" id="{AEE84EF2-2093-E0CF-4882-5F3237535FE7}"/>
              </a:ext>
            </a:extLst>
          </p:cNvPr>
          <p:cNvSpPr/>
          <p:nvPr/>
        </p:nvSpPr>
        <p:spPr>
          <a:xfrm>
            <a:off x="5285836" y="2758902"/>
            <a:ext cx="900000" cy="900000"/>
          </a:xfrm>
          <a:prstGeom prst="ellipse">
            <a:avLst/>
          </a:prstGeom>
          <a:solidFill>
            <a:srgbClr val="22529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Poppins"/>
                <a:ea typeface="+mn-ea"/>
                <a:cs typeface="+mn-cs"/>
              </a:rPr>
              <a:t>Gap 1</a:t>
            </a:r>
          </a:p>
        </p:txBody>
      </p:sp>
      <p:sp>
        <p:nvSpPr>
          <p:cNvPr id="21528" name="TextBox 21527">
            <a:extLst>
              <a:ext uri="{FF2B5EF4-FFF2-40B4-BE49-F238E27FC236}">
                <a16:creationId xmlns:a16="http://schemas.microsoft.com/office/drawing/2014/main" id="{7C5E4865-F1A3-0A22-D734-3DC2ADDAAB7B}"/>
              </a:ext>
            </a:extLst>
          </p:cNvPr>
          <p:cNvSpPr txBox="1"/>
          <p:nvPr/>
        </p:nvSpPr>
        <p:spPr>
          <a:xfrm>
            <a:off x="5016203" y="3659336"/>
            <a:ext cx="1452305" cy="800219"/>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F2445"/>
                </a:solidFill>
                <a:effectLst/>
                <a:uLnTx/>
                <a:uFillTx/>
                <a:latin typeface="Poppins"/>
                <a:ea typeface="+mn-ea"/>
                <a:cs typeface="+mn-cs"/>
              </a:rPr>
              <a:t>Retrospective descriptive RWE study across all indications**</a:t>
            </a:r>
            <a:endParaRPr kumimoji="0" lang="en-US" sz="1000" b="1" i="0" u="none" strike="noStrike" kern="1200" cap="none" spc="0" normalizeH="0" baseline="0" noProof="0">
              <a:ln>
                <a:noFill/>
              </a:ln>
              <a:solidFill>
                <a:srgbClr val="0F2445"/>
              </a:solidFill>
              <a:effectLst/>
              <a:uLnTx/>
              <a:uFillTx/>
              <a:latin typeface="Poppins"/>
              <a:ea typeface="+mn-ea"/>
              <a:cs typeface="+mn-cs"/>
            </a:endParaRPr>
          </a:p>
        </p:txBody>
      </p:sp>
      <p:grpSp>
        <p:nvGrpSpPr>
          <p:cNvPr id="21529" name="Group 21528">
            <a:extLst>
              <a:ext uri="{FF2B5EF4-FFF2-40B4-BE49-F238E27FC236}">
                <a16:creationId xmlns:a16="http://schemas.microsoft.com/office/drawing/2014/main" id="{70B107D5-E723-3C28-BA90-995B8D4FA568}"/>
              </a:ext>
            </a:extLst>
          </p:cNvPr>
          <p:cNvGrpSpPr/>
          <p:nvPr/>
        </p:nvGrpSpPr>
        <p:grpSpPr>
          <a:xfrm>
            <a:off x="6888418" y="193570"/>
            <a:ext cx="6168493" cy="689932"/>
            <a:chOff x="9702263" y="10164"/>
            <a:chExt cx="6342356" cy="689932"/>
          </a:xfrm>
        </p:grpSpPr>
        <p:sp>
          <p:nvSpPr>
            <p:cNvPr id="21530" name="TextBox 21529">
              <a:extLst>
                <a:ext uri="{FF2B5EF4-FFF2-40B4-BE49-F238E27FC236}">
                  <a16:creationId xmlns:a16="http://schemas.microsoft.com/office/drawing/2014/main" id="{FA905ADA-80EE-C043-964B-68987CABCFED}"/>
                </a:ext>
              </a:extLst>
            </p:cNvPr>
            <p:cNvSpPr txBox="1"/>
            <p:nvPr/>
          </p:nvSpPr>
          <p:spPr>
            <a:xfrm>
              <a:off x="9702263" y="10164"/>
              <a:ext cx="6342356" cy="689932"/>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Transversal Gaps (Relevant across ALL indications in scope)</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	</a:t>
              </a:r>
            </a:p>
          </p:txBody>
        </p:sp>
        <p:sp>
          <p:nvSpPr>
            <p:cNvPr id="21531" name="Rectangle 21530">
              <a:extLst>
                <a:ext uri="{FF2B5EF4-FFF2-40B4-BE49-F238E27FC236}">
                  <a16:creationId xmlns:a16="http://schemas.microsoft.com/office/drawing/2014/main" id="{940AC922-0098-C3C0-D3BB-AD622B6E7189}"/>
                </a:ext>
              </a:extLst>
            </p:cNvPr>
            <p:cNvSpPr/>
            <p:nvPr/>
          </p:nvSpPr>
          <p:spPr>
            <a:xfrm>
              <a:off x="10093327" y="327569"/>
              <a:ext cx="127734" cy="103786"/>
            </a:xfrm>
            <a:prstGeom prst="rect">
              <a:avLst/>
            </a:prstGeom>
            <a:solidFill>
              <a:srgbClr val="22529C"/>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21533" name="TextBox 21532">
            <a:extLst>
              <a:ext uri="{FF2B5EF4-FFF2-40B4-BE49-F238E27FC236}">
                <a16:creationId xmlns:a16="http://schemas.microsoft.com/office/drawing/2014/main" id="{880E4F51-A835-CB31-4E62-7E9AB3AE245E}"/>
              </a:ext>
            </a:extLst>
          </p:cNvPr>
          <p:cNvSpPr txBox="1"/>
          <p:nvPr/>
        </p:nvSpPr>
        <p:spPr>
          <a:xfrm>
            <a:off x="4350688" y="4922968"/>
            <a:ext cx="1452305" cy="800219"/>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F2445"/>
                </a:solidFill>
                <a:effectLst/>
                <a:uLnTx/>
                <a:uFillTx/>
                <a:latin typeface="Poppins"/>
                <a:ea typeface="+mn-ea"/>
                <a:cs typeface="+mn-cs"/>
              </a:rPr>
              <a:t>NIS / Observational RWE studies in Caucasian / local populations</a:t>
            </a:r>
            <a:endParaRPr kumimoji="0" lang="en-US" sz="1000" b="1" i="0" u="none" strike="noStrike" kern="1200" cap="none" spc="0" normalizeH="0" baseline="0" noProof="0">
              <a:ln>
                <a:noFill/>
              </a:ln>
              <a:solidFill>
                <a:srgbClr val="0F2445"/>
              </a:solidFill>
              <a:effectLst/>
              <a:uLnTx/>
              <a:uFillTx/>
              <a:latin typeface="Poppins"/>
              <a:ea typeface="+mn-ea"/>
              <a:cs typeface="+mn-cs"/>
            </a:endParaRPr>
          </a:p>
        </p:txBody>
      </p:sp>
      <p:grpSp>
        <p:nvGrpSpPr>
          <p:cNvPr id="21534" name="Group 21533">
            <a:extLst>
              <a:ext uri="{FF2B5EF4-FFF2-40B4-BE49-F238E27FC236}">
                <a16:creationId xmlns:a16="http://schemas.microsoft.com/office/drawing/2014/main" id="{B20BBA9D-D212-D439-85ED-CB2CBDE36F5B}"/>
              </a:ext>
            </a:extLst>
          </p:cNvPr>
          <p:cNvGrpSpPr/>
          <p:nvPr/>
        </p:nvGrpSpPr>
        <p:grpSpPr>
          <a:xfrm>
            <a:off x="4666969" y="4409715"/>
            <a:ext cx="720000" cy="548640"/>
            <a:chOff x="4446075" y="3004805"/>
            <a:chExt cx="720000" cy="548640"/>
          </a:xfrm>
        </p:grpSpPr>
        <p:sp>
          <p:nvSpPr>
            <p:cNvPr id="21535" name="Oval 21534">
              <a:extLst>
                <a:ext uri="{FF2B5EF4-FFF2-40B4-BE49-F238E27FC236}">
                  <a16:creationId xmlns:a16="http://schemas.microsoft.com/office/drawing/2014/main" id="{8BD5D535-E14A-2DA3-68A3-E683B0512B1D}"/>
                </a:ext>
              </a:extLst>
            </p:cNvPr>
            <p:cNvSpPr/>
            <p:nvPr/>
          </p:nvSpPr>
          <p:spPr>
            <a:xfrm>
              <a:off x="4531755" y="3004805"/>
              <a:ext cx="548640" cy="548640"/>
            </a:xfrm>
            <a:prstGeom prst="ellipse">
              <a:avLst/>
            </a:prstGeom>
            <a:solidFill>
              <a:srgbClr val="22529C"/>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36" name="TextBox 21535">
              <a:extLst>
                <a:ext uri="{FF2B5EF4-FFF2-40B4-BE49-F238E27FC236}">
                  <a16:creationId xmlns:a16="http://schemas.microsoft.com/office/drawing/2014/main" id="{07698A54-155F-AB12-A002-084DF2D520EB}"/>
                </a:ext>
              </a:extLst>
            </p:cNvPr>
            <p:cNvSpPr txBox="1"/>
            <p:nvPr/>
          </p:nvSpPr>
          <p:spPr>
            <a:xfrm>
              <a:off x="4446075" y="3109848"/>
              <a:ext cx="720000"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Gap 2</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grpSp>
      <p:grpSp>
        <p:nvGrpSpPr>
          <p:cNvPr id="17" name="Group 16">
            <a:extLst>
              <a:ext uri="{FF2B5EF4-FFF2-40B4-BE49-F238E27FC236}">
                <a16:creationId xmlns:a16="http://schemas.microsoft.com/office/drawing/2014/main" id="{75519135-781F-7BAB-32C2-D13B2A5DB82B}"/>
              </a:ext>
            </a:extLst>
          </p:cNvPr>
          <p:cNvGrpSpPr/>
          <p:nvPr/>
        </p:nvGrpSpPr>
        <p:grpSpPr>
          <a:xfrm>
            <a:off x="10736679" y="2572453"/>
            <a:ext cx="1356385" cy="3122810"/>
            <a:chOff x="10571579" y="2400134"/>
            <a:chExt cx="1356385" cy="3122810"/>
          </a:xfrm>
        </p:grpSpPr>
        <p:grpSp>
          <p:nvGrpSpPr>
            <p:cNvPr id="18" name="Group 17">
              <a:extLst>
                <a:ext uri="{FF2B5EF4-FFF2-40B4-BE49-F238E27FC236}">
                  <a16:creationId xmlns:a16="http://schemas.microsoft.com/office/drawing/2014/main" id="{39CEF925-6229-CCD7-6A14-7D07CD7DE02D}"/>
                </a:ext>
              </a:extLst>
            </p:cNvPr>
            <p:cNvGrpSpPr/>
            <p:nvPr/>
          </p:nvGrpSpPr>
          <p:grpSpPr>
            <a:xfrm rot="16200000">
              <a:off x="9959706" y="3843973"/>
              <a:ext cx="2580130" cy="777811"/>
              <a:chOff x="8632694" y="1304898"/>
              <a:chExt cx="2580130" cy="777811"/>
            </a:xfrm>
          </p:grpSpPr>
          <p:sp>
            <p:nvSpPr>
              <p:cNvPr id="20" name="Oval 19">
                <a:extLst>
                  <a:ext uri="{FF2B5EF4-FFF2-40B4-BE49-F238E27FC236}">
                    <a16:creationId xmlns:a16="http://schemas.microsoft.com/office/drawing/2014/main" id="{B3BAC3E8-51AD-B348-2367-1A1EE719A075}"/>
                  </a:ext>
                </a:extLst>
              </p:cNvPr>
              <p:cNvSpPr/>
              <p:nvPr/>
            </p:nvSpPr>
            <p:spPr>
              <a:xfrm rot="5400000">
                <a:off x="8915026" y="1549803"/>
                <a:ext cx="288000" cy="288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1" name="TextBox 20">
                <a:extLst>
                  <a:ext uri="{FF2B5EF4-FFF2-40B4-BE49-F238E27FC236}">
                    <a16:creationId xmlns:a16="http://schemas.microsoft.com/office/drawing/2014/main" id="{4F598F44-E39A-3B93-A3D2-8401452C95E4}"/>
                  </a:ext>
                </a:extLst>
              </p:cNvPr>
              <p:cNvSpPr txBox="1"/>
              <p:nvPr/>
            </p:nvSpPr>
            <p:spPr>
              <a:xfrm rot="5400000">
                <a:off x="8542538" y="1574764"/>
                <a:ext cx="418391" cy="23808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Low</a:t>
                </a:r>
              </a:p>
            </p:txBody>
          </p:sp>
          <p:sp>
            <p:nvSpPr>
              <p:cNvPr id="23" name="Oval 22">
                <a:extLst>
                  <a:ext uri="{FF2B5EF4-FFF2-40B4-BE49-F238E27FC236}">
                    <a16:creationId xmlns:a16="http://schemas.microsoft.com/office/drawing/2014/main" id="{F82E6726-C981-4ABD-B4BA-09191D37E6B1}"/>
                  </a:ext>
                </a:extLst>
              </p:cNvPr>
              <p:cNvSpPr/>
              <p:nvPr/>
            </p:nvSpPr>
            <p:spPr>
              <a:xfrm rot="5400000">
                <a:off x="9615118" y="1441804"/>
                <a:ext cx="504000" cy="504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5" name="TextBox 24">
                <a:extLst>
                  <a:ext uri="{FF2B5EF4-FFF2-40B4-BE49-F238E27FC236}">
                    <a16:creationId xmlns:a16="http://schemas.microsoft.com/office/drawing/2014/main" id="{AAA1EA1D-5041-706A-264F-1764E9E8D05D}"/>
                  </a:ext>
                </a:extLst>
              </p:cNvPr>
              <p:cNvSpPr txBox="1"/>
              <p:nvPr/>
            </p:nvSpPr>
            <p:spPr>
              <a:xfrm rot="5400000">
                <a:off x="9066853" y="1574764"/>
                <a:ext cx="777811" cy="23808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Medium</a:t>
                </a:r>
              </a:p>
            </p:txBody>
          </p:sp>
          <p:sp>
            <p:nvSpPr>
              <p:cNvPr id="26" name="Oval 25">
                <a:extLst>
                  <a:ext uri="{FF2B5EF4-FFF2-40B4-BE49-F238E27FC236}">
                    <a16:creationId xmlns:a16="http://schemas.microsoft.com/office/drawing/2014/main" id="{39AF5B46-5485-B376-95C1-F5D69F544808}"/>
                  </a:ext>
                </a:extLst>
              </p:cNvPr>
              <p:cNvSpPr/>
              <p:nvPr/>
            </p:nvSpPr>
            <p:spPr>
              <a:xfrm rot="5400000">
                <a:off x="10492824" y="1333804"/>
                <a:ext cx="720000" cy="72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7" name="TextBox 26">
                <a:extLst>
                  <a:ext uri="{FF2B5EF4-FFF2-40B4-BE49-F238E27FC236}">
                    <a16:creationId xmlns:a16="http://schemas.microsoft.com/office/drawing/2014/main" id="{AD58F5D1-9EC2-D0F7-AF86-37AC01A13701}"/>
                  </a:ext>
                </a:extLst>
              </p:cNvPr>
              <p:cNvSpPr txBox="1"/>
              <p:nvPr/>
            </p:nvSpPr>
            <p:spPr>
              <a:xfrm rot="5400000">
                <a:off x="10133975" y="1574764"/>
                <a:ext cx="418391" cy="23808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High</a:t>
                </a:r>
              </a:p>
            </p:txBody>
          </p:sp>
        </p:grpSp>
        <p:sp>
          <p:nvSpPr>
            <p:cNvPr id="19" name="TextBox 18">
              <a:extLst>
                <a:ext uri="{FF2B5EF4-FFF2-40B4-BE49-F238E27FC236}">
                  <a16:creationId xmlns:a16="http://schemas.microsoft.com/office/drawing/2014/main" id="{C271125D-5229-91D9-4523-814DEE1F7155}"/>
                </a:ext>
              </a:extLst>
            </p:cNvPr>
            <p:cNvSpPr txBox="1"/>
            <p:nvPr/>
          </p:nvSpPr>
          <p:spPr>
            <a:xfrm>
              <a:off x="10571579" y="2400134"/>
              <a:ext cx="1356385" cy="418299"/>
            </a:xfrm>
            <a:prstGeom prst="rect">
              <a:avLst/>
            </a:prstGeom>
            <a:noFill/>
          </p:spPr>
          <p:txBody>
            <a:bodyPr wrap="squar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Relative Investment Required to Execute Tactic</a:t>
              </a:r>
            </a:p>
          </p:txBody>
        </p:sp>
      </p:grpSp>
      <p:grpSp>
        <p:nvGrpSpPr>
          <p:cNvPr id="5" name="Group 4">
            <a:extLst>
              <a:ext uri="{FF2B5EF4-FFF2-40B4-BE49-F238E27FC236}">
                <a16:creationId xmlns:a16="http://schemas.microsoft.com/office/drawing/2014/main" id="{9D330B66-55CC-73D0-E691-9EB2A2F57CF0}"/>
              </a:ext>
            </a:extLst>
          </p:cNvPr>
          <p:cNvGrpSpPr/>
          <p:nvPr/>
        </p:nvGrpSpPr>
        <p:grpSpPr>
          <a:xfrm>
            <a:off x="-9525" y="-7584"/>
            <a:ext cx="11729065" cy="180000"/>
            <a:chOff x="-9525" y="-7584"/>
            <a:chExt cx="11729065" cy="180000"/>
          </a:xfrm>
        </p:grpSpPr>
        <p:sp>
          <p:nvSpPr>
            <p:cNvPr id="6" name="Rectangle 5">
              <a:extLst>
                <a:ext uri="{FF2B5EF4-FFF2-40B4-BE49-F238E27FC236}">
                  <a16:creationId xmlns:a16="http://schemas.microsoft.com/office/drawing/2014/main" id="{3832A0A0-E3BC-519B-A4DC-7B085ED8739B}"/>
                </a:ext>
              </a:extLst>
            </p:cNvPr>
            <p:cNvSpPr/>
            <p:nvPr/>
          </p:nvSpPr>
          <p:spPr>
            <a:xfrm>
              <a:off x="-9525" y="-7584"/>
              <a:ext cx="1584000" cy="180000"/>
            </a:xfrm>
            <a:prstGeom prst="rect">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Transversal Gaps</a:t>
              </a:r>
            </a:p>
          </p:txBody>
        </p:sp>
        <p:sp>
          <p:nvSpPr>
            <p:cNvPr id="8" name="Arrow: Pentagon 7">
              <a:extLst>
                <a:ext uri="{FF2B5EF4-FFF2-40B4-BE49-F238E27FC236}">
                  <a16:creationId xmlns:a16="http://schemas.microsoft.com/office/drawing/2014/main" id="{83DB491A-4A00-1B92-5301-9D97ACC76097}"/>
                </a:ext>
              </a:extLst>
            </p:cNvPr>
            <p:cNvSpPr/>
            <p:nvPr/>
          </p:nvSpPr>
          <p:spPr>
            <a:xfrm>
              <a:off x="1584635"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a:solidFill>
                    <a:srgbClr val="FFFFFF"/>
                  </a:solidFill>
                  <a:latin typeface="Poppins"/>
                </a:rPr>
                <a:t>Priority Gaps and Tactics Overview</a:t>
              </a:r>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11" name="Arrow: Chevron 10">
              <a:extLst>
                <a:ext uri="{FF2B5EF4-FFF2-40B4-BE49-F238E27FC236}">
                  <a16:creationId xmlns:a16="http://schemas.microsoft.com/office/drawing/2014/main" id="{3E0FBCB3-8AFB-9E51-3BCF-EDF9ACF19F55}"/>
                </a:ext>
              </a:extLst>
            </p:cNvPr>
            <p:cNvSpPr/>
            <p:nvPr/>
          </p:nvSpPr>
          <p:spPr>
            <a:xfrm>
              <a:off x="4091466"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lvl="0" algn="ctr">
                <a:defRPr/>
              </a:pPr>
              <a:r>
                <a:rPr lang="en-US" sz="1000">
                  <a:solidFill>
                    <a:srgbClr val="FFFFFF"/>
                  </a:solidFill>
                </a:rPr>
                <a:t>Evidence Gaps Deep Dive</a:t>
              </a:r>
            </a:p>
          </p:txBody>
        </p:sp>
        <p:sp>
          <p:nvSpPr>
            <p:cNvPr id="12" name="Arrow: Chevron 11">
              <a:extLst>
                <a:ext uri="{FF2B5EF4-FFF2-40B4-BE49-F238E27FC236}">
                  <a16:creationId xmlns:a16="http://schemas.microsoft.com/office/drawing/2014/main" id="{2B2AA68B-EA0F-19FE-946C-F92524D0D01D}"/>
                </a:ext>
              </a:extLst>
            </p:cNvPr>
            <p:cNvSpPr/>
            <p:nvPr/>
          </p:nvSpPr>
          <p:spPr>
            <a:xfrm>
              <a:off x="6608457"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a:t>
              </a:r>
              <a:r>
                <a:rPr lang="en-US" sz="1000">
                  <a:solidFill>
                    <a:srgbClr val="FFFFFF"/>
                  </a:solidFill>
                </a:rPr>
                <a:t>Deep Dive</a:t>
              </a:r>
              <a:endParaRPr lang="en-US" sz="1000">
                <a:solidFill>
                  <a:srgbClr val="FFFFFF"/>
                </a:solidFill>
                <a:latin typeface="Poppins"/>
              </a:endParaRPr>
            </a:p>
          </p:txBody>
        </p:sp>
        <p:sp>
          <p:nvSpPr>
            <p:cNvPr id="15" name="Arrow: Chevron 14">
              <a:extLst>
                <a:ext uri="{FF2B5EF4-FFF2-40B4-BE49-F238E27FC236}">
                  <a16:creationId xmlns:a16="http://schemas.microsoft.com/office/drawing/2014/main" id="{A36550BE-B875-09CE-23A8-C323EED585E3}"/>
                </a:ext>
              </a:extLst>
            </p:cNvPr>
            <p:cNvSpPr/>
            <p:nvPr/>
          </p:nvSpPr>
          <p:spPr>
            <a:xfrm>
              <a:off x="9127540"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Implementation Roadmap</a:t>
              </a:r>
            </a:p>
          </p:txBody>
        </p:sp>
      </p:grpSp>
    </p:spTree>
    <p:extLst>
      <p:ext uri="{BB962C8B-B14F-4D97-AF65-F5344CB8AC3E}">
        <p14:creationId xmlns:p14="http://schemas.microsoft.com/office/powerpoint/2010/main" val="3196971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65BC6-F6AF-21B0-B4D5-A8F5195F8A0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8AC9EE5-8300-E19E-611E-19D49294A87E}"/>
              </a:ext>
            </a:extLst>
          </p:cNvPr>
          <p:cNvGraphicFramePr>
            <a:graphicFrameLocks noChangeAspect="1"/>
          </p:cNvGraphicFramePr>
          <p:nvPr>
            <p:custDataLst>
              <p:tags r:id="rId1"/>
            </p:custDataLst>
            <p:extLst>
              <p:ext uri="{D42A27DB-BD31-4B8C-83A1-F6EECF244321}">
                <p14:modId xmlns:p14="http://schemas.microsoft.com/office/powerpoint/2010/main" val="3536029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08AC9EE5-8300-E19E-611E-19D49294A87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F98F1EA-11C2-D24B-D97D-23F0EB1DC1F0}"/>
              </a:ext>
            </a:extLst>
          </p:cNvPr>
          <p:cNvSpPr>
            <a:spLocks noGrp="1"/>
          </p:cNvSpPr>
          <p:nvPr>
            <p:ph type="title"/>
          </p:nvPr>
        </p:nvSpPr>
        <p:spPr>
          <a:xfrm>
            <a:off x="358337" y="271427"/>
            <a:ext cx="11470125" cy="369332"/>
          </a:xfrm>
        </p:spPr>
        <p:txBody>
          <a:bodyPr vert="horz"/>
          <a:lstStyle/>
          <a:p>
            <a:r>
              <a:rPr lang="en-US" sz="2400"/>
              <a:t>Evidence Gaps: Transversal</a:t>
            </a:r>
          </a:p>
        </p:txBody>
      </p:sp>
      <p:graphicFrame>
        <p:nvGraphicFramePr>
          <p:cNvPr id="17" name="Table 16">
            <a:extLst>
              <a:ext uri="{FF2B5EF4-FFF2-40B4-BE49-F238E27FC236}">
                <a16:creationId xmlns:a16="http://schemas.microsoft.com/office/drawing/2014/main" id="{2863A62C-758D-B803-1807-6E572CC52241}"/>
              </a:ext>
            </a:extLst>
          </p:cNvPr>
          <p:cNvGraphicFramePr>
            <a:graphicFrameLocks noGrp="1"/>
          </p:cNvGraphicFramePr>
          <p:nvPr>
            <p:extLst>
              <p:ext uri="{D42A27DB-BD31-4B8C-83A1-F6EECF244321}">
                <p14:modId xmlns:p14="http://schemas.microsoft.com/office/powerpoint/2010/main" val="3925962375"/>
              </p:ext>
            </p:extLst>
          </p:nvPr>
        </p:nvGraphicFramePr>
        <p:xfrm>
          <a:off x="358336" y="985640"/>
          <a:ext cx="11498853" cy="5159436"/>
        </p:xfrm>
        <a:graphic>
          <a:graphicData uri="http://schemas.openxmlformats.org/drawingml/2006/table">
            <a:tbl>
              <a:tblPr firstRow="1" bandRow="1">
                <a:tableStyleId>{073A0DAA-6AF3-43AB-8588-CEC1D06C72B9}</a:tableStyleId>
              </a:tblPr>
              <a:tblGrid>
                <a:gridCol w="901074">
                  <a:extLst>
                    <a:ext uri="{9D8B030D-6E8A-4147-A177-3AD203B41FA5}">
                      <a16:colId xmlns:a16="http://schemas.microsoft.com/office/drawing/2014/main" val="2111196942"/>
                    </a:ext>
                  </a:extLst>
                </a:gridCol>
                <a:gridCol w="2809847">
                  <a:extLst>
                    <a:ext uri="{9D8B030D-6E8A-4147-A177-3AD203B41FA5}">
                      <a16:colId xmlns:a16="http://schemas.microsoft.com/office/drawing/2014/main" val="4274197813"/>
                    </a:ext>
                  </a:extLst>
                </a:gridCol>
                <a:gridCol w="416330">
                  <a:extLst>
                    <a:ext uri="{9D8B030D-6E8A-4147-A177-3AD203B41FA5}">
                      <a16:colId xmlns:a16="http://schemas.microsoft.com/office/drawing/2014/main" val="3092508158"/>
                    </a:ext>
                  </a:extLst>
                </a:gridCol>
                <a:gridCol w="612000">
                  <a:extLst>
                    <a:ext uri="{9D8B030D-6E8A-4147-A177-3AD203B41FA5}">
                      <a16:colId xmlns:a16="http://schemas.microsoft.com/office/drawing/2014/main" val="1336744382"/>
                    </a:ext>
                  </a:extLst>
                </a:gridCol>
                <a:gridCol w="5580000">
                  <a:extLst>
                    <a:ext uri="{9D8B030D-6E8A-4147-A177-3AD203B41FA5}">
                      <a16:colId xmlns:a16="http://schemas.microsoft.com/office/drawing/2014/main" val="23286241"/>
                    </a:ext>
                  </a:extLst>
                </a:gridCol>
                <a:gridCol w="1179602">
                  <a:extLst>
                    <a:ext uri="{9D8B030D-6E8A-4147-A177-3AD203B41FA5}">
                      <a16:colId xmlns:a16="http://schemas.microsoft.com/office/drawing/2014/main" val="741927554"/>
                    </a:ext>
                  </a:extLst>
                </a:gridCol>
              </a:tblGrid>
              <a:tr h="314054">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Transversal Gaps (Relevant across ALL indications in scope)</a:t>
                      </a:r>
                    </a:p>
                  </a:txBody>
                  <a:tcPr anchor="ctr">
                    <a:solidFill>
                      <a:srgbClr val="22529C"/>
                    </a:solidFill>
                  </a:tcPr>
                </a:tc>
                <a:tc hMerge="1">
                  <a:txBody>
                    <a:bodyPr/>
                    <a:lstStyle/>
                    <a:p>
                      <a:endParaRPr/>
                    </a:p>
                  </a:txBody>
                  <a:tcPr anchor="c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rgbClr val="22529C"/>
                    </a:solidFill>
                  </a:tcPr>
                </a:tc>
                <a:extLst>
                  <a:ext uri="{0D108BD9-81ED-4DB2-BD59-A6C34878D82A}">
                    <a16:rowId xmlns:a16="http://schemas.microsoft.com/office/drawing/2014/main" val="933506041"/>
                  </a:ext>
                </a:extLst>
              </a:tr>
              <a:tr h="2355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Markets</a:t>
                      </a:r>
                    </a:p>
                  </a:txBody>
                  <a:tcPr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High Priority Gaps</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r>
                        <a:rPr lang="en-GB" sz="1200" b="1" i="0" kern="1200" baseline="30000">
                          <a:solidFill>
                            <a:schemeClr val="bg1"/>
                          </a:solidFill>
                          <a:latin typeface="+mn-lt"/>
                          <a:ea typeface="+mn-ea"/>
                          <a:cs typeface="+mn-cs"/>
                        </a:rPr>
                        <a:t>*</a:t>
                      </a:r>
                      <a:endParaRPr lang="en-GB" sz="1200" b="1" i="0" kern="1200">
                        <a:solidFill>
                          <a:schemeClr val="bg1"/>
                        </a:solidFill>
                        <a:latin typeface="+mn-lt"/>
                        <a:ea typeface="+mn-ea"/>
                        <a:cs typeface="+mn-cs"/>
                      </a:endParaRPr>
                    </a:p>
                  </a:txBody>
                  <a:tcPr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22529C"/>
                    </a:solidFill>
                  </a:tcPr>
                </a:tc>
                <a:extLst>
                  <a:ext uri="{0D108BD9-81ED-4DB2-BD59-A6C34878D82A}">
                    <a16:rowId xmlns:a16="http://schemas.microsoft.com/office/drawing/2014/main" val="1667024452"/>
                  </a:ext>
                </a:extLst>
              </a:tr>
              <a:tr h="206465">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700" i="0" kern="1200">
                        <a:solidFill>
                          <a:schemeClr val="tx1"/>
                        </a:solidFill>
                        <a:latin typeface="+mn-lt"/>
                        <a:ea typeface="+mn-ea"/>
                        <a:cs typeface="+mn-cs"/>
                      </a:endParaRPr>
                    </a:p>
                  </a:txBody>
                  <a:tcPr anchor="ct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a:solidFill>
                            <a:sysClr val="windowText" lastClr="000000"/>
                          </a:solidFill>
                          <a:latin typeface="+mn-lt"/>
                          <a:ea typeface="+mn-ea"/>
                          <a:cs typeface="+mn-cs"/>
                        </a:rPr>
                        <a:t>Need for </a:t>
                      </a:r>
                      <a:r>
                        <a:rPr lang="en-US" sz="1000" b="1" i="0" kern="1200">
                          <a:solidFill>
                            <a:sysClr val="windowText" lastClr="000000"/>
                          </a:solidFill>
                          <a:latin typeface="+mn-lt"/>
                          <a:ea typeface="+mn-ea"/>
                          <a:cs typeface="+mn-cs"/>
                        </a:rPr>
                        <a:t>RWE on long term tislelizumab efficacy</a:t>
                      </a:r>
                      <a:r>
                        <a:rPr lang="en-US" sz="1000" i="0" kern="1200">
                          <a:solidFill>
                            <a:sysClr val="windowText" lastClr="000000"/>
                          </a:solidFill>
                          <a:latin typeface="+mn-lt"/>
                          <a:ea typeface="+mn-ea"/>
                          <a:cs typeface="+mn-cs"/>
                        </a:rPr>
                        <a:t> in </a:t>
                      </a:r>
                      <a:r>
                        <a:rPr lang="en-US" sz="1000" b="1" i="0" kern="1200">
                          <a:solidFill>
                            <a:sysClr val="windowText" lastClr="000000"/>
                          </a:solidFill>
                          <a:latin typeface="+mn-lt"/>
                          <a:ea typeface="+mn-ea"/>
                          <a:cs typeface="+mn-cs"/>
                        </a:rPr>
                        <a:t>Caucasian patients </a:t>
                      </a:r>
                      <a:r>
                        <a:rPr lang="en-US" sz="1000" i="0" kern="1200">
                          <a:solidFill>
                            <a:sysClr val="windowText" lastClr="000000"/>
                          </a:solidFill>
                          <a:latin typeface="+mn-lt"/>
                          <a:ea typeface="+mn-ea"/>
                          <a:cs typeface="+mn-cs"/>
                        </a:rPr>
                        <a:t>to support access and comparison</a:t>
                      </a:r>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tx1"/>
                        </a:solidFill>
                        <a:latin typeface="+mn-lt"/>
                        <a:ea typeface="+mn-ea"/>
                        <a:cs typeface="+mn-cs"/>
                      </a:endParaRPr>
                    </a:p>
                  </a:txBody>
                  <a:tcPr marL="45720" marR="45720"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a:t>
                      </a:r>
                    </a:p>
                  </a:txBody>
                  <a:tcPr marL="45720" marR="45720" anchor="ctr">
                    <a:solidFill>
                      <a:srgbClr val="E7E7E7"/>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Long term RW data on tislelizumab efficacy will demonstrating the sustained patient benefit and translation of trial data into the real world. Strong real-world efficacy will support payer confidence to reimburse and HCP confidence to use tislelizumab in the real-world. This data can also be leveraged to develop ITCs supporting tislelizumab differentiation</a:t>
                      </a:r>
                    </a:p>
                  </a:txBody>
                  <a:tcPr marL="45720" marR="45720" anchor="ctr">
                    <a:solidFill>
                      <a:srgbClr val="E7E7E7"/>
                    </a:solidFill>
                  </a:tcPr>
                </a:tc>
                <a:tc rowSpan="5">
                  <a:txBody>
                    <a:bodyPr/>
                    <a:lstStyle/>
                    <a:p>
                      <a:pPr algn="ctr"/>
                      <a:r>
                        <a:rPr lang="en-US" sz="1000" b="0" i="0" kern="1200">
                          <a:solidFill>
                            <a:schemeClr val="tx1"/>
                          </a:solidFill>
                          <a:latin typeface="+mn-lt"/>
                          <a:ea typeface="+mn-ea"/>
                          <a:cs typeface="+mn-cs"/>
                        </a:rPr>
                        <a:t>Not Addressed</a:t>
                      </a:r>
                    </a:p>
                  </a:txBody>
                  <a:tcPr marL="45720" marR="45720" anchor="ctr"/>
                </a:tc>
                <a:extLst>
                  <a:ext uri="{0D108BD9-81ED-4DB2-BD59-A6C34878D82A}">
                    <a16:rowId xmlns:a16="http://schemas.microsoft.com/office/drawing/2014/main" val="4038932817"/>
                  </a:ext>
                </a:extLst>
              </a:tr>
              <a:tr h="206465">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tx1"/>
                        </a:solidFill>
                        <a:latin typeface="+mn-lt"/>
                        <a:ea typeface="+mn-ea"/>
                        <a:cs typeface="+mn-cs"/>
                      </a:endParaRPr>
                    </a:p>
                  </a:txBody>
                  <a:tcPr marL="45720" marR="45720" anchor="ctr">
                    <a:solidFill>
                      <a:srgbClr val="EB75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2</a:t>
                      </a:r>
                    </a:p>
                  </a:txBody>
                  <a:tcPr marL="45720" marR="45720"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950400835"/>
                  </a:ext>
                </a:extLst>
              </a:tr>
              <a:tr h="254434">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tx1"/>
                        </a:solidFill>
                        <a:latin typeface="+mn-lt"/>
                        <a:ea typeface="+mn-ea"/>
                        <a:cs typeface="+mn-cs"/>
                      </a:endParaRPr>
                    </a:p>
                  </a:txBody>
                  <a:tcPr marL="45720" marR="45720"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1,4</a:t>
                      </a:r>
                    </a:p>
                  </a:txBody>
                  <a:tcPr marL="45720" marR="45720"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902936557"/>
                  </a:ext>
                </a:extLst>
              </a:tr>
              <a:tr h="333683">
                <a:tc rowSpan="2">
                  <a:txBody>
                    <a:bodyPr/>
                    <a:lstStyle/>
                    <a:p>
                      <a:endParaRPr lang="en-US"/>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a:solidFill>
                            <a:schemeClr val="tx1"/>
                          </a:solidFill>
                          <a:latin typeface="+mn-lt"/>
                          <a:ea typeface="+mn-ea"/>
                          <a:cs typeface="+mn-cs"/>
                        </a:rPr>
                        <a:t>RW data on </a:t>
                      </a:r>
                      <a:r>
                        <a:rPr lang="en-US" sz="1000" b="1" i="0" kern="1200">
                          <a:solidFill>
                            <a:schemeClr val="tx1"/>
                          </a:solidFill>
                          <a:latin typeface="+mn-lt"/>
                          <a:ea typeface="+mn-ea"/>
                          <a:cs typeface="+mn-cs"/>
                        </a:rPr>
                        <a:t>comparative effectiveness data </a:t>
                      </a:r>
                      <a:r>
                        <a:rPr lang="en-US" sz="1000" i="0" kern="1200">
                          <a:solidFill>
                            <a:schemeClr val="tx1"/>
                          </a:solidFill>
                          <a:latin typeface="+mn-lt"/>
                          <a:ea typeface="+mn-ea"/>
                          <a:cs typeface="+mn-cs"/>
                        </a:rPr>
                        <a:t>in Caucasian / non-Asian / </a:t>
                      </a:r>
                      <a:r>
                        <a:rPr lang="en-US" sz="1000" b="1" i="0" kern="1200">
                          <a:solidFill>
                            <a:schemeClr val="tx1"/>
                          </a:solidFill>
                          <a:latin typeface="+mn-lt"/>
                          <a:ea typeface="+mn-ea"/>
                          <a:cs typeface="+mn-cs"/>
                        </a:rPr>
                        <a:t>local populations</a:t>
                      </a:r>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50" b="0" i="0" kern="1200">
                        <a:solidFill>
                          <a:schemeClr val="tx1"/>
                        </a:solidFill>
                        <a:latin typeface="+mn-lt"/>
                        <a:ea typeface="+mn-ea"/>
                        <a:cs typeface="+mn-cs"/>
                      </a:endParaRPr>
                    </a:p>
                  </a:txBody>
                  <a:tcPr marL="45720" marR="45720" anchor="ctr">
                    <a:solidFill>
                      <a:srgbClr val="EB75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2</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Demonstrating efficacy in local populations is critical to secure broad access and KOL comfort with real-world use of tislelizumab over other PD-1/PD-L1 options. Such data may be a requirement for regulatory and reimbursement consideration in certain markets and supports HCP confidence that tislelizumab patient benefit in pivotal studies will translate to their patients in the real-world</a:t>
                      </a:r>
                    </a:p>
                  </a:txBody>
                  <a:tcPr marL="45720" marR="4572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kern="1200">
                        <a:solidFill>
                          <a:schemeClr val="tx1"/>
                        </a:solidFill>
                        <a:latin typeface="+mn-lt"/>
                        <a:ea typeface="+mn-ea"/>
                        <a:cs typeface="+mn-cs"/>
                      </a:endParaRPr>
                    </a:p>
                  </a:txBody>
                  <a:tcPr marL="45720" marR="45720" anchor="ctr"/>
                </a:tc>
                <a:extLst>
                  <a:ext uri="{0D108BD9-81ED-4DB2-BD59-A6C34878D82A}">
                    <a16:rowId xmlns:a16="http://schemas.microsoft.com/office/drawing/2014/main" val="4996358"/>
                  </a:ext>
                </a:extLst>
              </a:tr>
              <a:tr h="333683">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50" b="0" i="0" kern="1200">
                        <a:solidFill>
                          <a:schemeClr val="tx1"/>
                        </a:solidFill>
                        <a:latin typeface="+mn-lt"/>
                        <a:ea typeface="+mn-ea"/>
                        <a:cs typeface="+mn-cs"/>
                      </a:endParaRPr>
                    </a:p>
                  </a:txBody>
                  <a:tcPr marL="45720" marR="45720" anchor="ctr">
                    <a:solidFill>
                      <a:srgbClr val="00668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a:t>
                      </a:r>
                    </a:p>
                  </a:txBody>
                  <a:tcPr marL="45720" marR="45720"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657755228"/>
                  </a:ext>
                </a:extLst>
              </a:tr>
              <a:tr h="2355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Markets</a:t>
                      </a:r>
                    </a:p>
                  </a:txBody>
                  <a:tcPr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Low Priority Gaps</a:t>
                      </a:r>
                    </a:p>
                  </a:txBody>
                  <a:tcPr anchor="ctr">
                    <a:solidFill>
                      <a:srgbClr val="7F7F7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22529C"/>
                    </a:solidFill>
                  </a:tcPr>
                </a:tc>
                <a:extLst>
                  <a:ext uri="{0D108BD9-81ED-4DB2-BD59-A6C34878D82A}">
                    <a16:rowId xmlns:a16="http://schemas.microsoft.com/office/drawing/2014/main" val="3563585414"/>
                  </a:ext>
                </a:extLst>
              </a:tr>
              <a:tr h="398094">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1" i="0" kern="1200">
                        <a:solidFill>
                          <a:schemeClr val="bg1"/>
                        </a:solidFill>
                        <a:latin typeface="+mn-lt"/>
                        <a:ea typeface="+mn-ea"/>
                        <a:cs typeface="+mn-cs"/>
                      </a:endParaRP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mn-lt"/>
                          <a:ea typeface="+mn-ea"/>
                          <a:cs typeface="+mn-cs"/>
                        </a:rPr>
                        <a:t>Need for </a:t>
                      </a:r>
                      <a:r>
                        <a:rPr kumimoji="0" lang="en-GB" sz="1000" b="1" i="0" u="none" strike="noStrike" kern="1200" cap="none" spc="0" normalizeH="0" baseline="0" noProof="0">
                          <a:ln>
                            <a:noFill/>
                          </a:ln>
                          <a:solidFill>
                            <a:srgbClr val="000000"/>
                          </a:solidFill>
                          <a:effectLst/>
                          <a:uLnTx/>
                          <a:uFillTx/>
                          <a:latin typeface="+mn-lt"/>
                          <a:ea typeface="+mn-ea"/>
                          <a:cs typeface="+mn-cs"/>
                        </a:rPr>
                        <a:t>readily available </a:t>
                      </a:r>
                      <a:r>
                        <a:rPr kumimoji="0" lang="en-GB" sz="1000" b="0" i="0" u="none" strike="noStrike" kern="1200" cap="none" spc="0" normalizeH="0" baseline="0" noProof="0">
                          <a:ln>
                            <a:noFill/>
                          </a:ln>
                          <a:solidFill>
                            <a:srgbClr val="000000"/>
                          </a:solidFill>
                          <a:effectLst/>
                          <a:uLnTx/>
                          <a:uFillTx/>
                          <a:latin typeface="+mn-lt"/>
                          <a:ea typeface="+mn-ea"/>
                          <a:cs typeface="+mn-cs"/>
                        </a:rPr>
                        <a:t>PRO data (e.g., QoL/HRQoL) to </a:t>
                      </a:r>
                      <a:r>
                        <a:rPr kumimoji="0" lang="en-US" sz="1000" b="1" i="0" u="none" strike="noStrike" kern="1200" cap="none" spc="0" normalizeH="0" baseline="0" noProof="0">
                          <a:ln>
                            <a:noFill/>
                          </a:ln>
                          <a:solidFill>
                            <a:srgbClr val="000000"/>
                          </a:solidFill>
                          <a:effectLst/>
                          <a:uLnTx/>
                          <a:uFillTx/>
                          <a:latin typeface="+mn-lt"/>
                          <a:ea typeface="+mn-ea"/>
                          <a:cs typeface="+mn-cs"/>
                        </a:rPr>
                        <a:t>support tislelizumab (</a:t>
                      </a:r>
                      <a:r>
                        <a:rPr kumimoji="0" lang="en-GB" sz="1000" b="1" i="0" u="none" strike="noStrike" kern="1200" cap="none" spc="0" normalizeH="0" baseline="0" noProof="0">
                          <a:ln>
                            <a:noFill/>
                          </a:ln>
                          <a:solidFill>
                            <a:srgbClr val="000000"/>
                          </a:solidFill>
                          <a:effectLst/>
                          <a:uLnTx/>
                          <a:uFillTx/>
                          <a:latin typeface="+mn-lt"/>
                          <a:ea typeface="+mn-ea"/>
                          <a:cs typeface="+mn-cs"/>
                        </a:rPr>
                        <a:t>+/- CTx)</a:t>
                      </a:r>
                      <a:r>
                        <a:rPr kumimoji="0" lang="en-US" sz="1000" b="1" i="0" u="none" strike="noStrike" kern="1200" cap="none" spc="0" normalizeH="0" baseline="0" noProof="0">
                          <a:ln>
                            <a:noFill/>
                          </a:ln>
                          <a:solidFill>
                            <a:srgbClr val="000000"/>
                          </a:solidFill>
                          <a:effectLst/>
                          <a:uLnTx/>
                          <a:uFillTx/>
                          <a:latin typeface="+mn-lt"/>
                          <a:ea typeface="+mn-ea"/>
                          <a:cs typeface="+mn-cs"/>
                        </a:rPr>
                        <a:t> differentiation against other PD-1/PDL-1 (</a:t>
                      </a:r>
                      <a:r>
                        <a:rPr kumimoji="0" lang="en-GB" sz="1000" b="1" i="0" u="none" strike="noStrike" kern="1200" cap="none" spc="0" normalizeH="0" baseline="0" noProof="0">
                          <a:ln>
                            <a:noFill/>
                          </a:ln>
                          <a:solidFill>
                            <a:srgbClr val="000000"/>
                          </a:solidFill>
                          <a:effectLst/>
                          <a:uLnTx/>
                          <a:uFillTx/>
                          <a:latin typeface="+mn-lt"/>
                          <a:ea typeface="+mn-ea"/>
                          <a:cs typeface="+mn-cs"/>
                        </a:rPr>
                        <a:t>+/- CTx)</a:t>
                      </a:r>
                      <a:endParaRPr kumimoji="0" lang="en-GB" sz="1000" b="0" i="0" u="none" strike="noStrike" kern="1200" cap="none" spc="0" normalizeH="0" baseline="0" noProof="0">
                        <a:ln>
                          <a:noFill/>
                        </a:ln>
                        <a:solidFill>
                          <a:srgbClr val="000000"/>
                        </a:solidFill>
                        <a:effectLst/>
                        <a:uLnTx/>
                        <a:uFillTx/>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1" i="0" kern="1200">
                        <a:solidFill>
                          <a:schemeClr val="bg1"/>
                        </a:solidFill>
                        <a:latin typeface="+mn-lt"/>
                        <a:ea typeface="+mn-ea"/>
                        <a:cs typeface="+mn-cs"/>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kern="1200">
                          <a:solidFill>
                            <a:schemeClr val="tx1"/>
                          </a:solidFill>
                          <a:latin typeface="+mn-lt"/>
                          <a:ea typeface="+mn-ea"/>
                          <a:cs typeface="+mn-cs"/>
                        </a:rPr>
                        <a:t>1</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Positive PRO data will build on strong efficacy and safety data to establish tislelizumab as non-inferior or superior to competitor PD-1/PD-L1 assets with respect to the patient experience. Such data would help differentiate tislelizumab and support greater KOL engagement and advocacy</a:t>
                      </a:r>
                    </a:p>
                  </a:txBody>
                  <a:tcPr anchor="ctr">
                    <a:solidFill>
                      <a:srgbClr val="E7E7E7"/>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At-Close or Near-Close;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Align with PRO team</a:t>
                      </a:r>
                    </a:p>
                  </a:txBody>
                  <a:tcPr anchor="ctr">
                    <a:solidFill>
                      <a:srgbClr val="E7E7E7"/>
                    </a:solidFill>
                  </a:tcPr>
                </a:tc>
                <a:extLst>
                  <a:ext uri="{0D108BD9-81ED-4DB2-BD59-A6C34878D82A}">
                    <a16:rowId xmlns:a16="http://schemas.microsoft.com/office/drawing/2014/main" val="313816"/>
                  </a:ext>
                </a:extLst>
              </a:tr>
              <a:tr h="398094">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1" i="0" kern="1200">
                        <a:solidFill>
                          <a:schemeClr val="bg1"/>
                        </a:solidFill>
                        <a:latin typeface="+mn-lt"/>
                        <a:ea typeface="+mn-ea"/>
                        <a:cs typeface="+mn-cs"/>
                      </a:endParaRPr>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kern="1200">
                          <a:solidFill>
                            <a:schemeClr val="tx1"/>
                          </a:solidFill>
                          <a:latin typeface="+mn-lt"/>
                          <a:ea typeface="+mn-ea"/>
                          <a:cs typeface="+mn-cs"/>
                        </a:rPr>
                        <a:t>1, 3</a:t>
                      </a:r>
                    </a:p>
                  </a:txBody>
                  <a:tcPr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602282147"/>
                  </a:ext>
                </a:extLst>
              </a:tr>
              <a:tr h="35052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0" kern="1200" noProof="0">
                        <a:solidFill>
                          <a:schemeClr val="tx1"/>
                        </a:solidFill>
                        <a:latin typeface="+mn-lt"/>
                        <a:ea typeface="+mn-ea"/>
                        <a:cs typeface="+mn-cs"/>
                      </a:endParaRP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mn-lt"/>
                          <a:ea typeface="+mn-ea"/>
                          <a:cs typeface="+mn-cs"/>
                        </a:rPr>
                        <a:t>Need for tislelizumab + CTx data vs local SoC in </a:t>
                      </a:r>
                      <a:r>
                        <a:rPr kumimoji="0" lang="en-GB" sz="1000" b="1" i="0" u="none" strike="noStrike" kern="1200" cap="none" spc="0" normalizeH="0" baseline="0" noProof="0">
                          <a:ln>
                            <a:noFill/>
                          </a:ln>
                          <a:solidFill>
                            <a:srgbClr val="000000"/>
                          </a:solidFill>
                          <a:effectLst/>
                          <a:uLnTx/>
                          <a:uFillTx/>
                          <a:latin typeface="+mn-lt"/>
                          <a:ea typeface="+mn-ea"/>
                          <a:cs typeface="+mn-cs"/>
                        </a:rPr>
                        <a:t>markets where the trial comparator or backbone is not the SoC </a:t>
                      </a:r>
                      <a:endParaRPr kumimoji="0" lang="en-US" sz="1000" b="1" i="0" u="none" strike="noStrike" kern="1200" cap="none" spc="0" normalizeH="0" baseline="0" noProof="0">
                        <a:ln>
                          <a:noFill/>
                        </a:ln>
                        <a:solidFill>
                          <a:srgbClr val="000000"/>
                        </a:solidFill>
                        <a:effectLst/>
                        <a:uLnTx/>
                        <a:uFillTx/>
                        <a:latin typeface="+mn-lt"/>
                        <a:ea typeface="+mn-ea"/>
                        <a:cs typeface="+mn-cs"/>
                      </a:endParaRP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50" b="0" i="0" kern="1200">
                        <a:solidFill>
                          <a:schemeClr val="tx1"/>
                        </a:solidFill>
                        <a:latin typeface="+mn-lt"/>
                        <a:ea typeface="+mn-ea"/>
                        <a:cs typeface="+mn-cs"/>
                      </a:endParaRPr>
                    </a:p>
                  </a:txBody>
                  <a:tcPr marL="45720" marR="45720"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2</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Data on tislelizumab efficacy in combination with local SoC CTx choices maintains and continues to Build HCP comfort with using tislelizumab, supporting solid tumor leadership and KOL engagement and advocacy. This data currently exists as part of core launch data packages, requiring no additional tactics to address.</a:t>
                      </a:r>
                    </a:p>
                  </a:txBody>
                  <a:tcPr marL="45720" marR="45720" anchor="ctr">
                    <a:solidFill>
                      <a:srgbClr val="CBCBCB"/>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At-Close or Near-Close;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Local teams to address</a:t>
                      </a:r>
                    </a:p>
                  </a:txBody>
                  <a:tcPr marL="45720" marR="45720" anchor="ctr">
                    <a:solidFill>
                      <a:srgbClr val="CBCBCB"/>
                    </a:solidFill>
                  </a:tcPr>
                </a:tc>
                <a:extLst>
                  <a:ext uri="{0D108BD9-81ED-4DB2-BD59-A6C34878D82A}">
                    <a16:rowId xmlns:a16="http://schemas.microsoft.com/office/drawing/2014/main" val="586672687"/>
                  </a:ext>
                </a:extLst>
              </a:tr>
              <a:tr h="35052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50" b="0" i="0" kern="1200">
                        <a:solidFill>
                          <a:schemeClr val="tx1"/>
                        </a:solidFill>
                        <a:latin typeface="+mn-lt"/>
                        <a:ea typeface="+mn-ea"/>
                        <a:cs typeface="+mn-cs"/>
                      </a:endParaRPr>
                    </a:p>
                  </a:txBody>
                  <a:tcPr marL="45720" marR="45720" anchor="ctr">
                    <a:solidFill>
                      <a:srgbClr val="00668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a:t>
                      </a:r>
                    </a:p>
                  </a:txBody>
                  <a:tcPr marL="45720" marR="45720"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469740837"/>
                  </a:ext>
                </a:extLst>
              </a:tr>
              <a:tr h="4318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0" kern="1200" noProof="0">
                        <a:solidFill>
                          <a:schemeClr val="tx1"/>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RWE on </a:t>
                      </a:r>
                      <a:r>
                        <a:rPr kumimoji="0" lang="en-US" sz="1000" b="1" i="0" u="none" strike="noStrike" kern="1200" cap="none" spc="0" normalizeH="0" baseline="0" noProof="0">
                          <a:ln>
                            <a:noFill/>
                          </a:ln>
                          <a:solidFill>
                            <a:srgbClr val="000000"/>
                          </a:solidFill>
                          <a:effectLst/>
                          <a:uLnTx/>
                          <a:uFillTx/>
                          <a:latin typeface="+mn-lt"/>
                          <a:ea typeface="+mn-ea"/>
                          <a:cs typeface="+mn-cs"/>
                        </a:rPr>
                        <a:t>weight-based treatment </a:t>
                      </a:r>
                      <a:r>
                        <a:rPr kumimoji="0" lang="en-US" sz="1000" b="0" i="0" u="none" strike="noStrike" kern="1200" cap="none" spc="0" normalizeH="0" baseline="0" noProof="0">
                          <a:ln>
                            <a:noFill/>
                          </a:ln>
                          <a:solidFill>
                            <a:srgbClr val="000000"/>
                          </a:solidFill>
                          <a:effectLst/>
                          <a:uLnTx/>
                          <a:uFillTx/>
                          <a:latin typeface="+mn-lt"/>
                          <a:ea typeface="+mn-ea"/>
                          <a:cs typeface="+mn-cs"/>
                        </a:rPr>
                        <a:t>(vs fixed dose treatment)</a:t>
                      </a:r>
                    </a:p>
                  </a:txBody>
                  <a:tcPr marL="45720" marR="4572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600" b="0" i="0" kern="1200">
                        <a:solidFill>
                          <a:schemeClr val="tx1"/>
                        </a:solidFill>
                        <a:latin typeface="+mn-lt"/>
                        <a:ea typeface="+mn-ea"/>
                        <a:cs typeface="+mn-cs"/>
                      </a:endParaRPr>
                    </a:p>
                  </a:txBody>
                  <a:tcPr marL="45720" marR="45720" anchor="ctr">
                    <a:solidFill>
                      <a:srgbClr val="00668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4</a:t>
                      </a: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Deprioritized due to low impact as markets using weight-based treatment (e.g., Spain) likely to do so regardless of data. In addition, Phase I trial data supporting conversion of mg/mg dosing to flat dosing exists</a:t>
                      </a:r>
                    </a:p>
                  </a:txBody>
                  <a:tcPr marL="45720" marR="4572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Deprioritized</a:t>
                      </a:r>
                    </a:p>
                  </a:txBody>
                  <a:tcPr marL="45720" marR="45720" anchor="ctr"/>
                </a:tc>
                <a:extLst>
                  <a:ext uri="{0D108BD9-81ED-4DB2-BD59-A6C34878D82A}">
                    <a16:rowId xmlns:a16="http://schemas.microsoft.com/office/drawing/2014/main" val="525197633"/>
                  </a:ext>
                </a:extLst>
              </a:tr>
              <a:tr h="38862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0" kern="1200" noProof="0">
                        <a:solidFill>
                          <a:schemeClr val="tx1"/>
                        </a:solidFill>
                        <a:latin typeface="+mn-lt"/>
                        <a:ea typeface="+mn-ea"/>
                        <a:cs typeface="+mn-cs"/>
                      </a:endParaRP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RW </a:t>
                      </a:r>
                      <a:r>
                        <a:rPr kumimoji="0" lang="en-US" sz="1000" b="1" i="0" u="none" strike="noStrike" kern="1200" cap="none" spc="0" normalizeH="0" baseline="0" noProof="0">
                          <a:ln>
                            <a:noFill/>
                          </a:ln>
                          <a:solidFill>
                            <a:srgbClr val="000000"/>
                          </a:solidFill>
                          <a:effectLst/>
                          <a:uLnTx/>
                          <a:uFillTx/>
                          <a:latin typeface="+mn-lt"/>
                          <a:ea typeface="+mn-ea"/>
                          <a:cs typeface="+mn-cs"/>
                        </a:rPr>
                        <a:t>comparative effectiveness data (H2H) </a:t>
                      </a:r>
                      <a:r>
                        <a:rPr kumimoji="0" lang="en-US" sz="1000" b="0" i="0" u="none" strike="noStrike" kern="1200" cap="none" spc="0" normalizeH="0" baseline="0" noProof="0">
                          <a:ln>
                            <a:noFill/>
                          </a:ln>
                          <a:solidFill>
                            <a:srgbClr val="000000"/>
                          </a:solidFill>
                          <a:effectLst/>
                          <a:uLnTx/>
                          <a:uFillTx/>
                          <a:latin typeface="+mn-lt"/>
                          <a:ea typeface="+mn-ea"/>
                          <a:cs typeface="+mn-cs"/>
                        </a:rPr>
                        <a:t>in </a:t>
                      </a:r>
                      <a:r>
                        <a:rPr kumimoji="0" lang="en-US" sz="1000" b="1" i="0" u="none" strike="noStrike" kern="1200" cap="none" spc="0" normalizeH="0" baseline="0" noProof="0">
                          <a:ln>
                            <a:noFill/>
                          </a:ln>
                          <a:solidFill>
                            <a:srgbClr val="000000"/>
                          </a:solidFill>
                          <a:effectLst/>
                          <a:uLnTx/>
                          <a:uFillTx/>
                          <a:latin typeface="+mn-lt"/>
                          <a:ea typeface="+mn-ea"/>
                          <a:cs typeface="+mn-cs"/>
                        </a:rPr>
                        <a:t>Caucasian populations </a:t>
                      </a:r>
                      <a:r>
                        <a:rPr kumimoji="0" lang="en-US" sz="1000" b="0" i="0" u="none" strike="noStrike" kern="1200" cap="none" spc="0" normalizeH="0" baseline="0" noProof="0">
                          <a:ln>
                            <a:noFill/>
                          </a:ln>
                          <a:solidFill>
                            <a:srgbClr val="000000"/>
                          </a:solidFill>
                          <a:effectLst/>
                          <a:uLnTx/>
                          <a:uFillTx/>
                          <a:latin typeface="+mn-lt"/>
                          <a:ea typeface="+mn-ea"/>
                          <a:cs typeface="+mn-cs"/>
                        </a:rPr>
                        <a:t>where relevant for access</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50" b="1" i="0" kern="1200">
                        <a:solidFill>
                          <a:schemeClr val="tx1"/>
                        </a:solidFill>
                        <a:latin typeface="+mn-lt"/>
                        <a:ea typeface="+mn-ea"/>
                        <a:cs typeface="+mn-cs"/>
                      </a:endParaRPr>
                    </a:p>
                  </a:txBody>
                  <a:tcPr marL="45720" marR="45720"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H2H comparative data in Caucasian patient populations can address the limited representation of Caucasian patients and differentiation of tislelizumab from other PD-1/PD-L1 options. However, gap is out of scope of tislelizumab  IEGP, and </a:t>
                      </a:r>
                      <a:r>
                        <a:rPr lang="en-GB" sz="900" b="0">
                          <a:solidFill>
                            <a:schemeClr val="tx1"/>
                          </a:solidFill>
                        </a:rPr>
                        <a:t>should be re-evaluated within the context of need for H2H trials investigating novel combinations of pipeline assets with tislelizumab within the plans of the relevant assets</a:t>
                      </a:r>
                      <a:endParaRPr lang="en-US" sz="900" b="0" i="0" kern="1200">
                        <a:solidFill>
                          <a:schemeClr val="tx1"/>
                        </a:solidFill>
                        <a:latin typeface="+mn-lt"/>
                        <a:ea typeface="+mn-ea"/>
                        <a:cs typeface="+mn-cs"/>
                      </a:endParaRPr>
                    </a:p>
                  </a:txBody>
                  <a:tcPr marL="45720" marR="45720" anchor="ctr">
                    <a:solidFill>
                      <a:srgbClr val="CBCBCB"/>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Deprioritized – out of scope</a:t>
                      </a:r>
                    </a:p>
                  </a:txBody>
                  <a:tcPr marL="45720" marR="45720" anchor="ctr"/>
                </a:tc>
                <a:extLst>
                  <a:ext uri="{0D108BD9-81ED-4DB2-BD59-A6C34878D82A}">
                    <a16:rowId xmlns:a16="http://schemas.microsoft.com/office/drawing/2014/main" val="2355384084"/>
                  </a:ext>
                </a:extLst>
              </a:tr>
              <a:tr h="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50" b="1" i="0" kern="1200">
                        <a:solidFill>
                          <a:schemeClr val="tx1"/>
                        </a:solidFill>
                        <a:latin typeface="+mn-lt"/>
                        <a:ea typeface="+mn-ea"/>
                        <a:cs typeface="+mn-cs"/>
                      </a:endParaRPr>
                    </a:p>
                  </a:txBody>
                  <a:tcPr marL="45720" marR="45720"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1,2</a:t>
                      </a:r>
                    </a:p>
                  </a:txBody>
                  <a:tcPr marL="45720" marR="45720"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4154414710"/>
                  </a:ext>
                </a:extLst>
              </a:tr>
            </a:tbl>
          </a:graphicData>
        </a:graphic>
      </p:graphicFrame>
      <p:pic>
        <p:nvPicPr>
          <p:cNvPr id="16" name="Graphic 15">
            <a:extLst>
              <a:ext uri="{FF2B5EF4-FFF2-40B4-BE49-F238E27FC236}">
                <a16:creationId xmlns:a16="http://schemas.microsoft.com/office/drawing/2014/main" id="{A4DAD72B-414C-9C0E-032D-1110E32EAA1B}"/>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063" y="2199070"/>
            <a:ext cx="288000" cy="288000"/>
          </a:xfrm>
          <a:prstGeom prst="rect">
            <a:avLst/>
          </a:prstGeom>
        </p:spPr>
      </p:pic>
      <p:pic>
        <p:nvPicPr>
          <p:cNvPr id="32" name="Graphic 31">
            <a:extLst>
              <a:ext uri="{FF2B5EF4-FFF2-40B4-BE49-F238E27FC236}">
                <a16:creationId xmlns:a16="http://schemas.microsoft.com/office/drawing/2014/main" id="{6F8A3538-DD9B-3671-5CA5-5CC12DF01142}"/>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43203" y="4371524"/>
            <a:ext cx="329184" cy="329184"/>
          </a:xfrm>
          <a:prstGeom prst="rect">
            <a:avLst/>
          </a:prstGeom>
        </p:spPr>
      </p:pic>
      <p:sp>
        <p:nvSpPr>
          <p:cNvPr id="25" name="Left Bracket 24">
            <a:extLst>
              <a:ext uri="{FF2B5EF4-FFF2-40B4-BE49-F238E27FC236}">
                <a16:creationId xmlns:a16="http://schemas.microsoft.com/office/drawing/2014/main" id="{19B74662-FC8A-18AC-A8B5-B23D9F66EC2B}"/>
              </a:ext>
            </a:extLst>
          </p:cNvPr>
          <p:cNvSpPr/>
          <p:nvPr/>
        </p:nvSpPr>
        <p:spPr>
          <a:xfrm>
            <a:off x="282436" y="1613463"/>
            <a:ext cx="72245" cy="1434538"/>
          </a:xfrm>
          <a:prstGeom prst="leftBracket">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Poppins"/>
              <a:ea typeface="+mn-ea"/>
              <a:cs typeface="+mn-cs"/>
            </a:endParaRPr>
          </a:p>
        </p:txBody>
      </p:sp>
      <p:pic>
        <p:nvPicPr>
          <p:cNvPr id="35" name="Graphic 34">
            <a:extLst>
              <a:ext uri="{FF2B5EF4-FFF2-40B4-BE49-F238E27FC236}">
                <a16:creationId xmlns:a16="http://schemas.microsoft.com/office/drawing/2014/main" id="{D1CD1813-B691-C464-9061-6EA2F85BC156}"/>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43203" y="4961291"/>
            <a:ext cx="329184" cy="329184"/>
          </a:xfrm>
          <a:prstGeom prst="rect">
            <a:avLst/>
          </a:prstGeom>
        </p:spPr>
      </p:pic>
      <p:pic>
        <p:nvPicPr>
          <p:cNvPr id="42" name="Graphic 41">
            <a:extLst>
              <a:ext uri="{FF2B5EF4-FFF2-40B4-BE49-F238E27FC236}">
                <a16:creationId xmlns:a16="http://schemas.microsoft.com/office/drawing/2014/main" id="{C079D6D2-0CDE-48B6-93CF-7813C24E7461}"/>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513032" y="1913831"/>
            <a:ext cx="329184" cy="329184"/>
          </a:xfrm>
          <a:prstGeom prst="rect">
            <a:avLst/>
          </a:prstGeom>
        </p:spPr>
      </p:pic>
      <p:pic>
        <p:nvPicPr>
          <p:cNvPr id="43" name="Picture 42" descr="A blue circle with yellow stars in center&#10;&#10;Description automatically generated">
            <a:extLst>
              <a:ext uri="{FF2B5EF4-FFF2-40B4-BE49-F238E27FC236}">
                <a16:creationId xmlns:a16="http://schemas.microsoft.com/office/drawing/2014/main" id="{100B5D1D-0751-4883-37B1-C379FC3D0F2B}"/>
              </a:ext>
            </a:extLst>
          </p:cNvPr>
          <p:cNvPicPr>
            <a:picLocks noChangeAspect="1"/>
          </p:cNvPicPr>
          <p:nvPr/>
        </p:nvPicPr>
        <p:blipFill>
          <a:blip r:embed="rId10"/>
          <a:stretch>
            <a:fillRect/>
          </a:stretch>
        </p:blipFill>
        <p:spPr>
          <a:xfrm>
            <a:off x="685708" y="1691227"/>
            <a:ext cx="274320" cy="274320"/>
          </a:xfrm>
          <a:prstGeom prst="rect">
            <a:avLst/>
          </a:prstGeom>
          <a:ln>
            <a:noFill/>
          </a:ln>
        </p:spPr>
      </p:pic>
      <p:sp>
        <p:nvSpPr>
          <p:cNvPr id="44" name="Oval 43">
            <a:extLst>
              <a:ext uri="{FF2B5EF4-FFF2-40B4-BE49-F238E27FC236}">
                <a16:creationId xmlns:a16="http://schemas.microsoft.com/office/drawing/2014/main" id="{9E20329E-DC7D-D6A5-60F1-71981E52E43D}"/>
              </a:ext>
            </a:extLst>
          </p:cNvPr>
          <p:cNvSpPr/>
          <p:nvPr/>
        </p:nvSpPr>
        <p:spPr>
          <a:xfrm>
            <a:off x="827677" y="1941209"/>
            <a:ext cx="274320" cy="274320"/>
          </a:xfrm>
          <a:prstGeom prst="ellipse">
            <a:avLst/>
          </a:prstGeom>
          <a:blipFill>
            <a:blip r:embed="rId1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grpSp>
        <p:nvGrpSpPr>
          <p:cNvPr id="66" name="Group 65">
            <a:extLst>
              <a:ext uri="{FF2B5EF4-FFF2-40B4-BE49-F238E27FC236}">
                <a16:creationId xmlns:a16="http://schemas.microsoft.com/office/drawing/2014/main" id="{0007E1FD-80F6-16A3-EC06-061999590B0F}"/>
              </a:ext>
            </a:extLst>
          </p:cNvPr>
          <p:cNvGrpSpPr/>
          <p:nvPr/>
        </p:nvGrpSpPr>
        <p:grpSpPr>
          <a:xfrm>
            <a:off x="561652" y="2539895"/>
            <a:ext cx="481290" cy="281280"/>
            <a:chOff x="2050627" y="2508010"/>
            <a:chExt cx="481290" cy="281280"/>
          </a:xfrm>
        </p:grpSpPr>
        <p:pic>
          <p:nvPicPr>
            <p:cNvPr id="47" name="Picture 46" descr="A blue circle with yellow stars in center&#10;&#10;Description automatically generated">
              <a:extLst>
                <a:ext uri="{FF2B5EF4-FFF2-40B4-BE49-F238E27FC236}">
                  <a16:creationId xmlns:a16="http://schemas.microsoft.com/office/drawing/2014/main" id="{C89D6A1C-D493-A9E2-E952-773D03C707C7}"/>
                </a:ext>
              </a:extLst>
            </p:cNvPr>
            <p:cNvPicPr>
              <a:picLocks noChangeAspect="1"/>
            </p:cNvPicPr>
            <p:nvPr/>
          </p:nvPicPr>
          <p:blipFill>
            <a:blip r:embed="rId10"/>
            <a:stretch>
              <a:fillRect/>
            </a:stretch>
          </p:blipFill>
          <p:spPr>
            <a:xfrm>
              <a:off x="2050627" y="2514970"/>
              <a:ext cx="274320" cy="274320"/>
            </a:xfrm>
            <a:prstGeom prst="rect">
              <a:avLst/>
            </a:prstGeom>
            <a:ln>
              <a:noFill/>
            </a:ln>
          </p:spPr>
        </p:pic>
        <p:pic>
          <p:nvPicPr>
            <p:cNvPr id="48" name="Picture 47">
              <a:extLst>
                <a:ext uri="{FF2B5EF4-FFF2-40B4-BE49-F238E27FC236}">
                  <a16:creationId xmlns:a16="http://schemas.microsoft.com/office/drawing/2014/main" id="{CA06CC2A-4846-AC96-F885-CDBEBAE875D9}"/>
                </a:ext>
              </a:extLst>
            </p:cNvPr>
            <p:cNvPicPr>
              <a:picLocks noChangeAspect="1"/>
            </p:cNvPicPr>
            <p:nvPr/>
          </p:nvPicPr>
          <p:blipFill rotWithShape="1">
            <a:blip r:embed="rId12"/>
            <a:srcRect l="14865" t="17319" r="20459" b="14006"/>
            <a:stretch/>
          </p:blipFill>
          <p:spPr>
            <a:xfrm>
              <a:off x="2257597" y="2508010"/>
              <a:ext cx="274320" cy="274320"/>
            </a:xfrm>
            <a:prstGeom prst="ellipse">
              <a:avLst/>
            </a:prstGeom>
          </p:spPr>
        </p:pic>
      </p:grpSp>
      <p:pic>
        <p:nvPicPr>
          <p:cNvPr id="50" name="Graphic 49">
            <a:extLst>
              <a:ext uri="{FF2B5EF4-FFF2-40B4-BE49-F238E27FC236}">
                <a16:creationId xmlns:a16="http://schemas.microsoft.com/office/drawing/2014/main" id="{BE3D2730-9307-1D49-8C96-BC8644C45A0B}"/>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513924" y="5719097"/>
            <a:ext cx="325616" cy="325616"/>
          </a:xfrm>
          <a:prstGeom prst="rect">
            <a:avLst/>
          </a:prstGeom>
        </p:spPr>
      </p:pic>
      <p:pic>
        <p:nvPicPr>
          <p:cNvPr id="51" name="Picture 50" descr="A blue circle with yellow stars in center&#10;&#10;Description automatically generated">
            <a:extLst>
              <a:ext uri="{FF2B5EF4-FFF2-40B4-BE49-F238E27FC236}">
                <a16:creationId xmlns:a16="http://schemas.microsoft.com/office/drawing/2014/main" id="{E33CCC72-8BD4-09F6-D667-DCEF20388427}"/>
              </a:ext>
            </a:extLst>
          </p:cNvPr>
          <p:cNvPicPr>
            <a:picLocks noChangeAspect="1"/>
          </p:cNvPicPr>
          <p:nvPr/>
        </p:nvPicPr>
        <p:blipFill>
          <a:blip r:embed="rId10"/>
          <a:stretch>
            <a:fillRect/>
          </a:stretch>
        </p:blipFill>
        <p:spPr>
          <a:xfrm>
            <a:off x="684816" y="5497701"/>
            <a:ext cx="274320" cy="274320"/>
          </a:xfrm>
          <a:prstGeom prst="rect">
            <a:avLst/>
          </a:prstGeom>
          <a:ln>
            <a:noFill/>
          </a:ln>
        </p:spPr>
      </p:pic>
      <p:sp>
        <p:nvSpPr>
          <p:cNvPr id="52" name="Oval 51">
            <a:extLst>
              <a:ext uri="{FF2B5EF4-FFF2-40B4-BE49-F238E27FC236}">
                <a16:creationId xmlns:a16="http://schemas.microsoft.com/office/drawing/2014/main" id="{CFDC8948-A5FC-DE81-CE83-B0B3F2F44066}"/>
              </a:ext>
            </a:extLst>
          </p:cNvPr>
          <p:cNvSpPr/>
          <p:nvPr/>
        </p:nvSpPr>
        <p:spPr>
          <a:xfrm>
            <a:off x="826785" y="5736564"/>
            <a:ext cx="274320" cy="274320"/>
          </a:xfrm>
          <a:prstGeom prst="ellipse">
            <a:avLst/>
          </a:prstGeom>
          <a:blipFill>
            <a:blip r:embed="rId1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grpSp>
        <p:nvGrpSpPr>
          <p:cNvPr id="2" name="Group 1">
            <a:extLst>
              <a:ext uri="{FF2B5EF4-FFF2-40B4-BE49-F238E27FC236}">
                <a16:creationId xmlns:a16="http://schemas.microsoft.com/office/drawing/2014/main" id="{A26D4853-3841-4E71-4212-7FC8EDD77509}"/>
              </a:ext>
            </a:extLst>
          </p:cNvPr>
          <p:cNvGrpSpPr/>
          <p:nvPr/>
        </p:nvGrpSpPr>
        <p:grpSpPr>
          <a:xfrm>
            <a:off x="5388474" y="411208"/>
            <a:ext cx="6454552" cy="582211"/>
            <a:chOff x="5034616" y="687287"/>
            <a:chExt cx="6454552" cy="582211"/>
          </a:xfrm>
        </p:grpSpPr>
        <p:grpSp>
          <p:nvGrpSpPr>
            <p:cNvPr id="4" name="Group 3">
              <a:extLst>
                <a:ext uri="{FF2B5EF4-FFF2-40B4-BE49-F238E27FC236}">
                  <a16:creationId xmlns:a16="http://schemas.microsoft.com/office/drawing/2014/main" id="{8DDB63B9-E0E8-55D2-508F-2C557C1030E6}"/>
                </a:ext>
              </a:extLst>
            </p:cNvPr>
            <p:cNvGrpSpPr/>
            <p:nvPr/>
          </p:nvGrpSpPr>
          <p:grpSpPr>
            <a:xfrm>
              <a:off x="5034616" y="730889"/>
              <a:ext cx="4876763" cy="538609"/>
              <a:chOff x="7315237" y="702314"/>
              <a:chExt cx="4876763" cy="538609"/>
            </a:xfrm>
          </p:grpSpPr>
          <p:grpSp>
            <p:nvGrpSpPr>
              <p:cNvPr id="20" name="Group 19">
                <a:extLst>
                  <a:ext uri="{FF2B5EF4-FFF2-40B4-BE49-F238E27FC236}">
                    <a16:creationId xmlns:a16="http://schemas.microsoft.com/office/drawing/2014/main" id="{EE949074-14E3-E741-6672-66565BFFEC40}"/>
                  </a:ext>
                </a:extLst>
              </p:cNvPr>
              <p:cNvGrpSpPr/>
              <p:nvPr/>
            </p:nvGrpSpPr>
            <p:grpSpPr>
              <a:xfrm>
                <a:off x="7636378" y="702314"/>
                <a:ext cx="4555622" cy="538609"/>
                <a:chOff x="8842110" y="702314"/>
                <a:chExt cx="4555622" cy="538609"/>
              </a:xfrm>
            </p:grpSpPr>
            <p:sp>
              <p:nvSpPr>
                <p:cNvPr id="22" name="TextBox 21">
                  <a:extLst>
                    <a:ext uri="{FF2B5EF4-FFF2-40B4-BE49-F238E27FC236}">
                      <a16:creationId xmlns:a16="http://schemas.microsoft.com/office/drawing/2014/main" id="{5B1DE8B8-5217-8457-258C-76515DE7868C}"/>
                    </a:ext>
                  </a:extLst>
                </p:cNvPr>
                <p:cNvSpPr txBox="1"/>
                <p:nvPr/>
              </p:nvSpPr>
              <p:spPr>
                <a:xfrm>
                  <a:off x="8842110" y="702314"/>
                  <a:ext cx="4555622"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Poppins"/>
                    <a:ea typeface="+mn-ea"/>
                    <a:cs typeface="+mn-cs"/>
                  </a:endParaRPr>
                </a:p>
                <a:p>
                  <a:pPr lvl="0">
                    <a:spcAft>
                      <a:spcPts val="100"/>
                    </a:spcAf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lang="en-US" sz="900">
                      <a:solidFill>
                        <a:srgbClr val="000000"/>
                      </a:solidFill>
                    </a:rPr>
                    <a:t>Gaps for which tactics were developed during WS (May ‘25)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24" name="Graphic 23">
                  <a:extLst>
                    <a:ext uri="{FF2B5EF4-FFF2-40B4-BE49-F238E27FC236}">
                      <a16:creationId xmlns:a16="http://schemas.microsoft.com/office/drawing/2014/main" id="{B4407163-450E-435B-2991-1B7F941D8715}"/>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9142249" y="950352"/>
                  <a:ext cx="216000" cy="216000"/>
                </a:xfrm>
                <a:prstGeom prst="rect">
                  <a:avLst/>
                </a:prstGeom>
              </p:spPr>
            </p:pic>
          </p:grpSp>
          <p:sp>
            <p:nvSpPr>
              <p:cNvPr id="21" name="TextBox 20">
                <a:extLst>
                  <a:ext uri="{FF2B5EF4-FFF2-40B4-BE49-F238E27FC236}">
                    <a16:creationId xmlns:a16="http://schemas.microsoft.com/office/drawing/2014/main" id="{FDB442EB-CFCB-A569-2A1E-4F1721574B5E}"/>
                  </a:ext>
                </a:extLst>
              </p:cNvPr>
              <p:cNvSpPr txBox="1"/>
              <p:nvPr/>
            </p:nvSpPr>
            <p:spPr>
              <a:xfrm>
                <a:off x="7315237" y="917758"/>
                <a:ext cx="837280"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nvGrpSpPr>
            <p:cNvPr id="9" name="Group 8">
              <a:extLst>
                <a:ext uri="{FF2B5EF4-FFF2-40B4-BE49-F238E27FC236}">
                  <a16:creationId xmlns:a16="http://schemas.microsoft.com/office/drawing/2014/main" id="{1B283FDC-9AC1-FD19-88F1-6C04A14BCF0E}"/>
                </a:ext>
              </a:extLst>
            </p:cNvPr>
            <p:cNvGrpSpPr/>
            <p:nvPr/>
          </p:nvGrpSpPr>
          <p:grpSpPr>
            <a:xfrm>
              <a:off x="5034617" y="687287"/>
              <a:ext cx="6454551" cy="323165"/>
              <a:chOff x="9702263" y="10164"/>
              <a:chExt cx="6636476" cy="323165"/>
            </a:xfrm>
          </p:grpSpPr>
          <p:sp>
            <p:nvSpPr>
              <p:cNvPr id="12" name="TextBox 11">
                <a:extLst>
                  <a:ext uri="{FF2B5EF4-FFF2-40B4-BE49-F238E27FC236}">
                    <a16:creationId xmlns:a16="http://schemas.microsoft.com/office/drawing/2014/main" id="{4F5D7289-2EE9-E934-9288-FC03DBEEAE9B}"/>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5" name="Rectangle 14">
                <a:extLst>
                  <a:ext uri="{FF2B5EF4-FFF2-40B4-BE49-F238E27FC236}">
                    <a16:creationId xmlns:a16="http://schemas.microsoft.com/office/drawing/2014/main" id="{4BA74161-5DE4-EA9D-D6D9-90332E627FC7}"/>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8" name="Rectangle 17">
                <a:extLst>
                  <a:ext uri="{FF2B5EF4-FFF2-40B4-BE49-F238E27FC236}">
                    <a16:creationId xmlns:a16="http://schemas.microsoft.com/office/drawing/2014/main" id="{8801CAFC-1DF1-720F-ED2F-E5C5EB14BAF4}"/>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9" name="Rectangle 18">
                <a:extLst>
                  <a:ext uri="{FF2B5EF4-FFF2-40B4-BE49-F238E27FC236}">
                    <a16:creationId xmlns:a16="http://schemas.microsoft.com/office/drawing/2014/main" id="{006A9D35-AE2F-DF6D-3F89-0A990B907E71}"/>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grpSp>
        <p:nvGrpSpPr>
          <p:cNvPr id="64" name="Group 63">
            <a:extLst>
              <a:ext uri="{FF2B5EF4-FFF2-40B4-BE49-F238E27FC236}">
                <a16:creationId xmlns:a16="http://schemas.microsoft.com/office/drawing/2014/main" id="{E4A3BB84-6F9E-126F-A6FF-45B125541DFB}"/>
              </a:ext>
            </a:extLst>
          </p:cNvPr>
          <p:cNvGrpSpPr/>
          <p:nvPr/>
        </p:nvGrpSpPr>
        <p:grpSpPr>
          <a:xfrm>
            <a:off x="458398" y="3355101"/>
            <a:ext cx="698794" cy="757806"/>
            <a:chOff x="1888162" y="3837720"/>
            <a:chExt cx="698794" cy="757806"/>
          </a:xfrm>
        </p:grpSpPr>
        <p:pic>
          <p:nvPicPr>
            <p:cNvPr id="27" name="Graphic 26">
              <a:extLst>
                <a:ext uri="{FF2B5EF4-FFF2-40B4-BE49-F238E27FC236}">
                  <a16:creationId xmlns:a16="http://schemas.microsoft.com/office/drawing/2014/main" id="{B38D9D97-9398-47F5-6673-5FAE03648390}"/>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065224" y="3837720"/>
              <a:ext cx="329184" cy="329184"/>
            </a:xfrm>
            <a:prstGeom prst="rect">
              <a:avLst/>
            </a:prstGeom>
          </p:spPr>
        </p:pic>
        <p:pic>
          <p:nvPicPr>
            <p:cNvPr id="28" name="Picture 27" descr="A blue circle with yellow stars in center&#10;&#10;Description automatically generated">
              <a:extLst>
                <a:ext uri="{FF2B5EF4-FFF2-40B4-BE49-F238E27FC236}">
                  <a16:creationId xmlns:a16="http://schemas.microsoft.com/office/drawing/2014/main" id="{B24E184F-7ADD-2322-C993-D86A75FF5A91}"/>
                </a:ext>
              </a:extLst>
            </p:cNvPr>
            <p:cNvPicPr>
              <a:picLocks noChangeAspect="1"/>
            </p:cNvPicPr>
            <p:nvPr/>
          </p:nvPicPr>
          <p:blipFill>
            <a:blip r:embed="rId10"/>
            <a:stretch>
              <a:fillRect/>
            </a:stretch>
          </p:blipFill>
          <p:spPr>
            <a:xfrm>
              <a:off x="1888162" y="4060865"/>
              <a:ext cx="274320" cy="274320"/>
            </a:xfrm>
            <a:prstGeom prst="rect">
              <a:avLst/>
            </a:prstGeom>
            <a:ln>
              <a:noFill/>
            </a:ln>
          </p:spPr>
        </p:pic>
        <p:sp>
          <p:nvSpPr>
            <p:cNvPr id="29" name="Oval 28">
              <a:extLst>
                <a:ext uri="{FF2B5EF4-FFF2-40B4-BE49-F238E27FC236}">
                  <a16:creationId xmlns:a16="http://schemas.microsoft.com/office/drawing/2014/main" id="{A5A0C69D-8F60-D413-D8B9-8500180A14B5}"/>
                </a:ext>
              </a:extLst>
            </p:cNvPr>
            <p:cNvSpPr/>
            <p:nvPr/>
          </p:nvSpPr>
          <p:spPr>
            <a:xfrm>
              <a:off x="1970445" y="4321206"/>
              <a:ext cx="274320" cy="274320"/>
            </a:xfrm>
            <a:prstGeom prst="ellipse">
              <a:avLst/>
            </a:prstGeom>
            <a:blipFill>
              <a:blip r:embed="rId1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30" name="Oval 29">
              <a:extLst>
                <a:ext uri="{FF2B5EF4-FFF2-40B4-BE49-F238E27FC236}">
                  <a16:creationId xmlns:a16="http://schemas.microsoft.com/office/drawing/2014/main" id="{A1AA89D6-9AD7-FB10-4F45-932B447515B4}"/>
                </a:ext>
              </a:extLst>
            </p:cNvPr>
            <p:cNvSpPr/>
            <p:nvPr/>
          </p:nvSpPr>
          <p:spPr>
            <a:xfrm>
              <a:off x="2257597" y="4321206"/>
              <a:ext cx="274320" cy="274320"/>
            </a:xfrm>
            <a:prstGeom prst="ellipse">
              <a:avLst/>
            </a:prstGeom>
            <a:blipFill>
              <a:blip r:embed="rId1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pic>
          <p:nvPicPr>
            <p:cNvPr id="31" name="Picture 30">
              <a:extLst>
                <a:ext uri="{FF2B5EF4-FFF2-40B4-BE49-F238E27FC236}">
                  <a16:creationId xmlns:a16="http://schemas.microsoft.com/office/drawing/2014/main" id="{F1411C7F-3034-5E5F-6F79-E0FB1A007D43}"/>
                </a:ext>
              </a:extLst>
            </p:cNvPr>
            <p:cNvPicPr>
              <a:picLocks noChangeAspect="1"/>
            </p:cNvPicPr>
            <p:nvPr/>
          </p:nvPicPr>
          <p:blipFill rotWithShape="1">
            <a:blip r:embed="rId12"/>
            <a:srcRect l="14865" t="17319" r="20459" b="14006"/>
            <a:stretch/>
          </p:blipFill>
          <p:spPr>
            <a:xfrm>
              <a:off x="2303492" y="4051721"/>
              <a:ext cx="283464" cy="283464"/>
            </a:xfrm>
            <a:prstGeom prst="ellipse">
              <a:avLst/>
            </a:prstGeom>
          </p:spPr>
        </p:pic>
      </p:grpSp>
      <p:sp>
        <p:nvSpPr>
          <p:cNvPr id="5" name="Footer Placeholder 3">
            <a:extLst>
              <a:ext uri="{FF2B5EF4-FFF2-40B4-BE49-F238E27FC236}">
                <a16:creationId xmlns:a16="http://schemas.microsoft.com/office/drawing/2014/main" id="{243954D1-E770-8698-3EC2-89234D52BFAA}"/>
              </a:ext>
            </a:extLst>
          </p:cNvPr>
          <p:cNvSpPr>
            <a:spLocks noGrp="1"/>
          </p:cNvSpPr>
          <p:nvPr>
            <p:ph type="ftr" sz="quarter" idx="10"/>
          </p:nvPr>
        </p:nvSpPr>
        <p:spPr>
          <a:xfrm>
            <a:off x="358336" y="6407139"/>
            <a:ext cx="8453155" cy="365760"/>
          </a:xfrm>
        </p:spPr>
        <p:txBody>
          <a:bodyPr/>
          <a:lstStyle/>
          <a:p>
            <a:r>
              <a:rPr lang="en-US"/>
              <a:t>Note:</a:t>
            </a:r>
            <a:r>
              <a:rPr lang="en-GB"/>
              <a:t> * Medical Objectives: </a:t>
            </a:r>
            <a:r>
              <a:rPr lang="en-GB" b="1"/>
              <a:t>Drive Differentiation:</a:t>
            </a:r>
            <a:r>
              <a:rPr lang="en-GB"/>
              <a:t> 1. Evidence-Based Differentiation 2. Communicate One Scientific Story 3. Competitive Medical Mindset 4. </a:t>
            </a:r>
            <a:r>
              <a:rPr lang="en-GB" err="1"/>
              <a:t>BeOne</a:t>
            </a:r>
            <a:r>
              <a:rPr lang="en-GB"/>
              <a:t> Experience; </a:t>
            </a:r>
            <a:r>
              <a:rPr lang="en-GB" b="1"/>
              <a:t>Secure Broad Access: </a:t>
            </a:r>
            <a:r>
              <a:rPr lang="en-GB"/>
              <a:t>1. Integrated Evidence Generation 2. Support Market Access 3. Expanded Access Program; </a:t>
            </a:r>
            <a:r>
              <a:rPr lang="en-GB" b="1"/>
              <a:t>Build Solid </a:t>
            </a:r>
            <a:r>
              <a:rPr lang="en-GB" b="1" err="1"/>
              <a:t>Tumor</a:t>
            </a:r>
            <a:r>
              <a:rPr lang="en-GB" b="1"/>
              <a:t> Leadership: </a:t>
            </a:r>
            <a:r>
              <a:rPr lang="en-GB"/>
              <a:t>1. KOL Engagement and Advocacy 2. Research Collaboration 3. Solid </a:t>
            </a:r>
            <a:r>
              <a:rPr lang="en-GB" err="1"/>
              <a:t>Tumor</a:t>
            </a:r>
            <a:r>
              <a:rPr lang="en-GB"/>
              <a:t> Awareness 4. Maintain and Continue to Build</a:t>
            </a:r>
            <a:endParaRPr lang="en-US"/>
          </a:p>
          <a:p>
            <a:r>
              <a:rPr lang="en-US"/>
              <a:t>Abbreviations: </a:t>
            </a:r>
            <a:r>
              <a:rPr lang="en-US" err="1"/>
              <a:t>CTx</a:t>
            </a:r>
            <a:r>
              <a:rPr lang="en-US"/>
              <a:t>: Chemotherapy; H2H: Head to Head; HCP: Healthcare </a:t>
            </a:r>
            <a:r>
              <a:rPr lang="en-US">
                <a:solidFill>
                  <a:srgbClr val="000000">
                    <a:lumMod val="65000"/>
                    <a:lumOff val="35000"/>
                  </a:srgbClr>
                </a:solidFill>
              </a:rPr>
              <a:t>Professionals</a:t>
            </a:r>
            <a:r>
              <a:rPr lang="en-US"/>
              <a:t>; KOL: Key Opinion Leader; PD-(L)1: Programmed Cell Death Ligand 1; PRO: Patient-Reported Outcomes; RWE: Real-World Evidence; SoC: Standard of Care</a:t>
            </a:r>
          </a:p>
        </p:txBody>
      </p:sp>
      <p:grpSp>
        <p:nvGrpSpPr>
          <p:cNvPr id="33" name="Group 32">
            <a:extLst>
              <a:ext uri="{FF2B5EF4-FFF2-40B4-BE49-F238E27FC236}">
                <a16:creationId xmlns:a16="http://schemas.microsoft.com/office/drawing/2014/main" id="{56A27DED-97D1-F108-6950-89E375764D49}"/>
              </a:ext>
            </a:extLst>
          </p:cNvPr>
          <p:cNvGrpSpPr/>
          <p:nvPr/>
        </p:nvGrpSpPr>
        <p:grpSpPr>
          <a:xfrm>
            <a:off x="-9525" y="-7584"/>
            <a:ext cx="11729065" cy="180000"/>
            <a:chOff x="-9525" y="-7584"/>
            <a:chExt cx="11729065" cy="180000"/>
          </a:xfrm>
        </p:grpSpPr>
        <p:sp>
          <p:nvSpPr>
            <p:cNvPr id="34" name="Rectangle 33">
              <a:extLst>
                <a:ext uri="{FF2B5EF4-FFF2-40B4-BE49-F238E27FC236}">
                  <a16:creationId xmlns:a16="http://schemas.microsoft.com/office/drawing/2014/main" id="{53B7FB11-ABA9-9EDF-2AEB-8CA5901C9ADC}"/>
                </a:ext>
              </a:extLst>
            </p:cNvPr>
            <p:cNvSpPr/>
            <p:nvPr/>
          </p:nvSpPr>
          <p:spPr>
            <a:xfrm>
              <a:off x="-9525" y="-7584"/>
              <a:ext cx="1584000" cy="180000"/>
            </a:xfrm>
            <a:prstGeom prst="rect">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Transversal Gaps</a:t>
              </a:r>
            </a:p>
          </p:txBody>
        </p:sp>
        <p:sp>
          <p:nvSpPr>
            <p:cNvPr id="36" name="Arrow: Pentagon 35">
              <a:extLst>
                <a:ext uri="{FF2B5EF4-FFF2-40B4-BE49-F238E27FC236}">
                  <a16:creationId xmlns:a16="http://schemas.microsoft.com/office/drawing/2014/main" id="{644364D3-E351-6D3F-018F-5FDF79C33DDA}"/>
                </a:ext>
              </a:extLst>
            </p:cNvPr>
            <p:cNvSpPr/>
            <p:nvPr/>
          </p:nvSpPr>
          <p:spPr>
            <a:xfrm>
              <a:off x="1584635" y="-7584"/>
              <a:ext cx="2592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37" name="Arrow: Chevron 36">
              <a:extLst>
                <a:ext uri="{FF2B5EF4-FFF2-40B4-BE49-F238E27FC236}">
                  <a16:creationId xmlns:a16="http://schemas.microsoft.com/office/drawing/2014/main" id="{FB362C9D-9352-25C9-B4B8-CB8CE4067467}"/>
                </a:ext>
              </a:extLst>
            </p:cNvPr>
            <p:cNvSpPr/>
            <p:nvPr/>
          </p:nvSpPr>
          <p:spPr>
            <a:xfrm>
              <a:off x="4091466" y="-7584"/>
              <a:ext cx="2592000"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lvl="0" algn="ctr">
                <a:defRPr/>
              </a:pPr>
              <a:r>
                <a:rPr lang="en-US" sz="1000">
                  <a:solidFill>
                    <a:srgbClr val="FFFFFF"/>
                  </a:solidFill>
                </a:rPr>
                <a:t>Evidence Gaps Deep Dive</a:t>
              </a:r>
            </a:p>
          </p:txBody>
        </p:sp>
        <p:sp>
          <p:nvSpPr>
            <p:cNvPr id="38" name="Arrow: Chevron 37">
              <a:extLst>
                <a:ext uri="{FF2B5EF4-FFF2-40B4-BE49-F238E27FC236}">
                  <a16:creationId xmlns:a16="http://schemas.microsoft.com/office/drawing/2014/main" id="{EABF792C-1D11-AE12-9933-0C2B528C6EE5}"/>
                </a:ext>
              </a:extLst>
            </p:cNvPr>
            <p:cNvSpPr/>
            <p:nvPr/>
          </p:nvSpPr>
          <p:spPr>
            <a:xfrm>
              <a:off x="6608457"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a:t>
              </a:r>
              <a:r>
                <a:rPr lang="en-US" sz="1000">
                  <a:solidFill>
                    <a:srgbClr val="FFFFFF"/>
                  </a:solidFill>
                </a:rPr>
                <a:t>Deep Dive</a:t>
              </a:r>
              <a:endParaRPr lang="en-US" sz="1000">
                <a:solidFill>
                  <a:srgbClr val="FFFFFF"/>
                </a:solidFill>
                <a:latin typeface="Poppins"/>
              </a:endParaRPr>
            </a:p>
          </p:txBody>
        </p:sp>
        <p:sp>
          <p:nvSpPr>
            <p:cNvPr id="39" name="Arrow: Chevron 38">
              <a:extLst>
                <a:ext uri="{FF2B5EF4-FFF2-40B4-BE49-F238E27FC236}">
                  <a16:creationId xmlns:a16="http://schemas.microsoft.com/office/drawing/2014/main" id="{22DEF7C8-CF84-7784-46B8-A2C96AC300B9}"/>
                </a:ext>
              </a:extLst>
            </p:cNvPr>
            <p:cNvSpPr/>
            <p:nvPr/>
          </p:nvSpPr>
          <p:spPr>
            <a:xfrm>
              <a:off x="9127540"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Implementation Roadmap</a:t>
              </a:r>
            </a:p>
          </p:txBody>
        </p:sp>
      </p:grpSp>
    </p:spTree>
    <p:extLst>
      <p:ext uri="{BB962C8B-B14F-4D97-AF65-F5344CB8AC3E}">
        <p14:creationId xmlns:p14="http://schemas.microsoft.com/office/powerpoint/2010/main" val="524330918"/>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4F976-4259-5E2C-B779-B2C9E3952C3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6E8D601-4A7C-D43F-29C7-5D5708854F66}"/>
              </a:ext>
            </a:extLst>
          </p:cNvPr>
          <p:cNvGraphicFramePr>
            <a:graphicFrameLocks noChangeAspect="1"/>
          </p:cNvGraphicFramePr>
          <p:nvPr>
            <p:custDataLst>
              <p:tags r:id="rId1"/>
            </p:custDataLst>
            <p:extLst>
              <p:ext uri="{D42A27DB-BD31-4B8C-83A1-F6EECF244321}">
                <p14:modId xmlns:p14="http://schemas.microsoft.com/office/powerpoint/2010/main" val="6749463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A6E8D601-4A7C-D43F-29C7-5D5708854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939C0B3-8A42-484A-D80F-6CFDBD6BB83E}"/>
              </a:ext>
            </a:extLst>
          </p:cNvPr>
          <p:cNvSpPr>
            <a:spLocks noGrp="1"/>
          </p:cNvSpPr>
          <p:nvPr>
            <p:ph type="title"/>
          </p:nvPr>
        </p:nvSpPr>
        <p:spPr>
          <a:xfrm>
            <a:off x="358337" y="271427"/>
            <a:ext cx="11470125" cy="369332"/>
          </a:xfrm>
        </p:spPr>
        <p:txBody>
          <a:bodyPr vert="horz"/>
          <a:lstStyle/>
          <a:p>
            <a:r>
              <a:rPr lang="en-US" sz="2400"/>
              <a:t>Tactics: Transversal Gaps</a:t>
            </a:r>
          </a:p>
        </p:txBody>
      </p:sp>
      <p:graphicFrame>
        <p:nvGraphicFramePr>
          <p:cNvPr id="9" name="Table 8">
            <a:extLst>
              <a:ext uri="{FF2B5EF4-FFF2-40B4-BE49-F238E27FC236}">
                <a16:creationId xmlns:a16="http://schemas.microsoft.com/office/drawing/2014/main" id="{E9068899-6002-E821-9915-6A4B2EEC391D}"/>
              </a:ext>
            </a:extLst>
          </p:cNvPr>
          <p:cNvGraphicFramePr>
            <a:graphicFrameLocks noGrp="1"/>
          </p:cNvGraphicFramePr>
          <p:nvPr>
            <p:extLst>
              <p:ext uri="{D42A27DB-BD31-4B8C-83A1-F6EECF244321}">
                <p14:modId xmlns:p14="http://schemas.microsoft.com/office/powerpoint/2010/main" val="2805599659"/>
              </p:ext>
            </p:extLst>
          </p:nvPr>
        </p:nvGraphicFramePr>
        <p:xfrm>
          <a:off x="358335" y="1296036"/>
          <a:ext cx="11470127" cy="4321477"/>
        </p:xfrm>
        <a:graphic>
          <a:graphicData uri="http://schemas.openxmlformats.org/drawingml/2006/table">
            <a:tbl>
              <a:tblPr firstRow="1" bandRow="1">
                <a:tableStyleId>{073A0DAA-6AF3-43AB-8588-CEC1D06C72B9}</a:tableStyleId>
              </a:tblPr>
              <a:tblGrid>
                <a:gridCol w="2101617">
                  <a:extLst>
                    <a:ext uri="{9D8B030D-6E8A-4147-A177-3AD203B41FA5}">
                      <a16:colId xmlns:a16="http://schemas.microsoft.com/office/drawing/2014/main" val="3209951687"/>
                    </a:ext>
                  </a:extLst>
                </a:gridCol>
                <a:gridCol w="927987">
                  <a:extLst>
                    <a:ext uri="{9D8B030D-6E8A-4147-A177-3AD203B41FA5}">
                      <a16:colId xmlns:a16="http://schemas.microsoft.com/office/drawing/2014/main" val="88404572"/>
                    </a:ext>
                  </a:extLst>
                </a:gridCol>
                <a:gridCol w="1546645">
                  <a:extLst>
                    <a:ext uri="{9D8B030D-6E8A-4147-A177-3AD203B41FA5}">
                      <a16:colId xmlns:a16="http://schemas.microsoft.com/office/drawing/2014/main" val="2800079537"/>
                    </a:ext>
                  </a:extLst>
                </a:gridCol>
                <a:gridCol w="1492057">
                  <a:extLst>
                    <a:ext uri="{9D8B030D-6E8A-4147-A177-3AD203B41FA5}">
                      <a16:colId xmlns:a16="http://schemas.microsoft.com/office/drawing/2014/main" val="2491557635"/>
                    </a:ext>
                  </a:extLst>
                </a:gridCol>
                <a:gridCol w="1619428">
                  <a:extLst>
                    <a:ext uri="{9D8B030D-6E8A-4147-A177-3AD203B41FA5}">
                      <a16:colId xmlns:a16="http://schemas.microsoft.com/office/drawing/2014/main" val="3389222493"/>
                    </a:ext>
                  </a:extLst>
                </a:gridCol>
                <a:gridCol w="991672">
                  <a:extLst>
                    <a:ext uri="{9D8B030D-6E8A-4147-A177-3AD203B41FA5}">
                      <a16:colId xmlns:a16="http://schemas.microsoft.com/office/drawing/2014/main" val="3673164344"/>
                    </a:ext>
                  </a:extLst>
                </a:gridCol>
                <a:gridCol w="1059504">
                  <a:extLst>
                    <a:ext uri="{9D8B030D-6E8A-4147-A177-3AD203B41FA5}">
                      <a16:colId xmlns:a16="http://schemas.microsoft.com/office/drawing/2014/main" val="4213931367"/>
                    </a:ext>
                  </a:extLst>
                </a:gridCol>
                <a:gridCol w="282035">
                  <a:extLst>
                    <a:ext uri="{9D8B030D-6E8A-4147-A177-3AD203B41FA5}">
                      <a16:colId xmlns:a16="http://schemas.microsoft.com/office/drawing/2014/main" val="2792428792"/>
                    </a:ext>
                  </a:extLst>
                </a:gridCol>
                <a:gridCol w="1449182">
                  <a:extLst>
                    <a:ext uri="{9D8B030D-6E8A-4147-A177-3AD203B41FA5}">
                      <a16:colId xmlns:a16="http://schemas.microsoft.com/office/drawing/2014/main" val="393198505"/>
                    </a:ext>
                  </a:extLst>
                </a:gridCol>
              </a:tblGrid>
              <a:tr h="332071">
                <a:tc gridSpan="9">
                  <a:txBody>
                    <a:bodyPr/>
                    <a:lstStyle/>
                    <a:p>
                      <a:pPr algn="ctr"/>
                      <a:r>
                        <a:rPr lang="en-US" sz="1000"/>
                        <a:t>Transversal Gaps* (Relevant across ALL indications in scope)</a:t>
                      </a:r>
                    </a:p>
                  </a:txBody>
                  <a:tcPr anchor="ctr">
                    <a:solidFill>
                      <a:schemeClr val="accent2">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632596">
                <a:tc>
                  <a:txBody>
                    <a:bodyPr/>
                    <a:lstStyle/>
                    <a:p>
                      <a:pPr algn="ctr"/>
                      <a:r>
                        <a:rPr lang="en-US" sz="1000" b="1">
                          <a:solidFill>
                            <a:schemeClr val="bg1"/>
                          </a:solidFill>
                        </a:rPr>
                        <a:t>Evidence Gap</a:t>
                      </a:r>
                    </a:p>
                  </a:txBody>
                  <a:tcPr marL="45720" marR="45720"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Tactic Type</a:t>
                      </a:r>
                    </a:p>
                  </a:txBody>
                  <a:tcPr marL="45720" marR="45720" anchor="ctr">
                    <a:solidFill>
                      <a:srgbClr val="22529C"/>
                    </a:solidFill>
                  </a:tcPr>
                </a:tc>
                <a:tc>
                  <a:txBody>
                    <a:bodyPr/>
                    <a:lstStyle/>
                    <a:p>
                      <a:pPr algn="ctr"/>
                      <a:r>
                        <a:rPr lang="en-US" sz="1000" b="1">
                          <a:solidFill>
                            <a:schemeClr val="bg1"/>
                          </a:solidFill>
                        </a:rPr>
                        <a:t>New Tactic</a:t>
                      </a:r>
                    </a:p>
                  </a:txBody>
                  <a:tcPr marL="45720" marR="45720" anchor="ctr">
                    <a:solidFill>
                      <a:srgbClr val="22529C"/>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rgbClr val="22529C"/>
                    </a:solidFill>
                  </a:tcPr>
                </a:tc>
                <a:tc>
                  <a:txBody>
                    <a:bodyPr/>
                    <a:lstStyle/>
                    <a:p>
                      <a:pPr algn="ctr"/>
                      <a:r>
                        <a:rPr lang="en-US" sz="1000" b="1">
                          <a:solidFill>
                            <a:schemeClr val="bg1"/>
                          </a:solidFill>
                        </a:rPr>
                        <a:t>Current Efforts &amp; Plans </a:t>
                      </a:r>
                    </a:p>
                    <a:p>
                      <a:pPr algn="ctr"/>
                      <a:r>
                        <a:rPr lang="en-US" sz="1000" b="1">
                          <a:solidFill>
                            <a:schemeClr val="bg1"/>
                          </a:solidFill>
                        </a:rPr>
                        <a:t>[Tactic Identifier]</a:t>
                      </a:r>
                      <a:r>
                        <a:rPr lang="en-US" sz="1000" b="1" baseline="30000">
                          <a:solidFill>
                            <a:schemeClr val="bg1"/>
                          </a:solidFill>
                        </a:rPr>
                        <a:t>1</a:t>
                      </a:r>
                      <a:endParaRPr lang="en-US" sz="1000" b="1">
                        <a:solidFill>
                          <a:schemeClr val="bg1"/>
                        </a:solidFill>
                      </a:endParaRPr>
                    </a:p>
                  </a:txBody>
                  <a:tcPr marL="45720" marR="45720" anchor="ctr">
                    <a:solidFill>
                      <a:srgbClr val="22529C"/>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Impact on External Stakeholders</a:t>
                      </a:r>
                    </a:p>
                  </a:txBody>
                  <a:tcPr marL="45720" marR="45720" anchor="ctr">
                    <a:solidFill>
                      <a:srgbClr val="22529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SIs</a:t>
                      </a:r>
                    </a:p>
                  </a:txBody>
                  <a:tcPr marL="45720" marR="45720" anchor="ctr">
                    <a:solidFill>
                      <a:srgbClr val="22529C"/>
                    </a:solidFill>
                  </a:tcPr>
                </a:tc>
                <a:tc>
                  <a:txBody>
                    <a:bodyPr/>
                    <a:lstStyle/>
                    <a:p>
                      <a:pPr marL="0" algn="ctr" defTabSz="914400" rtl="0" eaLnBrk="1" latinLnBrk="0" hangingPunct="1"/>
                      <a:r>
                        <a:rPr lang="en-US" sz="1000" b="1" kern="1200">
                          <a:solidFill>
                            <a:schemeClr val="bg1"/>
                          </a:solidFill>
                          <a:latin typeface="+mn-lt"/>
                          <a:ea typeface="+mn-ea"/>
                          <a:cs typeface="+mn-cs"/>
                        </a:rPr>
                        <a:t>Medical Objective &amp; Impact</a:t>
                      </a:r>
                    </a:p>
                  </a:txBody>
                  <a:tcPr marL="45720" marR="45720" anchor="ctr">
                    <a:solidFill>
                      <a:srgbClr val="22529C"/>
                    </a:solidFill>
                  </a:tcPr>
                </a:tc>
                <a:extLst>
                  <a:ext uri="{0D108BD9-81ED-4DB2-BD59-A6C34878D82A}">
                    <a16:rowId xmlns:a16="http://schemas.microsoft.com/office/drawing/2014/main" val="3378915935"/>
                  </a:ext>
                </a:extLst>
              </a:tr>
              <a:tr h="58112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RW data on </a:t>
                      </a:r>
                      <a:r>
                        <a:rPr lang="en-US" sz="900" b="1" i="0" kern="1200">
                          <a:solidFill>
                            <a:schemeClr val="tx1"/>
                          </a:solidFill>
                          <a:latin typeface="+mn-lt"/>
                          <a:ea typeface="+mn-ea"/>
                          <a:cs typeface="+mn-cs"/>
                        </a:rPr>
                        <a:t>comparative effectiveness data </a:t>
                      </a:r>
                      <a:r>
                        <a:rPr lang="en-US" sz="900" i="0" kern="1200">
                          <a:solidFill>
                            <a:schemeClr val="tx1"/>
                          </a:solidFill>
                          <a:latin typeface="+mn-lt"/>
                          <a:ea typeface="+mn-ea"/>
                          <a:cs typeface="+mn-cs"/>
                        </a:rPr>
                        <a:t>in Caucasian / non-Asian / </a:t>
                      </a:r>
                      <a:r>
                        <a:rPr lang="en-US" sz="900" b="1" i="0" kern="1200">
                          <a:solidFill>
                            <a:schemeClr val="tx1"/>
                          </a:solidFill>
                          <a:latin typeface="+mn-lt"/>
                          <a:ea typeface="+mn-ea"/>
                          <a:cs typeface="+mn-cs"/>
                        </a:rPr>
                        <a:t>local populations</a:t>
                      </a:r>
                    </a:p>
                  </a:txBody>
                  <a:tcPr marL="45720" marR="45720" anchor="ctr">
                    <a:solidFill>
                      <a:srgbClr val="E7E7E7"/>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Fit-for-purpose study designs for RWE (Ph 4, observational, etc.)</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ORR, PFS, and occasionally OS (endpoint dependent on country needs)</a:t>
                      </a:r>
                    </a:p>
                  </a:txBody>
                  <a:tcPr marL="45720" marR="45720" anchor="ctr">
                    <a:solidFill>
                      <a:srgbClr val="E7E7E7"/>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900" i="0" kern="1200">
                          <a:solidFill>
                            <a:schemeClr val="tx1"/>
                          </a:solidFill>
                          <a:latin typeface="+mn-lt"/>
                          <a:ea typeface="+mn-ea"/>
                          <a:cs typeface="+mn-cs"/>
                        </a:rPr>
                        <a:t>N/A</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BR" sz="900" i="0" kern="1200">
                        <a:solidFill>
                          <a:schemeClr val="tx1"/>
                        </a:solidFill>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1" kern="1200">
                        <a:solidFill>
                          <a:schemeClr val="bg2">
                            <a:lumMod val="50000"/>
                          </a:schemeClr>
                        </a:solidFill>
                        <a:latin typeface="+mn-lt"/>
                        <a:ea typeface="+mn-ea"/>
                        <a:cs typeface="+mn-cs"/>
                      </a:endParaRPr>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Support Market Access</a:t>
                      </a:r>
                    </a:p>
                  </a:txBody>
                  <a:tcPr marL="45720" marR="45720" anchor="ctr">
                    <a:solidFill>
                      <a:srgbClr val="E7E7E7"/>
                    </a:solidFill>
                  </a:tcPr>
                </a:tc>
                <a:extLst>
                  <a:ext uri="{0D108BD9-81ED-4DB2-BD59-A6C34878D82A}">
                    <a16:rowId xmlns:a16="http://schemas.microsoft.com/office/drawing/2014/main" val="3575213223"/>
                  </a:ext>
                </a:extLst>
              </a:tr>
              <a:tr h="5811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1" kern="1200">
                        <a:solidFill>
                          <a:schemeClr val="bg2">
                            <a:lumMod val="50000"/>
                          </a:schemeClr>
                        </a:solidFill>
                        <a:latin typeface="+mn-lt"/>
                        <a:ea typeface="+mn-ea"/>
                        <a:cs typeface="+mn-cs"/>
                      </a:endParaRPr>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KOL Engagement and Advocacy</a:t>
                      </a:r>
                    </a:p>
                  </a:txBody>
                  <a:tcPr marL="45720" marR="45720" anchor="ctr">
                    <a:solidFill>
                      <a:srgbClr val="E7E7E7"/>
                    </a:solidFill>
                  </a:tcPr>
                </a:tc>
                <a:extLst>
                  <a:ext uri="{0D108BD9-81ED-4DB2-BD59-A6C34878D82A}">
                    <a16:rowId xmlns:a16="http://schemas.microsoft.com/office/drawing/2014/main" val="1707998139"/>
                  </a:ext>
                </a:extLst>
              </a:tr>
              <a:tr h="73152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ysClr val="windowText" lastClr="000000"/>
                          </a:solidFill>
                          <a:latin typeface="+mn-lt"/>
                          <a:ea typeface="+mn-ea"/>
                          <a:cs typeface="+mn-cs"/>
                        </a:rPr>
                        <a:t>Need for </a:t>
                      </a:r>
                      <a:r>
                        <a:rPr lang="en-US" sz="900" b="1" i="0" kern="1200">
                          <a:solidFill>
                            <a:sysClr val="windowText" lastClr="000000"/>
                          </a:solidFill>
                          <a:latin typeface="+mn-lt"/>
                          <a:ea typeface="+mn-ea"/>
                          <a:cs typeface="+mn-cs"/>
                        </a:rPr>
                        <a:t>RWE on long term tislelizumab efficacy</a:t>
                      </a:r>
                      <a:r>
                        <a:rPr lang="en-US" sz="900" i="0" kern="1200">
                          <a:solidFill>
                            <a:sysClr val="windowText" lastClr="000000"/>
                          </a:solidFill>
                          <a:latin typeface="+mn-lt"/>
                          <a:ea typeface="+mn-ea"/>
                          <a:cs typeface="+mn-cs"/>
                        </a:rPr>
                        <a:t> in </a:t>
                      </a:r>
                      <a:r>
                        <a:rPr lang="en-US" sz="900" b="1" i="0" kern="1200">
                          <a:solidFill>
                            <a:sysClr val="windowText" lastClr="000000"/>
                          </a:solidFill>
                          <a:latin typeface="+mn-lt"/>
                          <a:ea typeface="+mn-ea"/>
                          <a:cs typeface="+mn-cs"/>
                        </a:rPr>
                        <a:t>Caucasian patients </a:t>
                      </a:r>
                      <a:r>
                        <a:rPr lang="en-US" sz="900" i="0" kern="1200">
                          <a:solidFill>
                            <a:sysClr val="windowText" lastClr="000000"/>
                          </a:solidFill>
                          <a:latin typeface="+mn-lt"/>
                          <a:ea typeface="+mn-ea"/>
                          <a:cs typeface="+mn-cs"/>
                        </a:rPr>
                        <a:t>to support access and comparison</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i="0" kern="1200">
                        <a:solidFill>
                          <a:schemeClr val="tx1"/>
                        </a:solidFill>
                        <a:latin typeface="+mn-lt"/>
                        <a:ea typeface="+mn-ea"/>
                        <a:cs typeface="+mn-cs"/>
                      </a:endParaRP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Prospective IIT / Cooperative Group Study</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PFS, Duration of Response</a:t>
                      </a:r>
                    </a:p>
                  </a:txBody>
                  <a:tcPr marL="45720" marR="45720" anchor="ctr">
                    <a:solidFill>
                      <a:srgbClr val="CBCBCB"/>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sz="900" i="0" kern="1200">
                          <a:solidFill>
                            <a:schemeClr val="tx1"/>
                          </a:solidFill>
                          <a:latin typeface="+mn-lt"/>
                          <a:ea typeface="+mn-ea"/>
                          <a:cs typeface="+mn-cs"/>
                        </a:rPr>
                        <a:t>N/A</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BR" sz="900" i="0" kern="1200">
                        <a:solidFill>
                          <a:schemeClr val="tx1"/>
                        </a:solidFill>
                        <a:latin typeface="+mn-lt"/>
                        <a:ea typeface="+mn-ea"/>
                        <a:cs typeface="+mn-cs"/>
                      </a:endParaRPr>
                    </a:p>
                  </a:txBody>
                  <a:tcPr marL="45720" marR="45720" anchor="ctr">
                    <a:solidFill>
                      <a:srgbClr val="CBCBCB"/>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1" kern="1200">
                        <a:solidFill>
                          <a:schemeClr val="bg2">
                            <a:lumMod val="50000"/>
                          </a:schemeClr>
                        </a:solidFill>
                        <a:latin typeface="+mn-lt"/>
                        <a:ea typeface="+mn-ea"/>
                        <a:cs typeface="+mn-cs"/>
                      </a:endParaRPr>
                    </a:p>
                  </a:txBody>
                  <a:tcPr marL="45720" marR="45720" anchor="ctr">
                    <a:solidFill>
                      <a:schemeClr val="accent1"/>
                    </a:solidFill>
                  </a:tcPr>
                </a:tc>
                <a:tc>
                  <a:txBody>
                    <a:bodyPr/>
                    <a:lstStyle/>
                    <a:p>
                      <a:pPr marL="171450" indent="-171450">
                        <a:buFont typeface="Arial" panose="020B0604020202020204" pitchFamily="34" charset="0"/>
                        <a:buChar char="•"/>
                      </a:pPr>
                      <a:r>
                        <a:rPr lang="en-US" sz="900"/>
                        <a:t>Evidence-Based Differentiation</a:t>
                      </a:r>
                    </a:p>
                  </a:txBody>
                  <a:tcPr marL="45720" marR="45720" anchor="ctr">
                    <a:solidFill>
                      <a:srgbClr val="CBCBCB"/>
                    </a:solidFill>
                  </a:tcPr>
                </a:tc>
                <a:extLst>
                  <a:ext uri="{0D108BD9-81ED-4DB2-BD59-A6C34878D82A}">
                    <a16:rowId xmlns:a16="http://schemas.microsoft.com/office/drawing/2014/main" val="341078848"/>
                  </a:ext>
                </a:extLst>
              </a:tr>
              <a:tr h="731520">
                <a:tc vMerge="1">
                  <a:txBody>
                    <a:bodyPr/>
                    <a:lstStyle/>
                    <a:p>
                      <a:endParaRPr lang="en-US"/>
                    </a:p>
                  </a:txBody>
                  <a:tcPr/>
                </a:tc>
                <a:tc>
                  <a:txBody>
                    <a:bodyPr/>
                    <a:lstStyle/>
                    <a:p>
                      <a:endParaRPr lang="en-US"/>
                    </a:p>
                  </a:txBody>
                  <a:tcPr marL="45720" marR="45720" anchor="ctr">
                    <a:solidFill>
                      <a:srgbClr val="CBCBCB"/>
                    </a:solidFill>
                  </a:tcPr>
                </a:tc>
                <a:tc>
                  <a:txBody>
                    <a:bodyPr/>
                    <a:lstStyle/>
                    <a:p>
                      <a:r>
                        <a:rPr lang="en-US" sz="900" b="0" i="0" kern="1200">
                          <a:solidFill>
                            <a:schemeClr val="tx1"/>
                          </a:solidFill>
                          <a:latin typeface="+mn-lt"/>
                          <a:ea typeface="+mn-ea"/>
                          <a:cs typeface="+mn-cs"/>
                        </a:rPr>
                        <a:t>Observational prospective expansion of REVOLUTE trial scopes in ES-SCLC</a:t>
                      </a:r>
                      <a:endParaRPr lang="en-US" b="0"/>
                    </a:p>
                  </a:txBody>
                  <a:tcPr marL="45720" marR="45720" anchor="ctr">
                    <a:solidFill>
                      <a:srgbClr val="CBCBCB"/>
                    </a:solidFill>
                  </a:tcPr>
                </a:tc>
                <a:tc>
                  <a:txBody>
                    <a:bodyPr/>
                    <a:lstStyle/>
                    <a:p>
                      <a:r>
                        <a:rPr lang="en-US" sz="900" i="0" kern="1200">
                          <a:solidFill>
                            <a:schemeClr val="tx1"/>
                          </a:solidFill>
                          <a:latin typeface="+mn-lt"/>
                          <a:ea typeface="+mn-ea"/>
                          <a:cs typeface="+mn-cs"/>
                        </a:rPr>
                        <a:t>PFS – align to endpoints of R-304, 307, 312, 314 to support data by indication</a:t>
                      </a:r>
                      <a:endParaRPr lang="en-US"/>
                    </a:p>
                  </a:txBody>
                  <a:tcPr marL="45720" marR="45720" anchor="ctr">
                    <a:solidFill>
                      <a:srgbClr val="CBCBCB"/>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1" kern="1200">
                        <a:solidFill>
                          <a:schemeClr val="bg2">
                            <a:lumMod val="50000"/>
                          </a:schemeClr>
                        </a:solidFill>
                        <a:latin typeface="+mn-lt"/>
                        <a:ea typeface="+mn-ea"/>
                        <a:cs typeface="+mn-cs"/>
                      </a:endParaRPr>
                    </a:p>
                  </a:txBody>
                  <a:tcPr marL="45720" marR="45720" anchor="ctr">
                    <a:solidFill>
                      <a:schemeClr val="accent6"/>
                    </a:solidFill>
                  </a:tcPr>
                </a:tc>
                <a:tc>
                  <a:txBody>
                    <a:bodyPr/>
                    <a:lstStyle/>
                    <a:p>
                      <a:pPr marL="171450" indent="-171450">
                        <a:buFont typeface="Arial" panose="020B0604020202020204" pitchFamily="34" charset="0"/>
                        <a:buChar char="•"/>
                      </a:pPr>
                      <a:r>
                        <a:rPr lang="en-US" sz="900"/>
                        <a:t>Support Market Access</a:t>
                      </a:r>
                    </a:p>
                  </a:txBody>
                  <a:tcPr marL="45720" marR="45720" anchor="ctr">
                    <a:solidFill>
                      <a:srgbClr val="CBCBCB"/>
                    </a:solidFill>
                  </a:tcPr>
                </a:tc>
                <a:extLst>
                  <a:ext uri="{0D108BD9-81ED-4DB2-BD59-A6C34878D82A}">
                    <a16:rowId xmlns:a16="http://schemas.microsoft.com/office/drawing/2014/main" val="4263996705"/>
                  </a:ext>
                </a:extLst>
              </a:tr>
              <a:tr h="731520">
                <a:tc vMerge="1">
                  <a:txBody>
                    <a:bodyPr/>
                    <a:lstStyle/>
                    <a:p>
                      <a:endParaRPr lang="en-US"/>
                    </a:p>
                  </a:txBody>
                  <a:tcPr/>
                </a:tc>
                <a:tc>
                  <a:txBody>
                    <a:bodyPr/>
                    <a:lstStyle/>
                    <a:p>
                      <a:endParaRPr lang="en-US"/>
                    </a:p>
                  </a:txBody>
                  <a:tcPr marL="45720" marR="45720" anchor="ctr">
                    <a:solidFill>
                      <a:srgbClr val="CBCBCB"/>
                    </a:solidFill>
                  </a:tcPr>
                </a:tc>
                <a:tc>
                  <a:txBody>
                    <a:bodyPr/>
                    <a:lstStyle/>
                    <a:p>
                      <a:r>
                        <a:rPr lang="en-US" sz="900" b="0" i="0" kern="1200">
                          <a:solidFill>
                            <a:schemeClr val="tx1"/>
                          </a:solidFill>
                          <a:latin typeface="+mn-lt"/>
                          <a:ea typeface="+mn-ea"/>
                          <a:cs typeface="+mn-cs"/>
                        </a:rPr>
                        <a:t>NIS retrospective observational study across all indications</a:t>
                      </a:r>
                      <a:endParaRPr lang="en-US" b="0"/>
                    </a:p>
                  </a:txBody>
                  <a:tcPr marL="45720" marR="45720" anchor="ctr">
                    <a:solidFill>
                      <a:srgbClr val="CBCBCB"/>
                    </a:solidFill>
                  </a:tcPr>
                </a:tc>
                <a:tc>
                  <a:txBody>
                    <a:bodyPr/>
                    <a:lstStyle/>
                    <a:p>
                      <a:r>
                        <a:rPr lang="en-US" sz="900" i="0" kern="1200">
                          <a:solidFill>
                            <a:schemeClr val="tx1"/>
                          </a:solidFill>
                          <a:latin typeface="+mn-lt"/>
                          <a:ea typeface="+mn-ea"/>
                          <a:cs typeface="+mn-cs"/>
                        </a:rPr>
                        <a:t>PFS, Duration of Response</a:t>
                      </a:r>
                      <a:endParaRPr lang="en-US"/>
                    </a:p>
                  </a:txBody>
                  <a:tcPr marL="45720" marR="45720" anchor="ctr">
                    <a:solidFill>
                      <a:srgbClr val="CBCBCB"/>
                    </a:solidFill>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1" kern="1200">
                        <a:solidFill>
                          <a:schemeClr val="bg2">
                            <a:lumMod val="50000"/>
                          </a:schemeClr>
                        </a:solidFill>
                        <a:latin typeface="+mn-lt"/>
                        <a:ea typeface="+mn-ea"/>
                        <a:cs typeface="+mn-cs"/>
                      </a:endParaRPr>
                    </a:p>
                  </a:txBody>
                  <a:tcPr marL="45720" marR="45720" anchor="ctr">
                    <a:solidFill>
                      <a:schemeClr val="accent4"/>
                    </a:solidFill>
                  </a:tcPr>
                </a:tc>
                <a:tc>
                  <a:txBody>
                    <a:bodyPr/>
                    <a:lstStyle/>
                    <a:p>
                      <a:pPr marL="171450" indent="-171450">
                        <a:buFont typeface="Arial" panose="020B0604020202020204" pitchFamily="34" charset="0"/>
                        <a:buChar char="•"/>
                      </a:pPr>
                      <a:r>
                        <a:rPr lang="en-US" sz="900"/>
                        <a:t>KOL Engagement and Advocacy</a:t>
                      </a:r>
                    </a:p>
                    <a:p>
                      <a:pPr marL="171450" indent="-171450">
                        <a:buFont typeface="Arial" panose="020B0604020202020204" pitchFamily="34" charset="0"/>
                        <a:buChar char="•"/>
                      </a:pPr>
                      <a:r>
                        <a:rPr lang="en-US" sz="900"/>
                        <a:t>Maintain and Continue to Build</a:t>
                      </a:r>
                      <a:endParaRPr lang="en-US"/>
                    </a:p>
                  </a:txBody>
                  <a:tcPr marL="45720" marR="45720" anchor="ctr">
                    <a:solidFill>
                      <a:srgbClr val="CBCBCB"/>
                    </a:solidFill>
                  </a:tcPr>
                </a:tc>
                <a:extLst>
                  <a:ext uri="{0D108BD9-81ED-4DB2-BD59-A6C34878D82A}">
                    <a16:rowId xmlns:a16="http://schemas.microsoft.com/office/drawing/2014/main" val="3794280929"/>
                  </a:ext>
                </a:extLst>
              </a:tr>
            </a:tbl>
          </a:graphicData>
        </a:graphic>
      </p:graphicFrame>
      <p:pic>
        <p:nvPicPr>
          <p:cNvPr id="10" name="Graphic 9">
            <a:extLst>
              <a:ext uri="{FF2B5EF4-FFF2-40B4-BE49-F238E27FC236}">
                <a16:creationId xmlns:a16="http://schemas.microsoft.com/office/drawing/2014/main" id="{AAC9B45F-F41C-57BD-9918-18EE1D365B6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93949" y="3608063"/>
            <a:ext cx="274320" cy="274320"/>
          </a:xfrm>
          <a:prstGeom prst="rect">
            <a:avLst/>
          </a:prstGeom>
        </p:spPr>
      </p:pic>
      <p:pic>
        <p:nvPicPr>
          <p:cNvPr id="13" name="Graphic 12">
            <a:extLst>
              <a:ext uri="{FF2B5EF4-FFF2-40B4-BE49-F238E27FC236}">
                <a16:creationId xmlns:a16="http://schemas.microsoft.com/office/drawing/2014/main" id="{0F722F25-B184-B735-D82D-A78C07D778B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93949" y="4365641"/>
            <a:ext cx="274320" cy="274320"/>
          </a:xfrm>
          <a:prstGeom prst="rect">
            <a:avLst/>
          </a:prstGeom>
        </p:spPr>
      </p:pic>
      <p:grpSp>
        <p:nvGrpSpPr>
          <p:cNvPr id="32" name="Group 31">
            <a:extLst>
              <a:ext uri="{FF2B5EF4-FFF2-40B4-BE49-F238E27FC236}">
                <a16:creationId xmlns:a16="http://schemas.microsoft.com/office/drawing/2014/main" id="{5791C50C-1849-AAF7-0FC8-1B13D6263991}"/>
              </a:ext>
            </a:extLst>
          </p:cNvPr>
          <p:cNvGrpSpPr/>
          <p:nvPr/>
        </p:nvGrpSpPr>
        <p:grpSpPr>
          <a:xfrm>
            <a:off x="8263408" y="2679300"/>
            <a:ext cx="481290" cy="281280"/>
            <a:chOff x="2050627" y="2508010"/>
            <a:chExt cx="481290" cy="281280"/>
          </a:xfrm>
        </p:grpSpPr>
        <p:pic>
          <p:nvPicPr>
            <p:cNvPr id="33" name="Picture 32" descr="A blue circle with yellow stars in center&#10;&#10;Description automatically generated">
              <a:extLst>
                <a:ext uri="{FF2B5EF4-FFF2-40B4-BE49-F238E27FC236}">
                  <a16:creationId xmlns:a16="http://schemas.microsoft.com/office/drawing/2014/main" id="{FB040303-6C86-355B-436D-8B50C00EF11E}"/>
                </a:ext>
              </a:extLst>
            </p:cNvPr>
            <p:cNvPicPr>
              <a:picLocks noChangeAspect="1"/>
            </p:cNvPicPr>
            <p:nvPr/>
          </p:nvPicPr>
          <p:blipFill>
            <a:blip r:embed="rId7"/>
            <a:stretch>
              <a:fillRect/>
            </a:stretch>
          </p:blipFill>
          <p:spPr>
            <a:xfrm>
              <a:off x="2050627" y="2514970"/>
              <a:ext cx="274320" cy="274320"/>
            </a:xfrm>
            <a:prstGeom prst="rect">
              <a:avLst/>
            </a:prstGeom>
            <a:ln>
              <a:noFill/>
            </a:ln>
          </p:spPr>
        </p:pic>
        <p:pic>
          <p:nvPicPr>
            <p:cNvPr id="34" name="Picture 33">
              <a:extLst>
                <a:ext uri="{FF2B5EF4-FFF2-40B4-BE49-F238E27FC236}">
                  <a16:creationId xmlns:a16="http://schemas.microsoft.com/office/drawing/2014/main" id="{7D0CE40C-C82E-5022-AFE3-A231F734E630}"/>
                </a:ext>
              </a:extLst>
            </p:cNvPr>
            <p:cNvPicPr>
              <a:picLocks noChangeAspect="1"/>
            </p:cNvPicPr>
            <p:nvPr/>
          </p:nvPicPr>
          <p:blipFill rotWithShape="1">
            <a:blip r:embed="rId8"/>
            <a:srcRect l="14865" t="17319" r="20459" b="14006"/>
            <a:stretch/>
          </p:blipFill>
          <p:spPr>
            <a:xfrm>
              <a:off x="2257597" y="2508010"/>
              <a:ext cx="274320" cy="274320"/>
            </a:xfrm>
            <a:prstGeom prst="ellipse">
              <a:avLst/>
            </a:prstGeom>
          </p:spPr>
        </p:pic>
      </p:grpSp>
      <p:grpSp>
        <p:nvGrpSpPr>
          <p:cNvPr id="35" name="Group 34">
            <a:extLst>
              <a:ext uri="{FF2B5EF4-FFF2-40B4-BE49-F238E27FC236}">
                <a16:creationId xmlns:a16="http://schemas.microsoft.com/office/drawing/2014/main" id="{C16CE8A0-F396-2ED5-0076-4203E03792D8}"/>
              </a:ext>
            </a:extLst>
          </p:cNvPr>
          <p:cNvGrpSpPr/>
          <p:nvPr/>
        </p:nvGrpSpPr>
        <p:grpSpPr>
          <a:xfrm>
            <a:off x="8216074" y="4264599"/>
            <a:ext cx="585909" cy="558440"/>
            <a:chOff x="1935059" y="1608677"/>
            <a:chExt cx="585909" cy="558440"/>
          </a:xfrm>
        </p:grpSpPr>
        <p:pic>
          <p:nvPicPr>
            <p:cNvPr id="36" name="Graphic 35">
              <a:extLst>
                <a:ext uri="{FF2B5EF4-FFF2-40B4-BE49-F238E27FC236}">
                  <a16:creationId xmlns:a16="http://schemas.microsoft.com/office/drawing/2014/main" id="{94B81442-8AC6-71EC-848D-63FB89A2B37D}"/>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1935059" y="1837933"/>
              <a:ext cx="329184" cy="329184"/>
            </a:xfrm>
            <a:prstGeom prst="rect">
              <a:avLst/>
            </a:prstGeom>
          </p:spPr>
        </p:pic>
        <p:pic>
          <p:nvPicPr>
            <p:cNvPr id="37" name="Picture 36" descr="A blue circle with yellow stars in center&#10;&#10;Description automatically generated">
              <a:extLst>
                <a:ext uri="{FF2B5EF4-FFF2-40B4-BE49-F238E27FC236}">
                  <a16:creationId xmlns:a16="http://schemas.microsoft.com/office/drawing/2014/main" id="{81A4D09E-3688-23FA-2DFF-8CAEE78209A3}"/>
                </a:ext>
              </a:extLst>
            </p:cNvPr>
            <p:cNvPicPr>
              <a:picLocks noChangeAspect="1"/>
            </p:cNvPicPr>
            <p:nvPr/>
          </p:nvPicPr>
          <p:blipFill>
            <a:blip r:embed="rId7"/>
            <a:stretch>
              <a:fillRect/>
            </a:stretch>
          </p:blipFill>
          <p:spPr>
            <a:xfrm>
              <a:off x="2092656" y="1608677"/>
              <a:ext cx="274320" cy="274320"/>
            </a:xfrm>
            <a:prstGeom prst="rect">
              <a:avLst/>
            </a:prstGeom>
            <a:ln>
              <a:noFill/>
            </a:ln>
          </p:spPr>
        </p:pic>
        <p:sp>
          <p:nvSpPr>
            <p:cNvPr id="38" name="Oval 37">
              <a:extLst>
                <a:ext uri="{FF2B5EF4-FFF2-40B4-BE49-F238E27FC236}">
                  <a16:creationId xmlns:a16="http://schemas.microsoft.com/office/drawing/2014/main" id="{C612D005-A9FF-51E6-B53A-184E2A74F326}"/>
                </a:ext>
              </a:extLst>
            </p:cNvPr>
            <p:cNvSpPr/>
            <p:nvPr/>
          </p:nvSpPr>
          <p:spPr>
            <a:xfrm>
              <a:off x="2246648" y="1865311"/>
              <a:ext cx="274320" cy="274320"/>
            </a:xfrm>
            <a:prstGeom prst="ellipse">
              <a:avLst/>
            </a:prstGeom>
            <a:blipFill>
              <a:blip r:embed="rId1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err="1">
                <a:solidFill>
                  <a:schemeClr val="bg1"/>
                </a:solidFill>
              </a:endParaRPr>
            </a:p>
          </p:txBody>
        </p:sp>
      </p:grpSp>
      <p:grpSp>
        <p:nvGrpSpPr>
          <p:cNvPr id="7" name="Group 6">
            <a:extLst>
              <a:ext uri="{FF2B5EF4-FFF2-40B4-BE49-F238E27FC236}">
                <a16:creationId xmlns:a16="http://schemas.microsoft.com/office/drawing/2014/main" id="{2B00A68A-CFEB-1ED1-9DDB-7684C913FE36}"/>
              </a:ext>
            </a:extLst>
          </p:cNvPr>
          <p:cNvGrpSpPr/>
          <p:nvPr/>
        </p:nvGrpSpPr>
        <p:grpSpPr>
          <a:xfrm>
            <a:off x="5387787" y="634600"/>
            <a:ext cx="6454551" cy="323165"/>
            <a:chOff x="9702263" y="10164"/>
            <a:chExt cx="6636476" cy="323165"/>
          </a:xfrm>
        </p:grpSpPr>
        <p:sp>
          <p:nvSpPr>
            <p:cNvPr id="12" name="TextBox 11">
              <a:extLst>
                <a:ext uri="{FF2B5EF4-FFF2-40B4-BE49-F238E27FC236}">
                  <a16:creationId xmlns:a16="http://schemas.microsoft.com/office/drawing/2014/main" id="{F0165B6B-78BE-8C66-9DCE-6173DE2BCEE6}"/>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7" name="Rectangle 16">
              <a:extLst>
                <a:ext uri="{FF2B5EF4-FFF2-40B4-BE49-F238E27FC236}">
                  <a16:creationId xmlns:a16="http://schemas.microsoft.com/office/drawing/2014/main" id="{821E1802-3739-57A3-F299-45EFEFE3D807}"/>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8" name="Rectangle 17">
              <a:extLst>
                <a:ext uri="{FF2B5EF4-FFF2-40B4-BE49-F238E27FC236}">
                  <a16:creationId xmlns:a16="http://schemas.microsoft.com/office/drawing/2014/main" id="{60DD71A2-05F0-E541-61C3-D4CB4DEFD927}"/>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9" name="Rectangle 18">
              <a:extLst>
                <a:ext uri="{FF2B5EF4-FFF2-40B4-BE49-F238E27FC236}">
                  <a16:creationId xmlns:a16="http://schemas.microsoft.com/office/drawing/2014/main" id="{FC565B5E-F1B1-31B5-8C33-35AA40690820}"/>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14" name="Rectangle 13">
            <a:extLst>
              <a:ext uri="{FF2B5EF4-FFF2-40B4-BE49-F238E27FC236}">
                <a16:creationId xmlns:a16="http://schemas.microsoft.com/office/drawing/2014/main" id="{567715C4-683B-A4D3-EA8D-52A2C12B8E33}"/>
              </a:ext>
            </a:extLst>
          </p:cNvPr>
          <p:cNvSpPr/>
          <p:nvPr/>
        </p:nvSpPr>
        <p:spPr>
          <a:xfrm>
            <a:off x="126749" y="2264324"/>
            <a:ext cx="222533" cy="3353189"/>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sp>
        <p:nvSpPr>
          <p:cNvPr id="27" name="Rectangle 26">
            <a:extLst>
              <a:ext uri="{FF2B5EF4-FFF2-40B4-BE49-F238E27FC236}">
                <a16:creationId xmlns:a16="http://schemas.microsoft.com/office/drawing/2014/main" id="{571E038F-0E3C-96E6-3B1B-BBF80BA82B2A}"/>
              </a:ext>
            </a:extLst>
          </p:cNvPr>
          <p:cNvSpPr/>
          <p:nvPr/>
        </p:nvSpPr>
        <p:spPr>
          <a:xfrm>
            <a:off x="367796" y="5815210"/>
            <a:ext cx="8349484" cy="3529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ysClr val="windowText" lastClr="000000"/>
                </a:solidFill>
                <a:effectLst/>
                <a:uLnTx/>
                <a:uFillTx/>
                <a:latin typeface="Poppins"/>
                <a:ea typeface="+mn-ea"/>
                <a:cs typeface="+mn-cs"/>
              </a:rPr>
              <a:t>Tactics for above transversal gaps were discussed solely in the ES-SCLC breakout group for purposes of workshop logistics and feasibility</a:t>
            </a:r>
            <a:r>
              <a:rPr kumimoji="0" lang="en-US" sz="1000" b="0" i="0" u="none" strike="noStrike" kern="1200" cap="none" spc="0" normalizeH="0" baseline="0" noProof="0">
                <a:ln>
                  <a:noFill/>
                </a:ln>
                <a:solidFill>
                  <a:sysClr val="windowText" lastClr="000000"/>
                </a:solidFill>
                <a:effectLst/>
                <a:uLnTx/>
                <a:uFillTx/>
                <a:latin typeface="Poppins"/>
                <a:ea typeface="+mn-ea"/>
                <a:cs typeface="+mn-cs"/>
              </a:rPr>
              <a:t> – Indication-specific considerations and timelines should be adapted accordingly</a:t>
            </a:r>
          </a:p>
        </p:txBody>
      </p:sp>
      <p:pic>
        <p:nvPicPr>
          <p:cNvPr id="28" name="Graphic 27">
            <a:extLst>
              <a:ext uri="{FF2B5EF4-FFF2-40B4-BE49-F238E27FC236}">
                <a16:creationId xmlns:a16="http://schemas.microsoft.com/office/drawing/2014/main" id="{BEECA11E-3363-21A9-90CE-141B837062F9}"/>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445466" y="5779519"/>
            <a:ext cx="432000" cy="432000"/>
          </a:xfrm>
          <a:prstGeom prst="rect">
            <a:avLst/>
          </a:prstGeom>
        </p:spPr>
      </p:pic>
      <p:sp>
        <p:nvSpPr>
          <p:cNvPr id="11" name="Footer Placeholder 3">
            <a:extLst>
              <a:ext uri="{FF2B5EF4-FFF2-40B4-BE49-F238E27FC236}">
                <a16:creationId xmlns:a16="http://schemas.microsoft.com/office/drawing/2014/main" id="{EBAF9380-22B8-C794-589F-83B56050F8DC}"/>
              </a:ext>
            </a:extLst>
          </p:cNvPr>
          <p:cNvSpPr txBox="1">
            <a:spLocks/>
          </p:cNvSpPr>
          <p:nvPr/>
        </p:nvSpPr>
        <p:spPr>
          <a:xfrm>
            <a:off x="358337" y="6359371"/>
            <a:ext cx="8409328"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Note: </a:t>
            </a:r>
            <a:r>
              <a:rPr lang="en-US" err="1"/>
              <a:t>CTx</a:t>
            </a:r>
            <a:r>
              <a:rPr lang="en-US"/>
              <a:t>: Chemotherapy; ES-SCLC: Extensive-Stage Small Cell Lung Cancer; RWE: Real-World Evidence; HEOR: Health Economics Outcomes Research; IIT: Investigator Initiated Trial; KOL: Key Opinion Leaders; HCP: Healthcare Professionals; PFS: Progression Free Survival; ORR: Overall Response Rate; OS: Overall Survival</a:t>
            </a:r>
          </a:p>
        </p:txBody>
      </p:sp>
      <p:sp>
        <p:nvSpPr>
          <p:cNvPr id="15" name="Footer Placeholder 3">
            <a:extLst>
              <a:ext uri="{FF2B5EF4-FFF2-40B4-BE49-F238E27FC236}">
                <a16:creationId xmlns:a16="http://schemas.microsoft.com/office/drawing/2014/main" id="{6718E634-2F5C-2F40-B859-22E27DCCC096}"/>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6" name="Graphic 15">
            <a:extLst>
              <a:ext uri="{FF2B5EF4-FFF2-40B4-BE49-F238E27FC236}">
                <a16:creationId xmlns:a16="http://schemas.microsoft.com/office/drawing/2014/main" id="{2569CEE4-3A56-0A24-16F5-0553F901803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737570" y="958197"/>
            <a:ext cx="274320" cy="274320"/>
          </a:xfrm>
          <a:prstGeom prst="rect">
            <a:avLst/>
          </a:prstGeom>
        </p:spPr>
      </p:pic>
      <p:pic>
        <p:nvPicPr>
          <p:cNvPr id="21" name="Graphic 20">
            <a:extLst>
              <a:ext uri="{FF2B5EF4-FFF2-40B4-BE49-F238E27FC236}">
                <a16:creationId xmlns:a16="http://schemas.microsoft.com/office/drawing/2014/main" id="{8AED0A2C-CB25-45B8-11BE-91F8BCB6E2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4487" y="958197"/>
            <a:ext cx="274320" cy="274320"/>
          </a:xfrm>
          <a:prstGeom prst="rect">
            <a:avLst/>
          </a:prstGeom>
        </p:spPr>
      </p:pic>
      <p:pic>
        <p:nvPicPr>
          <p:cNvPr id="22" name="Graphic 21">
            <a:extLst>
              <a:ext uri="{FF2B5EF4-FFF2-40B4-BE49-F238E27FC236}">
                <a16:creationId xmlns:a16="http://schemas.microsoft.com/office/drawing/2014/main" id="{F2470E7F-59D1-4EEC-DAA9-EDB0C69FC96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414007" y="958197"/>
            <a:ext cx="274320" cy="274320"/>
          </a:xfrm>
          <a:prstGeom prst="rect">
            <a:avLst/>
          </a:prstGeom>
        </p:spPr>
      </p:pic>
      <p:pic>
        <p:nvPicPr>
          <p:cNvPr id="23" name="Graphic 22">
            <a:extLst>
              <a:ext uri="{FF2B5EF4-FFF2-40B4-BE49-F238E27FC236}">
                <a16:creationId xmlns:a16="http://schemas.microsoft.com/office/drawing/2014/main" id="{D9D04CB8-914A-0E08-7C07-D36530337400}"/>
              </a:ext>
            </a:extLst>
          </p:cNvPr>
          <p:cNvPicPr>
            <a:picLocks/>
          </p:cNvPicPr>
          <p:nvPr/>
        </p:nvPicPr>
        <p:blipFill>
          <a:blip r:embed="rId18">
            <a:extLst>
              <a:ext uri="{96DAC541-7B7A-43D3-8B79-37D633B846F1}">
                <asvg:svgBlip xmlns:asvg="http://schemas.microsoft.com/office/drawing/2016/SVG/main" r:embed="rId19"/>
              </a:ext>
            </a:extLst>
          </a:blip>
          <a:stretch>
            <a:fillRect/>
          </a:stretch>
        </p:blipFill>
        <p:spPr>
          <a:xfrm>
            <a:off x="8194014" y="958557"/>
            <a:ext cx="273600" cy="273600"/>
          </a:xfrm>
          <a:prstGeom prst="rect">
            <a:avLst/>
          </a:prstGeom>
        </p:spPr>
      </p:pic>
      <p:pic>
        <p:nvPicPr>
          <p:cNvPr id="24" name="Graphic 23">
            <a:extLst>
              <a:ext uri="{FF2B5EF4-FFF2-40B4-BE49-F238E27FC236}">
                <a16:creationId xmlns:a16="http://schemas.microsoft.com/office/drawing/2014/main" id="{E5E5B62D-1E8B-C231-52A9-9417A26786BA}"/>
              </a:ext>
            </a:extLst>
          </p:cNvPr>
          <p:cNvPicPr>
            <a:picLocks/>
          </p:cNvPicPr>
          <p:nvPr/>
        </p:nvPicPr>
        <p:blipFill>
          <a:blip r:embed="rId18">
            <a:extLst>
              <a:ext uri="{96DAC541-7B7A-43D3-8B79-37D633B846F1}">
                <asvg:svgBlip xmlns:asvg="http://schemas.microsoft.com/office/drawing/2016/SVG/main" r:embed="rId19"/>
              </a:ext>
            </a:extLst>
          </a:blip>
          <a:stretch>
            <a:fillRect/>
          </a:stretch>
        </p:blipFill>
        <p:spPr>
          <a:xfrm>
            <a:off x="2794309" y="5108219"/>
            <a:ext cx="273600" cy="273600"/>
          </a:xfrm>
          <a:prstGeom prst="rect">
            <a:avLst/>
          </a:prstGeom>
        </p:spPr>
      </p:pic>
      <p:pic>
        <p:nvPicPr>
          <p:cNvPr id="31" name="Graphic 30">
            <a:extLst>
              <a:ext uri="{FF2B5EF4-FFF2-40B4-BE49-F238E27FC236}">
                <a16:creationId xmlns:a16="http://schemas.microsoft.com/office/drawing/2014/main" id="{4776E5B3-477D-C289-C9ED-F82F6C79E8C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783977" y="2686260"/>
            <a:ext cx="274320" cy="274320"/>
          </a:xfrm>
          <a:prstGeom prst="rect">
            <a:avLst/>
          </a:prstGeom>
        </p:spPr>
      </p:pic>
      <p:grpSp>
        <p:nvGrpSpPr>
          <p:cNvPr id="43" name="Group 42">
            <a:extLst>
              <a:ext uri="{FF2B5EF4-FFF2-40B4-BE49-F238E27FC236}">
                <a16:creationId xmlns:a16="http://schemas.microsoft.com/office/drawing/2014/main" id="{D02D1999-7AB4-06D0-6C70-DD8E8DF2C821}"/>
              </a:ext>
            </a:extLst>
          </p:cNvPr>
          <p:cNvGrpSpPr/>
          <p:nvPr/>
        </p:nvGrpSpPr>
        <p:grpSpPr>
          <a:xfrm>
            <a:off x="-9525" y="-7584"/>
            <a:ext cx="11729065" cy="180000"/>
            <a:chOff x="-9525" y="-7584"/>
            <a:chExt cx="11729065" cy="180000"/>
          </a:xfrm>
        </p:grpSpPr>
        <p:sp>
          <p:nvSpPr>
            <p:cNvPr id="44" name="Rectangle 43">
              <a:extLst>
                <a:ext uri="{FF2B5EF4-FFF2-40B4-BE49-F238E27FC236}">
                  <a16:creationId xmlns:a16="http://schemas.microsoft.com/office/drawing/2014/main" id="{71537E86-80CF-1048-4084-96D50265AC54}"/>
                </a:ext>
              </a:extLst>
            </p:cNvPr>
            <p:cNvSpPr/>
            <p:nvPr/>
          </p:nvSpPr>
          <p:spPr>
            <a:xfrm>
              <a:off x="-9525" y="-7584"/>
              <a:ext cx="1584000" cy="180000"/>
            </a:xfrm>
            <a:prstGeom prst="rect">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Transversal Gaps</a:t>
              </a:r>
            </a:p>
          </p:txBody>
        </p:sp>
        <p:sp>
          <p:nvSpPr>
            <p:cNvPr id="45" name="Arrow: Pentagon 44">
              <a:extLst>
                <a:ext uri="{FF2B5EF4-FFF2-40B4-BE49-F238E27FC236}">
                  <a16:creationId xmlns:a16="http://schemas.microsoft.com/office/drawing/2014/main" id="{ECF7698C-E453-4020-024B-96B2F0B496AF}"/>
                </a:ext>
              </a:extLst>
            </p:cNvPr>
            <p:cNvSpPr/>
            <p:nvPr/>
          </p:nvSpPr>
          <p:spPr>
            <a:xfrm>
              <a:off x="1584635" y="-7584"/>
              <a:ext cx="2592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46" name="Arrow: Chevron 45">
              <a:extLst>
                <a:ext uri="{FF2B5EF4-FFF2-40B4-BE49-F238E27FC236}">
                  <a16:creationId xmlns:a16="http://schemas.microsoft.com/office/drawing/2014/main" id="{0AE23673-0A4B-860E-7FA0-E519DD004E02}"/>
                </a:ext>
              </a:extLst>
            </p:cNvPr>
            <p:cNvSpPr/>
            <p:nvPr/>
          </p:nvSpPr>
          <p:spPr>
            <a:xfrm>
              <a:off x="4091466"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47" name="Arrow: Chevron 46">
              <a:extLst>
                <a:ext uri="{FF2B5EF4-FFF2-40B4-BE49-F238E27FC236}">
                  <a16:creationId xmlns:a16="http://schemas.microsoft.com/office/drawing/2014/main" id="{04490A21-7C00-E24A-BF68-5DB794007287}"/>
                </a:ext>
              </a:extLst>
            </p:cNvPr>
            <p:cNvSpPr/>
            <p:nvPr/>
          </p:nvSpPr>
          <p:spPr>
            <a:xfrm>
              <a:off x="6608457" y="-7584"/>
              <a:ext cx="2592000"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Tactics Deep Dive</a:t>
              </a:r>
            </a:p>
          </p:txBody>
        </p:sp>
        <p:sp>
          <p:nvSpPr>
            <p:cNvPr id="48" name="Arrow: Chevron 47">
              <a:extLst>
                <a:ext uri="{FF2B5EF4-FFF2-40B4-BE49-F238E27FC236}">
                  <a16:creationId xmlns:a16="http://schemas.microsoft.com/office/drawing/2014/main" id="{7737D140-3211-2CCF-CF73-4BF8A5BDE3D0}"/>
                </a:ext>
              </a:extLst>
            </p:cNvPr>
            <p:cNvSpPr/>
            <p:nvPr/>
          </p:nvSpPr>
          <p:spPr>
            <a:xfrm>
              <a:off x="9127540"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Implementation Roadmap</a:t>
              </a:r>
            </a:p>
          </p:txBody>
        </p:sp>
      </p:grpSp>
    </p:spTree>
    <p:extLst>
      <p:ext uri="{BB962C8B-B14F-4D97-AF65-F5344CB8AC3E}">
        <p14:creationId xmlns:p14="http://schemas.microsoft.com/office/powerpoint/2010/main" val="266394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EB247-CFDD-D6D4-9D8F-16470001B29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D2F6F87-5738-5B93-2A4D-43F509C6B975}"/>
              </a:ext>
            </a:extLst>
          </p:cNvPr>
          <p:cNvGraphicFramePr>
            <a:graphicFrameLocks noChangeAspect="1"/>
          </p:cNvGraphicFramePr>
          <p:nvPr>
            <p:custDataLst>
              <p:tags r:id="rId1"/>
            </p:custDataLst>
            <p:extLst>
              <p:ext uri="{D42A27DB-BD31-4B8C-83A1-F6EECF244321}">
                <p14:modId xmlns:p14="http://schemas.microsoft.com/office/powerpoint/2010/main" val="40286645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2D2F6F87-5738-5B93-2A4D-43F509C6B97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TextBox 16">
            <a:extLst>
              <a:ext uri="{FF2B5EF4-FFF2-40B4-BE49-F238E27FC236}">
                <a16:creationId xmlns:a16="http://schemas.microsoft.com/office/drawing/2014/main" id="{35E650EA-9EAE-7E9E-6F32-9A2B663DD201}"/>
              </a:ext>
            </a:extLst>
          </p:cNvPr>
          <p:cNvSpPr txBox="1"/>
          <p:nvPr/>
        </p:nvSpPr>
        <p:spPr>
          <a:xfrm>
            <a:off x="8804409" y="6282940"/>
            <a:ext cx="3246586" cy="338554"/>
          </a:xfrm>
          <a:prstGeom prst="rect">
            <a:avLst/>
          </a:prstGeom>
          <a:solidFill>
            <a:schemeClr val="bg1"/>
          </a:solid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sp>
        <p:nvSpPr>
          <p:cNvPr id="3" name="Title 2">
            <a:extLst>
              <a:ext uri="{FF2B5EF4-FFF2-40B4-BE49-F238E27FC236}">
                <a16:creationId xmlns:a16="http://schemas.microsoft.com/office/drawing/2014/main" id="{C828D01B-7214-E183-E28E-7E22C3B2AEF0}"/>
              </a:ext>
            </a:extLst>
          </p:cNvPr>
          <p:cNvSpPr>
            <a:spLocks noGrp="1"/>
          </p:cNvSpPr>
          <p:nvPr>
            <p:ph type="title"/>
          </p:nvPr>
        </p:nvSpPr>
        <p:spPr>
          <a:xfrm>
            <a:off x="358337" y="271427"/>
            <a:ext cx="11470125" cy="369332"/>
          </a:xfrm>
        </p:spPr>
        <p:txBody>
          <a:bodyPr vert="horz"/>
          <a:lstStyle/>
          <a:p>
            <a:r>
              <a:rPr lang="en-US" sz="2400"/>
              <a:t>Implementation Roadmap: Transversal</a:t>
            </a:r>
          </a:p>
        </p:txBody>
      </p:sp>
      <p:graphicFrame>
        <p:nvGraphicFramePr>
          <p:cNvPr id="7" name="Table 6">
            <a:extLst>
              <a:ext uri="{FF2B5EF4-FFF2-40B4-BE49-F238E27FC236}">
                <a16:creationId xmlns:a16="http://schemas.microsoft.com/office/drawing/2014/main" id="{990D858A-73F6-09D5-0FA7-938D753A52C5}"/>
              </a:ext>
            </a:extLst>
          </p:cNvPr>
          <p:cNvGraphicFramePr>
            <a:graphicFrameLocks noGrp="1"/>
          </p:cNvGraphicFramePr>
          <p:nvPr>
            <p:extLst>
              <p:ext uri="{D42A27DB-BD31-4B8C-83A1-F6EECF244321}">
                <p14:modId xmlns:p14="http://schemas.microsoft.com/office/powerpoint/2010/main" val="2404347899"/>
              </p:ext>
            </p:extLst>
          </p:nvPr>
        </p:nvGraphicFramePr>
        <p:xfrm>
          <a:off x="341423" y="1387876"/>
          <a:ext cx="11470127" cy="4781691"/>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821635">
                  <a:extLst>
                    <a:ext uri="{9D8B030D-6E8A-4147-A177-3AD203B41FA5}">
                      <a16:colId xmlns:a16="http://schemas.microsoft.com/office/drawing/2014/main" val="2800079537"/>
                    </a:ext>
                  </a:extLst>
                </a:gridCol>
                <a:gridCol w="705121">
                  <a:extLst>
                    <a:ext uri="{9D8B030D-6E8A-4147-A177-3AD203B41FA5}">
                      <a16:colId xmlns:a16="http://schemas.microsoft.com/office/drawing/2014/main" val="3138473051"/>
                    </a:ext>
                  </a:extLst>
                </a:gridCol>
                <a:gridCol w="259216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279796">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Transversal Gaps ( Across All Indications)</a:t>
                      </a:r>
                    </a:p>
                  </a:txBody>
                  <a:tcPr anchor="ctr">
                    <a:solidFill>
                      <a:srgbClr val="22529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33163">
                <a:tc rowSpan="3">
                  <a:txBody>
                    <a:bodyPr/>
                    <a:lstStyle/>
                    <a:p>
                      <a:pPr algn="ctr"/>
                      <a:r>
                        <a:rPr lang="en-US" sz="900" b="1">
                          <a:solidFill>
                            <a:schemeClr val="bg1"/>
                          </a:solidFill>
                        </a:rPr>
                        <a:t>Evidence Gaps</a:t>
                      </a:r>
                    </a:p>
                  </a:txBody>
                  <a:tcPr anchor="ctr">
                    <a:solidFill>
                      <a:srgbClr val="22529C"/>
                    </a:solidFill>
                  </a:tcPr>
                </a:tc>
                <a:tc rowSpan="3">
                  <a:txBody>
                    <a:bodyPr/>
                    <a:lstStyle/>
                    <a:p>
                      <a:pPr algn="ctr"/>
                      <a:r>
                        <a:rPr lang="en-US" sz="900" b="1">
                          <a:solidFill>
                            <a:schemeClr val="bg1"/>
                          </a:solidFill>
                        </a:rPr>
                        <a:t>Tactic Type</a:t>
                      </a:r>
                    </a:p>
                  </a:txBody>
                  <a:tcPr anchor="ctr">
                    <a:solidFill>
                      <a:srgbClr val="22529C"/>
                    </a:solidFill>
                  </a:tcPr>
                </a:tc>
                <a:tc rowSpan="3">
                  <a:txBody>
                    <a:bodyPr/>
                    <a:lstStyle/>
                    <a:p>
                      <a:pPr algn="ctr"/>
                      <a:r>
                        <a:rPr lang="en-US" sz="900" b="1">
                          <a:solidFill>
                            <a:schemeClr val="bg1"/>
                          </a:solidFill>
                        </a:rPr>
                        <a:t>Lead Market (s)</a:t>
                      </a:r>
                    </a:p>
                  </a:txBody>
                  <a:tcPr anchor="ctr">
                    <a:solidFill>
                      <a:srgbClr val="22529C"/>
                    </a:solidFill>
                  </a:tcPr>
                </a:tc>
                <a:tc rowSpan="3">
                  <a:txBody>
                    <a:bodyPr/>
                    <a:lstStyle/>
                    <a:p>
                      <a:pPr algn="ctr"/>
                      <a:r>
                        <a:rPr lang="en-US" sz="900" b="1">
                          <a:solidFill>
                            <a:schemeClr val="bg1"/>
                          </a:solidFill>
                        </a:rPr>
                        <a:t>Other Assumptions/ Dependencies</a:t>
                      </a:r>
                    </a:p>
                  </a:txBody>
                  <a:tcPr anchor="ctr">
                    <a:solidFill>
                      <a:srgbClr val="22529C"/>
                    </a:solidFill>
                  </a:tcPr>
                </a:tc>
                <a:tc gridSpan="9">
                  <a:txBody>
                    <a:bodyPr/>
                    <a:lstStyle/>
                    <a:p>
                      <a:pPr algn="ctr"/>
                      <a:r>
                        <a:rPr lang="en-US" sz="900" b="1" kern="1200">
                          <a:solidFill>
                            <a:schemeClr val="bg1"/>
                          </a:solidFill>
                          <a:latin typeface="+mn-lt"/>
                          <a:ea typeface="+mn-ea"/>
                          <a:cs typeface="+mn-cs"/>
                        </a:rPr>
                        <a:t>Evidence Roadmap</a:t>
                      </a:r>
                    </a:p>
                  </a:txBody>
                  <a:tcPr anchor="ctr">
                    <a:solidFill>
                      <a:srgbClr val="22529C"/>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23316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rgbClr val="22529C"/>
                    </a:solidFill>
                  </a:tcPr>
                </a:tc>
                <a:tc gridSpan="2">
                  <a:txBody>
                    <a:bodyPr/>
                    <a:lstStyle/>
                    <a:p>
                      <a:pPr algn="ctr"/>
                      <a:r>
                        <a:rPr lang="en-US" sz="900" b="1" kern="1200">
                          <a:solidFill>
                            <a:schemeClr val="bg1"/>
                          </a:solidFill>
                          <a:latin typeface="+mn-lt"/>
                          <a:ea typeface="+mn-ea"/>
                          <a:cs typeface="+mn-cs"/>
                        </a:rPr>
                        <a:t>2026</a:t>
                      </a:r>
                    </a:p>
                  </a:txBody>
                  <a:tcPr anchor="ctr">
                    <a:solidFill>
                      <a:srgbClr val="22529C"/>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rgbClr val="22529C"/>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rgbClr val="22529C"/>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rgbClr val="22529C"/>
                    </a:solidFill>
                  </a:tcPr>
                </a:tc>
                <a:tc hMerge="1">
                  <a:txBody>
                    <a:bodyPr/>
                    <a:lstStyle/>
                    <a:p>
                      <a:endParaRPr lang="en-US"/>
                    </a:p>
                  </a:txBody>
                  <a:tcPr/>
                </a:tc>
                <a:extLst>
                  <a:ext uri="{0D108BD9-81ED-4DB2-BD59-A6C34878D82A}">
                    <a16:rowId xmlns:a16="http://schemas.microsoft.com/office/drawing/2014/main" val="2912067414"/>
                  </a:ext>
                </a:extLst>
              </a:tr>
              <a:tr h="23316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rgbClr val="22529C"/>
                    </a:solidFill>
                  </a:tcPr>
                </a:tc>
                <a:tc>
                  <a:txBody>
                    <a:bodyPr/>
                    <a:lstStyle/>
                    <a:p>
                      <a:pPr algn="ctr"/>
                      <a:r>
                        <a:rPr lang="en-US" sz="900" b="1" kern="1200">
                          <a:solidFill>
                            <a:schemeClr val="bg1"/>
                          </a:solidFill>
                          <a:latin typeface="+mn-lt"/>
                          <a:ea typeface="+mn-ea"/>
                          <a:cs typeface="+mn-cs"/>
                        </a:rPr>
                        <a:t>H2</a:t>
                      </a:r>
                    </a:p>
                  </a:txBody>
                  <a:tcPr anchor="ctr">
                    <a:solidFill>
                      <a:srgbClr val="22529C"/>
                    </a:solidFill>
                  </a:tcPr>
                </a:tc>
                <a:tc>
                  <a:txBody>
                    <a:bodyPr/>
                    <a:lstStyle/>
                    <a:p>
                      <a:pPr algn="ctr"/>
                      <a:r>
                        <a:rPr lang="en-US" sz="900" b="1" kern="1200">
                          <a:solidFill>
                            <a:schemeClr val="bg1"/>
                          </a:solidFill>
                          <a:latin typeface="+mn-lt"/>
                          <a:ea typeface="+mn-ea"/>
                          <a:cs typeface="+mn-cs"/>
                        </a:rPr>
                        <a:t>H1</a:t>
                      </a:r>
                    </a:p>
                  </a:txBody>
                  <a:tcPr anchor="ctr">
                    <a:solidFill>
                      <a:srgbClr val="22529C"/>
                    </a:solidFill>
                  </a:tcPr>
                </a:tc>
                <a:tc>
                  <a:txBody>
                    <a:bodyPr/>
                    <a:lstStyle/>
                    <a:p>
                      <a:pPr algn="ctr"/>
                      <a:r>
                        <a:rPr lang="en-US" sz="900" b="1" kern="1200">
                          <a:solidFill>
                            <a:schemeClr val="bg1"/>
                          </a:solidFill>
                          <a:latin typeface="+mn-lt"/>
                          <a:ea typeface="+mn-ea"/>
                          <a:cs typeface="+mn-cs"/>
                        </a:rPr>
                        <a:t>H2</a:t>
                      </a:r>
                    </a:p>
                  </a:txBody>
                  <a:tcPr anchor="ctr">
                    <a:solidFill>
                      <a:srgbClr val="22529C"/>
                    </a:solidFill>
                  </a:tcPr>
                </a:tc>
                <a:tc>
                  <a:txBody>
                    <a:bodyPr/>
                    <a:lstStyle/>
                    <a:p>
                      <a:pPr algn="ctr"/>
                      <a:r>
                        <a:rPr lang="en-US" sz="900" b="1" kern="1200">
                          <a:solidFill>
                            <a:schemeClr val="bg1"/>
                          </a:solidFill>
                          <a:latin typeface="+mn-lt"/>
                          <a:ea typeface="+mn-ea"/>
                          <a:cs typeface="+mn-cs"/>
                        </a:rPr>
                        <a:t>H1</a:t>
                      </a:r>
                    </a:p>
                  </a:txBody>
                  <a:tcPr anchor="ctr">
                    <a:solidFill>
                      <a:srgbClr val="22529C"/>
                    </a:solidFill>
                  </a:tcPr>
                </a:tc>
                <a:tc>
                  <a:txBody>
                    <a:bodyPr/>
                    <a:lstStyle/>
                    <a:p>
                      <a:pPr algn="ctr"/>
                      <a:r>
                        <a:rPr lang="en-US" sz="900" b="1" kern="1200">
                          <a:solidFill>
                            <a:schemeClr val="bg1"/>
                          </a:solidFill>
                          <a:latin typeface="+mn-lt"/>
                          <a:ea typeface="+mn-ea"/>
                          <a:cs typeface="+mn-cs"/>
                        </a:rPr>
                        <a:t>H2</a:t>
                      </a:r>
                    </a:p>
                  </a:txBody>
                  <a:tcPr anchor="ctr">
                    <a:solidFill>
                      <a:srgbClr val="22529C"/>
                    </a:solidFill>
                  </a:tcPr>
                </a:tc>
                <a:tc>
                  <a:txBody>
                    <a:bodyPr/>
                    <a:lstStyle/>
                    <a:p>
                      <a:pPr algn="ctr"/>
                      <a:r>
                        <a:rPr lang="en-US" sz="900" b="1" kern="1200">
                          <a:solidFill>
                            <a:schemeClr val="bg1"/>
                          </a:solidFill>
                          <a:latin typeface="+mn-lt"/>
                          <a:ea typeface="+mn-ea"/>
                          <a:cs typeface="+mn-cs"/>
                        </a:rPr>
                        <a:t>H1</a:t>
                      </a:r>
                    </a:p>
                  </a:txBody>
                  <a:tcPr anchor="ctr">
                    <a:solidFill>
                      <a:srgbClr val="22529C"/>
                    </a:solidFill>
                  </a:tcPr>
                </a:tc>
                <a:tc>
                  <a:txBody>
                    <a:bodyPr/>
                    <a:lstStyle/>
                    <a:p>
                      <a:pPr algn="ctr"/>
                      <a:r>
                        <a:rPr lang="en-US" sz="900" b="1" kern="1200">
                          <a:solidFill>
                            <a:schemeClr val="bg1"/>
                          </a:solidFill>
                          <a:latin typeface="+mn-lt"/>
                          <a:ea typeface="+mn-ea"/>
                          <a:cs typeface="+mn-cs"/>
                        </a:rPr>
                        <a:t>H2</a:t>
                      </a:r>
                    </a:p>
                  </a:txBody>
                  <a:tcPr anchor="ctr">
                    <a:solidFill>
                      <a:srgbClr val="22529C"/>
                    </a:solidFill>
                  </a:tcPr>
                </a:tc>
                <a:extLst>
                  <a:ext uri="{0D108BD9-81ED-4DB2-BD59-A6C34878D82A}">
                    <a16:rowId xmlns:a16="http://schemas.microsoft.com/office/drawing/2014/main" val="618320798"/>
                  </a:ext>
                </a:extLst>
              </a:tr>
              <a:tr h="1212449">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ysClr val="windowText" lastClr="000000"/>
                          </a:solidFill>
                          <a:latin typeface="+mn-lt"/>
                          <a:ea typeface="+mn-ea"/>
                          <a:cs typeface="+mn-cs"/>
                        </a:rPr>
                        <a:t>Need for </a:t>
                      </a:r>
                      <a:r>
                        <a:rPr lang="en-US" sz="900" b="1" i="0" kern="1200">
                          <a:solidFill>
                            <a:sysClr val="windowText" lastClr="000000"/>
                          </a:solidFill>
                          <a:latin typeface="+mn-lt"/>
                          <a:ea typeface="+mn-ea"/>
                          <a:cs typeface="+mn-cs"/>
                        </a:rPr>
                        <a:t>RWE on long term tislelizumab efficacy</a:t>
                      </a:r>
                      <a:r>
                        <a:rPr lang="en-US" sz="900" i="0" kern="1200">
                          <a:solidFill>
                            <a:sysClr val="windowText" lastClr="000000"/>
                          </a:solidFill>
                          <a:latin typeface="+mn-lt"/>
                          <a:ea typeface="+mn-ea"/>
                          <a:cs typeface="+mn-cs"/>
                        </a:rPr>
                        <a:t> in </a:t>
                      </a:r>
                      <a:r>
                        <a:rPr lang="en-US" sz="900" b="1" i="0" kern="1200">
                          <a:solidFill>
                            <a:sysClr val="windowText" lastClr="000000"/>
                          </a:solidFill>
                          <a:latin typeface="+mn-lt"/>
                          <a:ea typeface="+mn-ea"/>
                          <a:cs typeface="+mn-cs"/>
                        </a:rPr>
                        <a:t>Caucasian patients </a:t>
                      </a:r>
                      <a:r>
                        <a:rPr lang="en-US" sz="900" i="0" kern="1200">
                          <a:solidFill>
                            <a:sysClr val="windowText" lastClr="000000"/>
                          </a:solidFill>
                          <a:latin typeface="+mn-lt"/>
                          <a:ea typeface="+mn-ea"/>
                          <a:cs typeface="+mn-cs"/>
                        </a:rPr>
                        <a:t>to support access and comparison</a:t>
                      </a:r>
                    </a:p>
                  </a:txBody>
                  <a:tcPr anchor="ctr">
                    <a:solidFill>
                      <a:srgbClr val="E7E7E7"/>
                    </a:solidFill>
                  </a:tcPr>
                </a:tc>
                <a:tc>
                  <a:txBody>
                    <a:bodyPr/>
                    <a:lstStyle/>
                    <a:p>
                      <a:pPr algn="ctr"/>
                      <a:endParaRPr lang="en-GB" sz="700" b="1" i="0"/>
                    </a:p>
                    <a:p>
                      <a:pPr algn="ctr"/>
                      <a:endParaRPr lang="en-GB" sz="700" b="1" i="0"/>
                    </a:p>
                    <a:p>
                      <a:pPr algn="ctr"/>
                      <a:endParaRPr lang="en-GB" sz="700" b="1" i="0"/>
                    </a:p>
                    <a:p>
                      <a:pPr algn="ctr"/>
                      <a:endParaRPr lang="en-GB" sz="700" b="1" i="0"/>
                    </a:p>
                    <a:p>
                      <a:pPr algn="ctr"/>
                      <a:r>
                        <a:rPr lang="en-GB" sz="700" b="1" i="0"/>
                        <a:t>IIT</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IITs carry risks, including limited control over study design and publication timelines</a:t>
                      </a:r>
                      <a:r>
                        <a:rPr lang="en-GB" sz="900" b="0"/>
                        <a:t>; </a:t>
                      </a:r>
                      <a:r>
                        <a:rPr lang="en-GB" sz="900"/>
                        <a:t>evidence generation typically requires ~2 years for </a:t>
                      </a:r>
                      <a:r>
                        <a:rPr lang="en-GB" sz="900" err="1"/>
                        <a:t>enrollment</a:t>
                      </a:r>
                      <a:r>
                        <a:rPr lang="en-GB" sz="900"/>
                        <a:t> and follow-up, followed by interim analyses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IITs timelines are dependent on the timing of the proposal submission </a:t>
                      </a:r>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1667024452"/>
                  </a:ext>
                </a:extLst>
              </a:tr>
              <a:tr h="65285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ysClr val="windowText" lastClr="000000"/>
                        </a:solidFill>
                        <a:latin typeface="+mn-lt"/>
                        <a:ea typeface="+mn-ea"/>
                        <a:cs typeface="+mn-cs"/>
                      </a:endParaRPr>
                    </a:p>
                  </a:txBody>
                  <a:tcPr anchor="ctr">
                    <a:solidFill>
                      <a:schemeClr val="bg1">
                        <a:lumMod val="95000"/>
                      </a:schemeClr>
                    </a:solidFill>
                  </a:tcPr>
                </a:tc>
                <a:tc>
                  <a:txBody>
                    <a:bodyPr/>
                    <a:lstStyle/>
                    <a:p>
                      <a:pPr algn="ctr"/>
                      <a:endParaRPr lang="en-GB" sz="700" b="1" i="0"/>
                    </a:p>
                    <a:p>
                      <a:pPr algn="ctr"/>
                      <a:endParaRPr lang="en-GB" sz="700" b="1" i="0"/>
                    </a:p>
                    <a:p>
                      <a:pPr algn="ctr"/>
                      <a:r>
                        <a:rPr lang="en-GB" sz="700" b="1" i="0"/>
                        <a:t>Collaborative Study</a:t>
                      </a: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Collaborative trials </a:t>
                      </a:r>
                      <a:r>
                        <a:rPr lang="en-GB" sz="900"/>
                        <a:t>offer greater control for study timelines and requires feasibility assessment, including drug supply provision</a:t>
                      </a:r>
                      <a:endParaRPr lang="en-GB" sz="900" i="0" kern="1200">
                        <a:solidFill>
                          <a:schemeClr val="tx1"/>
                        </a:solidFill>
                        <a:latin typeface="+mn-lt"/>
                        <a:ea typeface="+mn-ea"/>
                        <a:cs typeface="+mn-cs"/>
                      </a:endParaRPr>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22705203"/>
                  </a:ext>
                </a:extLst>
              </a:tr>
              <a:tr h="79275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i="0" kern="1200">
                        <a:solidFill>
                          <a:schemeClr val="tx1"/>
                        </a:solidFill>
                        <a:latin typeface="+mn-lt"/>
                        <a:ea typeface="+mn-ea"/>
                        <a:cs typeface="+mn-cs"/>
                      </a:endParaRPr>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effectLst/>
                        </a:rPr>
                        <a:t>Observational prospective expansion of REVOLUTE trial scope to ES-SCLC - would require longer time frame i.e. 4 </a:t>
                      </a:r>
                      <a:r>
                        <a:rPr lang="en-GB" sz="900" b="0">
                          <a:effectLst/>
                        </a:rPr>
                        <a:t>years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effectLst/>
                        </a:rPr>
                        <a:t>May have dependencies with NSCLC</a:t>
                      </a:r>
                      <a:endParaRPr lang="en-GB" sz="900" b="1"/>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3874712772"/>
                  </a:ext>
                </a:extLst>
              </a:tr>
              <a:tr h="11443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RW data on </a:t>
                      </a:r>
                      <a:r>
                        <a:rPr lang="en-US" sz="900" b="1" i="0" kern="1200">
                          <a:solidFill>
                            <a:schemeClr val="tx1"/>
                          </a:solidFill>
                          <a:latin typeface="+mn-lt"/>
                          <a:ea typeface="+mn-ea"/>
                          <a:cs typeface="+mn-cs"/>
                        </a:rPr>
                        <a:t>comparative effectiveness data </a:t>
                      </a:r>
                      <a:r>
                        <a:rPr lang="en-US" sz="900" i="0" kern="1200">
                          <a:solidFill>
                            <a:schemeClr val="tx1"/>
                          </a:solidFill>
                          <a:latin typeface="+mn-lt"/>
                          <a:ea typeface="+mn-ea"/>
                          <a:cs typeface="+mn-cs"/>
                        </a:rPr>
                        <a:t>in Caucasian / non-Asian / </a:t>
                      </a:r>
                      <a:r>
                        <a:rPr lang="en-US" sz="900" b="1" i="0" kern="1200">
                          <a:solidFill>
                            <a:schemeClr val="tx1"/>
                          </a:solidFill>
                          <a:latin typeface="+mn-lt"/>
                          <a:ea typeface="+mn-ea"/>
                          <a:cs typeface="+mn-cs"/>
                        </a:rPr>
                        <a:t>local populations</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a:txBody>
                    <a:bodyPr/>
                    <a:lstStyle/>
                    <a:p>
                      <a:pPr marL="171450" indent="-171450">
                        <a:buFont typeface="Wingdings" panose="05000000000000000000" pitchFamily="2" charset="2"/>
                        <a:buChar char="§"/>
                      </a:pPr>
                      <a:r>
                        <a:rPr lang="en-GB" sz="900" b="1"/>
                        <a:t>Non-comparative, descriptive study</a:t>
                      </a:r>
                      <a:r>
                        <a:rPr lang="en-GB" sz="900"/>
                        <a:t> planned 6–12 months post-launch; start timing depends on regional approvals and uptake</a:t>
                      </a:r>
                    </a:p>
                    <a:p>
                      <a:pPr marL="171450" indent="-171450">
                        <a:buFont typeface="Wingdings" panose="05000000000000000000" pitchFamily="2" charset="2"/>
                        <a:buChar char="§"/>
                      </a:pPr>
                      <a:r>
                        <a:rPr lang="en-GB" sz="900" b="1"/>
                        <a:t>Germany and Austria</a:t>
                      </a:r>
                      <a:r>
                        <a:rPr lang="en-GB" sz="900"/>
                        <a:t> likely earliest starters, contingent on sufficient uptake</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2181227147"/>
                  </a:ext>
                </a:extLst>
              </a:tr>
            </a:tbl>
          </a:graphicData>
        </a:graphic>
      </p:graphicFrame>
      <p:sp>
        <p:nvSpPr>
          <p:cNvPr id="4" name="Rectangle 3">
            <a:extLst>
              <a:ext uri="{FF2B5EF4-FFF2-40B4-BE49-F238E27FC236}">
                <a16:creationId xmlns:a16="http://schemas.microsoft.com/office/drawing/2014/main" id="{B7C3851A-E688-BFE5-C24D-6DE0ECEC709F}"/>
              </a:ext>
            </a:extLst>
          </p:cNvPr>
          <p:cNvSpPr/>
          <p:nvPr/>
        </p:nvSpPr>
        <p:spPr>
          <a:xfrm>
            <a:off x="135802" y="2331721"/>
            <a:ext cx="222533" cy="380005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50" b="1">
                <a:solidFill>
                  <a:schemeClr val="bg1"/>
                </a:solidFill>
              </a:rPr>
              <a:t>High Priority Gaps </a:t>
            </a:r>
          </a:p>
        </p:txBody>
      </p:sp>
      <p:sp>
        <p:nvSpPr>
          <p:cNvPr id="27" name="Arrow: Pentagon 26">
            <a:extLst>
              <a:ext uri="{FF2B5EF4-FFF2-40B4-BE49-F238E27FC236}">
                <a16:creationId xmlns:a16="http://schemas.microsoft.com/office/drawing/2014/main" id="{C27B0A73-17BD-5317-3FC8-91E62A59835C}"/>
              </a:ext>
            </a:extLst>
          </p:cNvPr>
          <p:cNvSpPr/>
          <p:nvPr/>
        </p:nvSpPr>
        <p:spPr>
          <a:xfrm>
            <a:off x="6198577" y="2886276"/>
            <a:ext cx="5652000" cy="216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a:solidFill>
                <a:schemeClr val="bg1"/>
              </a:solidFill>
            </a:endParaRPr>
          </a:p>
        </p:txBody>
      </p:sp>
      <p:sp>
        <p:nvSpPr>
          <p:cNvPr id="32" name="Isosceles Triangle 31">
            <a:extLst>
              <a:ext uri="{FF2B5EF4-FFF2-40B4-BE49-F238E27FC236}">
                <a16:creationId xmlns:a16="http://schemas.microsoft.com/office/drawing/2014/main" id="{991E76A8-266F-B3B8-95BC-40E1DC864B17}"/>
              </a:ext>
            </a:extLst>
          </p:cNvPr>
          <p:cNvSpPr/>
          <p:nvPr/>
        </p:nvSpPr>
        <p:spPr>
          <a:xfrm>
            <a:off x="10198588" y="2887862"/>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9" name="Star: 5 Points 38">
            <a:extLst>
              <a:ext uri="{FF2B5EF4-FFF2-40B4-BE49-F238E27FC236}">
                <a16:creationId xmlns:a16="http://schemas.microsoft.com/office/drawing/2014/main" id="{7397AFA5-CCF3-6488-D313-8CEF66803823}"/>
              </a:ext>
            </a:extLst>
          </p:cNvPr>
          <p:cNvSpPr/>
          <p:nvPr/>
        </p:nvSpPr>
        <p:spPr>
          <a:xfrm>
            <a:off x="11604870" y="2879558"/>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0" name="TextBox 39">
            <a:extLst>
              <a:ext uri="{FF2B5EF4-FFF2-40B4-BE49-F238E27FC236}">
                <a16:creationId xmlns:a16="http://schemas.microsoft.com/office/drawing/2014/main" id="{78BEEB69-477A-A6FC-3CF1-5094B9BBE15E}"/>
              </a:ext>
            </a:extLst>
          </p:cNvPr>
          <p:cNvSpPr txBox="1"/>
          <p:nvPr/>
        </p:nvSpPr>
        <p:spPr>
          <a:xfrm>
            <a:off x="9733849" y="3105513"/>
            <a:ext cx="1109477" cy="215444"/>
          </a:xfrm>
          <a:prstGeom prst="rect">
            <a:avLst/>
          </a:prstGeom>
          <a:noFill/>
        </p:spPr>
        <p:txBody>
          <a:bodyPr wrap="square">
            <a:spAutoFit/>
          </a:bodyPr>
          <a:lstStyle/>
          <a:p>
            <a:pPr algn="ctr"/>
            <a:r>
              <a:rPr lang="en-US" sz="800"/>
              <a:t>Interim analysis</a:t>
            </a:r>
          </a:p>
        </p:txBody>
      </p:sp>
      <p:sp>
        <p:nvSpPr>
          <p:cNvPr id="41" name="TextBox 40">
            <a:extLst>
              <a:ext uri="{FF2B5EF4-FFF2-40B4-BE49-F238E27FC236}">
                <a16:creationId xmlns:a16="http://schemas.microsoft.com/office/drawing/2014/main" id="{A759AFBE-CC4D-ADA2-301A-BD540444C8EE}"/>
              </a:ext>
            </a:extLst>
          </p:cNvPr>
          <p:cNvSpPr txBox="1"/>
          <p:nvPr/>
        </p:nvSpPr>
        <p:spPr>
          <a:xfrm>
            <a:off x="11387026" y="3108257"/>
            <a:ext cx="651689" cy="369332"/>
          </a:xfrm>
          <a:prstGeom prst="rect">
            <a:avLst/>
          </a:prstGeom>
          <a:noFill/>
        </p:spPr>
        <p:txBody>
          <a:bodyPr wrap="square">
            <a:spAutoFit/>
          </a:bodyPr>
          <a:lstStyle/>
          <a:p>
            <a:pPr algn="ctr"/>
            <a:r>
              <a:rPr lang="en-US" sz="900"/>
              <a:t>ESMO 2029</a:t>
            </a:r>
          </a:p>
        </p:txBody>
      </p:sp>
      <p:sp>
        <p:nvSpPr>
          <p:cNvPr id="60" name="Arrow: Pentagon 59">
            <a:extLst>
              <a:ext uri="{FF2B5EF4-FFF2-40B4-BE49-F238E27FC236}">
                <a16:creationId xmlns:a16="http://schemas.microsoft.com/office/drawing/2014/main" id="{32AAECB1-BA80-A3D7-1151-140308E188EC}"/>
              </a:ext>
            </a:extLst>
          </p:cNvPr>
          <p:cNvSpPr/>
          <p:nvPr/>
        </p:nvSpPr>
        <p:spPr>
          <a:xfrm>
            <a:off x="6834433" y="5569146"/>
            <a:ext cx="3780000" cy="206248"/>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a:solidFill>
                <a:schemeClr val="bg1"/>
              </a:solidFill>
            </a:endParaRPr>
          </a:p>
        </p:txBody>
      </p:sp>
      <p:sp>
        <p:nvSpPr>
          <p:cNvPr id="61" name="Isosceles Triangle 60">
            <a:extLst>
              <a:ext uri="{FF2B5EF4-FFF2-40B4-BE49-F238E27FC236}">
                <a16:creationId xmlns:a16="http://schemas.microsoft.com/office/drawing/2014/main" id="{FBDF5950-CBD5-36CD-0F1F-A334CBACB86D}"/>
              </a:ext>
            </a:extLst>
          </p:cNvPr>
          <p:cNvSpPr/>
          <p:nvPr/>
        </p:nvSpPr>
        <p:spPr>
          <a:xfrm>
            <a:off x="8932582" y="5586957"/>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2" name="Star: 5 Points 61">
            <a:extLst>
              <a:ext uri="{FF2B5EF4-FFF2-40B4-BE49-F238E27FC236}">
                <a16:creationId xmlns:a16="http://schemas.microsoft.com/office/drawing/2014/main" id="{9621ED97-4CA5-2A49-E37D-96040573D6CF}"/>
              </a:ext>
            </a:extLst>
          </p:cNvPr>
          <p:cNvSpPr/>
          <p:nvPr/>
        </p:nvSpPr>
        <p:spPr>
          <a:xfrm>
            <a:off x="10455807" y="5549459"/>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3" name="TextBox 62">
            <a:extLst>
              <a:ext uri="{FF2B5EF4-FFF2-40B4-BE49-F238E27FC236}">
                <a16:creationId xmlns:a16="http://schemas.microsoft.com/office/drawing/2014/main" id="{98C48827-F128-3496-C8F0-831EE16D5F31}"/>
              </a:ext>
            </a:extLst>
          </p:cNvPr>
          <p:cNvSpPr txBox="1"/>
          <p:nvPr/>
        </p:nvSpPr>
        <p:spPr>
          <a:xfrm>
            <a:off x="8507507" y="5803613"/>
            <a:ext cx="1109477" cy="215444"/>
          </a:xfrm>
          <a:prstGeom prst="rect">
            <a:avLst/>
          </a:prstGeom>
          <a:noFill/>
        </p:spPr>
        <p:txBody>
          <a:bodyPr wrap="square">
            <a:spAutoFit/>
          </a:bodyPr>
          <a:lstStyle/>
          <a:p>
            <a:pPr algn="ctr"/>
            <a:r>
              <a:rPr lang="en-US" sz="800"/>
              <a:t>Interim analysis</a:t>
            </a:r>
          </a:p>
        </p:txBody>
      </p:sp>
      <p:sp>
        <p:nvSpPr>
          <p:cNvPr id="832" name="TextBox 831">
            <a:extLst>
              <a:ext uri="{FF2B5EF4-FFF2-40B4-BE49-F238E27FC236}">
                <a16:creationId xmlns:a16="http://schemas.microsoft.com/office/drawing/2014/main" id="{2CE985C6-C953-D488-032A-9969EBF4C690}"/>
              </a:ext>
            </a:extLst>
          </p:cNvPr>
          <p:cNvSpPr txBox="1"/>
          <p:nvPr/>
        </p:nvSpPr>
        <p:spPr>
          <a:xfrm>
            <a:off x="10563807" y="5219796"/>
            <a:ext cx="651689" cy="369332"/>
          </a:xfrm>
          <a:prstGeom prst="rect">
            <a:avLst/>
          </a:prstGeom>
          <a:noFill/>
        </p:spPr>
        <p:txBody>
          <a:bodyPr wrap="square">
            <a:spAutoFit/>
          </a:bodyPr>
          <a:lstStyle/>
          <a:p>
            <a:pPr algn="ctr"/>
            <a:r>
              <a:rPr lang="en-US" sz="900"/>
              <a:t>ESMO  </a:t>
            </a:r>
          </a:p>
          <a:p>
            <a:pPr algn="ctr"/>
            <a:r>
              <a:rPr lang="en-US" sz="900"/>
              <a:t>2028</a:t>
            </a:r>
          </a:p>
        </p:txBody>
      </p:sp>
      <p:pic>
        <p:nvPicPr>
          <p:cNvPr id="845" name="Graphic 844">
            <a:extLst>
              <a:ext uri="{FF2B5EF4-FFF2-40B4-BE49-F238E27FC236}">
                <a16:creationId xmlns:a16="http://schemas.microsoft.com/office/drawing/2014/main" id="{80950739-040D-18FC-312B-0E1CFA6ECA1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35629" y="2757800"/>
            <a:ext cx="274320" cy="274320"/>
          </a:xfrm>
          <a:prstGeom prst="rect">
            <a:avLst/>
          </a:prstGeom>
        </p:spPr>
      </p:pic>
      <p:sp>
        <p:nvSpPr>
          <p:cNvPr id="19" name="Left Bracket 18">
            <a:extLst>
              <a:ext uri="{FF2B5EF4-FFF2-40B4-BE49-F238E27FC236}">
                <a16:creationId xmlns:a16="http://schemas.microsoft.com/office/drawing/2014/main" id="{E2C03715-DE46-02E1-C704-E94ADFDD2659}"/>
              </a:ext>
            </a:extLst>
          </p:cNvPr>
          <p:cNvSpPr/>
          <p:nvPr/>
        </p:nvSpPr>
        <p:spPr>
          <a:xfrm rot="5400000" flipV="1">
            <a:off x="6662918" y="2293459"/>
            <a:ext cx="46124" cy="974806"/>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20" name="TextBox 19">
            <a:extLst>
              <a:ext uri="{FF2B5EF4-FFF2-40B4-BE49-F238E27FC236}">
                <a16:creationId xmlns:a16="http://schemas.microsoft.com/office/drawing/2014/main" id="{BDBA1934-B847-157E-82CB-85D059F3545A}"/>
              </a:ext>
            </a:extLst>
          </p:cNvPr>
          <p:cNvSpPr txBox="1"/>
          <p:nvPr/>
        </p:nvSpPr>
        <p:spPr>
          <a:xfrm>
            <a:off x="5960377" y="2423317"/>
            <a:ext cx="1439462" cy="338554"/>
          </a:xfrm>
          <a:prstGeom prst="rect">
            <a:avLst/>
          </a:prstGeom>
          <a:noFill/>
        </p:spPr>
        <p:txBody>
          <a:bodyPr wrap="square">
            <a:spAutoFit/>
          </a:bodyPr>
          <a:lstStyle/>
          <a:p>
            <a:pPr algn="ctr"/>
            <a:r>
              <a:rPr lang="en-GB" sz="800">
                <a:effectLst/>
              </a:rPr>
              <a:t>Receive, review, and accept proposa</a:t>
            </a:r>
            <a:r>
              <a:rPr lang="en-GB" sz="800"/>
              <a:t>l</a:t>
            </a:r>
          </a:p>
        </p:txBody>
      </p:sp>
      <p:sp>
        <p:nvSpPr>
          <p:cNvPr id="21" name="Left Bracket 20">
            <a:extLst>
              <a:ext uri="{FF2B5EF4-FFF2-40B4-BE49-F238E27FC236}">
                <a16:creationId xmlns:a16="http://schemas.microsoft.com/office/drawing/2014/main" id="{8E59D1F9-A89F-9B90-B132-91B567164389}"/>
              </a:ext>
            </a:extLst>
          </p:cNvPr>
          <p:cNvSpPr/>
          <p:nvPr/>
        </p:nvSpPr>
        <p:spPr>
          <a:xfrm rot="5400000" flipV="1">
            <a:off x="9435632" y="541510"/>
            <a:ext cx="45719" cy="4489779"/>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30" name="TextBox 29">
            <a:extLst>
              <a:ext uri="{FF2B5EF4-FFF2-40B4-BE49-F238E27FC236}">
                <a16:creationId xmlns:a16="http://schemas.microsoft.com/office/drawing/2014/main" id="{5EDB2DBE-28D4-5A78-1AF9-B6693425C71E}"/>
              </a:ext>
            </a:extLst>
          </p:cNvPr>
          <p:cNvSpPr txBox="1"/>
          <p:nvPr/>
        </p:nvSpPr>
        <p:spPr>
          <a:xfrm>
            <a:off x="8273340" y="2503661"/>
            <a:ext cx="1830215" cy="215444"/>
          </a:xfrm>
          <a:prstGeom prst="rect">
            <a:avLst/>
          </a:prstGeom>
          <a:noFill/>
        </p:spPr>
        <p:txBody>
          <a:bodyPr wrap="square">
            <a:spAutoFit/>
          </a:bodyPr>
          <a:lstStyle/>
          <a:p>
            <a:pPr algn="ctr"/>
            <a:r>
              <a:rPr lang="en-GB" sz="800">
                <a:effectLst/>
              </a:rPr>
              <a:t>IIT study duration</a:t>
            </a:r>
            <a:endParaRPr lang="en-GB" sz="800"/>
          </a:p>
        </p:txBody>
      </p:sp>
      <p:sp>
        <p:nvSpPr>
          <p:cNvPr id="31" name="Left Bracket 30">
            <a:extLst>
              <a:ext uri="{FF2B5EF4-FFF2-40B4-BE49-F238E27FC236}">
                <a16:creationId xmlns:a16="http://schemas.microsoft.com/office/drawing/2014/main" id="{3FEEBCF5-C4B2-1D42-52EA-F809CB06B63D}"/>
              </a:ext>
            </a:extLst>
          </p:cNvPr>
          <p:cNvSpPr/>
          <p:nvPr/>
        </p:nvSpPr>
        <p:spPr>
          <a:xfrm rot="5400000" flipV="1">
            <a:off x="8051291" y="4241248"/>
            <a:ext cx="75965" cy="2473214"/>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33" name="TextBox 32">
            <a:extLst>
              <a:ext uri="{FF2B5EF4-FFF2-40B4-BE49-F238E27FC236}">
                <a16:creationId xmlns:a16="http://schemas.microsoft.com/office/drawing/2014/main" id="{15358C10-359F-A5F4-0259-B9DC069CC428}"/>
              </a:ext>
            </a:extLst>
          </p:cNvPr>
          <p:cNvSpPr txBox="1"/>
          <p:nvPr/>
        </p:nvSpPr>
        <p:spPr>
          <a:xfrm>
            <a:off x="6865231" y="5182375"/>
            <a:ext cx="2473214" cy="215444"/>
          </a:xfrm>
          <a:prstGeom prst="rect">
            <a:avLst/>
          </a:prstGeom>
          <a:noFill/>
        </p:spPr>
        <p:txBody>
          <a:bodyPr wrap="square">
            <a:spAutoFit/>
          </a:bodyPr>
          <a:lstStyle/>
          <a:p>
            <a:pPr algn="ctr"/>
            <a:r>
              <a:rPr lang="en-GB" sz="800">
                <a:effectLst/>
              </a:rPr>
              <a:t>Protocol development, analysis, and write up</a:t>
            </a:r>
            <a:endParaRPr lang="en-GB" sz="800"/>
          </a:p>
        </p:txBody>
      </p:sp>
      <p:sp>
        <p:nvSpPr>
          <p:cNvPr id="35" name="Left Bracket 34">
            <a:extLst>
              <a:ext uri="{FF2B5EF4-FFF2-40B4-BE49-F238E27FC236}">
                <a16:creationId xmlns:a16="http://schemas.microsoft.com/office/drawing/2014/main" id="{AD79849A-188A-6F89-14E2-4532FB57F3AB}"/>
              </a:ext>
            </a:extLst>
          </p:cNvPr>
          <p:cNvSpPr/>
          <p:nvPr/>
        </p:nvSpPr>
        <p:spPr>
          <a:xfrm rot="5400000" flipV="1">
            <a:off x="9895635" y="4945116"/>
            <a:ext cx="72000" cy="1044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36" name="TextBox 35">
            <a:extLst>
              <a:ext uri="{FF2B5EF4-FFF2-40B4-BE49-F238E27FC236}">
                <a16:creationId xmlns:a16="http://schemas.microsoft.com/office/drawing/2014/main" id="{FE5E6A09-3462-C62A-2AD0-75B8CACE45C3}"/>
              </a:ext>
            </a:extLst>
          </p:cNvPr>
          <p:cNvSpPr txBox="1"/>
          <p:nvPr/>
        </p:nvSpPr>
        <p:spPr>
          <a:xfrm>
            <a:off x="9381656" y="5182375"/>
            <a:ext cx="1132235" cy="215444"/>
          </a:xfrm>
          <a:prstGeom prst="rect">
            <a:avLst/>
          </a:prstGeom>
          <a:noFill/>
        </p:spPr>
        <p:txBody>
          <a:bodyPr wrap="square">
            <a:spAutoFit/>
          </a:bodyPr>
          <a:lstStyle/>
          <a:p>
            <a:pPr algn="ctr"/>
            <a:r>
              <a:rPr lang="en-GB" sz="800">
                <a:effectLst/>
              </a:rPr>
              <a:t>Publication review </a:t>
            </a:r>
            <a:endParaRPr lang="en-GB" sz="800"/>
          </a:p>
        </p:txBody>
      </p:sp>
      <p:grpSp>
        <p:nvGrpSpPr>
          <p:cNvPr id="855" name="Group 854">
            <a:extLst>
              <a:ext uri="{FF2B5EF4-FFF2-40B4-BE49-F238E27FC236}">
                <a16:creationId xmlns:a16="http://schemas.microsoft.com/office/drawing/2014/main" id="{BBE4834C-8863-9ED9-61D0-D98F6B5D5BF0}"/>
              </a:ext>
            </a:extLst>
          </p:cNvPr>
          <p:cNvGrpSpPr/>
          <p:nvPr/>
        </p:nvGrpSpPr>
        <p:grpSpPr>
          <a:xfrm>
            <a:off x="2963894" y="3074158"/>
            <a:ext cx="586673" cy="559556"/>
            <a:chOff x="1922543" y="1618837"/>
            <a:chExt cx="586673" cy="559556"/>
          </a:xfrm>
        </p:grpSpPr>
        <p:pic>
          <p:nvPicPr>
            <p:cNvPr id="856" name="Graphic 855">
              <a:extLst>
                <a:ext uri="{FF2B5EF4-FFF2-40B4-BE49-F238E27FC236}">
                  <a16:creationId xmlns:a16="http://schemas.microsoft.com/office/drawing/2014/main" id="{FFCCE3D5-75E3-2ADA-1F56-29839A0263EB}"/>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1922543" y="1849209"/>
              <a:ext cx="329184" cy="329184"/>
            </a:xfrm>
            <a:prstGeom prst="rect">
              <a:avLst/>
            </a:prstGeom>
          </p:spPr>
        </p:pic>
        <p:pic>
          <p:nvPicPr>
            <p:cNvPr id="857" name="Picture 856" descr="A blue circle with yellow stars in center&#10;&#10;Description automatically generated">
              <a:extLst>
                <a:ext uri="{FF2B5EF4-FFF2-40B4-BE49-F238E27FC236}">
                  <a16:creationId xmlns:a16="http://schemas.microsoft.com/office/drawing/2014/main" id="{F18D0776-5920-3442-7709-283A3CD65F67}"/>
                </a:ext>
              </a:extLst>
            </p:cNvPr>
            <p:cNvPicPr>
              <a:picLocks noChangeAspect="1"/>
            </p:cNvPicPr>
            <p:nvPr/>
          </p:nvPicPr>
          <p:blipFill>
            <a:blip r:embed="rId10"/>
            <a:stretch>
              <a:fillRect/>
            </a:stretch>
          </p:blipFill>
          <p:spPr>
            <a:xfrm>
              <a:off x="2092656" y="1618837"/>
              <a:ext cx="274320" cy="274320"/>
            </a:xfrm>
            <a:prstGeom prst="rect">
              <a:avLst/>
            </a:prstGeom>
            <a:ln>
              <a:noFill/>
            </a:ln>
          </p:spPr>
        </p:pic>
        <p:sp>
          <p:nvSpPr>
            <p:cNvPr id="858" name="Oval 857">
              <a:extLst>
                <a:ext uri="{FF2B5EF4-FFF2-40B4-BE49-F238E27FC236}">
                  <a16:creationId xmlns:a16="http://schemas.microsoft.com/office/drawing/2014/main" id="{EE810D7C-7C71-4B6A-810B-81E79414E4A5}"/>
                </a:ext>
              </a:extLst>
            </p:cNvPr>
            <p:cNvSpPr/>
            <p:nvPr/>
          </p:nvSpPr>
          <p:spPr>
            <a:xfrm>
              <a:off x="2234896" y="1871507"/>
              <a:ext cx="274320" cy="274320"/>
            </a:xfrm>
            <a:prstGeom prst="ellipse">
              <a:avLst/>
            </a:prstGeom>
            <a:blipFill>
              <a:blip r:embed="rId1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err="1">
                <a:solidFill>
                  <a:schemeClr val="bg1"/>
                </a:solidFill>
              </a:endParaRPr>
            </a:p>
          </p:txBody>
        </p:sp>
      </p:grpSp>
      <p:grpSp>
        <p:nvGrpSpPr>
          <p:cNvPr id="859" name="Group 858">
            <a:extLst>
              <a:ext uri="{FF2B5EF4-FFF2-40B4-BE49-F238E27FC236}">
                <a16:creationId xmlns:a16="http://schemas.microsoft.com/office/drawing/2014/main" id="{3478E171-136F-43CB-EC1C-07F7E1C30F6F}"/>
              </a:ext>
            </a:extLst>
          </p:cNvPr>
          <p:cNvGrpSpPr/>
          <p:nvPr/>
        </p:nvGrpSpPr>
        <p:grpSpPr>
          <a:xfrm>
            <a:off x="3000017" y="4505461"/>
            <a:ext cx="481290" cy="274320"/>
            <a:chOff x="2050627" y="2511490"/>
            <a:chExt cx="481290" cy="274320"/>
          </a:xfrm>
        </p:grpSpPr>
        <p:pic>
          <p:nvPicPr>
            <p:cNvPr id="860" name="Picture 859" descr="A blue circle with yellow stars in center&#10;&#10;Description automatically generated">
              <a:extLst>
                <a:ext uri="{FF2B5EF4-FFF2-40B4-BE49-F238E27FC236}">
                  <a16:creationId xmlns:a16="http://schemas.microsoft.com/office/drawing/2014/main" id="{302BFCB5-B94E-B53A-621F-08D590DB625C}"/>
                </a:ext>
              </a:extLst>
            </p:cNvPr>
            <p:cNvPicPr>
              <a:picLocks noChangeAspect="1"/>
            </p:cNvPicPr>
            <p:nvPr/>
          </p:nvPicPr>
          <p:blipFill>
            <a:blip r:embed="rId10"/>
            <a:stretch>
              <a:fillRect/>
            </a:stretch>
          </p:blipFill>
          <p:spPr>
            <a:xfrm>
              <a:off x="2050627" y="2511490"/>
              <a:ext cx="274320" cy="274320"/>
            </a:xfrm>
            <a:prstGeom prst="rect">
              <a:avLst/>
            </a:prstGeom>
            <a:ln>
              <a:noFill/>
            </a:ln>
          </p:spPr>
        </p:pic>
        <p:pic>
          <p:nvPicPr>
            <p:cNvPr id="861" name="Picture 860">
              <a:extLst>
                <a:ext uri="{FF2B5EF4-FFF2-40B4-BE49-F238E27FC236}">
                  <a16:creationId xmlns:a16="http://schemas.microsoft.com/office/drawing/2014/main" id="{B0152529-7761-7810-9026-5F4FEBB72E69}"/>
                </a:ext>
              </a:extLst>
            </p:cNvPr>
            <p:cNvPicPr>
              <a:picLocks noChangeAspect="1"/>
            </p:cNvPicPr>
            <p:nvPr/>
          </p:nvPicPr>
          <p:blipFill rotWithShape="1">
            <a:blip r:embed="rId12"/>
            <a:srcRect l="14865" t="17319" r="20459" b="14006"/>
            <a:stretch/>
          </p:blipFill>
          <p:spPr>
            <a:xfrm>
              <a:off x="2257597" y="2511490"/>
              <a:ext cx="274320" cy="274320"/>
            </a:xfrm>
            <a:prstGeom prst="ellipse">
              <a:avLst/>
            </a:prstGeom>
          </p:spPr>
        </p:pic>
      </p:grpSp>
      <p:sp>
        <p:nvSpPr>
          <p:cNvPr id="866" name="Arrow: Pentagon 865">
            <a:extLst>
              <a:ext uri="{FF2B5EF4-FFF2-40B4-BE49-F238E27FC236}">
                <a16:creationId xmlns:a16="http://schemas.microsoft.com/office/drawing/2014/main" id="{4D277C64-3A07-1090-7D32-A6E93C772EF1}"/>
              </a:ext>
            </a:extLst>
          </p:cNvPr>
          <p:cNvSpPr/>
          <p:nvPr/>
        </p:nvSpPr>
        <p:spPr>
          <a:xfrm>
            <a:off x="6846576" y="3771220"/>
            <a:ext cx="5004001" cy="216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a:solidFill>
                <a:schemeClr val="bg1"/>
              </a:solidFill>
            </a:endParaRPr>
          </a:p>
        </p:txBody>
      </p:sp>
      <p:sp>
        <p:nvSpPr>
          <p:cNvPr id="868" name="Star: 5 Points 867">
            <a:extLst>
              <a:ext uri="{FF2B5EF4-FFF2-40B4-BE49-F238E27FC236}">
                <a16:creationId xmlns:a16="http://schemas.microsoft.com/office/drawing/2014/main" id="{BCA9DC9E-120D-40FD-64DE-CB9348764AD7}"/>
              </a:ext>
            </a:extLst>
          </p:cNvPr>
          <p:cNvSpPr/>
          <p:nvPr/>
        </p:nvSpPr>
        <p:spPr>
          <a:xfrm>
            <a:off x="11604870" y="3764502"/>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70" name="TextBox 869">
            <a:extLst>
              <a:ext uri="{FF2B5EF4-FFF2-40B4-BE49-F238E27FC236}">
                <a16:creationId xmlns:a16="http://schemas.microsoft.com/office/drawing/2014/main" id="{275D457B-F201-7349-B1CE-13FAD755A07A}"/>
              </a:ext>
            </a:extLst>
          </p:cNvPr>
          <p:cNvSpPr txBox="1"/>
          <p:nvPr/>
        </p:nvSpPr>
        <p:spPr>
          <a:xfrm>
            <a:off x="11387026" y="3972547"/>
            <a:ext cx="651689" cy="369332"/>
          </a:xfrm>
          <a:prstGeom prst="rect">
            <a:avLst/>
          </a:prstGeom>
          <a:noFill/>
        </p:spPr>
        <p:txBody>
          <a:bodyPr wrap="square">
            <a:spAutoFit/>
          </a:bodyPr>
          <a:lstStyle/>
          <a:p>
            <a:pPr algn="ctr"/>
            <a:r>
              <a:rPr lang="en-US" sz="900"/>
              <a:t>ESMO 2029</a:t>
            </a:r>
          </a:p>
        </p:txBody>
      </p:sp>
      <p:sp>
        <p:nvSpPr>
          <p:cNvPr id="872" name="Left Bracket 871">
            <a:extLst>
              <a:ext uri="{FF2B5EF4-FFF2-40B4-BE49-F238E27FC236}">
                <a16:creationId xmlns:a16="http://schemas.microsoft.com/office/drawing/2014/main" id="{41427957-5514-1EFD-6AA0-B3B4B51F7D1E}"/>
              </a:ext>
            </a:extLst>
          </p:cNvPr>
          <p:cNvSpPr/>
          <p:nvPr/>
        </p:nvSpPr>
        <p:spPr>
          <a:xfrm rot="5400000" flipV="1">
            <a:off x="9655460" y="1678951"/>
            <a:ext cx="59030" cy="4036815"/>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873" name="TextBox 872">
            <a:extLst>
              <a:ext uri="{FF2B5EF4-FFF2-40B4-BE49-F238E27FC236}">
                <a16:creationId xmlns:a16="http://schemas.microsoft.com/office/drawing/2014/main" id="{9C5127DB-7BAF-7AAB-7C08-6C22638F505F}"/>
              </a:ext>
            </a:extLst>
          </p:cNvPr>
          <p:cNvSpPr txBox="1"/>
          <p:nvPr/>
        </p:nvSpPr>
        <p:spPr>
          <a:xfrm>
            <a:off x="8844349" y="3432938"/>
            <a:ext cx="2284389" cy="215444"/>
          </a:xfrm>
          <a:prstGeom prst="rect">
            <a:avLst/>
          </a:prstGeom>
          <a:noFill/>
        </p:spPr>
        <p:txBody>
          <a:bodyPr wrap="square">
            <a:spAutoFit/>
          </a:bodyPr>
          <a:lstStyle/>
          <a:p>
            <a:pPr algn="ctr"/>
            <a:r>
              <a:rPr lang="en-GB" sz="800">
                <a:effectLst/>
              </a:rPr>
              <a:t>Collaborative trials study duration</a:t>
            </a:r>
            <a:endParaRPr lang="en-GB" sz="800"/>
          </a:p>
        </p:txBody>
      </p:sp>
      <p:sp>
        <p:nvSpPr>
          <p:cNvPr id="875" name="TextBox 874">
            <a:extLst>
              <a:ext uri="{FF2B5EF4-FFF2-40B4-BE49-F238E27FC236}">
                <a16:creationId xmlns:a16="http://schemas.microsoft.com/office/drawing/2014/main" id="{ED6FE547-E889-69C4-4BDF-9204B26D616F}"/>
              </a:ext>
            </a:extLst>
          </p:cNvPr>
          <p:cNvSpPr txBox="1"/>
          <p:nvPr/>
        </p:nvSpPr>
        <p:spPr>
          <a:xfrm>
            <a:off x="10396647" y="3975974"/>
            <a:ext cx="1109477" cy="215444"/>
          </a:xfrm>
          <a:prstGeom prst="rect">
            <a:avLst/>
          </a:prstGeom>
          <a:noFill/>
        </p:spPr>
        <p:txBody>
          <a:bodyPr wrap="square">
            <a:spAutoFit/>
          </a:bodyPr>
          <a:lstStyle/>
          <a:p>
            <a:pPr algn="ctr"/>
            <a:r>
              <a:rPr lang="en-US" sz="800"/>
              <a:t>Interim analysis</a:t>
            </a:r>
          </a:p>
        </p:txBody>
      </p:sp>
      <p:grpSp>
        <p:nvGrpSpPr>
          <p:cNvPr id="878" name="Group 877">
            <a:extLst>
              <a:ext uri="{FF2B5EF4-FFF2-40B4-BE49-F238E27FC236}">
                <a16:creationId xmlns:a16="http://schemas.microsoft.com/office/drawing/2014/main" id="{A6DFE285-B43A-6F49-BF6F-4C2D7AEB0F74}"/>
              </a:ext>
            </a:extLst>
          </p:cNvPr>
          <p:cNvGrpSpPr/>
          <p:nvPr/>
        </p:nvGrpSpPr>
        <p:grpSpPr>
          <a:xfrm>
            <a:off x="3000017" y="5576037"/>
            <a:ext cx="481290" cy="274320"/>
            <a:chOff x="2050627" y="2511490"/>
            <a:chExt cx="481290" cy="274320"/>
          </a:xfrm>
        </p:grpSpPr>
        <p:pic>
          <p:nvPicPr>
            <p:cNvPr id="879" name="Picture 878" descr="A blue circle with yellow stars in center&#10;&#10;Description automatically generated">
              <a:extLst>
                <a:ext uri="{FF2B5EF4-FFF2-40B4-BE49-F238E27FC236}">
                  <a16:creationId xmlns:a16="http://schemas.microsoft.com/office/drawing/2014/main" id="{1F3B404F-DA13-D88D-69C1-0ABCA3BDA4DB}"/>
                </a:ext>
              </a:extLst>
            </p:cNvPr>
            <p:cNvPicPr>
              <a:picLocks noChangeAspect="1"/>
            </p:cNvPicPr>
            <p:nvPr/>
          </p:nvPicPr>
          <p:blipFill>
            <a:blip r:embed="rId10"/>
            <a:stretch>
              <a:fillRect/>
            </a:stretch>
          </p:blipFill>
          <p:spPr>
            <a:xfrm>
              <a:off x="2050627" y="2511490"/>
              <a:ext cx="274320" cy="274320"/>
            </a:xfrm>
            <a:prstGeom prst="rect">
              <a:avLst/>
            </a:prstGeom>
            <a:ln>
              <a:noFill/>
            </a:ln>
          </p:spPr>
        </p:pic>
        <p:pic>
          <p:nvPicPr>
            <p:cNvPr id="880" name="Picture 879">
              <a:extLst>
                <a:ext uri="{FF2B5EF4-FFF2-40B4-BE49-F238E27FC236}">
                  <a16:creationId xmlns:a16="http://schemas.microsoft.com/office/drawing/2014/main" id="{17A5CB66-98FF-1692-47A9-8BE7753EA7FB}"/>
                </a:ext>
              </a:extLst>
            </p:cNvPr>
            <p:cNvPicPr>
              <a:picLocks noChangeAspect="1"/>
            </p:cNvPicPr>
            <p:nvPr/>
          </p:nvPicPr>
          <p:blipFill rotWithShape="1">
            <a:blip r:embed="rId12"/>
            <a:srcRect l="14865" t="17319" r="20459" b="14006"/>
            <a:stretch/>
          </p:blipFill>
          <p:spPr>
            <a:xfrm>
              <a:off x="2257597" y="2511490"/>
              <a:ext cx="274320" cy="274320"/>
            </a:xfrm>
            <a:prstGeom prst="ellipse">
              <a:avLst/>
            </a:prstGeom>
          </p:spPr>
        </p:pic>
      </p:grpSp>
      <p:grpSp>
        <p:nvGrpSpPr>
          <p:cNvPr id="58" name="Group 57">
            <a:extLst>
              <a:ext uri="{FF2B5EF4-FFF2-40B4-BE49-F238E27FC236}">
                <a16:creationId xmlns:a16="http://schemas.microsoft.com/office/drawing/2014/main" id="{C0563D79-124E-A0DB-187C-82425EE178DF}"/>
              </a:ext>
            </a:extLst>
          </p:cNvPr>
          <p:cNvGrpSpPr/>
          <p:nvPr/>
        </p:nvGrpSpPr>
        <p:grpSpPr>
          <a:xfrm>
            <a:off x="8446122" y="668447"/>
            <a:ext cx="3358520" cy="323165"/>
            <a:chOff x="8469297" y="935394"/>
            <a:chExt cx="3358520" cy="323165"/>
          </a:xfrm>
        </p:grpSpPr>
        <p:sp>
          <p:nvSpPr>
            <p:cNvPr id="59" name="TextBox 58">
              <a:extLst>
                <a:ext uri="{FF2B5EF4-FFF2-40B4-BE49-F238E27FC236}">
                  <a16:creationId xmlns:a16="http://schemas.microsoft.com/office/drawing/2014/main" id="{1C4F9D7B-DF2A-3B94-F188-02D3BE6B7523}"/>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833" name="Isosceles Triangle 832">
              <a:extLst>
                <a:ext uri="{FF2B5EF4-FFF2-40B4-BE49-F238E27FC236}">
                  <a16:creationId xmlns:a16="http://schemas.microsoft.com/office/drawing/2014/main" id="{08907615-3EE2-03A6-6D25-127709BCF825}"/>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34" name="Star: 5 Points 833">
              <a:extLst>
                <a:ext uri="{FF2B5EF4-FFF2-40B4-BE49-F238E27FC236}">
                  <a16:creationId xmlns:a16="http://schemas.microsoft.com/office/drawing/2014/main" id="{392C50F3-3391-0B12-A8DB-A66B9B71DAC7}"/>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35" name="Arrow: Pentagon 834">
              <a:extLst>
                <a:ext uri="{FF2B5EF4-FFF2-40B4-BE49-F238E27FC236}">
                  <a16:creationId xmlns:a16="http://schemas.microsoft.com/office/drawing/2014/main" id="{E1FFBCE1-AA63-1B00-A350-8CE95A95014E}"/>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837" name="TextBox 836">
              <a:extLst>
                <a:ext uri="{FF2B5EF4-FFF2-40B4-BE49-F238E27FC236}">
                  <a16:creationId xmlns:a16="http://schemas.microsoft.com/office/drawing/2014/main" id="{21269AE9-D121-A3A6-A3A1-8D723981CF66}"/>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847" name="TextBox 846">
              <a:extLst>
                <a:ext uri="{FF2B5EF4-FFF2-40B4-BE49-F238E27FC236}">
                  <a16:creationId xmlns:a16="http://schemas.microsoft.com/office/drawing/2014/main" id="{57B73B8C-2CEA-4234-22CD-9FE49E228584}"/>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848" name="Footer Placeholder 3">
            <a:extLst>
              <a:ext uri="{FF2B5EF4-FFF2-40B4-BE49-F238E27FC236}">
                <a16:creationId xmlns:a16="http://schemas.microsoft.com/office/drawing/2014/main" id="{AEDC8821-7461-BFDC-8CA3-CEA5C61AB53C}"/>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pic>
        <p:nvPicPr>
          <p:cNvPr id="26" name="Graphic 25">
            <a:extLst>
              <a:ext uri="{FF2B5EF4-FFF2-40B4-BE49-F238E27FC236}">
                <a16:creationId xmlns:a16="http://schemas.microsoft.com/office/drawing/2014/main" id="{22649993-8278-1FF2-14EE-39B9D98249D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35629" y="3633515"/>
            <a:ext cx="274320" cy="274320"/>
          </a:xfrm>
          <a:prstGeom prst="rect">
            <a:avLst/>
          </a:prstGeom>
        </p:spPr>
      </p:pic>
      <p:sp>
        <p:nvSpPr>
          <p:cNvPr id="52" name="Isosceles Triangle 51">
            <a:extLst>
              <a:ext uri="{FF2B5EF4-FFF2-40B4-BE49-F238E27FC236}">
                <a16:creationId xmlns:a16="http://schemas.microsoft.com/office/drawing/2014/main" id="{21584427-58CC-32DB-2ED8-E7B528587F1D}"/>
              </a:ext>
            </a:extLst>
          </p:cNvPr>
          <p:cNvSpPr/>
          <p:nvPr/>
        </p:nvSpPr>
        <p:spPr>
          <a:xfrm>
            <a:off x="8368373" y="3763136"/>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5" name="Isosceles Triangle 54">
            <a:extLst>
              <a:ext uri="{FF2B5EF4-FFF2-40B4-BE49-F238E27FC236}">
                <a16:creationId xmlns:a16="http://schemas.microsoft.com/office/drawing/2014/main" id="{32A4AEF1-7E57-F221-4630-0A2C7A9221FE}"/>
              </a:ext>
            </a:extLst>
          </p:cNvPr>
          <p:cNvSpPr/>
          <p:nvPr/>
        </p:nvSpPr>
        <p:spPr>
          <a:xfrm>
            <a:off x="9947741" y="3770675"/>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6" name="Isosceles Triangle 55">
            <a:extLst>
              <a:ext uri="{FF2B5EF4-FFF2-40B4-BE49-F238E27FC236}">
                <a16:creationId xmlns:a16="http://schemas.microsoft.com/office/drawing/2014/main" id="{F538AC79-AF4E-63CD-5375-385A41BD0FD7}"/>
              </a:ext>
            </a:extLst>
          </p:cNvPr>
          <p:cNvSpPr/>
          <p:nvPr/>
        </p:nvSpPr>
        <p:spPr>
          <a:xfrm>
            <a:off x="10803995" y="3770675"/>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1" name="TextBox 10">
            <a:extLst>
              <a:ext uri="{FF2B5EF4-FFF2-40B4-BE49-F238E27FC236}">
                <a16:creationId xmlns:a16="http://schemas.microsoft.com/office/drawing/2014/main" id="{5ED2AD4A-975E-441B-405D-707D55D77C09}"/>
              </a:ext>
            </a:extLst>
          </p:cNvPr>
          <p:cNvSpPr txBox="1"/>
          <p:nvPr/>
        </p:nvSpPr>
        <p:spPr>
          <a:xfrm>
            <a:off x="7960817" y="3975974"/>
            <a:ext cx="1109477" cy="215444"/>
          </a:xfrm>
          <a:prstGeom prst="rect">
            <a:avLst/>
          </a:prstGeom>
          <a:noFill/>
        </p:spPr>
        <p:txBody>
          <a:bodyPr wrap="square">
            <a:spAutoFit/>
          </a:bodyPr>
          <a:lstStyle/>
          <a:p>
            <a:pPr algn="ctr"/>
            <a:r>
              <a:rPr lang="en-US" sz="800"/>
              <a:t>Interim analysis</a:t>
            </a:r>
          </a:p>
        </p:txBody>
      </p:sp>
      <p:sp>
        <p:nvSpPr>
          <p:cNvPr id="13" name="TextBox 12">
            <a:extLst>
              <a:ext uri="{FF2B5EF4-FFF2-40B4-BE49-F238E27FC236}">
                <a16:creationId xmlns:a16="http://schemas.microsoft.com/office/drawing/2014/main" id="{E733852B-38D5-A1D2-47BF-46DCC9303F6D}"/>
              </a:ext>
            </a:extLst>
          </p:cNvPr>
          <p:cNvSpPr txBox="1"/>
          <p:nvPr/>
        </p:nvSpPr>
        <p:spPr>
          <a:xfrm>
            <a:off x="9467699" y="3975974"/>
            <a:ext cx="1109477" cy="215444"/>
          </a:xfrm>
          <a:prstGeom prst="rect">
            <a:avLst/>
          </a:prstGeom>
          <a:noFill/>
        </p:spPr>
        <p:txBody>
          <a:bodyPr wrap="square">
            <a:spAutoFit/>
          </a:bodyPr>
          <a:lstStyle/>
          <a:p>
            <a:pPr algn="ctr"/>
            <a:r>
              <a:rPr lang="en-US" sz="800"/>
              <a:t>Interim analysis</a:t>
            </a:r>
          </a:p>
        </p:txBody>
      </p:sp>
      <p:sp>
        <p:nvSpPr>
          <p:cNvPr id="14" name="Left Bracket 13">
            <a:extLst>
              <a:ext uri="{FF2B5EF4-FFF2-40B4-BE49-F238E27FC236}">
                <a16:creationId xmlns:a16="http://schemas.microsoft.com/office/drawing/2014/main" id="{0C7D8B68-2E32-B7B1-084D-BA15CF7FA337}"/>
              </a:ext>
            </a:extLst>
          </p:cNvPr>
          <p:cNvSpPr/>
          <p:nvPr/>
        </p:nvSpPr>
        <p:spPr>
          <a:xfrm rot="5400000" flipV="1">
            <a:off x="7212266" y="3330692"/>
            <a:ext cx="45719" cy="71548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16" name="TextBox 15">
            <a:extLst>
              <a:ext uri="{FF2B5EF4-FFF2-40B4-BE49-F238E27FC236}">
                <a16:creationId xmlns:a16="http://schemas.microsoft.com/office/drawing/2014/main" id="{1B3C4A59-98B6-A3AD-9F27-43734AEBC719}"/>
              </a:ext>
            </a:extLst>
          </p:cNvPr>
          <p:cNvSpPr txBox="1"/>
          <p:nvPr/>
        </p:nvSpPr>
        <p:spPr>
          <a:xfrm>
            <a:off x="6103658" y="3337603"/>
            <a:ext cx="2403849" cy="338554"/>
          </a:xfrm>
          <a:prstGeom prst="rect">
            <a:avLst/>
          </a:prstGeom>
          <a:noFill/>
        </p:spPr>
        <p:txBody>
          <a:bodyPr wrap="square">
            <a:spAutoFit/>
          </a:bodyPr>
          <a:lstStyle/>
          <a:p>
            <a:pPr algn="ctr"/>
            <a:r>
              <a:rPr lang="en-GB" sz="800">
                <a:effectLst/>
              </a:rPr>
              <a:t>Assess collaborative partners, and initial engagements to align study design</a:t>
            </a:r>
            <a:endParaRPr lang="en-GB" sz="800"/>
          </a:p>
        </p:txBody>
      </p:sp>
      <p:sp>
        <p:nvSpPr>
          <p:cNvPr id="28" name="Arrow: Pentagon 27">
            <a:extLst>
              <a:ext uri="{FF2B5EF4-FFF2-40B4-BE49-F238E27FC236}">
                <a16:creationId xmlns:a16="http://schemas.microsoft.com/office/drawing/2014/main" id="{75F84E07-59C1-3757-26E7-E86745A415E6}"/>
              </a:ext>
            </a:extLst>
          </p:cNvPr>
          <p:cNvSpPr/>
          <p:nvPr/>
        </p:nvSpPr>
        <p:spPr>
          <a:xfrm>
            <a:off x="6198577" y="4606538"/>
            <a:ext cx="5652000" cy="216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a:solidFill>
                <a:schemeClr val="bg1"/>
              </a:solidFill>
            </a:endParaRPr>
          </a:p>
        </p:txBody>
      </p:sp>
      <p:sp>
        <p:nvSpPr>
          <p:cNvPr id="29" name="Isosceles Triangle 28">
            <a:extLst>
              <a:ext uri="{FF2B5EF4-FFF2-40B4-BE49-F238E27FC236}">
                <a16:creationId xmlns:a16="http://schemas.microsoft.com/office/drawing/2014/main" id="{A34855A7-55C2-6A53-808C-D572407ACA16}"/>
              </a:ext>
            </a:extLst>
          </p:cNvPr>
          <p:cNvSpPr/>
          <p:nvPr/>
        </p:nvSpPr>
        <p:spPr>
          <a:xfrm>
            <a:off x="10198588" y="4608124"/>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4" name="Star: 5 Points 33">
            <a:extLst>
              <a:ext uri="{FF2B5EF4-FFF2-40B4-BE49-F238E27FC236}">
                <a16:creationId xmlns:a16="http://schemas.microsoft.com/office/drawing/2014/main" id="{E583A8F2-DE3F-AEA8-7814-713AA30B5BC2}"/>
              </a:ext>
            </a:extLst>
          </p:cNvPr>
          <p:cNvSpPr/>
          <p:nvPr/>
        </p:nvSpPr>
        <p:spPr>
          <a:xfrm>
            <a:off x="11604870" y="4599820"/>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7" name="TextBox 36">
            <a:extLst>
              <a:ext uri="{FF2B5EF4-FFF2-40B4-BE49-F238E27FC236}">
                <a16:creationId xmlns:a16="http://schemas.microsoft.com/office/drawing/2014/main" id="{26447BD3-1455-E459-D32A-86C8DA53A5B8}"/>
              </a:ext>
            </a:extLst>
          </p:cNvPr>
          <p:cNvSpPr txBox="1"/>
          <p:nvPr/>
        </p:nvSpPr>
        <p:spPr>
          <a:xfrm>
            <a:off x="9733849" y="4825775"/>
            <a:ext cx="1109477" cy="215444"/>
          </a:xfrm>
          <a:prstGeom prst="rect">
            <a:avLst/>
          </a:prstGeom>
          <a:noFill/>
        </p:spPr>
        <p:txBody>
          <a:bodyPr wrap="square">
            <a:spAutoFit/>
          </a:bodyPr>
          <a:lstStyle/>
          <a:p>
            <a:pPr algn="ctr"/>
            <a:r>
              <a:rPr lang="en-US" sz="800"/>
              <a:t>Interim analysis</a:t>
            </a:r>
          </a:p>
        </p:txBody>
      </p:sp>
      <p:sp>
        <p:nvSpPr>
          <p:cNvPr id="38" name="Left Bracket 37">
            <a:extLst>
              <a:ext uri="{FF2B5EF4-FFF2-40B4-BE49-F238E27FC236}">
                <a16:creationId xmlns:a16="http://schemas.microsoft.com/office/drawing/2014/main" id="{927AE286-95A6-05E3-C3B4-9820052481F3}"/>
              </a:ext>
            </a:extLst>
          </p:cNvPr>
          <p:cNvSpPr/>
          <p:nvPr/>
        </p:nvSpPr>
        <p:spPr>
          <a:xfrm rot="5400000" flipV="1">
            <a:off x="6662918" y="4013721"/>
            <a:ext cx="46124" cy="974806"/>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2" name="Left Bracket 41">
            <a:extLst>
              <a:ext uri="{FF2B5EF4-FFF2-40B4-BE49-F238E27FC236}">
                <a16:creationId xmlns:a16="http://schemas.microsoft.com/office/drawing/2014/main" id="{D6A003DB-DE19-F1CA-7FE2-71599C888096}"/>
              </a:ext>
            </a:extLst>
          </p:cNvPr>
          <p:cNvSpPr/>
          <p:nvPr/>
        </p:nvSpPr>
        <p:spPr>
          <a:xfrm rot="5400000" flipV="1">
            <a:off x="9435633" y="2261773"/>
            <a:ext cx="45719" cy="4489778"/>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3" name="TextBox 42">
            <a:extLst>
              <a:ext uri="{FF2B5EF4-FFF2-40B4-BE49-F238E27FC236}">
                <a16:creationId xmlns:a16="http://schemas.microsoft.com/office/drawing/2014/main" id="{83814277-1377-DDAA-3F96-ED77E644B8A1}"/>
              </a:ext>
            </a:extLst>
          </p:cNvPr>
          <p:cNvSpPr txBox="1"/>
          <p:nvPr/>
        </p:nvSpPr>
        <p:spPr>
          <a:xfrm>
            <a:off x="8273340" y="4262020"/>
            <a:ext cx="1830215" cy="215444"/>
          </a:xfrm>
          <a:prstGeom prst="rect">
            <a:avLst/>
          </a:prstGeom>
          <a:noFill/>
        </p:spPr>
        <p:txBody>
          <a:bodyPr wrap="square">
            <a:spAutoFit/>
          </a:bodyPr>
          <a:lstStyle/>
          <a:p>
            <a:pPr algn="ctr"/>
            <a:r>
              <a:rPr lang="en-GB" sz="800">
                <a:effectLst/>
              </a:rPr>
              <a:t>IIT study duration</a:t>
            </a:r>
            <a:endParaRPr lang="en-GB" sz="800"/>
          </a:p>
        </p:txBody>
      </p:sp>
      <p:sp>
        <p:nvSpPr>
          <p:cNvPr id="44" name="TextBox 43">
            <a:extLst>
              <a:ext uri="{FF2B5EF4-FFF2-40B4-BE49-F238E27FC236}">
                <a16:creationId xmlns:a16="http://schemas.microsoft.com/office/drawing/2014/main" id="{1E45AFA2-28CC-C12B-2B89-5B90C29FC9A7}"/>
              </a:ext>
            </a:extLst>
          </p:cNvPr>
          <p:cNvSpPr txBox="1"/>
          <p:nvPr/>
        </p:nvSpPr>
        <p:spPr>
          <a:xfrm>
            <a:off x="11387026" y="4819730"/>
            <a:ext cx="651689" cy="369332"/>
          </a:xfrm>
          <a:prstGeom prst="rect">
            <a:avLst/>
          </a:prstGeom>
          <a:noFill/>
        </p:spPr>
        <p:txBody>
          <a:bodyPr wrap="square">
            <a:spAutoFit/>
          </a:bodyPr>
          <a:lstStyle/>
          <a:p>
            <a:pPr algn="ctr"/>
            <a:r>
              <a:rPr lang="en-US" sz="900"/>
              <a:t>ESMO 2029</a:t>
            </a:r>
          </a:p>
        </p:txBody>
      </p:sp>
      <p:sp>
        <p:nvSpPr>
          <p:cNvPr id="45" name="TextBox 44">
            <a:extLst>
              <a:ext uri="{FF2B5EF4-FFF2-40B4-BE49-F238E27FC236}">
                <a16:creationId xmlns:a16="http://schemas.microsoft.com/office/drawing/2014/main" id="{DFDD033D-377C-4AB4-C9B2-51D28EADE8D6}"/>
              </a:ext>
            </a:extLst>
          </p:cNvPr>
          <p:cNvSpPr txBox="1"/>
          <p:nvPr/>
        </p:nvSpPr>
        <p:spPr>
          <a:xfrm>
            <a:off x="6073006" y="4154041"/>
            <a:ext cx="1282625" cy="338554"/>
          </a:xfrm>
          <a:prstGeom prst="rect">
            <a:avLst/>
          </a:prstGeom>
          <a:noFill/>
        </p:spPr>
        <p:txBody>
          <a:bodyPr wrap="square">
            <a:spAutoFit/>
          </a:bodyPr>
          <a:lstStyle/>
          <a:p>
            <a:pPr algn="ctr"/>
            <a:r>
              <a:rPr lang="en-GB" sz="800"/>
              <a:t>Receive, review, and accept proposal</a:t>
            </a:r>
          </a:p>
        </p:txBody>
      </p:sp>
      <p:sp>
        <p:nvSpPr>
          <p:cNvPr id="2" name="Rectangle 1">
            <a:extLst>
              <a:ext uri="{FF2B5EF4-FFF2-40B4-BE49-F238E27FC236}">
                <a16:creationId xmlns:a16="http://schemas.microsoft.com/office/drawing/2014/main" id="{17890CFA-0E52-94CF-F6CB-5C1C322EAC80}"/>
              </a:ext>
            </a:extLst>
          </p:cNvPr>
          <p:cNvSpPr/>
          <p:nvPr/>
        </p:nvSpPr>
        <p:spPr>
          <a:xfrm>
            <a:off x="367796" y="6194279"/>
            <a:ext cx="8349484" cy="3529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ysClr val="windowText" lastClr="000000"/>
                </a:solidFill>
                <a:effectLst/>
                <a:uLnTx/>
                <a:uFillTx/>
                <a:latin typeface="Poppins"/>
                <a:ea typeface="+mn-ea"/>
                <a:cs typeface="+mn-cs"/>
              </a:rPr>
              <a:t>Tactics for above transversal gaps were discussed solely in the ES-SCLC breakout group for purposes of workshop logistics and feasibility</a:t>
            </a:r>
            <a:r>
              <a:rPr kumimoji="0" lang="en-US" sz="1000" b="0" i="0" u="none" strike="noStrike" kern="1200" cap="none" spc="0" normalizeH="0" baseline="0" noProof="0">
                <a:ln>
                  <a:noFill/>
                </a:ln>
                <a:solidFill>
                  <a:sysClr val="windowText" lastClr="000000"/>
                </a:solidFill>
                <a:effectLst/>
                <a:uLnTx/>
                <a:uFillTx/>
                <a:latin typeface="Poppins"/>
                <a:ea typeface="+mn-ea"/>
                <a:cs typeface="+mn-cs"/>
              </a:rPr>
              <a:t> – Indication-specific considerations and timelines should be adapted accordingly</a:t>
            </a:r>
          </a:p>
        </p:txBody>
      </p:sp>
      <p:pic>
        <p:nvPicPr>
          <p:cNvPr id="5" name="Graphic 4">
            <a:extLst>
              <a:ext uri="{FF2B5EF4-FFF2-40B4-BE49-F238E27FC236}">
                <a16:creationId xmlns:a16="http://schemas.microsoft.com/office/drawing/2014/main" id="{88460916-11F6-B691-0C70-6DC985F770EF}"/>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445466" y="6158588"/>
            <a:ext cx="432000" cy="432000"/>
          </a:xfrm>
          <a:prstGeom prst="rect">
            <a:avLst/>
          </a:prstGeom>
        </p:spPr>
      </p:pic>
      <p:sp>
        <p:nvSpPr>
          <p:cNvPr id="15" name="Footer Placeholder 3">
            <a:extLst>
              <a:ext uri="{FF2B5EF4-FFF2-40B4-BE49-F238E27FC236}">
                <a16:creationId xmlns:a16="http://schemas.microsoft.com/office/drawing/2014/main" id="{75EF2F11-24BF-E886-D011-6C4F3B34C166}"/>
              </a:ext>
            </a:extLst>
          </p:cNvPr>
          <p:cNvSpPr txBox="1">
            <a:spLocks/>
          </p:cNvSpPr>
          <p:nvPr/>
        </p:nvSpPr>
        <p:spPr>
          <a:xfrm>
            <a:off x="358337" y="6423245"/>
            <a:ext cx="8409328"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Note: CG: Cooperative Group; ES-SCLC: Extensive Stage Small Cell Lung Cancer; RWE: Real-World Evidence; HEOR: Health Economics Outcomes Research; IIT: Investigator Initiated Trial; KOL: Key Opinion Leaders; HCP: Healthcare Professionals; OS: Overall Survival; QoL: Quality of Life; SoC: Standard of Care; </a:t>
            </a:r>
            <a:r>
              <a:rPr lang="en-US" err="1"/>
              <a:t>Atezo</a:t>
            </a:r>
            <a:r>
              <a:rPr lang="en-US"/>
              <a:t> / </a:t>
            </a:r>
            <a:r>
              <a:rPr lang="en-US" err="1"/>
              <a:t>durva</a:t>
            </a:r>
            <a:r>
              <a:rPr lang="en-US"/>
              <a:t>: Atezolizumab / durvalumab</a:t>
            </a:r>
          </a:p>
        </p:txBody>
      </p:sp>
      <p:sp>
        <p:nvSpPr>
          <p:cNvPr id="18" name="Footer Placeholder 3">
            <a:extLst>
              <a:ext uri="{FF2B5EF4-FFF2-40B4-BE49-F238E27FC236}">
                <a16:creationId xmlns:a16="http://schemas.microsoft.com/office/drawing/2014/main" id="{13D16C43-B405-C231-B511-57D1C1236D53}"/>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24" name="Graphic 23">
            <a:extLst>
              <a:ext uri="{FF2B5EF4-FFF2-40B4-BE49-F238E27FC236}">
                <a16:creationId xmlns:a16="http://schemas.microsoft.com/office/drawing/2014/main" id="{0B1BAFE0-8623-0EA7-03F1-A6F6E42FE78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737570" y="958197"/>
            <a:ext cx="274320" cy="274320"/>
          </a:xfrm>
          <a:prstGeom prst="rect">
            <a:avLst/>
          </a:prstGeom>
        </p:spPr>
      </p:pic>
      <p:pic>
        <p:nvPicPr>
          <p:cNvPr id="25" name="Graphic 24">
            <a:extLst>
              <a:ext uri="{FF2B5EF4-FFF2-40B4-BE49-F238E27FC236}">
                <a16:creationId xmlns:a16="http://schemas.microsoft.com/office/drawing/2014/main" id="{BBA81FF4-54A1-0B09-01C0-4CC004D1E79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24487" y="958197"/>
            <a:ext cx="274320" cy="274320"/>
          </a:xfrm>
          <a:prstGeom prst="rect">
            <a:avLst/>
          </a:prstGeom>
        </p:spPr>
      </p:pic>
      <p:pic>
        <p:nvPicPr>
          <p:cNvPr id="46" name="Graphic 45">
            <a:extLst>
              <a:ext uri="{FF2B5EF4-FFF2-40B4-BE49-F238E27FC236}">
                <a16:creationId xmlns:a16="http://schemas.microsoft.com/office/drawing/2014/main" id="{935F18C3-F471-9B0F-F776-E9D05F59118B}"/>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414007" y="958197"/>
            <a:ext cx="274320" cy="274320"/>
          </a:xfrm>
          <a:prstGeom prst="rect">
            <a:avLst/>
          </a:prstGeom>
        </p:spPr>
      </p:pic>
      <p:pic>
        <p:nvPicPr>
          <p:cNvPr id="47" name="Graphic 46">
            <a:extLst>
              <a:ext uri="{FF2B5EF4-FFF2-40B4-BE49-F238E27FC236}">
                <a16:creationId xmlns:a16="http://schemas.microsoft.com/office/drawing/2014/main" id="{2FAB09CA-27A8-7D1B-7592-86AF785C5075}"/>
              </a:ext>
            </a:extLst>
          </p:cNvPr>
          <p:cNvPicPr>
            <a:picLocks/>
          </p:cNvPicPr>
          <p:nvPr/>
        </p:nvPicPr>
        <p:blipFill>
          <a:blip r:embed="rId19">
            <a:extLst>
              <a:ext uri="{96DAC541-7B7A-43D3-8B79-37D633B846F1}">
                <asvg:svgBlip xmlns:asvg="http://schemas.microsoft.com/office/drawing/2016/SVG/main" r:embed="rId20"/>
              </a:ext>
            </a:extLst>
          </a:blip>
          <a:stretch>
            <a:fillRect/>
          </a:stretch>
        </p:blipFill>
        <p:spPr>
          <a:xfrm>
            <a:off x="8194014" y="958557"/>
            <a:ext cx="273600" cy="273600"/>
          </a:xfrm>
          <a:prstGeom prst="rect">
            <a:avLst/>
          </a:prstGeom>
        </p:spPr>
      </p:pic>
      <p:grpSp>
        <p:nvGrpSpPr>
          <p:cNvPr id="48" name="Group 47">
            <a:extLst>
              <a:ext uri="{FF2B5EF4-FFF2-40B4-BE49-F238E27FC236}">
                <a16:creationId xmlns:a16="http://schemas.microsoft.com/office/drawing/2014/main" id="{CC248932-88A4-52AB-9A62-19721A9848B8}"/>
              </a:ext>
            </a:extLst>
          </p:cNvPr>
          <p:cNvGrpSpPr/>
          <p:nvPr/>
        </p:nvGrpSpPr>
        <p:grpSpPr>
          <a:xfrm>
            <a:off x="-9525" y="-7584"/>
            <a:ext cx="11729065" cy="180000"/>
            <a:chOff x="-9525" y="-7584"/>
            <a:chExt cx="11729065" cy="180000"/>
          </a:xfrm>
        </p:grpSpPr>
        <p:sp>
          <p:nvSpPr>
            <p:cNvPr id="49" name="Rectangle 48">
              <a:extLst>
                <a:ext uri="{FF2B5EF4-FFF2-40B4-BE49-F238E27FC236}">
                  <a16:creationId xmlns:a16="http://schemas.microsoft.com/office/drawing/2014/main" id="{C67DFB60-E7EF-C352-64B0-D68E912161C0}"/>
                </a:ext>
              </a:extLst>
            </p:cNvPr>
            <p:cNvSpPr/>
            <p:nvPr/>
          </p:nvSpPr>
          <p:spPr>
            <a:xfrm>
              <a:off x="-9525" y="-7584"/>
              <a:ext cx="1584000" cy="180000"/>
            </a:xfrm>
            <a:prstGeom prst="rect">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Transversal Gaps</a:t>
              </a:r>
            </a:p>
          </p:txBody>
        </p:sp>
        <p:sp>
          <p:nvSpPr>
            <p:cNvPr id="50" name="Arrow: Pentagon 49">
              <a:extLst>
                <a:ext uri="{FF2B5EF4-FFF2-40B4-BE49-F238E27FC236}">
                  <a16:creationId xmlns:a16="http://schemas.microsoft.com/office/drawing/2014/main" id="{B8EC2D6E-4571-2DDB-E80A-48477D9ECC1A}"/>
                </a:ext>
              </a:extLst>
            </p:cNvPr>
            <p:cNvSpPr/>
            <p:nvPr/>
          </p:nvSpPr>
          <p:spPr>
            <a:xfrm>
              <a:off x="1584635" y="-7584"/>
              <a:ext cx="2592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51" name="Arrow: Chevron 50">
              <a:extLst>
                <a:ext uri="{FF2B5EF4-FFF2-40B4-BE49-F238E27FC236}">
                  <a16:creationId xmlns:a16="http://schemas.microsoft.com/office/drawing/2014/main" id="{32F05EF6-C507-4501-5547-2533E46D3033}"/>
                </a:ext>
              </a:extLst>
            </p:cNvPr>
            <p:cNvSpPr/>
            <p:nvPr/>
          </p:nvSpPr>
          <p:spPr>
            <a:xfrm>
              <a:off x="4091466"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53" name="Arrow: Chevron 52">
              <a:extLst>
                <a:ext uri="{FF2B5EF4-FFF2-40B4-BE49-F238E27FC236}">
                  <a16:creationId xmlns:a16="http://schemas.microsoft.com/office/drawing/2014/main" id="{123C1E0F-6668-CEFF-52F5-25602B10A063}"/>
                </a:ext>
              </a:extLst>
            </p:cNvPr>
            <p:cNvSpPr/>
            <p:nvPr/>
          </p:nvSpPr>
          <p:spPr>
            <a:xfrm>
              <a:off x="6608457"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54" name="Arrow: Chevron 53">
              <a:extLst>
                <a:ext uri="{FF2B5EF4-FFF2-40B4-BE49-F238E27FC236}">
                  <a16:creationId xmlns:a16="http://schemas.microsoft.com/office/drawing/2014/main" id="{671C8906-4ECF-C4C0-1308-69DABA9BA76C}"/>
                </a:ext>
              </a:extLst>
            </p:cNvPr>
            <p:cNvSpPr/>
            <p:nvPr/>
          </p:nvSpPr>
          <p:spPr>
            <a:xfrm>
              <a:off x="9127540" y="-7584"/>
              <a:ext cx="2592000"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pic>
        <p:nvPicPr>
          <p:cNvPr id="12" name="Graphic 11">
            <a:extLst>
              <a:ext uri="{FF2B5EF4-FFF2-40B4-BE49-F238E27FC236}">
                <a16:creationId xmlns:a16="http://schemas.microsoft.com/office/drawing/2014/main" id="{C386CF44-744C-AEC3-0BA4-D0F432E2E2E3}"/>
              </a:ext>
            </a:extLst>
          </p:cNvPr>
          <p:cNvPicPr>
            <a:picLocks/>
          </p:cNvPicPr>
          <p:nvPr/>
        </p:nvPicPr>
        <p:blipFill>
          <a:blip r:embed="rId19">
            <a:extLst>
              <a:ext uri="{96DAC541-7B7A-43D3-8B79-37D633B846F1}">
                <asvg:svgBlip xmlns:asvg="http://schemas.microsoft.com/office/drawing/2016/SVG/main" r:embed="rId20"/>
              </a:ext>
            </a:extLst>
          </a:blip>
          <a:stretch>
            <a:fillRect/>
          </a:stretch>
        </p:blipFill>
        <p:spPr>
          <a:xfrm>
            <a:off x="2338172" y="4501124"/>
            <a:ext cx="273600" cy="273600"/>
          </a:xfrm>
          <a:prstGeom prst="rect">
            <a:avLst/>
          </a:prstGeom>
        </p:spPr>
      </p:pic>
      <p:pic>
        <p:nvPicPr>
          <p:cNvPr id="23" name="Graphic 22">
            <a:extLst>
              <a:ext uri="{FF2B5EF4-FFF2-40B4-BE49-F238E27FC236}">
                <a16:creationId xmlns:a16="http://schemas.microsoft.com/office/drawing/2014/main" id="{61884BCE-AF1C-422B-94E7-BC37EC8AD840}"/>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334140" y="5492637"/>
            <a:ext cx="274320" cy="274320"/>
          </a:xfrm>
          <a:prstGeom prst="rect">
            <a:avLst/>
          </a:prstGeom>
        </p:spPr>
      </p:pic>
    </p:spTree>
    <p:extLst>
      <p:ext uri="{BB962C8B-B14F-4D97-AF65-F5344CB8AC3E}">
        <p14:creationId xmlns:p14="http://schemas.microsoft.com/office/powerpoint/2010/main" val="86803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D4CD3-3B75-8D9B-32C9-9D43C7BE5A23}"/>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2CBC97B-7625-EC30-2955-C0CEC28CD4CD}"/>
              </a:ext>
            </a:extLst>
          </p:cNvPr>
          <p:cNvGraphicFramePr>
            <a:graphicFrameLocks noChangeAspect="1"/>
          </p:cNvGraphicFramePr>
          <p:nvPr>
            <p:custDataLst>
              <p:tags r:id="rId1"/>
            </p:custDataLst>
            <p:extLst>
              <p:ext uri="{D42A27DB-BD31-4B8C-83A1-F6EECF244321}">
                <p14:modId xmlns:p14="http://schemas.microsoft.com/office/powerpoint/2010/main" val="3924940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12CBC97B-7625-EC30-2955-C0CEC28CD4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0AE3CA-64D7-2F89-5848-F9FF8C65D74D}"/>
              </a:ext>
            </a:extLst>
          </p:cNvPr>
          <p:cNvSpPr>
            <a:spLocks noGrp="1"/>
          </p:cNvSpPr>
          <p:nvPr>
            <p:ph type="ctrTitle"/>
          </p:nvPr>
        </p:nvSpPr>
        <p:spPr>
          <a:xfrm>
            <a:off x="336165" y="3000231"/>
            <a:ext cx="7031736" cy="738664"/>
          </a:xfrm>
        </p:spPr>
        <p:txBody>
          <a:bodyPr vert="horz"/>
          <a:lstStyle/>
          <a:p>
            <a:r>
              <a:rPr lang="en-US" b="1"/>
              <a:t>Across Upper GI</a:t>
            </a:r>
          </a:p>
        </p:txBody>
      </p:sp>
      <p:pic>
        <p:nvPicPr>
          <p:cNvPr id="7" name="Graphic 6">
            <a:hlinkClick r:id="rId5" action="ppaction://hlinksldjump"/>
            <a:extLst>
              <a:ext uri="{FF2B5EF4-FFF2-40B4-BE49-F238E27FC236}">
                <a16:creationId xmlns:a16="http://schemas.microsoft.com/office/drawing/2014/main" id="{8FF5E8A5-1446-77D5-AD45-DE313A9D76C6}"/>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110002" y="6124703"/>
            <a:ext cx="720000" cy="720000"/>
          </a:xfrm>
          <a:prstGeom prst="rect">
            <a:avLst/>
          </a:prstGeom>
        </p:spPr>
      </p:pic>
    </p:spTree>
    <p:extLst>
      <p:ext uri="{BB962C8B-B14F-4D97-AF65-F5344CB8AC3E}">
        <p14:creationId xmlns:p14="http://schemas.microsoft.com/office/powerpoint/2010/main" val="504212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8A79F-FC99-7F36-0A87-D9BCCA84825D}"/>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A1E8488-85B8-74B9-4C6B-2D34FF9CA933}"/>
              </a:ext>
            </a:extLst>
          </p:cNvPr>
          <p:cNvGraphicFramePr>
            <a:graphicFrameLocks noChangeAspect="1"/>
          </p:cNvGraphicFramePr>
          <p:nvPr>
            <p:custDataLst>
              <p:tags r:id="rId1"/>
            </p:custDataLst>
            <p:extLst>
              <p:ext uri="{D42A27DB-BD31-4B8C-83A1-F6EECF244321}">
                <p14:modId xmlns:p14="http://schemas.microsoft.com/office/powerpoint/2010/main" val="16330787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3A1E8488-85B8-74B9-4C6B-2D34FF9CA9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BC2320E-9699-EF55-BD3B-3A1D8EFBF942}"/>
              </a:ext>
            </a:extLst>
          </p:cNvPr>
          <p:cNvSpPr>
            <a:spLocks noGrp="1"/>
          </p:cNvSpPr>
          <p:nvPr>
            <p:ph type="title"/>
          </p:nvPr>
        </p:nvSpPr>
        <p:spPr>
          <a:xfrm>
            <a:off x="358337" y="271427"/>
            <a:ext cx="11470125" cy="369332"/>
          </a:xfrm>
        </p:spPr>
        <p:txBody>
          <a:bodyPr vert="horz"/>
          <a:lstStyle/>
          <a:p>
            <a:r>
              <a:rPr lang="en-US" sz="2400"/>
              <a:t>Evidence Gap Prioritization: Across Upper GI</a:t>
            </a:r>
          </a:p>
        </p:txBody>
      </p:sp>
      <p:sp>
        <p:nvSpPr>
          <p:cNvPr id="4" name="Footer Placeholder 3">
            <a:extLst>
              <a:ext uri="{FF2B5EF4-FFF2-40B4-BE49-F238E27FC236}">
                <a16:creationId xmlns:a16="http://schemas.microsoft.com/office/drawing/2014/main" id="{11A667E6-E40B-70FA-BB02-64564032E180}"/>
              </a:ext>
            </a:extLst>
          </p:cNvPr>
          <p:cNvSpPr>
            <a:spLocks noGrp="1"/>
          </p:cNvSpPr>
          <p:nvPr>
            <p:ph type="ftr" sz="quarter" idx="10"/>
          </p:nvPr>
        </p:nvSpPr>
        <p:spPr/>
        <p:txBody>
          <a:bodyPr/>
          <a:lstStyle/>
          <a:p>
            <a:pPr lvl="0">
              <a:defRPr/>
            </a:pPr>
            <a:r>
              <a:rPr lang="en-US">
                <a:solidFill>
                  <a:srgbClr val="000000">
                    <a:lumMod val="65000"/>
                    <a:lumOff val="35000"/>
                  </a:srgbClr>
                </a:solidFill>
              </a:rPr>
              <a:t>Note: 1. Key markets for each gap were determined based on materials audit, interview discussions and related pre-work, and insights gathered during the two-day workshops</a:t>
            </a:r>
          </a:p>
          <a:p>
            <a:pPr lvl="0">
              <a:defRPr/>
            </a:pPr>
            <a:r>
              <a:rPr lang="en-US">
                <a:solidFill>
                  <a:srgbClr val="000000">
                    <a:lumMod val="65000"/>
                    <a:lumOff val="35000"/>
                  </a:srgbClr>
                </a:solidFill>
              </a:rPr>
              <a:t>Abbreviations: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ADC: Antibody Drug Conjugate; ESCC: Esophageal Squamous Cell Carcinoma; FGFR: Fibroblast Growth Factor Receptor; GC: Gastric Cancer; GEJ: Gastroesophageal Junction; GI: Gastro-intestinal; HER2: Human Epidermal Growth Factor Receptor 2; IO: Immuno-Oncology</a:t>
            </a:r>
          </a:p>
        </p:txBody>
      </p:sp>
      <p:graphicFrame>
        <p:nvGraphicFramePr>
          <p:cNvPr id="21511" name="Table 21510">
            <a:extLst>
              <a:ext uri="{FF2B5EF4-FFF2-40B4-BE49-F238E27FC236}">
                <a16:creationId xmlns:a16="http://schemas.microsoft.com/office/drawing/2014/main" id="{09E1DFF5-D704-4F86-1FC8-19C90236C690}"/>
              </a:ext>
            </a:extLst>
          </p:cNvPr>
          <p:cNvGraphicFramePr>
            <a:graphicFrameLocks noGrp="1"/>
          </p:cNvGraphicFramePr>
          <p:nvPr>
            <p:extLst>
              <p:ext uri="{D42A27DB-BD31-4B8C-83A1-F6EECF244321}">
                <p14:modId xmlns:p14="http://schemas.microsoft.com/office/powerpoint/2010/main" val="948581638"/>
              </p:ext>
            </p:extLst>
          </p:nvPr>
        </p:nvGraphicFramePr>
        <p:xfrm>
          <a:off x="6096000" y="1406357"/>
          <a:ext cx="5732460" cy="4305680"/>
        </p:xfrm>
        <a:graphic>
          <a:graphicData uri="http://schemas.openxmlformats.org/drawingml/2006/table">
            <a:tbl>
              <a:tblPr firstRow="1" bandRow="1">
                <a:tableStyleId>{9DCAF9ED-07DC-4A11-8D7F-57B35C25682E}</a:tableStyleId>
              </a:tblPr>
              <a:tblGrid>
                <a:gridCol w="338604">
                  <a:extLst>
                    <a:ext uri="{9D8B030D-6E8A-4147-A177-3AD203B41FA5}">
                      <a16:colId xmlns:a16="http://schemas.microsoft.com/office/drawing/2014/main" val="1446160234"/>
                    </a:ext>
                  </a:extLst>
                </a:gridCol>
                <a:gridCol w="1167675">
                  <a:extLst>
                    <a:ext uri="{9D8B030D-6E8A-4147-A177-3AD203B41FA5}">
                      <a16:colId xmlns:a16="http://schemas.microsoft.com/office/drawing/2014/main" val="638213638"/>
                    </a:ext>
                  </a:extLst>
                </a:gridCol>
                <a:gridCol w="4226181">
                  <a:extLst>
                    <a:ext uri="{9D8B030D-6E8A-4147-A177-3AD203B41FA5}">
                      <a16:colId xmlns:a16="http://schemas.microsoft.com/office/drawing/2014/main" val="1680224606"/>
                    </a:ext>
                  </a:extLst>
                </a:gridCol>
              </a:tblGrid>
              <a:tr h="37084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Across Upper GI </a:t>
                      </a:r>
                      <a:r>
                        <a:rPr lang="en-US" sz="1200" b="1" i="0">
                          <a:solidFill>
                            <a:schemeClr val="bg1"/>
                          </a:solidFill>
                        </a:rPr>
                        <a:t>(ESCC, GC/GEJ)</a:t>
                      </a:r>
                      <a:endParaRPr lang="en-US" sz="1200" b="1" i="1">
                        <a:solidFill>
                          <a:schemeClr val="bg1"/>
                        </a:solidFill>
                      </a:endParaRPr>
                    </a:p>
                  </a:txBody>
                  <a:tcPr marL="51615" marR="51615" anchor="ctr">
                    <a:solidFill>
                      <a:schemeClr val="tx2"/>
                    </a:solidFill>
                  </a:tcPr>
                </a:tc>
                <a:tc hMerge="1">
                  <a:txBody>
                    <a:bodyPr/>
                    <a:lstStyle/>
                    <a:p>
                      <a:endParaRPr lang="en-GB"/>
                    </a:p>
                  </a:txBody>
                  <a:tcPr/>
                </a:tc>
                <a:tc hMerge="1">
                  <a:txBody>
                    <a:bodyPr/>
                    <a:lstStyle/>
                    <a:p>
                      <a:endParaRPr lang="en-US" sz="1200" b="1">
                        <a:solidFill>
                          <a:schemeClr val="bg1"/>
                        </a:solidFill>
                      </a:endParaRPr>
                    </a:p>
                  </a:txBody>
                  <a:tcPr marL="51615" marR="51615">
                    <a:solidFill>
                      <a:schemeClr val="accent1"/>
                    </a:solidFill>
                  </a:tcPr>
                </a:tc>
                <a:extLst>
                  <a:ext uri="{0D108BD9-81ED-4DB2-BD59-A6C34878D82A}">
                    <a16:rowId xmlns:a16="http://schemas.microsoft.com/office/drawing/2014/main" val="170152819"/>
                  </a:ext>
                </a:extLst>
              </a:tr>
              <a:tr h="370840">
                <a:tc>
                  <a:txBody>
                    <a:bodyPr/>
                    <a:lstStyle/>
                    <a:p>
                      <a:pPr algn="ctr"/>
                      <a:endParaRPr lang="en-US" sz="1200" b="1">
                        <a:solidFill>
                          <a:schemeClr val="bg1"/>
                        </a:solidFill>
                      </a:endParaRPr>
                    </a:p>
                  </a:txBody>
                  <a:tcPr marL="51615" marR="51615" anchor="ctr">
                    <a:solidFill>
                      <a:schemeClr val="tx2"/>
                    </a:solidFill>
                  </a:tcPr>
                </a:tc>
                <a:tc>
                  <a:txBody>
                    <a:bodyPr/>
                    <a:lstStyle/>
                    <a:p>
                      <a:pPr algn="ctr"/>
                      <a:r>
                        <a:rPr lang="en-US" sz="1200" b="1">
                          <a:solidFill>
                            <a:schemeClr val="bg1"/>
                          </a:solidFill>
                        </a:rPr>
                        <a:t>Key Markets</a:t>
                      </a:r>
                      <a:r>
                        <a:rPr lang="en-US" sz="1200" b="1" baseline="30000">
                          <a:solidFill>
                            <a:schemeClr val="bg1"/>
                          </a:solidFill>
                        </a:rPr>
                        <a:t>1</a:t>
                      </a:r>
                      <a:endParaRPr lang="en-US" sz="1200" b="1">
                        <a:solidFill>
                          <a:schemeClr val="bg1"/>
                        </a:solidFill>
                      </a:endParaRPr>
                    </a:p>
                  </a:txBody>
                  <a:tcPr marL="51615" marR="51615" anchor="ctr">
                    <a:solidFill>
                      <a:schemeClr val="tx2"/>
                    </a:solidFill>
                  </a:tcPr>
                </a:tc>
                <a:tc>
                  <a:txBody>
                    <a:bodyPr/>
                    <a:lstStyle/>
                    <a:p>
                      <a:pPr algn="ctr"/>
                      <a:r>
                        <a:rPr lang="en-US" sz="1200" b="1">
                          <a:solidFill>
                            <a:schemeClr val="bg1"/>
                          </a:solidFill>
                        </a:rPr>
                        <a:t>Evidence Gaps</a:t>
                      </a:r>
                    </a:p>
                  </a:txBody>
                  <a:tcPr marL="51615" marR="51615" anchor="ctr">
                    <a:solidFill>
                      <a:schemeClr val="tx2"/>
                    </a:solidFill>
                  </a:tcPr>
                </a:tc>
                <a:extLst>
                  <a:ext uri="{0D108BD9-81ED-4DB2-BD59-A6C34878D82A}">
                    <a16:rowId xmlns:a16="http://schemas.microsoft.com/office/drawing/2014/main" val="936799235"/>
                  </a:ext>
                </a:extLst>
              </a:tr>
              <a:tr h="1188000">
                <a:tc>
                  <a:txBody>
                    <a:bodyPr/>
                    <a:lstStyle/>
                    <a:p>
                      <a:pPr algn="ctr"/>
                      <a:r>
                        <a:rPr lang="en-US" sz="1200" b="1">
                          <a:solidFill>
                            <a:schemeClr val="accent3"/>
                          </a:solidFill>
                        </a:rPr>
                        <a:t>1</a:t>
                      </a: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i="0" kern="1200">
                        <a:solidFill>
                          <a:schemeClr val="tx1"/>
                        </a:solidFill>
                        <a:latin typeface="+mn-lt"/>
                        <a:ea typeface="+mn-ea"/>
                        <a:cs typeface="+mn-cs"/>
                      </a:endParaRP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Need for data on </a:t>
                      </a:r>
                      <a:r>
                        <a:rPr kumimoji="0" lang="en-US" sz="1200" b="1" i="0" u="none" strike="noStrike" kern="1200" cap="none" spc="0" normalizeH="0" baseline="0" noProof="0">
                          <a:ln>
                            <a:noFill/>
                          </a:ln>
                          <a:solidFill>
                            <a:srgbClr val="000000"/>
                          </a:solidFill>
                          <a:effectLst/>
                          <a:uLnTx/>
                          <a:uFillTx/>
                          <a:latin typeface="+mn-lt"/>
                          <a:ea typeface="+mn-ea"/>
                          <a:cs typeface="+mn-cs"/>
                        </a:rPr>
                        <a:t>optimal sequencing of IO and targeted therapies </a:t>
                      </a:r>
                      <a:r>
                        <a:rPr kumimoji="0" lang="en-US" sz="1200" b="0" i="0" u="none" strike="noStrike" kern="1200" cap="none" spc="0" normalizeH="0" baseline="0" noProof="0">
                          <a:ln>
                            <a:noFill/>
                          </a:ln>
                          <a:solidFill>
                            <a:srgbClr val="000000"/>
                          </a:solidFill>
                          <a:effectLst/>
                          <a:uLnTx/>
                          <a:uFillTx/>
                          <a:latin typeface="+mn-lt"/>
                          <a:ea typeface="+mn-ea"/>
                          <a:cs typeface="+mn-cs"/>
                        </a:rPr>
                        <a:t>(i.e., tislelizumab in sequence vs combined with HER2 ADCs, FGFR inhibitors, etc.)</a:t>
                      </a:r>
                      <a:endParaRPr kumimoji="0" lang="en-GB" sz="1200" b="0" i="0" u="none" strike="noStrike" kern="1200" cap="none" spc="0" normalizeH="0" baseline="0" noProof="0">
                        <a:ln>
                          <a:noFill/>
                        </a:ln>
                        <a:solidFill>
                          <a:srgbClr val="000000"/>
                        </a:solidFill>
                        <a:effectLst/>
                        <a:uLnTx/>
                        <a:uFillTx/>
                        <a:latin typeface="+mn-lt"/>
                        <a:ea typeface="+mn-ea"/>
                        <a:cs typeface="+mn-cs"/>
                      </a:endParaRPr>
                    </a:p>
                  </a:txBody>
                  <a:tcPr marL="51615" marR="51615" anchor="ctr"/>
                </a:tc>
                <a:extLst>
                  <a:ext uri="{0D108BD9-81ED-4DB2-BD59-A6C34878D82A}">
                    <a16:rowId xmlns:a16="http://schemas.microsoft.com/office/drawing/2014/main" val="1655125714"/>
                  </a:ext>
                </a:extLst>
              </a:tr>
              <a:tr h="1188000">
                <a:tc>
                  <a:txBody>
                    <a:bodyPr/>
                    <a:lstStyle/>
                    <a:p>
                      <a:pPr algn="ctr"/>
                      <a:r>
                        <a:rPr lang="en-US" sz="1200" b="1">
                          <a:solidFill>
                            <a:schemeClr val="accent3"/>
                          </a:solidFill>
                        </a:rPr>
                        <a:t>2</a:t>
                      </a: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i="0" kern="1200">
                        <a:solidFill>
                          <a:schemeClr val="tx1"/>
                        </a:solidFill>
                        <a:latin typeface="+mn-lt"/>
                        <a:ea typeface="+mn-ea"/>
                        <a:cs typeface="+mn-cs"/>
                      </a:endParaRP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strike="noStrike"/>
                        <a:t>Need for tislelizumab </a:t>
                      </a:r>
                      <a:r>
                        <a:rPr lang="en-GB" sz="1200" b="1" strike="noStrike"/>
                        <a:t>efficacy data </a:t>
                      </a:r>
                      <a:r>
                        <a:rPr lang="en-GB" sz="1200" b="0" strike="noStrike"/>
                        <a:t>i</a:t>
                      </a:r>
                      <a:r>
                        <a:rPr lang="en-GB" sz="1200" strike="noStrike"/>
                        <a:t>n </a:t>
                      </a:r>
                      <a:r>
                        <a:rPr lang="en-GB" sz="1200" b="1" strike="noStrike"/>
                        <a:t>patients who stop treatment at 24 months</a:t>
                      </a:r>
                      <a:endParaRPr lang="en-US" sz="1200" b="1" strike="noStrike"/>
                    </a:p>
                  </a:txBody>
                  <a:tcPr marL="51615" marR="51615" anchor="ctr"/>
                </a:tc>
                <a:extLst>
                  <a:ext uri="{0D108BD9-81ED-4DB2-BD59-A6C34878D82A}">
                    <a16:rowId xmlns:a16="http://schemas.microsoft.com/office/drawing/2014/main" val="3076433120"/>
                  </a:ext>
                </a:extLst>
              </a:tr>
              <a:tr h="1188000">
                <a:tc>
                  <a:txBody>
                    <a:bodyPr/>
                    <a:lstStyle/>
                    <a:p>
                      <a:pPr algn="ctr"/>
                      <a:r>
                        <a:rPr lang="en-US" sz="1200" b="1">
                          <a:solidFill>
                            <a:schemeClr val="accent3"/>
                          </a:solidFill>
                        </a:rPr>
                        <a:t>3</a:t>
                      </a: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i="0" kern="1200">
                        <a:solidFill>
                          <a:schemeClr val="tx1"/>
                        </a:solidFill>
                        <a:latin typeface="+mn-lt"/>
                        <a:ea typeface="+mn-ea"/>
                        <a:cs typeface="+mn-cs"/>
                      </a:endParaRP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strike="noStrike"/>
                        <a:t>Need for combination data with chemotherapy or targeted agents </a:t>
                      </a:r>
                      <a:r>
                        <a:rPr lang="en-GB" sz="1200">
                          <a:solidFill>
                            <a:schemeClr val="tx1"/>
                          </a:solidFill>
                          <a:latin typeface="+mn-lt"/>
                        </a:rPr>
                        <a:t>(such as CLDN18.2 inhibitors)</a:t>
                      </a:r>
                      <a:endParaRPr lang="en-US" sz="1200" b="1" strike="noStrike"/>
                    </a:p>
                  </a:txBody>
                  <a:tcPr marL="51615" marR="51615" anchor="ctr"/>
                </a:tc>
                <a:extLst>
                  <a:ext uri="{0D108BD9-81ED-4DB2-BD59-A6C34878D82A}">
                    <a16:rowId xmlns:a16="http://schemas.microsoft.com/office/drawing/2014/main" val="2098776520"/>
                  </a:ext>
                </a:extLst>
              </a:tr>
            </a:tbl>
          </a:graphicData>
        </a:graphic>
      </p:graphicFrame>
      <p:grpSp>
        <p:nvGrpSpPr>
          <p:cNvPr id="46" name="Group 45">
            <a:extLst>
              <a:ext uri="{FF2B5EF4-FFF2-40B4-BE49-F238E27FC236}">
                <a16:creationId xmlns:a16="http://schemas.microsoft.com/office/drawing/2014/main" id="{ED7FF6FE-F754-E6D3-9428-45A9CB3FBF64}"/>
              </a:ext>
            </a:extLst>
          </p:cNvPr>
          <p:cNvGrpSpPr/>
          <p:nvPr/>
        </p:nvGrpSpPr>
        <p:grpSpPr>
          <a:xfrm>
            <a:off x="271709" y="1739088"/>
            <a:ext cx="5702261" cy="3731496"/>
            <a:chOff x="358337" y="1921968"/>
            <a:chExt cx="5702261" cy="3731496"/>
          </a:xfrm>
        </p:grpSpPr>
        <p:grpSp>
          <p:nvGrpSpPr>
            <p:cNvPr id="21" name="Group 20">
              <a:extLst>
                <a:ext uri="{FF2B5EF4-FFF2-40B4-BE49-F238E27FC236}">
                  <a16:creationId xmlns:a16="http://schemas.microsoft.com/office/drawing/2014/main" id="{2BE6909A-2353-A323-DA00-A54A6C3A65C7}"/>
                </a:ext>
              </a:extLst>
            </p:cNvPr>
            <p:cNvGrpSpPr/>
            <p:nvPr/>
          </p:nvGrpSpPr>
          <p:grpSpPr>
            <a:xfrm>
              <a:off x="358337" y="2353224"/>
              <a:ext cx="5702261" cy="3300240"/>
              <a:chOff x="5777720" y="2434279"/>
              <a:chExt cx="5702261" cy="3300240"/>
            </a:xfrm>
          </p:grpSpPr>
          <p:sp>
            <p:nvSpPr>
              <p:cNvPr id="22" name="Double flèche horizontale 8">
                <a:extLst>
                  <a:ext uri="{FF2B5EF4-FFF2-40B4-BE49-F238E27FC236}">
                    <a16:creationId xmlns:a16="http://schemas.microsoft.com/office/drawing/2014/main" id="{F64FB9D9-82C3-CE1B-90EC-537F7007FC77}"/>
                  </a:ext>
                </a:extLst>
              </p:cNvPr>
              <p:cNvSpPr/>
              <p:nvPr/>
            </p:nvSpPr>
            <p:spPr>
              <a:xfrm>
                <a:off x="6223981" y="5388456"/>
                <a:ext cx="5256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7" name="ShapeNameChangedByPowerUser1">
                <a:extLst>
                  <a:ext uri="{FF2B5EF4-FFF2-40B4-BE49-F238E27FC236}">
                    <a16:creationId xmlns:a16="http://schemas.microsoft.com/office/drawing/2014/main" id="{CA5BAEA0-1815-1EC6-8713-540573717217}"/>
                  </a:ext>
                </a:extLst>
              </p:cNvPr>
              <p:cNvSpPr txBox="1"/>
              <p:nvPr/>
            </p:nvSpPr>
            <p:spPr>
              <a:xfrm>
                <a:off x="7229722" y="5549853"/>
                <a:ext cx="3244518" cy="184666"/>
              </a:xfrm>
              <a:prstGeom prst="rect">
                <a:avLst/>
              </a:prstGeom>
              <a:solidFill>
                <a:schemeClr val="lt1"/>
              </a:solid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Urgency to Generate Evidence</a:t>
                </a:r>
              </a:p>
            </p:txBody>
          </p:sp>
          <p:sp>
            <p:nvSpPr>
              <p:cNvPr id="28" name="ShapeNameChangedByPowerUser1">
                <a:extLst>
                  <a:ext uri="{FF2B5EF4-FFF2-40B4-BE49-F238E27FC236}">
                    <a16:creationId xmlns:a16="http://schemas.microsoft.com/office/drawing/2014/main" id="{FAC2A62F-A5F8-79A4-EB16-7514F9F1728F}"/>
                  </a:ext>
                </a:extLst>
              </p:cNvPr>
              <p:cNvSpPr/>
              <p:nvPr/>
            </p:nvSpPr>
            <p:spPr>
              <a:xfrm>
                <a:off x="8035550" y="2581275"/>
                <a:ext cx="1602541" cy="1273478"/>
              </a:xfrm>
              <a:prstGeom prst="rect">
                <a:avLst/>
              </a:prstGeom>
              <a:solidFill>
                <a:srgbClr val="8BD44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9" name="Rectangle à coins arrondis 3">
                <a:extLst>
                  <a:ext uri="{FF2B5EF4-FFF2-40B4-BE49-F238E27FC236}">
                    <a16:creationId xmlns:a16="http://schemas.microsoft.com/office/drawing/2014/main" id="{4D8F41DD-FEAD-6D4B-4350-0CC65C478ADB}"/>
                  </a:ext>
                </a:extLst>
              </p:cNvPr>
              <p:cNvSpPr/>
              <p:nvPr/>
            </p:nvSpPr>
            <p:spPr>
              <a:xfrm>
                <a:off x="8035550" y="3996691"/>
                <a:ext cx="1602541" cy="1273478"/>
              </a:xfrm>
              <a:prstGeom prst="rect">
                <a:avLst/>
              </a:prstGeom>
              <a:solidFill>
                <a:srgbClr val="FFF03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1" name="Rectangle à coins arrondis 4">
                <a:extLst>
                  <a:ext uri="{FF2B5EF4-FFF2-40B4-BE49-F238E27FC236}">
                    <a16:creationId xmlns:a16="http://schemas.microsoft.com/office/drawing/2014/main" id="{20A43DC2-F642-613F-1682-BE190EF2C166}"/>
                  </a:ext>
                </a:extLst>
              </p:cNvPr>
              <p:cNvSpPr/>
              <p:nvPr/>
            </p:nvSpPr>
            <p:spPr>
              <a:xfrm>
                <a:off x="6348416" y="3996691"/>
                <a:ext cx="1602541" cy="1273478"/>
              </a:xfrm>
              <a:prstGeom prst="rect">
                <a:avLst/>
              </a:prstGeom>
              <a:solidFill>
                <a:srgbClr val="FFFF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5" name="ShapeNameChangedByPowerUser2">
                <a:extLst>
                  <a:ext uri="{FF2B5EF4-FFF2-40B4-BE49-F238E27FC236}">
                    <a16:creationId xmlns:a16="http://schemas.microsoft.com/office/drawing/2014/main" id="{7FCEAE82-DE19-6B11-4714-B6E68E819C62}"/>
                  </a:ext>
                </a:extLst>
              </p:cNvPr>
              <p:cNvSpPr/>
              <p:nvPr/>
            </p:nvSpPr>
            <p:spPr>
              <a:xfrm>
                <a:off x="6348416" y="2581275"/>
                <a:ext cx="1602541" cy="1273478"/>
              </a:xfrm>
              <a:prstGeom prst="rect">
                <a:avLst/>
              </a:prstGeom>
              <a:solidFill>
                <a:srgbClr val="D3F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a:ln>
                    <a:noFill/>
                  </a:ln>
                  <a:solidFill>
                    <a:srgbClr val="000000"/>
                  </a:solidFill>
                  <a:effectLst/>
                  <a:uLnTx/>
                  <a:uFillTx/>
                  <a:latin typeface="Poppins"/>
                  <a:ea typeface="+mn-ea"/>
                  <a:cs typeface="+mn-cs"/>
                </a:endParaRPr>
              </a:p>
            </p:txBody>
          </p:sp>
          <p:sp>
            <p:nvSpPr>
              <p:cNvPr id="36" name="ShapeNameChangedByPowerUser1">
                <a:extLst>
                  <a:ext uri="{FF2B5EF4-FFF2-40B4-BE49-F238E27FC236}">
                    <a16:creationId xmlns:a16="http://schemas.microsoft.com/office/drawing/2014/main" id="{E5A14C65-2D4F-DFFA-EC06-1769151D5D7A}"/>
                  </a:ext>
                </a:extLst>
              </p:cNvPr>
              <p:cNvSpPr/>
              <p:nvPr/>
            </p:nvSpPr>
            <p:spPr>
              <a:xfrm>
                <a:off x="9722684" y="2581275"/>
                <a:ext cx="1602541" cy="1273478"/>
              </a:xfrm>
              <a:prstGeom prst="rect">
                <a:avLst/>
              </a:prstGeom>
              <a:solidFill>
                <a:srgbClr val="125B1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Poppins"/>
                  <a:ea typeface="+mn-ea"/>
                  <a:cs typeface="+mn-cs"/>
                </a:endParaRPr>
              </a:p>
            </p:txBody>
          </p:sp>
          <p:sp>
            <p:nvSpPr>
              <p:cNvPr id="37" name="Rectangle à coins arrondis 3">
                <a:extLst>
                  <a:ext uri="{FF2B5EF4-FFF2-40B4-BE49-F238E27FC236}">
                    <a16:creationId xmlns:a16="http://schemas.microsoft.com/office/drawing/2014/main" id="{2F18B13F-1EE5-A874-AE15-F728F3A6204D}"/>
                  </a:ext>
                </a:extLst>
              </p:cNvPr>
              <p:cNvSpPr/>
              <p:nvPr/>
            </p:nvSpPr>
            <p:spPr>
              <a:xfrm>
                <a:off x="9722684" y="3996691"/>
                <a:ext cx="1602541" cy="1273478"/>
              </a:xfrm>
              <a:prstGeom prst="rect">
                <a:avLst/>
              </a:prstGeom>
              <a:solidFill>
                <a:srgbClr val="FFC03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8" name="Double flèche horizontale 8">
                <a:extLst>
                  <a:ext uri="{FF2B5EF4-FFF2-40B4-BE49-F238E27FC236}">
                    <a16:creationId xmlns:a16="http://schemas.microsoft.com/office/drawing/2014/main" id="{78469D40-AF95-3BA3-196B-F21F118AED92}"/>
                  </a:ext>
                </a:extLst>
              </p:cNvPr>
              <p:cNvSpPr/>
              <p:nvPr/>
            </p:nvSpPr>
            <p:spPr>
              <a:xfrm rot="16200000">
                <a:off x="4693981" y="3896557"/>
                <a:ext cx="3060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9" name="ZoneTexte 14">
                <a:extLst>
                  <a:ext uri="{FF2B5EF4-FFF2-40B4-BE49-F238E27FC236}">
                    <a16:creationId xmlns:a16="http://schemas.microsoft.com/office/drawing/2014/main" id="{A28D370C-6766-6156-3066-6BDE93103DA6}"/>
                  </a:ext>
                </a:extLst>
              </p:cNvPr>
              <p:cNvSpPr txBox="1"/>
              <p:nvPr/>
            </p:nvSpPr>
            <p:spPr>
              <a:xfrm rot="10800000">
                <a:off x="5777720" y="3071726"/>
                <a:ext cx="369332" cy="1785104"/>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Strategic Importance</a:t>
                </a:r>
              </a:p>
            </p:txBody>
          </p:sp>
          <p:sp>
            <p:nvSpPr>
              <p:cNvPr id="40" name="TextBox 39">
                <a:extLst>
                  <a:ext uri="{FF2B5EF4-FFF2-40B4-BE49-F238E27FC236}">
                    <a16:creationId xmlns:a16="http://schemas.microsoft.com/office/drawing/2014/main" id="{8D01D05A-A2BD-45DE-AAA9-4A545B527D6C}"/>
                  </a:ext>
                </a:extLst>
              </p:cNvPr>
              <p:cNvSpPr txBox="1"/>
              <p:nvPr/>
            </p:nvSpPr>
            <p:spPr>
              <a:xfrm rot="16200000">
                <a:off x="6122391" y="3064126"/>
                <a:ext cx="790601"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High Priority</a:t>
                </a:r>
              </a:p>
            </p:txBody>
          </p:sp>
          <p:sp>
            <p:nvSpPr>
              <p:cNvPr id="41" name="TextBox 40">
                <a:extLst>
                  <a:ext uri="{FF2B5EF4-FFF2-40B4-BE49-F238E27FC236}">
                    <a16:creationId xmlns:a16="http://schemas.microsoft.com/office/drawing/2014/main" id="{115299EF-2EBC-C48E-3713-2BEF426840FE}"/>
                  </a:ext>
                </a:extLst>
              </p:cNvPr>
              <p:cNvSpPr txBox="1"/>
              <p:nvPr/>
            </p:nvSpPr>
            <p:spPr>
              <a:xfrm>
                <a:off x="6489403" y="4984195"/>
                <a:ext cx="1348446"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(Long-term i.e., 2028+)</a:t>
                </a:r>
              </a:p>
            </p:txBody>
          </p:sp>
          <p:sp>
            <p:nvSpPr>
              <p:cNvPr id="42" name="TextBox 41">
                <a:extLst>
                  <a:ext uri="{FF2B5EF4-FFF2-40B4-BE49-F238E27FC236}">
                    <a16:creationId xmlns:a16="http://schemas.microsoft.com/office/drawing/2014/main" id="{99060E37-2DF9-1396-2756-20E02610E2B7}"/>
                  </a:ext>
                </a:extLst>
              </p:cNvPr>
              <p:cNvSpPr txBox="1"/>
              <p:nvPr/>
            </p:nvSpPr>
            <p:spPr>
              <a:xfrm>
                <a:off x="7964194" y="4984195"/>
                <a:ext cx="1745251" cy="307777"/>
              </a:xfrm>
              <a:prstGeom prst="rect">
                <a:avLst/>
              </a:prstGeom>
              <a:noFill/>
            </p:spPr>
            <p:txBody>
              <a:bodyPr wrap="squar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(Medium-term i.e., 2027-2028)</a:t>
                </a:r>
              </a:p>
            </p:txBody>
          </p:sp>
          <p:sp>
            <p:nvSpPr>
              <p:cNvPr id="43" name="TextBox 42">
                <a:extLst>
                  <a:ext uri="{FF2B5EF4-FFF2-40B4-BE49-F238E27FC236}">
                    <a16:creationId xmlns:a16="http://schemas.microsoft.com/office/drawing/2014/main" id="{6F2C44B9-29D6-CE37-7B32-A405AD0ECF5D}"/>
                  </a:ext>
                </a:extLst>
              </p:cNvPr>
              <p:cNvSpPr txBox="1"/>
              <p:nvPr/>
            </p:nvSpPr>
            <p:spPr>
              <a:xfrm>
                <a:off x="9709445" y="4984195"/>
                <a:ext cx="1604927"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(Short-term i.e., 2025-2026)</a:t>
                </a:r>
              </a:p>
            </p:txBody>
          </p:sp>
          <p:sp>
            <p:nvSpPr>
              <p:cNvPr id="44" name="TextBox 43">
                <a:extLst>
                  <a:ext uri="{FF2B5EF4-FFF2-40B4-BE49-F238E27FC236}">
                    <a16:creationId xmlns:a16="http://schemas.microsoft.com/office/drawing/2014/main" id="{BC5FFA53-D209-65C5-8FA3-7D380C47D36F}"/>
                  </a:ext>
                </a:extLst>
              </p:cNvPr>
              <p:cNvSpPr txBox="1"/>
              <p:nvPr/>
            </p:nvSpPr>
            <p:spPr>
              <a:xfrm rot="16200000">
                <a:off x="6028615" y="4431379"/>
                <a:ext cx="978153"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Medium Priority</a:t>
                </a:r>
              </a:p>
            </p:txBody>
          </p:sp>
        </p:grpSp>
        <p:sp>
          <p:nvSpPr>
            <p:cNvPr id="45" name="ZoneTexte 14">
              <a:extLst>
                <a:ext uri="{FF2B5EF4-FFF2-40B4-BE49-F238E27FC236}">
                  <a16:creationId xmlns:a16="http://schemas.microsoft.com/office/drawing/2014/main" id="{9822DE25-7AA3-DA78-1889-AB0848B6ED60}"/>
                </a:ext>
              </a:extLst>
            </p:cNvPr>
            <p:cNvSpPr txBox="1"/>
            <p:nvPr/>
          </p:nvSpPr>
          <p:spPr>
            <a:xfrm rot="16200000">
              <a:off x="2994024" y="1050896"/>
              <a:ext cx="430887" cy="2173031"/>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Poppins"/>
                  <a:ea typeface="+mn-ea"/>
                  <a:cs typeface="+mn-cs"/>
                </a:rPr>
                <a:t>Prioritization Matrix</a:t>
              </a:r>
            </a:p>
          </p:txBody>
        </p:sp>
      </p:grpSp>
      <p:sp>
        <p:nvSpPr>
          <p:cNvPr id="53" name="Rectangle 52">
            <a:extLst>
              <a:ext uri="{FF2B5EF4-FFF2-40B4-BE49-F238E27FC236}">
                <a16:creationId xmlns:a16="http://schemas.microsoft.com/office/drawing/2014/main" id="{E773EAF1-752C-A739-4D59-F6ED5460A263}"/>
              </a:ext>
            </a:extLst>
          </p:cNvPr>
          <p:cNvSpPr/>
          <p:nvPr/>
        </p:nvSpPr>
        <p:spPr>
          <a:xfrm>
            <a:off x="3647270" y="2667650"/>
            <a:ext cx="435232" cy="24765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a:t>
            </a:r>
          </a:p>
        </p:txBody>
      </p:sp>
      <p:grpSp>
        <p:nvGrpSpPr>
          <p:cNvPr id="21512" name="Group 21511">
            <a:extLst>
              <a:ext uri="{FF2B5EF4-FFF2-40B4-BE49-F238E27FC236}">
                <a16:creationId xmlns:a16="http://schemas.microsoft.com/office/drawing/2014/main" id="{525C1A28-0E2E-37A2-139A-AD17456135C9}"/>
              </a:ext>
            </a:extLst>
          </p:cNvPr>
          <p:cNvGrpSpPr/>
          <p:nvPr/>
        </p:nvGrpSpPr>
        <p:grpSpPr>
          <a:xfrm>
            <a:off x="360235" y="5515140"/>
            <a:ext cx="5448125" cy="841256"/>
            <a:chOff x="9702263" y="10164"/>
            <a:chExt cx="5601684" cy="841256"/>
          </a:xfrm>
        </p:grpSpPr>
        <p:sp>
          <p:nvSpPr>
            <p:cNvPr id="21513" name="TextBox 21512">
              <a:extLst>
                <a:ext uri="{FF2B5EF4-FFF2-40B4-BE49-F238E27FC236}">
                  <a16:creationId xmlns:a16="http://schemas.microsoft.com/office/drawing/2014/main" id="{791F270F-8715-577B-980C-8E90C7A4A6CD}"/>
                </a:ext>
              </a:extLst>
            </p:cNvPr>
            <p:cNvSpPr txBox="1"/>
            <p:nvPr/>
          </p:nvSpPr>
          <p:spPr>
            <a:xfrm>
              <a:off x="9702263" y="10164"/>
              <a:ext cx="5601684" cy="841256"/>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Across</a:t>
              </a: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Upper GI (ESCC, GC/GEJ)</a:t>
              </a:r>
            </a:p>
            <a:p>
              <a:pPr marL="0" marR="0" lvl="0" indent="0" algn="l" defTabSz="457200" rtl="0" eaLnBrk="1" fontAlgn="auto" latinLnBrk="0" hangingPunct="1">
                <a:lnSpc>
                  <a:spcPct val="100000"/>
                </a:lnSpc>
                <a:spcBef>
                  <a:spcPts val="0"/>
                </a:spcBef>
                <a:spcAft>
                  <a:spcPts val="100"/>
                </a:spcAft>
                <a:buClrTx/>
                <a:buSzTx/>
                <a:buFontTx/>
                <a:buNone/>
                <a:tabLst/>
                <a:defRPr/>
              </a:pPr>
              <a:r>
                <a:rPr lang="en-US" sz="900">
                  <a:solidFill>
                    <a:srgbClr val="000000"/>
                  </a:solidFill>
                  <a:latin typeface="Poppins"/>
                </a:rPr>
                <a:t>	* Gap considered as lower in priority for the US market</a:t>
              </a:r>
              <a:endParaRPr kumimoji="0" lang="en-US" sz="900" b="0" i="0" u="none" strike="noStrike" kern="1200" cap="none" spc="0" normalizeH="0" baseline="0" noProof="0">
                <a:ln>
                  <a:noFill/>
                </a:ln>
                <a:solidFill>
                  <a:srgbClr val="000000"/>
                </a:solidFill>
                <a:effectLst/>
                <a:uLnTx/>
                <a:uFillTx/>
                <a:latin typeface="Poppins"/>
                <a:ea typeface="+mn-ea"/>
                <a:cs typeface="+mn-cs"/>
              </a:endParaRP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	</a:t>
              </a:r>
            </a:p>
          </p:txBody>
        </p:sp>
        <p:sp>
          <p:nvSpPr>
            <p:cNvPr id="21514" name="Rectangle 21513">
              <a:extLst>
                <a:ext uri="{FF2B5EF4-FFF2-40B4-BE49-F238E27FC236}">
                  <a16:creationId xmlns:a16="http://schemas.microsoft.com/office/drawing/2014/main" id="{8EA9A3C7-8D1B-A1BD-7126-EA273D0B3F85}"/>
                </a:ext>
              </a:extLst>
            </p:cNvPr>
            <p:cNvSpPr/>
            <p:nvPr/>
          </p:nvSpPr>
          <p:spPr>
            <a:xfrm>
              <a:off x="10093327" y="327569"/>
              <a:ext cx="127734" cy="103786"/>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7" name="Oval 6">
            <a:extLst>
              <a:ext uri="{FF2B5EF4-FFF2-40B4-BE49-F238E27FC236}">
                <a16:creationId xmlns:a16="http://schemas.microsoft.com/office/drawing/2014/main" id="{49C69E0F-54C8-9BC5-BA50-82F072688EF9}"/>
              </a:ext>
            </a:extLst>
          </p:cNvPr>
          <p:cNvSpPr/>
          <p:nvPr/>
        </p:nvSpPr>
        <p:spPr>
          <a:xfrm>
            <a:off x="6823587" y="2568152"/>
            <a:ext cx="324000" cy="324000"/>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grpSp>
        <p:nvGrpSpPr>
          <p:cNvPr id="2" name="Group 1">
            <a:extLst>
              <a:ext uri="{FF2B5EF4-FFF2-40B4-BE49-F238E27FC236}">
                <a16:creationId xmlns:a16="http://schemas.microsoft.com/office/drawing/2014/main" id="{48A39123-0378-F495-4A3C-21CE0B39A81A}"/>
              </a:ext>
            </a:extLst>
          </p:cNvPr>
          <p:cNvGrpSpPr/>
          <p:nvPr/>
        </p:nvGrpSpPr>
        <p:grpSpPr>
          <a:xfrm>
            <a:off x="-9525" y="-7584"/>
            <a:ext cx="11729065" cy="180000"/>
            <a:chOff x="-9525" y="-7584"/>
            <a:chExt cx="11729065" cy="180000"/>
          </a:xfrm>
        </p:grpSpPr>
        <p:sp>
          <p:nvSpPr>
            <p:cNvPr id="5" name="Rectangle 4">
              <a:extLst>
                <a:ext uri="{FF2B5EF4-FFF2-40B4-BE49-F238E27FC236}">
                  <a16:creationId xmlns:a16="http://schemas.microsoft.com/office/drawing/2014/main" id="{2A142B52-C134-3B41-B4B5-D232D63B8F27}"/>
                </a:ext>
              </a:extLst>
            </p:cNvPr>
            <p:cNvSpPr/>
            <p:nvPr/>
          </p:nvSpPr>
          <p:spPr>
            <a:xfrm>
              <a:off x="-9525" y="-7584"/>
              <a:ext cx="1584000" cy="180000"/>
            </a:xfrm>
            <a:prstGeom prst="rect">
              <a:avLst/>
            </a:prstGeom>
            <a:solidFill>
              <a:srgbClr val="0F244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Upper GI</a:t>
              </a:r>
            </a:p>
          </p:txBody>
        </p:sp>
        <p:sp>
          <p:nvSpPr>
            <p:cNvPr id="6" name="Arrow: Pentagon 5">
              <a:extLst>
                <a:ext uri="{FF2B5EF4-FFF2-40B4-BE49-F238E27FC236}">
                  <a16:creationId xmlns:a16="http://schemas.microsoft.com/office/drawing/2014/main" id="{6751CF50-8676-57D2-A101-253CAD083054}"/>
                </a:ext>
              </a:extLst>
            </p:cNvPr>
            <p:cNvSpPr/>
            <p:nvPr/>
          </p:nvSpPr>
          <p:spPr>
            <a:xfrm>
              <a:off x="1584635"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0" name="Arrow: Chevron 9">
              <a:extLst>
                <a:ext uri="{FF2B5EF4-FFF2-40B4-BE49-F238E27FC236}">
                  <a16:creationId xmlns:a16="http://schemas.microsoft.com/office/drawing/2014/main" id="{F123DD4C-B412-CE59-D23D-AA94026CF246}"/>
                </a:ext>
              </a:extLst>
            </p:cNvPr>
            <p:cNvSpPr/>
            <p:nvPr/>
          </p:nvSpPr>
          <p:spPr>
            <a:xfrm>
              <a:off x="4091466"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1" name="Arrow: Chevron 10">
              <a:extLst>
                <a:ext uri="{FF2B5EF4-FFF2-40B4-BE49-F238E27FC236}">
                  <a16:creationId xmlns:a16="http://schemas.microsoft.com/office/drawing/2014/main" id="{7EDFCDA8-3C84-0D47-45F2-FC57E7C98CF9}"/>
                </a:ext>
              </a:extLst>
            </p:cNvPr>
            <p:cNvSpPr/>
            <p:nvPr/>
          </p:nvSpPr>
          <p:spPr>
            <a:xfrm>
              <a:off x="6608457"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2" name="Arrow: Chevron 11">
              <a:extLst>
                <a:ext uri="{FF2B5EF4-FFF2-40B4-BE49-F238E27FC236}">
                  <a16:creationId xmlns:a16="http://schemas.microsoft.com/office/drawing/2014/main" id="{13071153-CC04-89F3-224E-7EC59A40E77D}"/>
                </a:ext>
              </a:extLst>
            </p:cNvPr>
            <p:cNvSpPr/>
            <p:nvPr/>
          </p:nvSpPr>
          <p:spPr>
            <a:xfrm>
              <a:off x="9127540" y="-7584"/>
              <a:ext cx="2592000"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
        <p:nvSpPr>
          <p:cNvPr id="54" name="Rectangle 53">
            <a:extLst>
              <a:ext uri="{FF2B5EF4-FFF2-40B4-BE49-F238E27FC236}">
                <a16:creationId xmlns:a16="http://schemas.microsoft.com/office/drawing/2014/main" id="{49CB57BC-2996-0A25-1252-DDB565AE3654}"/>
              </a:ext>
            </a:extLst>
          </p:cNvPr>
          <p:cNvSpPr/>
          <p:nvPr/>
        </p:nvSpPr>
        <p:spPr>
          <a:xfrm>
            <a:off x="5052671" y="4028022"/>
            <a:ext cx="435232" cy="24765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2</a:t>
            </a:r>
          </a:p>
        </p:txBody>
      </p:sp>
      <p:grpSp>
        <p:nvGrpSpPr>
          <p:cNvPr id="14" name="Group 13">
            <a:extLst>
              <a:ext uri="{FF2B5EF4-FFF2-40B4-BE49-F238E27FC236}">
                <a16:creationId xmlns:a16="http://schemas.microsoft.com/office/drawing/2014/main" id="{71B80090-0A2E-3467-DF00-0B09C58BED87}"/>
              </a:ext>
            </a:extLst>
          </p:cNvPr>
          <p:cNvGrpSpPr/>
          <p:nvPr/>
        </p:nvGrpSpPr>
        <p:grpSpPr>
          <a:xfrm>
            <a:off x="6610205" y="3786958"/>
            <a:ext cx="750764" cy="332023"/>
            <a:chOff x="651171" y="3563995"/>
            <a:chExt cx="750764" cy="332023"/>
          </a:xfrm>
        </p:grpSpPr>
        <p:grpSp>
          <p:nvGrpSpPr>
            <p:cNvPr id="15" name="Group 14">
              <a:extLst>
                <a:ext uri="{FF2B5EF4-FFF2-40B4-BE49-F238E27FC236}">
                  <a16:creationId xmlns:a16="http://schemas.microsoft.com/office/drawing/2014/main" id="{BEA08AED-2A17-B9D0-4300-0140F1DCF1FF}"/>
                </a:ext>
              </a:extLst>
            </p:cNvPr>
            <p:cNvGrpSpPr/>
            <p:nvPr/>
          </p:nvGrpSpPr>
          <p:grpSpPr>
            <a:xfrm>
              <a:off x="651171" y="3565414"/>
              <a:ext cx="563620" cy="329184"/>
              <a:chOff x="658029" y="2872388"/>
              <a:chExt cx="563620" cy="329184"/>
            </a:xfrm>
          </p:grpSpPr>
          <p:pic>
            <p:nvPicPr>
              <p:cNvPr id="17" name="Picture 16" descr="A blue circle with yellow stars in center&#10;&#10;Description automatically generated">
                <a:extLst>
                  <a:ext uri="{FF2B5EF4-FFF2-40B4-BE49-F238E27FC236}">
                    <a16:creationId xmlns:a16="http://schemas.microsoft.com/office/drawing/2014/main" id="{4F3A6516-DC71-B14A-9FA7-BF36E0B3C9C4}"/>
                  </a:ext>
                </a:extLst>
              </p:cNvPr>
              <p:cNvPicPr>
                <a:picLocks noChangeAspect="1"/>
              </p:cNvPicPr>
              <p:nvPr/>
            </p:nvPicPr>
            <p:blipFill>
              <a:blip r:embed="rId6"/>
              <a:stretch>
                <a:fillRect/>
              </a:stretch>
            </p:blipFill>
            <p:spPr>
              <a:xfrm>
                <a:off x="658029" y="2886104"/>
                <a:ext cx="301752" cy="301752"/>
              </a:xfrm>
              <a:prstGeom prst="rect">
                <a:avLst/>
              </a:prstGeom>
              <a:ln>
                <a:noFill/>
              </a:ln>
            </p:spPr>
          </p:pic>
          <p:pic>
            <p:nvPicPr>
              <p:cNvPr id="18" name="Picture 17">
                <a:extLst>
                  <a:ext uri="{FF2B5EF4-FFF2-40B4-BE49-F238E27FC236}">
                    <a16:creationId xmlns:a16="http://schemas.microsoft.com/office/drawing/2014/main" id="{FD752CF5-B0F2-6C1A-30ED-3E9334F55650}"/>
                  </a:ext>
                </a:extLst>
              </p:cNvPr>
              <p:cNvPicPr>
                <a:picLocks noChangeAspect="1"/>
              </p:cNvPicPr>
              <p:nvPr/>
            </p:nvPicPr>
            <p:blipFill rotWithShape="1">
              <a:blip r:embed="rId7"/>
              <a:srcRect l="14865" t="17319" r="20459" b="14006"/>
              <a:stretch/>
            </p:blipFill>
            <p:spPr>
              <a:xfrm>
                <a:off x="892465" y="2872388"/>
                <a:ext cx="329184" cy="329184"/>
              </a:xfrm>
              <a:prstGeom prst="ellipse">
                <a:avLst/>
              </a:prstGeom>
            </p:spPr>
          </p:pic>
        </p:grpSp>
        <p:pic>
          <p:nvPicPr>
            <p:cNvPr id="16" name="Picture 15" descr="A red circle with white circle in center&#10;&#10;AI-generated content may be incorrect.">
              <a:extLst>
                <a:ext uri="{FF2B5EF4-FFF2-40B4-BE49-F238E27FC236}">
                  <a16:creationId xmlns:a16="http://schemas.microsoft.com/office/drawing/2014/main" id="{1A069419-D439-3489-BC3D-00C3904FB8CF}"/>
                </a:ext>
              </a:extLst>
            </p:cNvPr>
            <p:cNvPicPr>
              <a:picLocks noChangeAspect="1"/>
            </p:cNvPicPr>
            <p:nvPr/>
          </p:nvPicPr>
          <p:blipFill>
            <a:blip r:embed="rId8"/>
            <a:stretch>
              <a:fillRect/>
            </a:stretch>
          </p:blipFill>
          <p:spPr>
            <a:xfrm>
              <a:off x="1072751" y="3563995"/>
              <a:ext cx="329184" cy="332023"/>
            </a:xfrm>
            <a:prstGeom prst="rect">
              <a:avLst/>
            </a:prstGeom>
          </p:spPr>
        </p:pic>
      </p:grpSp>
      <p:sp>
        <p:nvSpPr>
          <p:cNvPr id="13" name="Rectangle 12">
            <a:extLst>
              <a:ext uri="{FF2B5EF4-FFF2-40B4-BE49-F238E27FC236}">
                <a16:creationId xmlns:a16="http://schemas.microsoft.com/office/drawing/2014/main" id="{9B4E73D3-EF55-1C01-ABB9-3A7757E47930}"/>
              </a:ext>
            </a:extLst>
          </p:cNvPr>
          <p:cNvSpPr/>
          <p:nvPr/>
        </p:nvSpPr>
        <p:spPr>
          <a:xfrm>
            <a:off x="4494499" y="2679050"/>
            <a:ext cx="435232" cy="24765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3</a:t>
            </a:r>
            <a:r>
              <a:rPr kumimoji="0" lang="en-GB" sz="1800" b="1" i="0" u="none" strike="noStrike" kern="1200" cap="none" spc="0" normalizeH="0" baseline="30000" noProof="0">
                <a:ln>
                  <a:noFill/>
                </a:ln>
                <a:solidFill>
                  <a:srgbClr val="FFFFFF"/>
                </a:solidFill>
                <a:effectLst/>
                <a:uLnTx/>
                <a:uFillTx/>
                <a:latin typeface="Poppins"/>
                <a:ea typeface="+mn-ea"/>
                <a:cs typeface="+mn-cs"/>
              </a:rPr>
              <a:t>*</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grpSp>
        <p:nvGrpSpPr>
          <p:cNvPr id="32" name="Group 31">
            <a:extLst>
              <a:ext uri="{FF2B5EF4-FFF2-40B4-BE49-F238E27FC236}">
                <a16:creationId xmlns:a16="http://schemas.microsoft.com/office/drawing/2014/main" id="{02188021-F4F6-A1A5-65FA-6723F6637E72}"/>
              </a:ext>
            </a:extLst>
          </p:cNvPr>
          <p:cNvGrpSpPr/>
          <p:nvPr/>
        </p:nvGrpSpPr>
        <p:grpSpPr>
          <a:xfrm>
            <a:off x="6666499" y="4958217"/>
            <a:ext cx="730572" cy="332023"/>
            <a:chOff x="6415821" y="4958217"/>
            <a:chExt cx="730572" cy="332023"/>
          </a:xfrm>
        </p:grpSpPr>
        <p:grpSp>
          <p:nvGrpSpPr>
            <p:cNvPr id="20" name="Group 19">
              <a:extLst>
                <a:ext uri="{FF2B5EF4-FFF2-40B4-BE49-F238E27FC236}">
                  <a16:creationId xmlns:a16="http://schemas.microsoft.com/office/drawing/2014/main" id="{B58DBD10-9E68-9502-5AA5-F2DDA76ADD99}"/>
                </a:ext>
              </a:extLst>
            </p:cNvPr>
            <p:cNvGrpSpPr/>
            <p:nvPr/>
          </p:nvGrpSpPr>
          <p:grpSpPr>
            <a:xfrm>
              <a:off x="6415821" y="4958217"/>
              <a:ext cx="516328" cy="332023"/>
              <a:chOff x="885607" y="3563995"/>
              <a:chExt cx="516328" cy="332023"/>
            </a:xfrm>
          </p:grpSpPr>
          <p:pic>
            <p:nvPicPr>
              <p:cNvPr id="26" name="Picture 25">
                <a:extLst>
                  <a:ext uri="{FF2B5EF4-FFF2-40B4-BE49-F238E27FC236}">
                    <a16:creationId xmlns:a16="http://schemas.microsoft.com/office/drawing/2014/main" id="{9F42ABB9-09D6-A413-C2EC-71287CBE9A21}"/>
                  </a:ext>
                </a:extLst>
              </p:cNvPr>
              <p:cNvPicPr>
                <a:picLocks noChangeAspect="1"/>
              </p:cNvPicPr>
              <p:nvPr/>
            </p:nvPicPr>
            <p:blipFill rotWithShape="1">
              <a:blip r:embed="rId7"/>
              <a:srcRect l="14865" t="17319" r="20459" b="14006"/>
              <a:stretch/>
            </p:blipFill>
            <p:spPr>
              <a:xfrm>
                <a:off x="885607" y="3565414"/>
                <a:ext cx="329184" cy="329184"/>
              </a:xfrm>
              <a:prstGeom prst="ellipse">
                <a:avLst/>
              </a:prstGeom>
            </p:spPr>
          </p:pic>
          <p:pic>
            <p:nvPicPr>
              <p:cNvPr id="24" name="Picture 23" descr="A red circle with white circle in center&#10;&#10;AI-generated content may be incorrect.">
                <a:extLst>
                  <a:ext uri="{FF2B5EF4-FFF2-40B4-BE49-F238E27FC236}">
                    <a16:creationId xmlns:a16="http://schemas.microsoft.com/office/drawing/2014/main" id="{25467307-794B-01A1-DF39-93374A2CD3A1}"/>
                  </a:ext>
                </a:extLst>
              </p:cNvPr>
              <p:cNvPicPr>
                <a:picLocks noChangeAspect="1"/>
              </p:cNvPicPr>
              <p:nvPr/>
            </p:nvPicPr>
            <p:blipFill>
              <a:blip r:embed="rId8"/>
              <a:stretch>
                <a:fillRect/>
              </a:stretch>
            </p:blipFill>
            <p:spPr>
              <a:xfrm>
                <a:off x="1072751" y="3563995"/>
                <a:ext cx="329184" cy="332023"/>
              </a:xfrm>
              <a:prstGeom prst="rect">
                <a:avLst/>
              </a:prstGeom>
            </p:spPr>
          </p:pic>
        </p:grpSp>
        <p:sp>
          <p:nvSpPr>
            <p:cNvPr id="19" name="Oval 18">
              <a:extLst>
                <a:ext uri="{FF2B5EF4-FFF2-40B4-BE49-F238E27FC236}">
                  <a16:creationId xmlns:a16="http://schemas.microsoft.com/office/drawing/2014/main" id="{8955E0AB-F8E5-51B1-BC19-7F3552DC334D}"/>
                </a:ext>
              </a:extLst>
            </p:cNvPr>
            <p:cNvSpPr/>
            <p:nvPr/>
          </p:nvSpPr>
          <p:spPr>
            <a:xfrm>
              <a:off x="6844641" y="4973352"/>
              <a:ext cx="301752" cy="301752"/>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grpSp>
    </p:spTree>
    <p:extLst>
      <p:ext uri="{BB962C8B-B14F-4D97-AF65-F5344CB8AC3E}">
        <p14:creationId xmlns:p14="http://schemas.microsoft.com/office/powerpoint/2010/main" val="3227808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FBBF-0134-C502-ABDD-3FF5D3C5BC36}"/>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FB679C5-8228-648D-1148-41FCC15DC0B1}"/>
              </a:ext>
            </a:extLst>
          </p:cNvPr>
          <p:cNvGraphicFramePr>
            <a:graphicFrameLocks noChangeAspect="1"/>
          </p:cNvGraphicFramePr>
          <p:nvPr>
            <p:custDataLst>
              <p:tags r:id="rId1"/>
            </p:custDataLst>
            <p:extLst>
              <p:ext uri="{D42A27DB-BD31-4B8C-83A1-F6EECF244321}">
                <p14:modId xmlns:p14="http://schemas.microsoft.com/office/powerpoint/2010/main" val="23770211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EFB679C5-8228-648D-1148-41FCC15DC0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 name="Rectangle 21">
            <a:extLst>
              <a:ext uri="{FF2B5EF4-FFF2-40B4-BE49-F238E27FC236}">
                <a16:creationId xmlns:a16="http://schemas.microsoft.com/office/drawing/2014/main" id="{E6CAC095-BF43-624F-A074-B82CD3D63F31}"/>
              </a:ext>
            </a:extLst>
          </p:cNvPr>
          <p:cNvSpPr/>
          <p:nvPr/>
        </p:nvSpPr>
        <p:spPr>
          <a:xfrm>
            <a:off x="-25180" y="598001"/>
            <a:ext cx="12201525" cy="167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10" name="Rectangle 9">
            <a:extLst>
              <a:ext uri="{FF2B5EF4-FFF2-40B4-BE49-F238E27FC236}">
                <a16:creationId xmlns:a16="http://schemas.microsoft.com/office/drawing/2014/main" id="{CE88BF42-3E54-B339-AB3A-54497BA1F6D5}"/>
              </a:ext>
            </a:extLst>
          </p:cNvPr>
          <p:cNvSpPr/>
          <p:nvPr/>
        </p:nvSpPr>
        <p:spPr>
          <a:xfrm>
            <a:off x="8832028" y="6227807"/>
            <a:ext cx="2066525" cy="466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3" name="Title 2">
            <a:extLst>
              <a:ext uri="{FF2B5EF4-FFF2-40B4-BE49-F238E27FC236}">
                <a16:creationId xmlns:a16="http://schemas.microsoft.com/office/drawing/2014/main" id="{D06052C2-3A3A-FB55-1B3F-1D902D616E1F}"/>
              </a:ext>
            </a:extLst>
          </p:cNvPr>
          <p:cNvSpPr>
            <a:spLocks noGrp="1"/>
          </p:cNvSpPr>
          <p:nvPr>
            <p:ph type="title"/>
          </p:nvPr>
        </p:nvSpPr>
        <p:spPr>
          <a:xfrm>
            <a:off x="358337" y="271427"/>
            <a:ext cx="11470125" cy="369332"/>
          </a:xfrm>
        </p:spPr>
        <p:txBody>
          <a:bodyPr vert="horz"/>
          <a:lstStyle/>
          <a:p>
            <a:r>
              <a:rPr lang="en-US" sz="2400"/>
              <a:t>Priority Gaps and Tactics: Upper GI</a:t>
            </a:r>
          </a:p>
        </p:txBody>
      </p:sp>
      <p:grpSp>
        <p:nvGrpSpPr>
          <p:cNvPr id="61" name="Group 60">
            <a:extLst>
              <a:ext uri="{FF2B5EF4-FFF2-40B4-BE49-F238E27FC236}">
                <a16:creationId xmlns:a16="http://schemas.microsoft.com/office/drawing/2014/main" id="{05B4EF34-4C1D-F309-E78E-016BD4D0BD48}"/>
              </a:ext>
            </a:extLst>
          </p:cNvPr>
          <p:cNvGrpSpPr/>
          <p:nvPr/>
        </p:nvGrpSpPr>
        <p:grpSpPr>
          <a:xfrm>
            <a:off x="583559" y="6057586"/>
            <a:ext cx="10263547" cy="493297"/>
            <a:chOff x="583559" y="5865902"/>
            <a:chExt cx="10263547" cy="493297"/>
          </a:xfrm>
          <a:solidFill>
            <a:schemeClr val="bg1"/>
          </a:solidFill>
        </p:grpSpPr>
        <p:sp>
          <p:nvSpPr>
            <p:cNvPr id="30" name="TextBox 29">
              <a:extLst>
                <a:ext uri="{FF2B5EF4-FFF2-40B4-BE49-F238E27FC236}">
                  <a16:creationId xmlns:a16="http://schemas.microsoft.com/office/drawing/2014/main" id="{70D207EA-F056-65C5-047C-031172F6D240}"/>
                </a:ext>
              </a:extLst>
            </p:cNvPr>
            <p:cNvSpPr txBox="1"/>
            <p:nvPr/>
          </p:nvSpPr>
          <p:spPr>
            <a:xfrm>
              <a:off x="583559" y="5989051"/>
              <a:ext cx="1769315" cy="370148"/>
            </a:xfrm>
            <a:prstGeom prst="rect">
              <a:avLst/>
            </a:prstGeom>
            <a:grp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Quick Wins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Poppins"/>
                  <a:ea typeface="+mn-ea"/>
                  <a:cs typeface="+mn-cs"/>
                </a:rPr>
                <a:t>6-12 months(2025-2026)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Poppins"/>
                <a:ea typeface="+mn-ea"/>
                <a:cs typeface="+mn-cs"/>
              </a:endParaRPr>
            </a:p>
          </p:txBody>
        </p:sp>
        <p:sp>
          <p:nvSpPr>
            <p:cNvPr id="32" name="TextBox 31">
              <a:extLst>
                <a:ext uri="{FF2B5EF4-FFF2-40B4-BE49-F238E27FC236}">
                  <a16:creationId xmlns:a16="http://schemas.microsoft.com/office/drawing/2014/main" id="{0090E9AF-9E08-C279-AEC7-008EC0F40945}"/>
                </a:ext>
              </a:extLst>
            </p:cNvPr>
            <p:cNvSpPr txBox="1"/>
            <p:nvPr/>
          </p:nvSpPr>
          <p:spPr>
            <a:xfrm>
              <a:off x="9535839" y="5989051"/>
              <a:ext cx="1311267" cy="264386"/>
            </a:xfrm>
            <a:prstGeom prst="rect">
              <a:avLst/>
            </a:prstGeom>
            <a:grp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Long Term Plays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Poppins"/>
                  <a:ea typeface="+mn-ea"/>
                  <a:cs typeface="+mn-cs"/>
                </a:rPr>
                <a:t>4+ years (2029+)</a:t>
              </a:r>
            </a:p>
          </p:txBody>
        </p:sp>
        <p:cxnSp>
          <p:nvCxnSpPr>
            <p:cNvPr id="33" name="Straight Arrow Connector 32">
              <a:extLst>
                <a:ext uri="{FF2B5EF4-FFF2-40B4-BE49-F238E27FC236}">
                  <a16:creationId xmlns:a16="http://schemas.microsoft.com/office/drawing/2014/main" id="{EEDD5AB3-66C0-ED08-3474-6EFE667267D9}"/>
                </a:ext>
              </a:extLst>
            </p:cNvPr>
            <p:cNvCxnSpPr>
              <a:cxnSpLocks/>
            </p:cNvCxnSpPr>
            <p:nvPr/>
          </p:nvCxnSpPr>
          <p:spPr>
            <a:xfrm>
              <a:off x="1032733" y="5865902"/>
              <a:ext cx="9504000" cy="0"/>
            </a:xfrm>
            <a:prstGeom prst="straightConnector1">
              <a:avLst/>
            </a:prstGeom>
            <a:grpFill/>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F6F295B1-C556-31E7-CA5C-1676C45F40A5}"/>
              </a:ext>
            </a:extLst>
          </p:cNvPr>
          <p:cNvSpPr txBox="1"/>
          <p:nvPr/>
        </p:nvSpPr>
        <p:spPr>
          <a:xfrm>
            <a:off x="5469160" y="6138568"/>
            <a:ext cx="644728" cy="400110"/>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Poppins"/>
                <a:ea typeface="+mn-ea"/>
                <a:cs typeface="+mn-cs"/>
              </a:rPr>
              <a:t>Time</a:t>
            </a:r>
          </a:p>
        </p:txBody>
      </p:sp>
      <p:sp>
        <p:nvSpPr>
          <p:cNvPr id="59" name="Rectangle 58">
            <a:extLst>
              <a:ext uri="{FF2B5EF4-FFF2-40B4-BE49-F238E27FC236}">
                <a16:creationId xmlns:a16="http://schemas.microsoft.com/office/drawing/2014/main" id="{DF2A35C6-FB09-1BBF-AF34-FC567A65E756}"/>
              </a:ext>
            </a:extLst>
          </p:cNvPr>
          <p:cNvSpPr/>
          <p:nvPr/>
        </p:nvSpPr>
        <p:spPr>
          <a:xfrm>
            <a:off x="1032734" y="2624967"/>
            <a:ext cx="9445894" cy="3285868"/>
          </a:xfrm>
          <a:prstGeom prst="rect">
            <a:avLst/>
          </a:prstGeom>
          <a:solidFill>
            <a:schemeClr val="bg1">
              <a:lumMod val="95000"/>
            </a:schemeClr>
          </a:solidFill>
          <a:ln w="1905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60" name="TextBox 59">
            <a:extLst>
              <a:ext uri="{FF2B5EF4-FFF2-40B4-BE49-F238E27FC236}">
                <a16:creationId xmlns:a16="http://schemas.microsoft.com/office/drawing/2014/main" id="{5E8E8DD4-0AA4-0C8B-E6AC-EAE9B0657C56}"/>
              </a:ext>
            </a:extLst>
          </p:cNvPr>
          <p:cNvSpPr txBox="1"/>
          <p:nvPr/>
        </p:nvSpPr>
        <p:spPr>
          <a:xfrm rot="16200000">
            <a:off x="-1147184" y="4044481"/>
            <a:ext cx="3241129" cy="376158"/>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Poppins"/>
                <a:ea typeface="+mn-ea"/>
                <a:cs typeface="+mn-cs"/>
              </a:rPr>
              <a:t>Strategic Importance</a:t>
            </a:r>
          </a:p>
        </p:txBody>
      </p:sp>
      <p:grpSp>
        <p:nvGrpSpPr>
          <p:cNvPr id="62" name="Group 61">
            <a:extLst>
              <a:ext uri="{FF2B5EF4-FFF2-40B4-BE49-F238E27FC236}">
                <a16:creationId xmlns:a16="http://schemas.microsoft.com/office/drawing/2014/main" id="{34AD72F2-1EFC-370C-8680-1CE5289CAD14}"/>
              </a:ext>
            </a:extLst>
          </p:cNvPr>
          <p:cNvGrpSpPr/>
          <p:nvPr/>
        </p:nvGrpSpPr>
        <p:grpSpPr>
          <a:xfrm rot="16200000">
            <a:off x="-1153768" y="4174351"/>
            <a:ext cx="3792095" cy="370148"/>
            <a:chOff x="1262199" y="5558016"/>
            <a:chExt cx="4439778" cy="370148"/>
          </a:xfrm>
        </p:grpSpPr>
        <p:sp>
          <p:nvSpPr>
            <p:cNvPr id="63" name="TextBox 62">
              <a:extLst>
                <a:ext uri="{FF2B5EF4-FFF2-40B4-BE49-F238E27FC236}">
                  <a16:creationId xmlns:a16="http://schemas.microsoft.com/office/drawing/2014/main" id="{004296B5-9482-8FA7-7254-65BB71D61A17}"/>
                </a:ext>
              </a:extLst>
            </p:cNvPr>
            <p:cNvSpPr txBox="1"/>
            <p:nvPr/>
          </p:nvSpPr>
          <p:spPr>
            <a:xfrm>
              <a:off x="1262199" y="5558016"/>
              <a:ext cx="1102276" cy="370148"/>
            </a:xfrm>
            <a:prstGeom prst="rect">
              <a:avLst/>
            </a:prstGeom>
            <a:no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Medium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Poppins"/>
                <a:ea typeface="+mn-ea"/>
                <a:cs typeface="+mn-cs"/>
              </a:endParaRPr>
            </a:p>
          </p:txBody>
        </p:sp>
        <p:sp>
          <p:nvSpPr>
            <p:cNvPr id="21504" name="TextBox 21503">
              <a:extLst>
                <a:ext uri="{FF2B5EF4-FFF2-40B4-BE49-F238E27FC236}">
                  <a16:creationId xmlns:a16="http://schemas.microsoft.com/office/drawing/2014/main" id="{17C77537-8A2B-8A13-A266-B07AB2C22432}"/>
                </a:ext>
              </a:extLst>
            </p:cNvPr>
            <p:cNvSpPr txBox="1"/>
            <p:nvPr/>
          </p:nvSpPr>
          <p:spPr>
            <a:xfrm>
              <a:off x="5016581" y="5615411"/>
              <a:ext cx="685396" cy="264386"/>
            </a:xfrm>
            <a:prstGeom prst="rect">
              <a:avLst/>
            </a:prstGeom>
            <a:no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High</a:t>
              </a:r>
            </a:p>
          </p:txBody>
        </p:sp>
        <p:cxnSp>
          <p:nvCxnSpPr>
            <p:cNvPr id="21505" name="Straight Arrow Connector 21504">
              <a:extLst>
                <a:ext uri="{FF2B5EF4-FFF2-40B4-BE49-F238E27FC236}">
                  <a16:creationId xmlns:a16="http://schemas.microsoft.com/office/drawing/2014/main" id="{4D8712B5-C823-5092-653B-58DC41C08C4F}"/>
                </a:ext>
              </a:extLst>
            </p:cNvPr>
            <p:cNvCxnSpPr>
              <a:cxnSpLocks/>
            </p:cNvCxnSpPr>
            <p:nvPr/>
          </p:nvCxnSpPr>
          <p:spPr>
            <a:xfrm>
              <a:off x="1473367" y="5865888"/>
              <a:ext cx="410400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1507" name="Oval 21506">
            <a:extLst>
              <a:ext uri="{FF2B5EF4-FFF2-40B4-BE49-F238E27FC236}">
                <a16:creationId xmlns:a16="http://schemas.microsoft.com/office/drawing/2014/main" id="{9D8E7F51-D227-6263-5E9F-A252866FD57D}"/>
              </a:ext>
            </a:extLst>
          </p:cNvPr>
          <p:cNvSpPr/>
          <p:nvPr/>
        </p:nvSpPr>
        <p:spPr>
          <a:xfrm>
            <a:off x="2384378" y="4623711"/>
            <a:ext cx="720000" cy="720000"/>
          </a:xfrm>
          <a:prstGeom prst="ellipse">
            <a:avLst/>
          </a:prstGeom>
          <a:solidFill>
            <a:schemeClr val="tx2">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11</a:t>
            </a:r>
          </a:p>
        </p:txBody>
      </p:sp>
      <p:sp>
        <p:nvSpPr>
          <p:cNvPr id="21508" name="TextBox 21507">
            <a:extLst>
              <a:ext uri="{FF2B5EF4-FFF2-40B4-BE49-F238E27FC236}">
                <a16:creationId xmlns:a16="http://schemas.microsoft.com/office/drawing/2014/main" id="{ED75A444-826F-8468-D016-27E0BD6EDAF6}"/>
              </a:ext>
            </a:extLst>
          </p:cNvPr>
          <p:cNvSpPr txBox="1"/>
          <p:nvPr/>
        </p:nvSpPr>
        <p:spPr>
          <a:xfrm>
            <a:off x="2243889" y="5298240"/>
            <a:ext cx="864000"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lumMod val="60000"/>
                    <a:lumOff val="40000"/>
                  </a:srgbClr>
                </a:solidFill>
                <a:effectLst/>
                <a:uLnTx/>
                <a:uFillTx/>
                <a:latin typeface="Poppins"/>
                <a:ea typeface="+mn-ea"/>
                <a:cs typeface="+mn-cs"/>
              </a:rPr>
              <a:t>Post-hoc of RN-305</a:t>
            </a:r>
            <a:endParaRPr kumimoji="0" lang="en-US" sz="1000" b="1" i="0" u="none" strike="noStrike" kern="1200" cap="none" spc="0" normalizeH="0" baseline="0" noProof="0">
              <a:ln>
                <a:noFill/>
              </a:ln>
              <a:solidFill>
                <a:srgbClr val="283349">
                  <a:lumMod val="60000"/>
                  <a:lumOff val="40000"/>
                </a:srgbClr>
              </a:solidFill>
              <a:effectLst/>
              <a:uLnTx/>
              <a:uFillTx/>
              <a:latin typeface="Poppins"/>
              <a:ea typeface="+mn-ea"/>
              <a:cs typeface="+mn-cs"/>
            </a:endParaRPr>
          </a:p>
        </p:txBody>
      </p:sp>
      <p:sp>
        <p:nvSpPr>
          <p:cNvPr id="2" name="Oval 1">
            <a:extLst>
              <a:ext uri="{FF2B5EF4-FFF2-40B4-BE49-F238E27FC236}">
                <a16:creationId xmlns:a16="http://schemas.microsoft.com/office/drawing/2014/main" id="{C72D6A24-8791-CADB-E901-F741477B0F99}"/>
              </a:ext>
            </a:extLst>
          </p:cNvPr>
          <p:cNvSpPr/>
          <p:nvPr/>
        </p:nvSpPr>
        <p:spPr>
          <a:xfrm>
            <a:off x="7907422" y="4497637"/>
            <a:ext cx="900000" cy="900000"/>
          </a:xfrm>
          <a:prstGeom prst="ellipse">
            <a:avLst/>
          </a:prstGeom>
          <a:solidFill>
            <a:schemeClr val="tx2">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Poppins"/>
                <a:ea typeface="+mn-ea"/>
                <a:cs typeface="+mn-cs"/>
              </a:rPr>
              <a:t>Gap 10</a:t>
            </a:r>
          </a:p>
        </p:txBody>
      </p:sp>
      <p:sp>
        <p:nvSpPr>
          <p:cNvPr id="12" name="Oval 11">
            <a:extLst>
              <a:ext uri="{FF2B5EF4-FFF2-40B4-BE49-F238E27FC236}">
                <a16:creationId xmlns:a16="http://schemas.microsoft.com/office/drawing/2014/main" id="{424E25FB-1519-021D-8CF9-8F460146C556}"/>
              </a:ext>
            </a:extLst>
          </p:cNvPr>
          <p:cNvSpPr/>
          <p:nvPr/>
        </p:nvSpPr>
        <p:spPr>
          <a:xfrm>
            <a:off x="1830648" y="4623711"/>
            <a:ext cx="720000" cy="720000"/>
          </a:xfrm>
          <a:prstGeom prst="ellipse">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6</a:t>
            </a:r>
          </a:p>
        </p:txBody>
      </p:sp>
      <p:sp>
        <p:nvSpPr>
          <p:cNvPr id="13" name="TextBox 12">
            <a:extLst>
              <a:ext uri="{FF2B5EF4-FFF2-40B4-BE49-F238E27FC236}">
                <a16:creationId xmlns:a16="http://schemas.microsoft.com/office/drawing/2014/main" id="{C201794A-15C8-57CE-C4B8-A686A8E1783F}"/>
              </a:ext>
            </a:extLst>
          </p:cNvPr>
          <p:cNvSpPr txBox="1"/>
          <p:nvPr/>
        </p:nvSpPr>
        <p:spPr>
          <a:xfrm>
            <a:off x="1406946" y="5288550"/>
            <a:ext cx="954551"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A3333B">
                    <a:lumMod val="50000"/>
                  </a:srgbClr>
                </a:solidFill>
                <a:effectLst/>
                <a:uLnTx/>
                <a:uFillTx/>
                <a:latin typeface="Poppins"/>
                <a:ea typeface="+mn-ea"/>
                <a:cs typeface="+mn-cs"/>
              </a:rPr>
              <a:t>Post-hoc of RN-306</a:t>
            </a:r>
            <a:endParaRPr kumimoji="0" lang="en-US" sz="1000" b="1" i="0" u="none" strike="noStrike" kern="1200" cap="none" spc="0" normalizeH="0" baseline="0" noProof="0">
              <a:ln>
                <a:noFill/>
              </a:ln>
              <a:solidFill>
                <a:srgbClr val="A3333B">
                  <a:lumMod val="50000"/>
                </a:srgbClr>
              </a:solidFill>
              <a:effectLst/>
              <a:uLnTx/>
              <a:uFillTx/>
              <a:latin typeface="Poppins"/>
              <a:ea typeface="+mn-ea"/>
              <a:cs typeface="+mn-cs"/>
            </a:endParaRPr>
          </a:p>
        </p:txBody>
      </p:sp>
      <p:grpSp>
        <p:nvGrpSpPr>
          <p:cNvPr id="49" name="Group 48">
            <a:extLst>
              <a:ext uri="{FF2B5EF4-FFF2-40B4-BE49-F238E27FC236}">
                <a16:creationId xmlns:a16="http://schemas.microsoft.com/office/drawing/2014/main" id="{1D863700-9627-831C-6972-4DBED1DF76CB}"/>
              </a:ext>
            </a:extLst>
          </p:cNvPr>
          <p:cNvGrpSpPr/>
          <p:nvPr/>
        </p:nvGrpSpPr>
        <p:grpSpPr>
          <a:xfrm>
            <a:off x="235093" y="753273"/>
            <a:ext cx="11721816" cy="1728000"/>
            <a:chOff x="371249" y="753273"/>
            <a:chExt cx="11721816" cy="1728000"/>
          </a:xfrm>
        </p:grpSpPr>
        <p:sp>
          <p:nvSpPr>
            <p:cNvPr id="7" name="Rectangle 6">
              <a:extLst>
                <a:ext uri="{FF2B5EF4-FFF2-40B4-BE49-F238E27FC236}">
                  <a16:creationId xmlns:a16="http://schemas.microsoft.com/office/drawing/2014/main" id="{C63DD5E1-990D-95B0-E4A9-10A6EE323436}"/>
                </a:ext>
              </a:extLst>
            </p:cNvPr>
            <p:cNvSpPr/>
            <p:nvPr/>
          </p:nvSpPr>
          <p:spPr>
            <a:xfrm>
              <a:off x="371249" y="753273"/>
              <a:ext cx="2733966" cy="1728000"/>
            </a:xfrm>
            <a:prstGeom prst="rect">
              <a:avLst/>
            </a:prstGeom>
            <a:solidFill>
              <a:schemeClr val="bg1">
                <a:lumMod val="95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F2445"/>
                  </a:solidFill>
                  <a:effectLst/>
                  <a:uLnTx/>
                  <a:uFillTx/>
                  <a:latin typeface="Poppins"/>
                  <a:ea typeface="+mn-ea"/>
                  <a:cs typeface="+mn-cs"/>
                </a:rPr>
                <a:t>Evidence Gaps – Across Upper GI (ESCC, GC/GEJ)</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Need for data on </a:t>
              </a:r>
              <a:r>
                <a:rPr kumimoji="0" lang="en-US" sz="900" b="1" i="0" u="none" strike="noStrike" kern="1200" cap="none" spc="0" normalizeH="0" baseline="0" noProof="0">
                  <a:ln>
                    <a:noFill/>
                  </a:ln>
                  <a:solidFill>
                    <a:srgbClr val="000000"/>
                  </a:solidFill>
                  <a:effectLst/>
                  <a:uLnTx/>
                  <a:uFillTx/>
                  <a:latin typeface="Poppins"/>
                  <a:ea typeface="+mn-ea"/>
                  <a:cs typeface="+mn-cs"/>
                </a:rPr>
                <a:t>optimal sequencing of IO and targeted therapies </a:t>
              </a:r>
              <a:r>
                <a:rPr kumimoji="0" lang="en-US" sz="900" b="0" i="0" u="none" strike="noStrike" kern="1200" cap="none" spc="0" normalizeH="0" baseline="0" noProof="0">
                  <a:ln>
                    <a:noFill/>
                  </a:ln>
                  <a:solidFill>
                    <a:srgbClr val="000000"/>
                  </a:solidFill>
                  <a:effectLst/>
                  <a:uLnTx/>
                  <a:uFillTx/>
                  <a:latin typeface="Poppins"/>
                  <a:ea typeface="+mn-ea"/>
                  <a:cs typeface="+mn-cs"/>
                </a:rPr>
                <a:t>(i.e., tislelizumab in sequence vs combined with HER2 ADCs, FGFR inhibitors, etc.)</a:t>
              </a:r>
            </a:p>
            <a:p>
              <a:pPr marL="228600" indent="-228600" defTabSz="914400">
                <a:buFont typeface="+mj-lt"/>
                <a:buAutoNum type="arabicPeriod"/>
                <a:defRPr/>
              </a:pPr>
              <a:r>
                <a:rPr lang="en-US" sz="900" b="1">
                  <a:solidFill>
                    <a:schemeClr val="tx1"/>
                  </a:solidFill>
                </a:rPr>
                <a:t>Need for combination data with </a:t>
              </a:r>
              <a:r>
                <a:rPr lang="en-US" sz="900" b="1" err="1">
                  <a:solidFill>
                    <a:schemeClr val="tx1"/>
                  </a:solidFill>
                </a:rPr>
                <a:t>CTx</a:t>
              </a:r>
              <a:r>
                <a:rPr lang="en-US" sz="900" b="1">
                  <a:solidFill>
                    <a:schemeClr val="tx1"/>
                  </a:solidFill>
                </a:rPr>
                <a:t> or targeted agents </a:t>
              </a:r>
              <a:r>
                <a:rPr lang="en-GB" sz="900">
                  <a:solidFill>
                    <a:schemeClr val="tx1"/>
                  </a:solidFill>
                </a:rPr>
                <a:t>(such as CLDN18.2 inhibitors)</a:t>
              </a:r>
              <a:endParaRPr lang="en-GB" sz="900" b="1">
                <a:solidFill>
                  <a:schemeClr val="tx1"/>
                </a:solidFill>
              </a:endParaRPr>
            </a:p>
            <a:p>
              <a:pPr marL="228600" lvl="0" indent="-228600" defTabSz="914400">
                <a:buFont typeface="+mj-lt"/>
                <a:buAutoNum type="arabicPeriod"/>
                <a:defRPr/>
              </a:pPr>
              <a:r>
                <a:rPr lang="en-US" sz="900" i="1">
                  <a:solidFill>
                    <a:schemeClr val="bg2">
                      <a:lumMod val="10000"/>
                    </a:schemeClr>
                  </a:solidFill>
                </a:rPr>
                <a:t>[Pending Feasibility Assessment] </a:t>
              </a:r>
              <a:r>
                <a:rPr kumimoji="0" lang="en-GB" sz="900" b="0" i="0" u="none" strike="noStrike" kern="1200" cap="none" spc="0" normalizeH="0" baseline="0" noProof="0">
                  <a:ln>
                    <a:noFill/>
                  </a:ln>
                  <a:solidFill>
                    <a:schemeClr val="tx1"/>
                  </a:solidFill>
                  <a:effectLst/>
                  <a:uLnTx/>
                  <a:uFillTx/>
                  <a:latin typeface="Poppins"/>
                  <a:ea typeface="+mn-ea"/>
                  <a:cs typeface="+mn-cs"/>
                </a:rPr>
                <a:t>Need for tislelizumab </a:t>
              </a:r>
              <a:r>
                <a:rPr kumimoji="0" lang="en-GB" sz="900" b="1" i="0" u="none" strike="noStrike" kern="1200" cap="none" spc="0" normalizeH="0" baseline="0" noProof="0">
                  <a:ln>
                    <a:noFill/>
                  </a:ln>
                  <a:solidFill>
                    <a:schemeClr val="tx1"/>
                  </a:solidFill>
                  <a:effectLst/>
                  <a:uLnTx/>
                  <a:uFillTx/>
                  <a:latin typeface="Poppins"/>
                  <a:ea typeface="+mn-ea"/>
                  <a:cs typeface="+mn-cs"/>
                </a:rPr>
                <a:t>efficacy data </a:t>
              </a:r>
              <a:r>
                <a:rPr kumimoji="0" lang="en-GB" sz="900" b="0" i="0" u="none" strike="noStrike" kern="1200" cap="none" spc="0" normalizeH="0" baseline="0" noProof="0">
                  <a:ln>
                    <a:noFill/>
                  </a:ln>
                  <a:solidFill>
                    <a:schemeClr val="tx1"/>
                  </a:solidFill>
                  <a:effectLst/>
                  <a:uLnTx/>
                  <a:uFillTx/>
                  <a:latin typeface="Poppins"/>
                  <a:ea typeface="+mn-ea"/>
                  <a:cs typeface="+mn-cs"/>
                </a:rPr>
                <a:t>in </a:t>
              </a:r>
              <a:r>
                <a:rPr kumimoji="0" lang="en-GB" sz="900" b="1" i="0" u="none" strike="noStrike" kern="1200" cap="none" spc="0" normalizeH="0" baseline="0" noProof="0">
                  <a:ln>
                    <a:noFill/>
                  </a:ln>
                  <a:solidFill>
                    <a:schemeClr val="tx1"/>
                  </a:solidFill>
                  <a:effectLst/>
                  <a:uLnTx/>
                  <a:uFillTx/>
                  <a:latin typeface="Poppins"/>
                  <a:ea typeface="+mn-ea"/>
                  <a:cs typeface="+mn-cs"/>
                </a:rPr>
                <a:t>patients who stop treatment at 24 months</a:t>
              </a:r>
              <a:endParaRPr lang="en-GB" sz="900" b="1">
                <a:solidFill>
                  <a:schemeClr val="tx1"/>
                </a:solidFill>
                <a:latin typeface="Poppi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4" name="Rectangle 13">
              <a:extLst>
                <a:ext uri="{FF2B5EF4-FFF2-40B4-BE49-F238E27FC236}">
                  <a16:creationId xmlns:a16="http://schemas.microsoft.com/office/drawing/2014/main" id="{2B71CEE4-0E50-BF11-3732-F9D19A78DE0F}"/>
                </a:ext>
              </a:extLst>
            </p:cNvPr>
            <p:cNvSpPr/>
            <p:nvPr/>
          </p:nvSpPr>
          <p:spPr>
            <a:xfrm>
              <a:off x="3172046" y="753273"/>
              <a:ext cx="3859439" cy="1728000"/>
            </a:xfrm>
            <a:prstGeom prst="rect">
              <a:avLst/>
            </a:prstGeom>
            <a:solidFill>
              <a:schemeClr val="bg1">
                <a:lumMod val="95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A3333B">
                      <a:lumMod val="50000"/>
                    </a:srgbClr>
                  </a:solidFill>
                  <a:effectLst/>
                  <a:uLnTx/>
                  <a:uFillTx/>
                  <a:latin typeface="Poppins"/>
                  <a:ea typeface="+mn-ea"/>
                  <a:cs typeface="+mn-cs"/>
                </a:rPr>
                <a:t>Evidence Gaps – ESCC</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4"/>
                <a:tabLst/>
                <a:defRPr/>
              </a:pPr>
              <a:r>
                <a:rPr kumimoji="0" lang="en-GB" sz="900" b="0" i="0" u="none" strike="noStrike" kern="1200" cap="none" spc="0" normalizeH="0" baseline="0" noProof="0">
                  <a:ln>
                    <a:noFill/>
                  </a:ln>
                  <a:solidFill>
                    <a:schemeClr val="tx1"/>
                  </a:solidFill>
                  <a:effectLst/>
                  <a:uLnTx/>
                  <a:uFillTx/>
                  <a:latin typeface="Poppins"/>
                  <a:ea typeface="+mn-ea"/>
                  <a:cs typeface="+mn-cs"/>
                </a:rPr>
                <a:t>[1L]: </a:t>
              </a:r>
              <a:r>
                <a:rPr kumimoji="0" lang="en-GB" sz="900" b="1" i="0" u="none" strike="noStrike" kern="1200" cap="none" spc="0" normalizeH="0" baseline="0" noProof="0">
                  <a:ln>
                    <a:noFill/>
                  </a:ln>
                  <a:solidFill>
                    <a:schemeClr val="tx1"/>
                  </a:solidFill>
                  <a:effectLst/>
                  <a:uLnTx/>
                  <a:uFillTx/>
                  <a:latin typeface="Poppins"/>
                  <a:ea typeface="+mn-ea"/>
                  <a:cs typeface="+mn-cs"/>
                </a:rPr>
                <a:t>Need for safety and efficacy data supporting tislelizumab </a:t>
              </a:r>
              <a:r>
                <a:rPr kumimoji="0" lang="en-GB" sz="900" b="0" i="0" u="none" strike="noStrike" kern="1200" cap="none" spc="0" normalizeH="0" baseline="0" noProof="0">
                  <a:ln>
                    <a:noFill/>
                  </a:ln>
                  <a:solidFill>
                    <a:schemeClr val="tx1"/>
                  </a:solidFill>
                  <a:effectLst/>
                  <a:uLnTx/>
                  <a:uFillTx/>
                  <a:latin typeface="Poppins"/>
                  <a:ea typeface="+mn-ea"/>
                  <a:cs typeface="+mn-cs"/>
                </a:rPr>
                <a:t>(150mg Q2W and 300mg Q4W) </a:t>
              </a:r>
              <a:r>
                <a:rPr kumimoji="0" lang="en-GB" sz="900" b="1" i="0" u="none" strike="noStrike" kern="1200" cap="none" spc="0" normalizeH="0" baseline="0" noProof="0">
                  <a:ln>
                    <a:noFill/>
                  </a:ln>
                  <a:solidFill>
                    <a:schemeClr val="tx1"/>
                  </a:solidFill>
                  <a:effectLst/>
                  <a:uLnTx/>
                  <a:uFillTx/>
                  <a:latin typeface="Poppins"/>
                  <a:ea typeface="+mn-ea"/>
                  <a:cs typeface="+mn-cs"/>
                </a:rPr>
                <a:t>+ FOLFOX in </a:t>
              </a:r>
              <a:r>
                <a:rPr kumimoji="0" lang="en-GB" sz="900" b="0" i="0" u="none" strike="noStrike" kern="1200" cap="none" spc="0" normalizeH="0" baseline="0" noProof="0">
                  <a:ln>
                    <a:noFill/>
                  </a:ln>
                  <a:solidFill>
                    <a:schemeClr val="tx1"/>
                  </a:solidFill>
                  <a:effectLst/>
                  <a:uLnTx/>
                  <a:uFillTx/>
                  <a:latin typeface="Poppins"/>
                  <a:ea typeface="+mn-ea"/>
                  <a:cs typeface="+mn-cs"/>
                </a:rPr>
                <a:t>a JP population greater than 5 pts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4"/>
                <a:tabLst/>
                <a:defRPr/>
              </a:pPr>
              <a:r>
                <a:rPr kumimoji="0" lang="en-GB" sz="900" b="1" i="0" u="none" strike="noStrike" kern="1200" cap="none" spc="0" normalizeH="0" baseline="0" noProof="0">
                  <a:ln>
                    <a:noFill/>
                  </a:ln>
                  <a:solidFill>
                    <a:schemeClr val="bg2">
                      <a:lumMod val="10000"/>
                    </a:schemeClr>
                  </a:solidFill>
                  <a:effectLst/>
                  <a:uLnTx/>
                  <a:uFillTx/>
                  <a:latin typeface="Poppins"/>
                  <a:ea typeface="+mn-ea"/>
                  <a:cs typeface="+mn-cs"/>
                </a:rPr>
                <a:t>Clinical evidence in patients with </a:t>
              </a:r>
              <a:r>
                <a:rPr kumimoji="0" lang="en-GB" sz="900" b="1" i="0" u="none" strike="noStrike" kern="1200" cap="none" spc="0" normalizeH="0" baseline="0" noProof="0" err="1">
                  <a:ln>
                    <a:noFill/>
                  </a:ln>
                  <a:solidFill>
                    <a:schemeClr val="bg2">
                      <a:lumMod val="10000"/>
                    </a:schemeClr>
                  </a:solidFill>
                  <a:effectLst/>
                  <a:uLnTx/>
                  <a:uFillTx/>
                  <a:latin typeface="Poppins"/>
                  <a:ea typeface="+mn-ea"/>
                  <a:cs typeface="+mn-cs"/>
                </a:rPr>
                <a:t>esophageal</a:t>
              </a:r>
              <a:r>
                <a:rPr kumimoji="0" lang="en-GB" sz="900" b="1" i="0" u="none" strike="noStrike" kern="1200" cap="none" spc="0" normalizeH="0" baseline="0" noProof="0">
                  <a:ln>
                    <a:noFill/>
                  </a:ln>
                  <a:solidFill>
                    <a:schemeClr val="bg2">
                      <a:lumMod val="10000"/>
                    </a:schemeClr>
                  </a:solidFill>
                  <a:effectLst/>
                  <a:uLnTx/>
                  <a:uFillTx/>
                  <a:latin typeface="Poppins"/>
                  <a:ea typeface="+mn-ea"/>
                  <a:cs typeface="+mn-cs"/>
                </a:rPr>
                <a:t> adenocarcinoma </a:t>
              </a:r>
              <a:r>
                <a:rPr kumimoji="0" lang="en-GB" sz="900" b="0" i="0" u="none" strike="noStrike" kern="1200" cap="none" spc="0" normalizeH="0" baseline="0" noProof="0">
                  <a:ln>
                    <a:noFill/>
                  </a:ln>
                  <a:solidFill>
                    <a:schemeClr val="bg2">
                      <a:lumMod val="10000"/>
                    </a:schemeClr>
                  </a:solidFill>
                  <a:effectLst/>
                  <a:uLnTx/>
                  <a:uFillTx/>
                  <a:latin typeface="Poppins"/>
                  <a:ea typeface="+mn-ea"/>
                  <a:cs typeface="+mn-cs"/>
                </a:rPr>
                <a:t>to supplement the current squamous-only study population</a:t>
              </a:r>
            </a:p>
            <a:p>
              <a:pPr marL="228600" lvl="0" indent="-228600" defTabSz="914400">
                <a:buFont typeface="+mj-lt"/>
                <a:buAutoNum type="arabicPeriod" startAt="4"/>
                <a:defRPr/>
              </a:pPr>
              <a:r>
                <a:rPr kumimoji="0" lang="en-GB" sz="900" b="1" i="0" u="none" strike="noStrike" kern="1200" cap="none" spc="0" normalizeH="0" baseline="0" noProof="0">
                  <a:ln>
                    <a:noFill/>
                  </a:ln>
                  <a:solidFill>
                    <a:srgbClr val="000000"/>
                  </a:solidFill>
                  <a:effectLst/>
                  <a:uLnTx/>
                  <a:uFillTx/>
                  <a:latin typeface="Poppins"/>
                  <a:ea typeface="+mn-ea"/>
                  <a:cs typeface="+mn-cs"/>
                </a:rPr>
                <a:t>[1L]: Need for exploratory biomarker data in patients with early and long- lasting response </a:t>
              </a:r>
              <a:r>
                <a:rPr kumimoji="0" lang="en-GB" sz="900" b="0" i="0" u="none" strike="noStrike" kern="1200" cap="none" spc="0" normalizeH="0" baseline="0" noProof="0">
                  <a:ln>
                    <a:noFill/>
                  </a:ln>
                  <a:solidFill>
                    <a:srgbClr val="000000"/>
                  </a:solidFill>
                  <a:effectLst/>
                  <a:uLnTx/>
                  <a:uFillTx/>
                  <a:latin typeface="Poppins"/>
                  <a:ea typeface="+mn-ea"/>
                  <a:cs typeface="+mn-cs"/>
                </a:rPr>
                <a:t>to tislelizumab</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5" name="Rectangle 14">
              <a:extLst>
                <a:ext uri="{FF2B5EF4-FFF2-40B4-BE49-F238E27FC236}">
                  <a16:creationId xmlns:a16="http://schemas.microsoft.com/office/drawing/2014/main" id="{5885B235-612E-065D-C05A-5510A38E5E4C}"/>
                </a:ext>
              </a:extLst>
            </p:cNvPr>
            <p:cNvSpPr/>
            <p:nvPr/>
          </p:nvSpPr>
          <p:spPr>
            <a:xfrm>
              <a:off x="7098317" y="753273"/>
              <a:ext cx="4994748" cy="1728000"/>
            </a:xfrm>
            <a:prstGeom prst="rect">
              <a:avLst/>
            </a:prstGeom>
            <a:solidFill>
              <a:schemeClr val="bg1">
                <a:lumMod val="95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83349">
                      <a:lumMod val="60000"/>
                      <a:lumOff val="40000"/>
                    </a:srgbClr>
                  </a:solidFill>
                  <a:effectLst/>
                  <a:uLnTx/>
                  <a:uFillTx/>
                  <a:latin typeface="Poppins"/>
                  <a:ea typeface="+mn-ea"/>
                  <a:cs typeface="+mn-cs"/>
                </a:rPr>
                <a:t>Evidence Gaps – GC/GEJ</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GB" sz="900" b="0" i="0" u="none" strike="noStrike" kern="1200" cap="none" spc="0" normalizeH="0" baseline="0" noProof="0">
                  <a:ln>
                    <a:noFill/>
                  </a:ln>
                  <a:solidFill>
                    <a:srgbClr val="000000"/>
                  </a:solidFill>
                  <a:effectLst/>
                  <a:uLnTx/>
                  <a:uFillTx/>
                  <a:latin typeface="Poppins"/>
                  <a:ea typeface="+mn-ea"/>
                  <a:cs typeface="+mn-cs"/>
                </a:rPr>
                <a:t>[1L]: Need for </a:t>
              </a:r>
              <a:r>
                <a:rPr kumimoji="0" lang="en-GB" sz="900" b="1" i="0" u="none" strike="noStrike" kern="1200" cap="none" spc="0" normalizeH="0" baseline="0" noProof="0">
                  <a:ln>
                    <a:noFill/>
                  </a:ln>
                  <a:solidFill>
                    <a:srgbClr val="000000"/>
                  </a:solidFill>
                  <a:effectLst/>
                  <a:uLnTx/>
                  <a:uFillTx/>
                  <a:latin typeface="Poppins"/>
                  <a:ea typeface="+mn-ea"/>
                  <a:cs typeface="+mn-cs"/>
                </a:rPr>
                <a:t>safety and efficacy data supporting tislelizumab </a:t>
              </a:r>
              <a:r>
                <a:rPr kumimoji="0" lang="en-GB" sz="900" b="0" i="0" u="none" strike="noStrike" kern="1200" cap="none" spc="0" normalizeH="0" baseline="0" noProof="0">
                  <a:ln>
                    <a:noFill/>
                  </a:ln>
                  <a:solidFill>
                    <a:srgbClr val="000000"/>
                  </a:solidFill>
                  <a:effectLst/>
                  <a:uLnTx/>
                  <a:uFillTx/>
                  <a:latin typeface="Poppins"/>
                  <a:ea typeface="+mn-ea"/>
                  <a:cs typeface="+mn-cs"/>
                </a:rPr>
                <a:t>(200mg at Q2W) </a:t>
              </a:r>
              <a:r>
                <a:rPr kumimoji="0" lang="en-GB" sz="900" b="1" i="0" u="none" strike="noStrike" kern="1200" cap="none" spc="0" normalizeH="0" baseline="0" noProof="0">
                  <a:ln>
                    <a:noFill/>
                  </a:ln>
                  <a:solidFill>
                    <a:srgbClr val="000000"/>
                  </a:solidFill>
                  <a:effectLst/>
                  <a:uLnTx/>
                  <a:uFillTx/>
                  <a:latin typeface="Poppins"/>
                  <a:ea typeface="+mn-ea"/>
                  <a:cs typeface="+mn-cs"/>
                </a:rPr>
                <a:t>+ SOX </a:t>
              </a:r>
              <a:r>
                <a:rPr kumimoji="0" lang="en-GB" sz="900" b="0" i="0" u="none" strike="noStrike" kern="1200" cap="none" spc="0" normalizeH="0" baseline="0" noProof="0">
                  <a:ln>
                    <a:noFill/>
                  </a:ln>
                  <a:solidFill>
                    <a:srgbClr val="000000"/>
                  </a:solidFill>
                  <a:effectLst/>
                  <a:uLnTx/>
                  <a:uFillTx/>
                  <a:latin typeface="Poppins"/>
                  <a:ea typeface="+mn-ea"/>
                  <a:cs typeface="+mn-cs"/>
                </a:rPr>
                <a:t>in a sizable JP population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GB" sz="900" b="0" i="0" u="none" strike="noStrike" kern="1200" cap="none" spc="0" normalizeH="0" baseline="0" noProof="0">
                  <a:ln>
                    <a:noFill/>
                  </a:ln>
                  <a:solidFill>
                    <a:srgbClr val="000000"/>
                  </a:solidFill>
                  <a:effectLst/>
                  <a:uLnTx/>
                  <a:uFillTx/>
                  <a:latin typeface="Poppins"/>
                  <a:ea typeface="+mn-ea"/>
                  <a:cs typeface="+mn-cs"/>
                </a:rPr>
                <a:t>Need for data on tislelizumab </a:t>
              </a:r>
              <a:r>
                <a:rPr kumimoji="0" lang="en-GB" sz="900" b="1" i="0" u="none" strike="noStrike" kern="1200" cap="none" spc="0" normalizeH="0" baseline="0" noProof="0">
                  <a:ln>
                    <a:noFill/>
                  </a:ln>
                  <a:solidFill>
                    <a:srgbClr val="000000"/>
                  </a:solidFill>
                  <a:effectLst/>
                  <a:uLnTx/>
                  <a:uFillTx/>
                  <a:latin typeface="Poppins"/>
                  <a:ea typeface="+mn-ea"/>
                  <a:cs typeface="+mn-cs"/>
                </a:rPr>
                <a:t>ability to prevent/delay peritoneal metastasis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GB" sz="900" b="0" i="0" u="none" strike="noStrike" kern="1200" cap="none" spc="0" normalizeH="0" baseline="0" noProof="0">
                  <a:ln>
                    <a:noFill/>
                  </a:ln>
                  <a:solidFill>
                    <a:srgbClr val="000000"/>
                  </a:solidFill>
                  <a:effectLst/>
                  <a:uLnTx/>
                  <a:uFillTx/>
                  <a:latin typeface="Poppins"/>
                  <a:ea typeface="+mn-ea"/>
                  <a:cs typeface="+mn-cs"/>
                </a:rPr>
                <a:t>Need for data for </a:t>
              </a:r>
              <a:r>
                <a:rPr kumimoji="0" lang="en-GB" sz="900" b="1" i="0" u="none" strike="noStrike" kern="1200" cap="none" spc="0" normalizeH="0" baseline="0" noProof="0">
                  <a:ln>
                    <a:noFill/>
                  </a:ln>
                  <a:solidFill>
                    <a:srgbClr val="000000"/>
                  </a:solidFill>
                  <a:effectLst/>
                  <a:uLnTx/>
                  <a:uFillTx/>
                  <a:latin typeface="Poppins"/>
                  <a:ea typeface="+mn-ea"/>
                  <a:cs typeface="+mn-cs"/>
                </a:rPr>
                <a:t>different PD-1 cut-offs (&gt;10%)</a:t>
              </a:r>
            </a:p>
            <a:p>
              <a:pPr marL="228600" indent="-228600" defTabSz="914400">
                <a:buFont typeface="+mj-lt"/>
                <a:buAutoNum type="arabicPeriod" startAt="7"/>
                <a:defRPr/>
              </a:pPr>
              <a:r>
                <a:rPr lang="en-GB" sz="900">
                  <a:solidFill>
                    <a:srgbClr val="000000"/>
                  </a:solidFill>
                </a:rPr>
                <a:t>Need for </a:t>
              </a:r>
              <a:r>
                <a:rPr lang="en-GB" sz="900" b="1">
                  <a:solidFill>
                    <a:srgbClr val="000000"/>
                  </a:solidFill>
                </a:rPr>
                <a:t>data on intraperitoneal administration of PD-1 inhibitors </a:t>
              </a:r>
              <a:r>
                <a:rPr lang="en-GB" sz="900">
                  <a:solidFill>
                    <a:srgbClr val="000000"/>
                  </a:solidFill>
                </a:rPr>
                <a:t>(combination of PD-1 inhibitors with intraperitoneal chemo or targeted therapies)</a:t>
              </a:r>
              <a:endParaRPr kumimoji="0" lang="en-GB" sz="900" b="1" i="0" u="none" strike="noStrike" kern="1200" cap="none" spc="0" normalizeH="0" baseline="0" noProof="0">
                <a:ln>
                  <a:noFill/>
                </a:ln>
                <a:solidFill>
                  <a:srgbClr val="000000"/>
                </a:solidFill>
                <a:effectLst/>
                <a:uLnTx/>
                <a:uFillTx/>
                <a:latin typeface="Poppins"/>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GB" sz="900" b="0" i="0" u="none" strike="noStrike" kern="1200" cap="none" spc="0" normalizeH="0" baseline="0" noProof="0">
                  <a:ln>
                    <a:noFill/>
                  </a:ln>
                  <a:solidFill>
                    <a:srgbClr val="000000"/>
                  </a:solidFill>
                  <a:effectLst/>
                  <a:uLnTx/>
                  <a:uFillTx/>
                  <a:latin typeface="Poppins"/>
                  <a:ea typeface="+mn-ea"/>
                  <a:cs typeface="+mn-cs"/>
                </a:rPr>
                <a:t>Need for </a:t>
              </a:r>
              <a:r>
                <a:rPr kumimoji="0" lang="en-GB" sz="900" b="1" i="0" u="none" strike="noStrike" kern="1200" cap="none" spc="0" normalizeH="0" baseline="0" noProof="0">
                  <a:ln>
                    <a:noFill/>
                  </a:ln>
                  <a:solidFill>
                    <a:srgbClr val="000000"/>
                  </a:solidFill>
                  <a:effectLst/>
                  <a:uLnTx/>
                  <a:uFillTx/>
                  <a:latin typeface="Poppins"/>
                  <a:ea typeface="+mn-ea"/>
                  <a:cs typeface="+mn-cs"/>
                </a:rPr>
                <a:t>evidence quantifying efficacy benefit (</a:t>
              </a:r>
              <a:r>
                <a:rPr kumimoji="0" lang="en-GB" sz="900" b="1" i="0" u="none" strike="noStrike" kern="1200" cap="none" spc="0" normalizeH="0" baseline="0" noProof="0" err="1">
                  <a:ln>
                    <a:noFill/>
                  </a:ln>
                  <a:solidFill>
                    <a:srgbClr val="000000"/>
                  </a:solidFill>
                  <a:effectLst/>
                  <a:uLnTx/>
                  <a:uFillTx/>
                  <a:latin typeface="Poppins"/>
                  <a:ea typeface="+mn-ea"/>
                  <a:cs typeface="+mn-cs"/>
                </a:rPr>
                <a:t>e.g</a:t>
              </a:r>
              <a:r>
                <a:rPr kumimoji="0" lang="en-GB" sz="900" b="1" i="0" u="none" strike="noStrike" kern="1200" cap="none" spc="0" normalizeH="0" baseline="0" noProof="0">
                  <a:ln>
                    <a:noFill/>
                  </a:ln>
                  <a:solidFill>
                    <a:srgbClr val="000000"/>
                  </a:solidFill>
                  <a:effectLst/>
                  <a:uLnTx/>
                  <a:uFillTx/>
                  <a:latin typeface="Poppins"/>
                  <a:ea typeface="+mn-ea"/>
                  <a:cs typeface="+mn-cs"/>
                </a:rPr>
                <a:t>, via OS2) in later lines of therapy (2L+)</a:t>
              </a:r>
              <a:r>
                <a:rPr kumimoji="0" lang="en-GB" sz="900" b="0" i="0" u="none" strike="noStrike" kern="1200" cap="none" spc="0" normalizeH="0" baseline="0" noProof="0">
                  <a:ln>
                    <a:noFill/>
                  </a:ln>
                  <a:solidFill>
                    <a:srgbClr val="000000"/>
                  </a:solidFill>
                  <a:effectLst/>
                  <a:uLnTx/>
                  <a:uFillTx/>
                  <a:latin typeface="Poppins"/>
                  <a:ea typeface="+mn-ea"/>
                  <a:cs typeface="+mn-cs"/>
                </a:rPr>
                <a:t> if tislelizumab used in earlier lines vs other PD-1</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GB" sz="900" b="0" i="0" u="none" strike="noStrike" kern="1200" cap="none" spc="0" normalizeH="0" baseline="0" noProof="0">
                  <a:ln>
                    <a:noFill/>
                  </a:ln>
                  <a:solidFill>
                    <a:srgbClr val="000000"/>
                  </a:solidFill>
                  <a:effectLst/>
                  <a:uLnTx/>
                  <a:uFillTx/>
                  <a:latin typeface="Poppins"/>
                  <a:ea typeface="+mn-ea"/>
                  <a:cs typeface="+mn-cs"/>
                </a:rPr>
                <a:t>Data in </a:t>
              </a:r>
              <a:r>
                <a:rPr kumimoji="0" lang="en-GB" sz="900" b="1" i="0" u="none" strike="noStrike" kern="1200" cap="none" spc="0" normalizeH="0" baseline="0" noProof="0">
                  <a:ln>
                    <a:noFill/>
                  </a:ln>
                  <a:solidFill>
                    <a:srgbClr val="000000"/>
                  </a:solidFill>
                  <a:effectLst/>
                  <a:uLnTx/>
                  <a:uFillTx/>
                  <a:latin typeface="Poppins"/>
                  <a:ea typeface="+mn-ea"/>
                  <a:cs typeface="+mn-cs"/>
                </a:rPr>
                <a:t>elderly/frail and populations </a:t>
              </a:r>
              <a:r>
                <a:rPr kumimoji="0" lang="en-GB" sz="900" b="0" i="0" u="none" strike="noStrike" kern="1200" cap="none" spc="0" normalizeH="0" baseline="0" noProof="0">
                  <a:ln>
                    <a:noFill/>
                  </a:ln>
                  <a:solidFill>
                    <a:srgbClr val="000000"/>
                  </a:solidFill>
                  <a:effectLst/>
                  <a:uLnTx/>
                  <a:uFillTx/>
                  <a:latin typeface="Poppins"/>
                  <a:ea typeface="+mn-ea"/>
                  <a:cs typeface="+mn-cs"/>
                </a:rPr>
                <a:t>with comorbidities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Need for evidence of the </a:t>
              </a:r>
              <a:r>
                <a:rPr kumimoji="0" lang="en-US" sz="900" b="1" i="0" u="none" strike="noStrike" kern="1200" cap="none" spc="0" normalizeH="0" baseline="0" noProof="0">
                  <a:ln>
                    <a:noFill/>
                  </a:ln>
                  <a:solidFill>
                    <a:srgbClr val="000000"/>
                  </a:solidFill>
                  <a:effectLst/>
                  <a:uLnTx/>
                  <a:uFillTx/>
                  <a:latin typeface="Poppins"/>
                  <a:ea typeface="+mn-ea"/>
                  <a:cs typeface="+mn-cs"/>
                </a:rPr>
                <a:t>impact of external confounders </a:t>
              </a:r>
              <a:r>
                <a:rPr kumimoji="0" lang="en-US" sz="900" b="0" i="0" u="none" strike="noStrike" kern="1200" cap="none" spc="0" normalizeH="0" baseline="0" noProof="0">
                  <a:ln>
                    <a:noFill/>
                  </a:ln>
                  <a:solidFill>
                    <a:srgbClr val="000000"/>
                  </a:solidFill>
                  <a:effectLst/>
                  <a:uLnTx/>
                  <a:uFillTx/>
                  <a:latin typeface="Poppins"/>
                  <a:ea typeface="+mn-ea"/>
                  <a:cs typeface="+mn-cs"/>
                </a:rPr>
                <a:t>on the performance of </a:t>
              </a:r>
              <a:r>
                <a:rPr kumimoji="0" lang="en-US" sz="900" b="1" i="0" u="none" strike="noStrike" kern="1200" cap="none" spc="0" normalizeH="0" baseline="0" noProof="0">
                  <a:ln>
                    <a:noFill/>
                  </a:ln>
                  <a:solidFill>
                    <a:srgbClr val="000000"/>
                  </a:solidFill>
                  <a:effectLst/>
                  <a:uLnTx/>
                  <a:uFillTx/>
                  <a:latin typeface="Poppins"/>
                  <a:ea typeface="+mn-ea"/>
                  <a:cs typeface="+mn-cs"/>
                </a:rPr>
                <a:t>RN-305</a:t>
              </a:r>
            </a:p>
          </p:txBody>
        </p:sp>
      </p:grpSp>
      <p:sp>
        <p:nvSpPr>
          <p:cNvPr id="24" name="TextBox 23">
            <a:extLst>
              <a:ext uri="{FF2B5EF4-FFF2-40B4-BE49-F238E27FC236}">
                <a16:creationId xmlns:a16="http://schemas.microsoft.com/office/drawing/2014/main" id="{D26D299D-73DD-356C-B09E-9F704CBBBC28}"/>
              </a:ext>
            </a:extLst>
          </p:cNvPr>
          <p:cNvSpPr txBox="1"/>
          <p:nvPr/>
        </p:nvSpPr>
        <p:spPr>
          <a:xfrm>
            <a:off x="7423371" y="5397203"/>
            <a:ext cx="1868102"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lumMod val="60000"/>
                    <a:lumOff val="40000"/>
                  </a:srgbClr>
                </a:solidFill>
                <a:effectLst/>
                <a:uLnTx/>
                <a:uFillTx/>
                <a:latin typeface="Poppins"/>
                <a:ea typeface="+mn-ea"/>
                <a:cs typeface="+mn-cs"/>
              </a:rPr>
              <a:t>IIT on Intraperitoneal Administration</a:t>
            </a:r>
            <a:endParaRPr kumimoji="0" lang="en-US" sz="1000" b="1" i="0" u="none" strike="noStrike" kern="1200" cap="none" spc="0" normalizeH="0" baseline="0" noProof="0">
              <a:ln>
                <a:noFill/>
              </a:ln>
              <a:solidFill>
                <a:srgbClr val="283349">
                  <a:lumMod val="60000"/>
                  <a:lumOff val="40000"/>
                </a:srgbClr>
              </a:solidFill>
              <a:effectLst/>
              <a:uLnTx/>
              <a:uFillTx/>
              <a:latin typeface="Poppins"/>
              <a:ea typeface="+mn-ea"/>
              <a:cs typeface="+mn-cs"/>
            </a:endParaRPr>
          </a:p>
        </p:txBody>
      </p:sp>
      <p:sp>
        <p:nvSpPr>
          <p:cNvPr id="25" name="Oval 24">
            <a:extLst>
              <a:ext uri="{FF2B5EF4-FFF2-40B4-BE49-F238E27FC236}">
                <a16:creationId xmlns:a16="http://schemas.microsoft.com/office/drawing/2014/main" id="{074DA352-329C-703D-3DF5-28512C4256B5}"/>
              </a:ext>
            </a:extLst>
          </p:cNvPr>
          <p:cNvSpPr/>
          <p:nvPr/>
        </p:nvSpPr>
        <p:spPr>
          <a:xfrm>
            <a:off x="1346462" y="3053310"/>
            <a:ext cx="504000" cy="504000"/>
          </a:xfrm>
          <a:prstGeom prst="ellipse">
            <a:avLst/>
          </a:prstGeom>
          <a:solidFill>
            <a:schemeClr val="tx2">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FFFFFF"/>
                </a:solidFill>
                <a:effectLst/>
                <a:uLnTx/>
                <a:uFillTx/>
                <a:latin typeface="Poppins"/>
                <a:ea typeface="+mn-ea"/>
                <a:cs typeface="+mn-cs"/>
              </a:rPr>
              <a:t>Gap 10</a:t>
            </a:r>
          </a:p>
        </p:txBody>
      </p:sp>
      <p:sp>
        <p:nvSpPr>
          <p:cNvPr id="26" name="TextBox 25">
            <a:extLst>
              <a:ext uri="{FF2B5EF4-FFF2-40B4-BE49-F238E27FC236}">
                <a16:creationId xmlns:a16="http://schemas.microsoft.com/office/drawing/2014/main" id="{FA6CAB8F-8D0B-15B2-845E-938DA3E3D979}"/>
              </a:ext>
            </a:extLst>
          </p:cNvPr>
          <p:cNvSpPr txBox="1"/>
          <p:nvPr/>
        </p:nvSpPr>
        <p:spPr>
          <a:xfrm>
            <a:off x="1114439" y="3588088"/>
            <a:ext cx="954551"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lumMod val="60000"/>
                    <a:lumOff val="40000"/>
                  </a:srgbClr>
                </a:solidFill>
                <a:effectLst/>
                <a:uLnTx/>
                <a:uFillTx/>
                <a:latin typeface="Poppins"/>
                <a:ea typeface="+mn-ea"/>
                <a:cs typeface="+mn-cs"/>
              </a:rPr>
              <a:t>ITC at 10% cut-off </a:t>
            </a:r>
            <a:endParaRPr kumimoji="0" lang="en-US" sz="1000" b="1" i="0" u="none" strike="noStrike" kern="1200" cap="none" spc="0" normalizeH="0" baseline="0" noProof="0">
              <a:ln>
                <a:noFill/>
              </a:ln>
              <a:solidFill>
                <a:srgbClr val="283349">
                  <a:lumMod val="60000"/>
                  <a:lumOff val="40000"/>
                </a:srgbClr>
              </a:solidFill>
              <a:effectLst/>
              <a:uLnTx/>
              <a:uFillTx/>
              <a:latin typeface="Poppins"/>
              <a:ea typeface="+mn-ea"/>
              <a:cs typeface="+mn-cs"/>
            </a:endParaRPr>
          </a:p>
        </p:txBody>
      </p:sp>
      <p:sp>
        <p:nvSpPr>
          <p:cNvPr id="27" name="Oval 26">
            <a:extLst>
              <a:ext uri="{FF2B5EF4-FFF2-40B4-BE49-F238E27FC236}">
                <a16:creationId xmlns:a16="http://schemas.microsoft.com/office/drawing/2014/main" id="{FC957426-C2D4-79BE-E8BB-0E80A33FE524}"/>
              </a:ext>
            </a:extLst>
          </p:cNvPr>
          <p:cNvSpPr/>
          <p:nvPr/>
        </p:nvSpPr>
        <p:spPr>
          <a:xfrm>
            <a:off x="6338563" y="4623711"/>
            <a:ext cx="720000" cy="720000"/>
          </a:xfrm>
          <a:prstGeom prst="ellipse">
            <a:avLst/>
          </a:prstGeom>
          <a:solidFill>
            <a:schemeClr val="tx2">
              <a:lumMod val="40000"/>
              <a:lumOff val="60000"/>
            </a:schemeClr>
          </a:solidFill>
          <a:ln>
            <a:solidFill>
              <a:schemeClr val="tx2">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11</a:t>
            </a:r>
          </a:p>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(TBD)</a:t>
            </a:r>
          </a:p>
        </p:txBody>
      </p:sp>
      <p:sp>
        <p:nvSpPr>
          <p:cNvPr id="28" name="TextBox 27">
            <a:extLst>
              <a:ext uri="{FF2B5EF4-FFF2-40B4-BE49-F238E27FC236}">
                <a16:creationId xmlns:a16="http://schemas.microsoft.com/office/drawing/2014/main" id="{E227527A-B29B-9BB7-E250-A9CA8800FFDF}"/>
              </a:ext>
            </a:extLst>
          </p:cNvPr>
          <p:cNvSpPr txBox="1"/>
          <p:nvPr/>
        </p:nvSpPr>
        <p:spPr>
          <a:xfrm>
            <a:off x="6016885" y="5316955"/>
            <a:ext cx="1406485" cy="646331"/>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lumMod val="60000"/>
                    <a:lumOff val="40000"/>
                  </a:srgbClr>
                </a:solidFill>
                <a:effectLst/>
                <a:uLnTx/>
                <a:uFillTx/>
                <a:latin typeface="Poppins"/>
                <a:ea typeface="+mn-ea"/>
                <a:cs typeface="+mn-cs"/>
              </a:rPr>
              <a:t>RWE                          (tislelizumab vs. other IOs)</a:t>
            </a:r>
            <a:endParaRPr kumimoji="0" lang="en-US" sz="1000" b="1" i="0" u="none" strike="noStrike" kern="1200" cap="none" spc="0" normalizeH="0" baseline="0" noProof="0">
              <a:ln>
                <a:noFill/>
              </a:ln>
              <a:solidFill>
                <a:srgbClr val="283349">
                  <a:lumMod val="60000"/>
                  <a:lumOff val="40000"/>
                </a:srgbClr>
              </a:solidFill>
              <a:effectLst/>
              <a:uLnTx/>
              <a:uFillTx/>
              <a:latin typeface="Poppins"/>
              <a:ea typeface="+mn-ea"/>
              <a:cs typeface="+mn-cs"/>
            </a:endParaRPr>
          </a:p>
        </p:txBody>
      </p:sp>
      <p:sp>
        <p:nvSpPr>
          <p:cNvPr id="29" name="Oval 28">
            <a:extLst>
              <a:ext uri="{FF2B5EF4-FFF2-40B4-BE49-F238E27FC236}">
                <a16:creationId xmlns:a16="http://schemas.microsoft.com/office/drawing/2014/main" id="{27332072-A155-0722-F84C-483DE955BD85}"/>
              </a:ext>
            </a:extLst>
          </p:cNvPr>
          <p:cNvSpPr/>
          <p:nvPr/>
        </p:nvSpPr>
        <p:spPr>
          <a:xfrm>
            <a:off x="5129229" y="4623711"/>
            <a:ext cx="720000" cy="720000"/>
          </a:xfrm>
          <a:prstGeom prst="ellipse">
            <a:avLst/>
          </a:prstGeom>
          <a:solidFill>
            <a:schemeClr val="tx2">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12</a:t>
            </a:r>
          </a:p>
        </p:txBody>
      </p:sp>
      <p:sp>
        <p:nvSpPr>
          <p:cNvPr id="31" name="TextBox 30">
            <a:extLst>
              <a:ext uri="{FF2B5EF4-FFF2-40B4-BE49-F238E27FC236}">
                <a16:creationId xmlns:a16="http://schemas.microsoft.com/office/drawing/2014/main" id="{9FD48785-AC20-3332-04AC-81A205AD71EC}"/>
              </a:ext>
            </a:extLst>
          </p:cNvPr>
          <p:cNvSpPr txBox="1"/>
          <p:nvPr/>
        </p:nvSpPr>
        <p:spPr>
          <a:xfrm>
            <a:off x="4924617" y="5341001"/>
            <a:ext cx="1118088"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lumMod val="60000"/>
                    <a:lumOff val="40000"/>
                  </a:srgbClr>
                </a:solidFill>
                <a:effectLst/>
                <a:uLnTx/>
                <a:uFillTx/>
                <a:latin typeface="Poppins"/>
                <a:ea typeface="+mn-ea"/>
                <a:cs typeface="+mn-cs"/>
              </a:rPr>
              <a:t>Retrospective Analysis</a:t>
            </a:r>
            <a:endParaRPr kumimoji="0" lang="en-US" sz="1000" b="1" i="0" u="none" strike="noStrike" kern="1200" cap="none" spc="0" normalizeH="0" baseline="0" noProof="0">
              <a:ln>
                <a:noFill/>
              </a:ln>
              <a:solidFill>
                <a:srgbClr val="283349">
                  <a:lumMod val="60000"/>
                  <a:lumOff val="40000"/>
                </a:srgbClr>
              </a:solidFill>
              <a:effectLst/>
              <a:uLnTx/>
              <a:uFillTx/>
              <a:latin typeface="Poppins"/>
              <a:ea typeface="+mn-ea"/>
              <a:cs typeface="+mn-cs"/>
            </a:endParaRPr>
          </a:p>
        </p:txBody>
      </p:sp>
      <p:sp>
        <p:nvSpPr>
          <p:cNvPr id="35" name="Oval 34">
            <a:extLst>
              <a:ext uri="{FF2B5EF4-FFF2-40B4-BE49-F238E27FC236}">
                <a16:creationId xmlns:a16="http://schemas.microsoft.com/office/drawing/2014/main" id="{D4842539-91EA-6C65-C18B-572E9FAA0D93}"/>
              </a:ext>
            </a:extLst>
          </p:cNvPr>
          <p:cNvSpPr/>
          <p:nvPr/>
        </p:nvSpPr>
        <p:spPr>
          <a:xfrm>
            <a:off x="2315889" y="2950551"/>
            <a:ext cx="720000" cy="720000"/>
          </a:xfrm>
          <a:prstGeom prst="ellipse">
            <a:avLst/>
          </a:prstGeom>
          <a:solidFill>
            <a:schemeClr val="tx2">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9</a:t>
            </a:r>
          </a:p>
        </p:txBody>
      </p:sp>
      <p:sp>
        <p:nvSpPr>
          <p:cNvPr id="36" name="TextBox 35">
            <a:extLst>
              <a:ext uri="{FF2B5EF4-FFF2-40B4-BE49-F238E27FC236}">
                <a16:creationId xmlns:a16="http://schemas.microsoft.com/office/drawing/2014/main" id="{BD583BE2-904B-33F9-2A1F-365869E19F74}"/>
              </a:ext>
            </a:extLst>
          </p:cNvPr>
          <p:cNvSpPr txBox="1"/>
          <p:nvPr/>
        </p:nvSpPr>
        <p:spPr>
          <a:xfrm>
            <a:off x="2050130" y="3607096"/>
            <a:ext cx="954551"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lumMod val="60000"/>
                    <a:lumOff val="40000"/>
                  </a:srgbClr>
                </a:solidFill>
                <a:effectLst/>
                <a:uLnTx/>
                <a:uFillTx/>
                <a:latin typeface="Poppins"/>
                <a:ea typeface="+mn-ea"/>
                <a:cs typeface="+mn-cs"/>
              </a:rPr>
              <a:t>Post-hoc of RN-305</a:t>
            </a:r>
            <a:endParaRPr kumimoji="0" lang="en-US" sz="1000" b="1" i="0" u="none" strike="noStrike" kern="1200" cap="none" spc="0" normalizeH="0" baseline="0" noProof="0">
              <a:ln>
                <a:noFill/>
              </a:ln>
              <a:solidFill>
                <a:srgbClr val="283349">
                  <a:lumMod val="60000"/>
                  <a:lumOff val="40000"/>
                </a:srgbClr>
              </a:solidFill>
              <a:effectLst/>
              <a:uLnTx/>
              <a:uFillTx/>
              <a:latin typeface="Poppins"/>
              <a:ea typeface="+mn-ea"/>
              <a:cs typeface="+mn-cs"/>
            </a:endParaRPr>
          </a:p>
        </p:txBody>
      </p:sp>
      <p:sp>
        <p:nvSpPr>
          <p:cNvPr id="38" name="TextBox 37">
            <a:extLst>
              <a:ext uri="{FF2B5EF4-FFF2-40B4-BE49-F238E27FC236}">
                <a16:creationId xmlns:a16="http://schemas.microsoft.com/office/drawing/2014/main" id="{C1D2542F-BFAA-5C76-91C5-4B24A4A5E9D3}"/>
              </a:ext>
            </a:extLst>
          </p:cNvPr>
          <p:cNvSpPr txBox="1"/>
          <p:nvPr/>
        </p:nvSpPr>
        <p:spPr>
          <a:xfrm>
            <a:off x="8563816" y="3687322"/>
            <a:ext cx="1158772"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F2445"/>
                </a:solidFill>
                <a:effectLst/>
                <a:uLnTx/>
                <a:uFillTx/>
                <a:latin typeface="Poppins"/>
                <a:ea typeface="+mn-ea"/>
                <a:cs typeface="+mn-cs"/>
              </a:rPr>
              <a:t>IIT (Prospective)</a:t>
            </a:r>
            <a:endParaRPr kumimoji="0" lang="en-US" sz="1000" b="1" i="0" u="none" strike="noStrike" kern="1200" cap="none" spc="0" normalizeH="0" baseline="0" noProof="0">
              <a:ln>
                <a:noFill/>
              </a:ln>
              <a:solidFill>
                <a:srgbClr val="0F2445"/>
              </a:solidFill>
              <a:effectLst/>
              <a:uLnTx/>
              <a:uFillTx/>
              <a:latin typeface="Poppins"/>
              <a:ea typeface="+mn-ea"/>
              <a:cs typeface="+mn-cs"/>
            </a:endParaRPr>
          </a:p>
        </p:txBody>
      </p:sp>
      <p:sp>
        <p:nvSpPr>
          <p:cNvPr id="39" name="Oval 38">
            <a:extLst>
              <a:ext uri="{FF2B5EF4-FFF2-40B4-BE49-F238E27FC236}">
                <a16:creationId xmlns:a16="http://schemas.microsoft.com/office/drawing/2014/main" id="{2532DFB4-1582-7822-1C16-1185247E63AE}"/>
              </a:ext>
            </a:extLst>
          </p:cNvPr>
          <p:cNvSpPr/>
          <p:nvPr/>
        </p:nvSpPr>
        <p:spPr>
          <a:xfrm>
            <a:off x="3934248" y="4623711"/>
            <a:ext cx="720000" cy="720000"/>
          </a:xfrm>
          <a:prstGeom prst="ellipse">
            <a:avLst/>
          </a:prstGeom>
          <a:solidFill>
            <a:schemeClr val="tx2">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13</a:t>
            </a:r>
          </a:p>
        </p:txBody>
      </p:sp>
      <p:sp>
        <p:nvSpPr>
          <p:cNvPr id="40" name="TextBox 39">
            <a:extLst>
              <a:ext uri="{FF2B5EF4-FFF2-40B4-BE49-F238E27FC236}">
                <a16:creationId xmlns:a16="http://schemas.microsoft.com/office/drawing/2014/main" id="{476D66AC-6924-2828-8073-004E7D74F533}"/>
              </a:ext>
            </a:extLst>
          </p:cNvPr>
          <p:cNvSpPr txBox="1"/>
          <p:nvPr/>
        </p:nvSpPr>
        <p:spPr>
          <a:xfrm>
            <a:off x="3735204" y="5341001"/>
            <a:ext cx="1118088"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lumMod val="60000"/>
                    <a:lumOff val="40000"/>
                  </a:srgbClr>
                </a:solidFill>
                <a:effectLst/>
                <a:uLnTx/>
                <a:uFillTx/>
                <a:latin typeface="Poppins"/>
                <a:ea typeface="+mn-ea"/>
                <a:cs typeface="+mn-cs"/>
              </a:rPr>
              <a:t>Retrospective Analysis</a:t>
            </a:r>
            <a:endParaRPr kumimoji="0" lang="en-US" sz="1000" b="1" i="0" u="none" strike="noStrike" kern="1200" cap="none" spc="0" normalizeH="0" baseline="0" noProof="0">
              <a:ln>
                <a:noFill/>
              </a:ln>
              <a:solidFill>
                <a:srgbClr val="283349">
                  <a:lumMod val="60000"/>
                  <a:lumOff val="40000"/>
                </a:srgbClr>
              </a:solidFill>
              <a:effectLst/>
              <a:uLnTx/>
              <a:uFillTx/>
              <a:latin typeface="Poppins"/>
              <a:ea typeface="+mn-ea"/>
              <a:cs typeface="+mn-cs"/>
            </a:endParaRPr>
          </a:p>
        </p:txBody>
      </p:sp>
      <p:grpSp>
        <p:nvGrpSpPr>
          <p:cNvPr id="5" name="Group 4">
            <a:extLst>
              <a:ext uri="{FF2B5EF4-FFF2-40B4-BE49-F238E27FC236}">
                <a16:creationId xmlns:a16="http://schemas.microsoft.com/office/drawing/2014/main" id="{9428D800-1C4D-725C-D64D-C36AF89CB48F}"/>
              </a:ext>
            </a:extLst>
          </p:cNvPr>
          <p:cNvGrpSpPr/>
          <p:nvPr/>
        </p:nvGrpSpPr>
        <p:grpSpPr>
          <a:xfrm>
            <a:off x="6514985" y="178027"/>
            <a:ext cx="5448125" cy="538609"/>
            <a:chOff x="9702263" y="10164"/>
            <a:chExt cx="5601684" cy="538609"/>
          </a:xfrm>
        </p:grpSpPr>
        <p:sp>
          <p:nvSpPr>
            <p:cNvPr id="6" name="TextBox 5">
              <a:extLst>
                <a:ext uri="{FF2B5EF4-FFF2-40B4-BE49-F238E27FC236}">
                  <a16:creationId xmlns:a16="http://schemas.microsoft.com/office/drawing/2014/main" id="{D7AEE1D9-94C6-DA3F-705A-A2E5ACE9FDBF}"/>
                </a:ext>
              </a:extLst>
            </p:cNvPr>
            <p:cNvSpPr txBox="1"/>
            <p:nvPr/>
          </p:nvSpPr>
          <p:spPr>
            <a:xfrm>
              <a:off x="9702263" y="10164"/>
              <a:ext cx="5601684"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Across GI (ESCC, GC/GEJ)                        ESCC                            GC/GEJ</a:t>
              </a:r>
            </a:p>
          </p:txBody>
        </p:sp>
        <p:sp>
          <p:nvSpPr>
            <p:cNvPr id="8" name="Rectangle 7">
              <a:extLst>
                <a:ext uri="{FF2B5EF4-FFF2-40B4-BE49-F238E27FC236}">
                  <a16:creationId xmlns:a16="http://schemas.microsoft.com/office/drawing/2014/main" id="{5F34CAFE-D159-3387-6492-387D1EBFB33C}"/>
                </a:ext>
              </a:extLst>
            </p:cNvPr>
            <p:cNvSpPr/>
            <p:nvPr/>
          </p:nvSpPr>
          <p:spPr>
            <a:xfrm>
              <a:off x="10093327" y="327569"/>
              <a:ext cx="127734" cy="103786"/>
            </a:xfrm>
            <a:prstGeom prst="rect">
              <a:avLst/>
            </a:prstGeom>
            <a:solidFill>
              <a:srgbClr val="0F2445"/>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1" name="Rectangle 10">
              <a:extLst>
                <a:ext uri="{FF2B5EF4-FFF2-40B4-BE49-F238E27FC236}">
                  <a16:creationId xmlns:a16="http://schemas.microsoft.com/office/drawing/2014/main" id="{2339D189-3C2A-6957-2ED9-4532AA006A1A}"/>
                </a:ext>
              </a:extLst>
            </p:cNvPr>
            <p:cNvSpPr/>
            <p:nvPr/>
          </p:nvSpPr>
          <p:spPr>
            <a:xfrm>
              <a:off x="12323779" y="327569"/>
              <a:ext cx="127734" cy="103786"/>
            </a:xfrm>
            <a:prstGeom prst="rect">
              <a:avLst/>
            </a:prstGeom>
            <a:solidFill>
              <a:srgbClr val="52191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1" name="Rectangle 20">
              <a:extLst>
                <a:ext uri="{FF2B5EF4-FFF2-40B4-BE49-F238E27FC236}">
                  <a16:creationId xmlns:a16="http://schemas.microsoft.com/office/drawing/2014/main" id="{883DCE5C-53D2-751E-6210-491DADFE2366}"/>
                </a:ext>
              </a:extLst>
            </p:cNvPr>
            <p:cNvSpPr/>
            <p:nvPr/>
          </p:nvSpPr>
          <p:spPr>
            <a:xfrm>
              <a:off x="13519580" y="327569"/>
              <a:ext cx="127734" cy="103786"/>
            </a:xfrm>
            <a:prstGeom prst="rect">
              <a:avLst/>
            </a:prstGeom>
            <a:solidFill>
              <a:srgbClr val="657CAB"/>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nvGrpSpPr>
          <p:cNvPr id="41" name="Group 40">
            <a:extLst>
              <a:ext uri="{FF2B5EF4-FFF2-40B4-BE49-F238E27FC236}">
                <a16:creationId xmlns:a16="http://schemas.microsoft.com/office/drawing/2014/main" id="{5D8F1CED-C847-D3C4-3A36-E52426857369}"/>
              </a:ext>
            </a:extLst>
          </p:cNvPr>
          <p:cNvGrpSpPr/>
          <p:nvPr/>
        </p:nvGrpSpPr>
        <p:grpSpPr>
          <a:xfrm>
            <a:off x="10736679" y="2745222"/>
            <a:ext cx="1356385" cy="3122814"/>
            <a:chOff x="10571579" y="2400134"/>
            <a:chExt cx="1356385" cy="3122814"/>
          </a:xfrm>
        </p:grpSpPr>
        <p:grpSp>
          <p:nvGrpSpPr>
            <p:cNvPr id="42" name="Group 41">
              <a:extLst>
                <a:ext uri="{FF2B5EF4-FFF2-40B4-BE49-F238E27FC236}">
                  <a16:creationId xmlns:a16="http://schemas.microsoft.com/office/drawing/2014/main" id="{DE4CFA23-3081-2E1A-DE70-3121BC5C53CF}"/>
                </a:ext>
              </a:extLst>
            </p:cNvPr>
            <p:cNvGrpSpPr/>
            <p:nvPr/>
          </p:nvGrpSpPr>
          <p:grpSpPr>
            <a:xfrm rot="16200000">
              <a:off x="9959710" y="3843977"/>
              <a:ext cx="2580130" cy="777811"/>
              <a:chOff x="8632694" y="1304898"/>
              <a:chExt cx="2580130" cy="777811"/>
            </a:xfrm>
          </p:grpSpPr>
          <p:sp>
            <p:nvSpPr>
              <p:cNvPr id="44" name="Oval 43">
                <a:extLst>
                  <a:ext uri="{FF2B5EF4-FFF2-40B4-BE49-F238E27FC236}">
                    <a16:creationId xmlns:a16="http://schemas.microsoft.com/office/drawing/2014/main" id="{09509253-A39D-22DF-9C4B-E9DE4C661CFD}"/>
                  </a:ext>
                </a:extLst>
              </p:cNvPr>
              <p:cNvSpPr/>
              <p:nvPr/>
            </p:nvSpPr>
            <p:spPr>
              <a:xfrm rot="5400000">
                <a:off x="8915026" y="1549803"/>
                <a:ext cx="288000" cy="288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45" name="TextBox 44">
                <a:extLst>
                  <a:ext uri="{FF2B5EF4-FFF2-40B4-BE49-F238E27FC236}">
                    <a16:creationId xmlns:a16="http://schemas.microsoft.com/office/drawing/2014/main" id="{C28CD5BC-5F20-45A8-4D88-271900388B54}"/>
                  </a:ext>
                </a:extLst>
              </p:cNvPr>
              <p:cNvSpPr txBox="1"/>
              <p:nvPr/>
            </p:nvSpPr>
            <p:spPr>
              <a:xfrm rot="5400000">
                <a:off x="8542538" y="1574764"/>
                <a:ext cx="418391" cy="23808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Low</a:t>
                </a:r>
              </a:p>
            </p:txBody>
          </p:sp>
          <p:sp>
            <p:nvSpPr>
              <p:cNvPr id="46" name="Oval 45">
                <a:extLst>
                  <a:ext uri="{FF2B5EF4-FFF2-40B4-BE49-F238E27FC236}">
                    <a16:creationId xmlns:a16="http://schemas.microsoft.com/office/drawing/2014/main" id="{51775661-9253-084D-7BED-DF31DF254CFA}"/>
                  </a:ext>
                </a:extLst>
              </p:cNvPr>
              <p:cNvSpPr/>
              <p:nvPr/>
            </p:nvSpPr>
            <p:spPr>
              <a:xfrm rot="5400000">
                <a:off x="9615118" y="1441804"/>
                <a:ext cx="504000" cy="504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47" name="TextBox 46">
                <a:extLst>
                  <a:ext uri="{FF2B5EF4-FFF2-40B4-BE49-F238E27FC236}">
                    <a16:creationId xmlns:a16="http://schemas.microsoft.com/office/drawing/2014/main" id="{7C1B5E09-D6CA-6887-F43B-2FB390BDA90A}"/>
                  </a:ext>
                </a:extLst>
              </p:cNvPr>
              <p:cNvSpPr txBox="1"/>
              <p:nvPr/>
            </p:nvSpPr>
            <p:spPr>
              <a:xfrm rot="5400000">
                <a:off x="9066853" y="1574764"/>
                <a:ext cx="777811" cy="23808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Medium</a:t>
                </a:r>
              </a:p>
            </p:txBody>
          </p:sp>
          <p:sp>
            <p:nvSpPr>
              <p:cNvPr id="53" name="Oval 52">
                <a:extLst>
                  <a:ext uri="{FF2B5EF4-FFF2-40B4-BE49-F238E27FC236}">
                    <a16:creationId xmlns:a16="http://schemas.microsoft.com/office/drawing/2014/main" id="{B53B2F38-378B-2E26-445E-543D1B47AAEB}"/>
                  </a:ext>
                </a:extLst>
              </p:cNvPr>
              <p:cNvSpPr/>
              <p:nvPr/>
            </p:nvSpPr>
            <p:spPr>
              <a:xfrm rot="5400000">
                <a:off x="10492824" y="1333804"/>
                <a:ext cx="720000" cy="72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54" name="TextBox 53">
                <a:extLst>
                  <a:ext uri="{FF2B5EF4-FFF2-40B4-BE49-F238E27FC236}">
                    <a16:creationId xmlns:a16="http://schemas.microsoft.com/office/drawing/2014/main" id="{2F0038B7-D03F-6D3A-464B-3F7A63A830B7}"/>
                  </a:ext>
                </a:extLst>
              </p:cNvPr>
              <p:cNvSpPr txBox="1"/>
              <p:nvPr/>
            </p:nvSpPr>
            <p:spPr>
              <a:xfrm rot="5400000">
                <a:off x="10133975" y="1574764"/>
                <a:ext cx="418391" cy="23808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High</a:t>
                </a:r>
              </a:p>
            </p:txBody>
          </p:sp>
        </p:grpSp>
        <p:sp>
          <p:nvSpPr>
            <p:cNvPr id="43" name="TextBox 42">
              <a:extLst>
                <a:ext uri="{FF2B5EF4-FFF2-40B4-BE49-F238E27FC236}">
                  <a16:creationId xmlns:a16="http://schemas.microsoft.com/office/drawing/2014/main" id="{05EF8D4E-EB6A-8271-4F82-272EF564A5D6}"/>
                </a:ext>
              </a:extLst>
            </p:cNvPr>
            <p:cNvSpPr txBox="1"/>
            <p:nvPr/>
          </p:nvSpPr>
          <p:spPr>
            <a:xfrm>
              <a:off x="10571579" y="2400134"/>
              <a:ext cx="1356385" cy="418299"/>
            </a:xfrm>
            <a:prstGeom prst="rect">
              <a:avLst/>
            </a:prstGeom>
            <a:noFill/>
          </p:spPr>
          <p:txBody>
            <a:bodyPr wrap="squar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Relative Investment Required to Execute Tactic</a:t>
              </a:r>
            </a:p>
          </p:txBody>
        </p:sp>
      </p:grpSp>
      <p:sp>
        <p:nvSpPr>
          <p:cNvPr id="48" name="Footer Placeholder 3">
            <a:extLst>
              <a:ext uri="{FF2B5EF4-FFF2-40B4-BE49-F238E27FC236}">
                <a16:creationId xmlns:a16="http://schemas.microsoft.com/office/drawing/2014/main" id="{628AC6DB-56BE-4018-AC10-250F940118A1}"/>
              </a:ext>
            </a:extLst>
          </p:cNvPr>
          <p:cNvSpPr>
            <a:spLocks noGrp="1"/>
          </p:cNvSpPr>
          <p:nvPr>
            <p:ph type="ftr" sz="quarter" idx="10"/>
          </p:nvPr>
        </p:nvSpPr>
        <p:spPr>
          <a:xfrm>
            <a:off x="358337" y="6464619"/>
            <a:ext cx="9177502" cy="365760"/>
          </a:xfrm>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a:p>
            <a:pPr marL="0" marR="0" lvl="0" indent="0" algn="l" defTabSz="457200" rtl="0" eaLnBrk="1" fontAlgn="auto" latinLnBrk="0" hangingPunct="1">
              <a:lnSpc>
                <a:spcPct val="90000"/>
              </a:lnSpc>
              <a:spcBef>
                <a:spcPts val="300"/>
              </a:spcBef>
              <a:spcAft>
                <a:spcPts val="0"/>
              </a:spcAft>
              <a:buClrTx/>
              <a:buSzTx/>
              <a:buFontTx/>
              <a:buNone/>
              <a:tabLst/>
              <a:defRPr/>
            </a:pP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a:p>
            <a:pPr lvl="0">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1. </a:t>
            </a:r>
            <a:r>
              <a:rPr lang="en-GB">
                <a:solidFill>
                  <a:srgbClr val="000000">
                    <a:lumMod val="65000"/>
                    <a:lumOff val="35000"/>
                  </a:srgbClr>
                </a:solidFill>
              </a:rPr>
              <a:t>Potential area of interest (AOI) is an IIT study investigating the ability of tislelizumab to prevent/delay peritoneal metastases (feasibility ongoing for a current proposal in Korea)</a:t>
            </a: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Abbreviations: ADC: Antibody Drug Conjugate;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ESCC: Esophageal Squamous Cell Carcinoma; GC: Gastric Cancer; GEJ: Gastroesophageal Junction; GI: Gastro-intestinal; IIT: Investigator Initiated Trial; IO: Immuno-Oncology; PD-1: Programmed Cell Death (Ligand) 1; RWE: Real-World Evidence; TAP: Tumor Antigen Positivity; Q2W: Twice weekly; OS2: Overall Survival 2</a:t>
            </a:r>
          </a:p>
        </p:txBody>
      </p:sp>
      <p:sp>
        <p:nvSpPr>
          <p:cNvPr id="55" name="Footer Placeholder 3">
            <a:extLst>
              <a:ext uri="{FF2B5EF4-FFF2-40B4-BE49-F238E27FC236}">
                <a16:creationId xmlns:a16="http://schemas.microsoft.com/office/drawing/2014/main" id="{ED1F9694-864C-7F30-8002-280698205C8C}"/>
              </a:ext>
            </a:extLst>
          </p:cNvPr>
          <p:cNvSpPr txBox="1">
            <a:spLocks/>
          </p:cNvSpPr>
          <p:nvPr/>
        </p:nvSpPr>
        <p:spPr>
          <a:xfrm>
            <a:off x="10939996" y="348168"/>
            <a:ext cx="1070235" cy="243085"/>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a:p>
            <a:pPr marL="0" marR="0" lvl="0" indent="0" algn="l" defTabSz="457200" rtl="0" eaLnBrk="1" fontAlgn="auto" latinLnBrk="0" hangingPunct="1">
              <a:lnSpc>
                <a:spcPct val="90000"/>
              </a:lnSpc>
              <a:spcBef>
                <a:spcPts val="300"/>
              </a:spcBef>
              <a:spcAft>
                <a:spcPts val="0"/>
              </a:spcAft>
              <a:buClrTx/>
              <a:buSzTx/>
              <a:buFontTx/>
              <a:buNone/>
              <a:tabLst/>
              <a:defRPr/>
            </a:pP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Grey Text: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Gaps Pending US Input</a:t>
            </a:r>
          </a:p>
        </p:txBody>
      </p:sp>
      <p:grpSp>
        <p:nvGrpSpPr>
          <p:cNvPr id="4" name="Group 3">
            <a:extLst>
              <a:ext uri="{FF2B5EF4-FFF2-40B4-BE49-F238E27FC236}">
                <a16:creationId xmlns:a16="http://schemas.microsoft.com/office/drawing/2014/main" id="{B4417998-8029-8E8D-2414-03FCDC6315FF}"/>
              </a:ext>
            </a:extLst>
          </p:cNvPr>
          <p:cNvGrpSpPr/>
          <p:nvPr/>
        </p:nvGrpSpPr>
        <p:grpSpPr>
          <a:xfrm>
            <a:off x="-9525" y="-7584"/>
            <a:ext cx="11729065" cy="180000"/>
            <a:chOff x="-9525" y="-7584"/>
            <a:chExt cx="11729065" cy="180000"/>
          </a:xfrm>
        </p:grpSpPr>
        <p:sp>
          <p:nvSpPr>
            <p:cNvPr id="50" name="Rectangle 49">
              <a:extLst>
                <a:ext uri="{FF2B5EF4-FFF2-40B4-BE49-F238E27FC236}">
                  <a16:creationId xmlns:a16="http://schemas.microsoft.com/office/drawing/2014/main" id="{3461146A-926C-9659-8C12-1EFBAE93D87C}"/>
                </a:ext>
              </a:extLst>
            </p:cNvPr>
            <p:cNvSpPr/>
            <p:nvPr/>
          </p:nvSpPr>
          <p:spPr>
            <a:xfrm>
              <a:off x="-9525" y="-7584"/>
              <a:ext cx="1584000" cy="180000"/>
            </a:xfrm>
            <a:prstGeom prst="rect">
              <a:avLst/>
            </a:prstGeom>
            <a:solidFill>
              <a:srgbClr val="0F244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Upper GI</a:t>
              </a:r>
            </a:p>
          </p:txBody>
        </p:sp>
        <p:sp>
          <p:nvSpPr>
            <p:cNvPr id="51" name="Arrow: Pentagon 50">
              <a:extLst>
                <a:ext uri="{FF2B5EF4-FFF2-40B4-BE49-F238E27FC236}">
                  <a16:creationId xmlns:a16="http://schemas.microsoft.com/office/drawing/2014/main" id="{89F073EF-D2E2-4D29-B8C6-42F050117AAF}"/>
                </a:ext>
              </a:extLst>
            </p:cNvPr>
            <p:cNvSpPr/>
            <p:nvPr/>
          </p:nvSpPr>
          <p:spPr>
            <a:xfrm>
              <a:off x="1584635"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Priority Gaps and Tactics Overview</a:t>
              </a:r>
            </a:p>
          </p:txBody>
        </p:sp>
        <p:sp>
          <p:nvSpPr>
            <p:cNvPr id="52" name="Arrow: Chevron 51">
              <a:extLst>
                <a:ext uri="{FF2B5EF4-FFF2-40B4-BE49-F238E27FC236}">
                  <a16:creationId xmlns:a16="http://schemas.microsoft.com/office/drawing/2014/main" id="{3DE768EA-0893-1EAF-4EBD-1E45E7033B45}"/>
                </a:ext>
              </a:extLst>
            </p:cNvPr>
            <p:cNvSpPr/>
            <p:nvPr/>
          </p:nvSpPr>
          <p:spPr>
            <a:xfrm>
              <a:off x="4091466"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Evidence Gaps Deep Dive</a:t>
              </a:r>
            </a:p>
          </p:txBody>
        </p:sp>
        <p:sp>
          <p:nvSpPr>
            <p:cNvPr id="56" name="Arrow: Chevron 55">
              <a:extLst>
                <a:ext uri="{FF2B5EF4-FFF2-40B4-BE49-F238E27FC236}">
                  <a16:creationId xmlns:a16="http://schemas.microsoft.com/office/drawing/2014/main" id="{FD137D60-D4B1-EC7F-3A6F-FC68BD2B73A7}"/>
                </a:ext>
              </a:extLst>
            </p:cNvPr>
            <p:cNvSpPr/>
            <p:nvPr/>
          </p:nvSpPr>
          <p:spPr>
            <a:xfrm>
              <a:off x="6608457"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Tactics Deep Dive</a:t>
              </a:r>
            </a:p>
          </p:txBody>
        </p:sp>
        <p:sp>
          <p:nvSpPr>
            <p:cNvPr id="57" name="Arrow: Chevron 56">
              <a:extLst>
                <a:ext uri="{FF2B5EF4-FFF2-40B4-BE49-F238E27FC236}">
                  <a16:creationId xmlns:a16="http://schemas.microsoft.com/office/drawing/2014/main" id="{37DCCD9E-9A83-02FB-E9DF-4BFD4FBC33C7}"/>
                </a:ext>
              </a:extLst>
            </p:cNvPr>
            <p:cNvSpPr/>
            <p:nvPr/>
          </p:nvSpPr>
          <p:spPr>
            <a:xfrm>
              <a:off x="9127540" y="-7584"/>
              <a:ext cx="2592000"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Implementation Roadmap</a:t>
              </a:r>
            </a:p>
          </p:txBody>
        </p:sp>
      </p:grpSp>
      <p:sp>
        <p:nvSpPr>
          <p:cNvPr id="18" name="Oval 17">
            <a:extLst>
              <a:ext uri="{FF2B5EF4-FFF2-40B4-BE49-F238E27FC236}">
                <a16:creationId xmlns:a16="http://schemas.microsoft.com/office/drawing/2014/main" id="{3C4B76FF-5AC1-30D6-5FDF-012C2679229C}"/>
              </a:ext>
            </a:extLst>
          </p:cNvPr>
          <p:cNvSpPr/>
          <p:nvPr/>
        </p:nvSpPr>
        <p:spPr>
          <a:xfrm>
            <a:off x="6767442" y="2853888"/>
            <a:ext cx="900000" cy="900000"/>
          </a:xfrm>
          <a:prstGeom prst="ellipse">
            <a:avLst/>
          </a:prstGeom>
          <a:solidFill>
            <a:schemeClr val="tx2">
              <a:lumMod val="40000"/>
              <a:lumOff val="60000"/>
            </a:schemeClr>
          </a:solidFill>
          <a:ln>
            <a:solidFill>
              <a:schemeClr val="tx2">
                <a:lumMod val="20000"/>
                <a:lumOff val="80000"/>
              </a:schemeClr>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algn="ctr">
              <a:spcAft>
                <a:spcPts val="600"/>
              </a:spcAft>
            </a:pPr>
            <a:r>
              <a:rPr lang="en-US" sz="1000" b="1">
                <a:solidFill>
                  <a:srgbClr val="FFFFFF"/>
                </a:solidFill>
                <a:latin typeface="Poppins"/>
              </a:rPr>
              <a:t>Gap 7</a:t>
            </a:r>
          </a:p>
          <a:p>
            <a:pPr algn="ctr">
              <a:spcAft>
                <a:spcPts val="600"/>
              </a:spcAft>
            </a:pPr>
            <a:r>
              <a:rPr lang="en-US" sz="1000" b="1">
                <a:solidFill>
                  <a:srgbClr val="FFFFFF"/>
                </a:solidFill>
                <a:latin typeface="Poppins"/>
              </a:rPr>
              <a:t>(TBD)</a:t>
            </a:r>
          </a:p>
        </p:txBody>
      </p:sp>
      <p:sp>
        <p:nvSpPr>
          <p:cNvPr id="19" name="TextBox 18">
            <a:extLst>
              <a:ext uri="{FF2B5EF4-FFF2-40B4-BE49-F238E27FC236}">
                <a16:creationId xmlns:a16="http://schemas.microsoft.com/office/drawing/2014/main" id="{4433F0A6-D6AA-0457-FC00-FFF6F38F0929}"/>
              </a:ext>
            </a:extLst>
          </p:cNvPr>
          <p:cNvSpPr txBox="1"/>
          <p:nvPr/>
        </p:nvSpPr>
        <p:spPr>
          <a:xfrm>
            <a:off x="6527462" y="3753454"/>
            <a:ext cx="1379960"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lumMod val="60000"/>
                    <a:lumOff val="40000"/>
                  </a:srgbClr>
                </a:solidFill>
                <a:effectLst/>
                <a:uLnTx/>
                <a:uFillTx/>
                <a:latin typeface="Poppins"/>
                <a:ea typeface="+mn-ea"/>
                <a:cs typeface="+mn-cs"/>
              </a:rPr>
              <a:t>IIT on tislelizumab + SOX</a:t>
            </a:r>
            <a:endParaRPr kumimoji="0" lang="en-US" sz="1000" b="1" i="0" u="none" strike="noStrike" kern="1200" cap="none" spc="0" normalizeH="0" baseline="0" noProof="0">
              <a:ln>
                <a:noFill/>
              </a:ln>
              <a:solidFill>
                <a:srgbClr val="283349">
                  <a:lumMod val="60000"/>
                  <a:lumOff val="40000"/>
                </a:srgbClr>
              </a:solidFill>
              <a:effectLst/>
              <a:uLnTx/>
              <a:uFillTx/>
              <a:latin typeface="Poppins"/>
              <a:ea typeface="+mn-ea"/>
              <a:cs typeface="+mn-cs"/>
            </a:endParaRPr>
          </a:p>
        </p:txBody>
      </p:sp>
      <p:sp>
        <p:nvSpPr>
          <p:cNvPr id="16" name="Oval 15">
            <a:extLst>
              <a:ext uri="{FF2B5EF4-FFF2-40B4-BE49-F238E27FC236}">
                <a16:creationId xmlns:a16="http://schemas.microsoft.com/office/drawing/2014/main" id="{8C273EDC-ABB2-FDF5-EDB3-41BDB2A1B0F3}"/>
              </a:ext>
            </a:extLst>
          </p:cNvPr>
          <p:cNvSpPr/>
          <p:nvPr/>
        </p:nvSpPr>
        <p:spPr>
          <a:xfrm>
            <a:off x="5653715" y="2950551"/>
            <a:ext cx="720000" cy="720000"/>
          </a:xfrm>
          <a:prstGeom prst="ellipse">
            <a:avLst/>
          </a:prstGeom>
          <a:solidFill>
            <a:schemeClr val="accent2"/>
          </a:solidFill>
          <a:ln>
            <a:solidFill>
              <a:schemeClr val="bg2"/>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Poppins"/>
                <a:ea typeface="+mn-ea"/>
                <a:cs typeface="+mn-cs"/>
              </a:rPr>
              <a:t>Gap 3</a:t>
            </a:r>
          </a:p>
          <a:p>
            <a:pPr marL="0" marR="0" lvl="0" indent="0" algn="ctr" defTabSz="457200" rtl="0" eaLnBrk="1" fontAlgn="auto" latinLnBrk="0" hangingPunct="1">
              <a:lnSpc>
                <a:spcPct val="100000"/>
              </a:lnSpc>
              <a:spcBef>
                <a:spcPts val="0"/>
              </a:spcBef>
              <a:spcAft>
                <a:spcPts val="600"/>
              </a:spcAft>
              <a:buClrTx/>
              <a:buSzTx/>
              <a:buFontTx/>
              <a:buNone/>
              <a:tabLst/>
              <a:defRPr/>
            </a:pPr>
            <a:r>
              <a:rPr lang="en-US" sz="1050" b="1">
                <a:solidFill>
                  <a:srgbClr val="FFFFFF"/>
                </a:solidFill>
                <a:latin typeface="Poppins"/>
              </a:rPr>
              <a:t>(TBD)</a:t>
            </a:r>
            <a:endParaRPr kumimoji="0" lang="en-US" sz="1050" b="1" i="0" u="none" strike="noStrike" kern="1200" cap="none" spc="0" normalizeH="0" baseline="0" noProof="0">
              <a:ln>
                <a:noFill/>
              </a:ln>
              <a:solidFill>
                <a:srgbClr val="FFFFFF"/>
              </a:solidFill>
              <a:effectLst/>
              <a:uLnTx/>
              <a:uFillTx/>
              <a:latin typeface="Poppins"/>
              <a:ea typeface="+mn-ea"/>
              <a:cs typeface="+mn-cs"/>
            </a:endParaRPr>
          </a:p>
        </p:txBody>
      </p:sp>
      <p:sp>
        <p:nvSpPr>
          <p:cNvPr id="23" name="TextBox 22">
            <a:extLst>
              <a:ext uri="{FF2B5EF4-FFF2-40B4-BE49-F238E27FC236}">
                <a16:creationId xmlns:a16="http://schemas.microsoft.com/office/drawing/2014/main" id="{B0D77661-C95E-D378-EC70-8B5971812DB2}"/>
              </a:ext>
            </a:extLst>
          </p:cNvPr>
          <p:cNvSpPr txBox="1"/>
          <p:nvPr/>
        </p:nvSpPr>
        <p:spPr>
          <a:xfrm>
            <a:off x="5394960" y="3636076"/>
            <a:ext cx="1237510"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chemeClr val="accent2"/>
                </a:solidFill>
                <a:effectLst/>
                <a:uLnTx/>
                <a:uFillTx/>
                <a:latin typeface="Poppins"/>
                <a:ea typeface="+mn-ea"/>
                <a:cs typeface="+mn-cs"/>
              </a:rPr>
              <a:t>Post-</a:t>
            </a:r>
            <a:r>
              <a:rPr kumimoji="0" lang="en-GB" sz="1000" b="1" i="0" u="none" strike="noStrike" kern="1200" cap="none" spc="0" normalizeH="0" baseline="0" noProof="0" err="1">
                <a:ln>
                  <a:noFill/>
                </a:ln>
                <a:solidFill>
                  <a:schemeClr val="accent2"/>
                </a:solidFill>
                <a:effectLst/>
                <a:uLnTx/>
                <a:uFillTx/>
                <a:latin typeface="Poppins"/>
                <a:ea typeface="+mn-ea"/>
                <a:cs typeface="+mn-cs"/>
              </a:rPr>
              <a:t>ho</a:t>
            </a:r>
            <a:r>
              <a:rPr lang="en-GB" sz="1000" b="1">
                <a:solidFill>
                  <a:schemeClr val="accent2"/>
                </a:solidFill>
                <a:latin typeface="Poppins"/>
              </a:rPr>
              <a:t>c of RN-305 &amp; RN-06</a:t>
            </a:r>
            <a:endParaRPr kumimoji="0" lang="en-US" sz="1000" b="1" i="0" u="none" strike="noStrike" kern="1200" cap="none" spc="0" normalizeH="0" baseline="0" noProof="0">
              <a:ln>
                <a:noFill/>
              </a:ln>
              <a:solidFill>
                <a:schemeClr val="accent2"/>
              </a:solidFill>
              <a:effectLst/>
              <a:uLnTx/>
              <a:uFillTx/>
              <a:latin typeface="Poppins"/>
              <a:ea typeface="+mn-ea"/>
              <a:cs typeface="+mn-cs"/>
            </a:endParaRPr>
          </a:p>
        </p:txBody>
      </p:sp>
      <p:sp>
        <p:nvSpPr>
          <p:cNvPr id="58" name="Oval 57">
            <a:extLst>
              <a:ext uri="{FF2B5EF4-FFF2-40B4-BE49-F238E27FC236}">
                <a16:creationId xmlns:a16="http://schemas.microsoft.com/office/drawing/2014/main" id="{8BD027C7-9791-A7B2-6358-165F4A4BECFE}"/>
              </a:ext>
            </a:extLst>
          </p:cNvPr>
          <p:cNvSpPr/>
          <p:nvPr/>
        </p:nvSpPr>
        <p:spPr>
          <a:xfrm>
            <a:off x="4438958" y="2852424"/>
            <a:ext cx="900000" cy="900000"/>
          </a:xfrm>
          <a:prstGeom prst="ellipse">
            <a:avLst/>
          </a:prstGeom>
          <a:gradFill>
            <a:gsLst>
              <a:gs pos="47000">
                <a:schemeClr val="tx2">
                  <a:lumMod val="60000"/>
                  <a:lumOff val="40000"/>
                </a:schemeClr>
              </a:gs>
              <a:gs pos="58000">
                <a:schemeClr val="accent5">
                  <a:lumMod val="50000"/>
                </a:schemeClr>
              </a:gs>
            </a:gsLst>
            <a:lin ang="16200000" scaled="0"/>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Poppins"/>
                <a:ea typeface="+mn-ea"/>
                <a:cs typeface="+mn-cs"/>
              </a:rPr>
              <a:t>Gap </a:t>
            </a:r>
            <a:r>
              <a:rPr lang="en-US" sz="1050" b="1">
                <a:solidFill>
                  <a:srgbClr val="FFFFFF"/>
                </a:solidFill>
                <a:latin typeface="Poppins"/>
              </a:rPr>
              <a:t>4</a:t>
            </a:r>
          </a:p>
          <a:p>
            <a:pPr marL="0" marR="0" lvl="0" indent="0" algn="ctr" defTabSz="457200" rtl="0" eaLnBrk="1" fontAlgn="auto" latinLnBrk="0" hangingPunct="1">
              <a:lnSpc>
                <a:spcPct val="100000"/>
              </a:lnSpc>
              <a:spcBef>
                <a:spcPts val="0"/>
              </a:spcBef>
              <a:spcAft>
                <a:spcPts val="600"/>
              </a:spcAft>
              <a:buClrTx/>
              <a:buSzTx/>
              <a:buFontTx/>
              <a:buNone/>
              <a:tabLst/>
              <a:defRPr/>
            </a:pPr>
            <a:r>
              <a:rPr lang="en-US" sz="1050" b="1">
                <a:solidFill>
                  <a:srgbClr val="FFFFFF"/>
                </a:solidFill>
                <a:latin typeface="Poppins"/>
              </a:rPr>
              <a:t>&amp;</a:t>
            </a:r>
          </a:p>
          <a:p>
            <a:pPr marL="0" marR="0" lvl="0" indent="0" algn="ctr" defTabSz="457200" rtl="0" eaLnBrk="1" fontAlgn="auto" latinLnBrk="0" hangingPunct="1">
              <a:lnSpc>
                <a:spcPct val="100000"/>
              </a:lnSpc>
              <a:spcBef>
                <a:spcPts val="0"/>
              </a:spcBef>
              <a:spcAft>
                <a:spcPts val="600"/>
              </a:spcAft>
              <a:buClrTx/>
              <a:buSzTx/>
              <a:buFontTx/>
              <a:buNone/>
              <a:tabLst/>
              <a:defRPr/>
            </a:pPr>
            <a:r>
              <a:rPr lang="en-US" sz="1050" b="1">
                <a:solidFill>
                  <a:srgbClr val="FFFFFF"/>
                </a:solidFill>
                <a:latin typeface="Poppins"/>
              </a:rPr>
              <a:t>Gap 7</a:t>
            </a:r>
            <a:endParaRPr kumimoji="0" lang="en-US" sz="1050" b="1" i="0" u="none" strike="noStrike" kern="1200" cap="none" spc="0" normalizeH="0" baseline="0" noProof="0">
              <a:ln>
                <a:noFill/>
              </a:ln>
              <a:solidFill>
                <a:srgbClr val="FFFFFF"/>
              </a:solidFill>
              <a:effectLst/>
              <a:uLnTx/>
              <a:uFillTx/>
              <a:latin typeface="Poppins"/>
              <a:ea typeface="+mn-ea"/>
              <a:cs typeface="+mn-cs"/>
            </a:endParaRPr>
          </a:p>
        </p:txBody>
      </p:sp>
      <p:sp>
        <p:nvSpPr>
          <p:cNvPr id="21506" name="TextBox 21505">
            <a:extLst>
              <a:ext uri="{FF2B5EF4-FFF2-40B4-BE49-F238E27FC236}">
                <a16:creationId xmlns:a16="http://schemas.microsoft.com/office/drawing/2014/main" id="{651F6D5B-8C2F-42C1-C4CF-1AD4ABD73FDB}"/>
              </a:ext>
            </a:extLst>
          </p:cNvPr>
          <p:cNvSpPr txBox="1"/>
          <p:nvPr/>
        </p:nvSpPr>
        <p:spPr>
          <a:xfrm>
            <a:off x="4240433" y="3751990"/>
            <a:ext cx="1297051"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chemeClr val="tx2">
                    <a:lumMod val="60000"/>
                    <a:lumOff val="40000"/>
                  </a:schemeClr>
                </a:solidFill>
                <a:effectLst/>
                <a:uLnTx/>
                <a:uFillTx/>
                <a:latin typeface="Poppins"/>
                <a:ea typeface="+mn-ea"/>
                <a:cs typeface="+mn-cs"/>
              </a:rPr>
              <a:t>RN-216</a:t>
            </a:r>
            <a:endParaRPr kumimoji="0" lang="en-US" sz="1000" b="1" i="0" u="none" strike="noStrike" kern="1200" cap="none" spc="0" normalizeH="0" baseline="0" noProof="0">
              <a:ln>
                <a:noFill/>
              </a:ln>
              <a:solidFill>
                <a:schemeClr val="tx2">
                  <a:lumMod val="60000"/>
                  <a:lumOff val="40000"/>
                </a:schemeClr>
              </a:solidFill>
              <a:effectLst/>
              <a:uLnTx/>
              <a:uFillTx/>
              <a:latin typeface="Poppins"/>
              <a:ea typeface="+mn-ea"/>
              <a:cs typeface="+mn-cs"/>
            </a:endParaRPr>
          </a:p>
        </p:txBody>
      </p:sp>
      <p:sp>
        <p:nvSpPr>
          <p:cNvPr id="21509" name="Oval 21508">
            <a:extLst>
              <a:ext uri="{FF2B5EF4-FFF2-40B4-BE49-F238E27FC236}">
                <a16:creationId xmlns:a16="http://schemas.microsoft.com/office/drawing/2014/main" id="{439B5DA1-D56E-D808-2DDD-AB3206F656B5}"/>
              </a:ext>
            </a:extLst>
          </p:cNvPr>
          <p:cNvSpPr/>
          <p:nvPr/>
        </p:nvSpPr>
        <p:spPr>
          <a:xfrm>
            <a:off x="2970996" y="2942424"/>
            <a:ext cx="720000" cy="720000"/>
          </a:xfrm>
          <a:prstGeom prst="ellipse">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a:t>
            </a:r>
            <a:r>
              <a:rPr lang="en-US" sz="1000" b="1">
                <a:solidFill>
                  <a:srgbClr val="FFFFFF"/>
                </a:solidFill>
                <a:latin typeface="Poppins"/>
              </a:rPr>
              <a:t>2</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10" name="TextBox 21509">
            <a:extLst>
              <a:ext uri="{FF2B5EF4-FFF2-40B4-BE49-F238E27FC236}">
                <a16:creationId xmlns:a16="http://schemas.microsoft.com/office/drawing/2014/main" id="{A208E18B-1056-2219-02DD-5D0FB2E0C9DA}"/>
              </a:ext>
            </a:extLst>
          </p:cNvPr>
          <p:cNvSpPr txBox="1"/>
          <p:nvPr/>
        </p:nvSpPr>
        <p:spPr>
          <a:xfrm>
            <a:off x="2969062" y="3607096"/>
            <a:ext cx="954551"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chemeClr val="accent2"/>
                </a:solidFill>
                <a:effectLst/>
                <a:uLnTx/>
                <a:uFillTx/>
                <a:latin typeface="Poppins"/>
                <a:ea typeface="+mn-ea"/>
                <a:cs typeface="+mn-cs"/>
              </a:rPr>
              <a:t>Post-hoc of ASKB589</a:t>
            </a:r>
            <a:endParaRPr kumimoji="0" lang="en-US" sz="1000" b="1" i="0" u="none" strike="noStrike" kern="1200" cap="none" spc="0" normalizeH="0" baseline="0" noProof="0">
              <a:ln>
                <a:noFill/>
              </a:ln>
              <a:solidFill>
                <a:schemeClr val="accent2"/>
              </a:solidFill>
              <a:effectLst/>
              <a:uLnTx/>
              <a:uFillTx/>
              <a:latin typeface="Poppins"/>
              <a:ea typeface="+mn-ea"/>
              <a:cs typeface="+mn-cs"/>
            </a:endParaRPr>
          </a:p>
        </p:txBody>
      </p:sp>
      <p:sp>
        <p:nvSpPr>
          <p:cNvPr id="20" name="Oval 19">
            <a:extLst>
              <a:ext uri="{FF2B5EF4-FFF2-40B4-BE49-F238E27FC236}">
                <a16:creationId xmlns:a16="http://schemas.microsoft.com/office/drawing/2014/main" id="{517989EF-ED9C-DA61-3139-0CDFCFEF7D76}"/>
              </a:ext>
            </a:extLst>
          </p:cNvPr>
          <p:cNvSpPr/>
          <p:nvPr/>
        </p:nvSpPr>
        <p:spPr>
          <a:xfrm>
            <a:off x="9575586" y="2876453"/>
            <a:ext cx="900000" cy="900000"/>
          </a:xfrm>
          <a:prstGeom prst="ellipse">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Poppins"/>
                <a:ea typeface="+mn-ea"/>
                <a:cs typeface="+mn-cs"/>
              </a:rPr>
              <a:t>Gap 5</a:t>
            </a:r>
          </a:p>
        </p:txBody>
      </p:sp>
      <p:sp>
        <p:nvSpPr>
          <p:cNvPr id="21514" name="TextBox 21513">
            <a:extLst>
              <a:ext uri="{FF2B5EF4-FFF2-40B4-BE49-F238E27FC236}">
                <a16:creationId xmlns:a16="http://schemas.microsoft.com/office/drawing/2014/main" id="{DA7DF835-657A-D3F0-5392-CDF769BA8421}"/>
              </a:ext>
            </a:extLst>
          </p:cNvPr>
          <p:cNvSpPr txBox="1"/>
          <p:nvPr/>
        </p:nvSpPr>
        <p:spPr>
          <a:xfrm>
            <a:off x="9535839" y="3733783"/>
            <a:ext cx="1035295"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chemeClr val="accent5">
                    <a:lumMod val="50000"/>
                  </a:schemeClr>
                </a:solidFill>
                <a:effectLst/>
                <a:uLnTx/>
                <a:uFillTx/>
                <a:latin typeface="Poppins"/>
                <a:ea typeface="+mn-ea"/>
                <a:cs typeface="+mn-cs"/>
              </a:rPr>
              <a:t>IIT</a:t>
            </a:r>
            <a:r>
              <a:rPr lang="en-GB" sz="1000" b="1">
                <a:solidFill>
                  <a:schemeClr val="accent5">
                    <a:lumMod val="50000"/>
                  </a:schemeClr>
                </a:solidFill>
                <a:latin typeface="Poppins"/>
              </a:rPr>
              <a:t> on Organ Preservation</a:t>
            </a:r>
            <a:endParaRPr kumimoji="0" lang="en-GB" sz="1000" b="1" i="0" u="none" strike="noStrike" kern="1200" cap="none" spc="0" normalizeH="0" baseline="0" noProof="0">
              <a:ln>
                <a:noFill/>
              </a:ln>
              <a:solidFill>
                <a:schemeClr val="accent5">
                  <a:lumMod val="50000"/>
                </a:schemeClr>
              </a:solidFill>
              <a:effectLst/>
              <a:uLnTx/>
              <a:uFillTx/>
              <a:latin typeface="Poppins"/>
              <a:ea typeface="+mn-ea"/>
              <a:cs typeface="+mn-cs"/>
            </a:endParaRPr>
          </a:p>
        </p:txBody>
      </p:sp>
      <p:sp>
        <p:nvSpPr>
          <p:cNvPr id="37" name="Oval 36">
            <a:extLst>
              <a:ext uri="{FF2B5EF4-FFF2-40B4-BE49-F238E27FC236}">
                <a16:creationId xmlns:a16="http://schemas.microsoft.com/office/drawing/2014/main" id="{5302283B-22A6-0204-3E9A-BD3B5D5250FC}"/>
              </a:ext>
            </a:extLst>
          </p:cNvPr>
          <p:cNvSpPr/>
          <p:nvPr/>
        </p:nvSpPr>
        <p:spPr>
          <a:xfrm>
            <a:off x="8910535" y="2860551"/>
            <a:ext cx="900000" cy="900000"/>
          </a:xfrm>
          <a:prstGeom prst="ellipse">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50" b="1" i="0" u="none" strike="noStrike" kern="1200" cap="none" spc="0" normalizeH="0" baseline="0" noProof="0">
                <a:ln>
                  <a:noFill/>
                </a:ln>
                <a:solidFill>
                  <a:srgbClr val="FFFFFF"/>
                </a:solidFill>
                <a:effectLst/>
                <a:uLnTx/>
                <a:uFillTx/>
                <a:latin typeface="Poppins"/>
                <a:ea typeface="+mn-ea"/>
                <a:cs typeface="+mn-cs"/>
              </a:rPr>
              <a:t>Gap 1</a:t>
            </a:r>
          </a:p>
        </p:txBody>
      </p:sp>
      <p:sp>
        <p:nvSpPr>
          <p:cNvPr id="21519" name="Oval 21518">
            <a:extLst>
              <a:ext uri="{FF2B5EF4-FFF2-40B4-BE49-F238E27FC236}">
                <a16:creationId xmlns:a16="http://schemas.microsoft.com/office/drawing/2014/main" id="{B725D046-3910-41E1-C08F-8B8E9B99A1CE}"/>
              </a:ext>
            </a:extLst>
          </p:cNvPr>
          <p:cNvSpPr/>
          <p:nvPr/>
        </p:nvSpPr>
        <p:spPr>
          <a:xfrm>
            <a:off x="3002429" y="4637377"/>
            <a:ext cx="720000" cy="720000"/>
          </a:xfrm>
          <a:prstGeom prst="ellipse">
            <a:avLst/>
          </a:prstGeom>
          <a:solidFill>
            <a:schemeClr val="tx2">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8</a:t>
            </a:r>
          </a:p>
        </p:txBody>
      </p:sp>
      <p:sp>
        <p:nvSpPr>
          <p:cNvPr id="21520" name="TextBox 21519">
            <a:extLst>
              <a:ext uri="{FF2B5EF4-FFF2-40B4-BE49-F238E27FC236}">
                <a16:creationId xmlns:a16="http://schemas.microsoft.com/office/drawing/2014/main" id="{3747A346-5C9F-2DC5-9647-F7DE9E3F508A}"/>
              </a:ext>
            </a:extLst>
          </p:cNvPr>
          <p:cNvSpPr txBox="1"/>
          <p:nvPr/>
        </p:nvSpPr>
        <p:spPr>
          <a:xfrm>
            <a:off x="2985547" y="5311906"/>
            <a:ext cx="864000" cy="492443"/>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283349">
                    <a:lumMod val="60000"/>
                    <a:lumOff val="40000"/>
                  </a:srgbClr>
                </a:solidFill>
                <a:effectLst/>
                <a:uLnTx/>
                <a:uFillTx/>
                <a:latin typeface="Poppins"/>
                <a:ea typeface="+mn-ea"/>
                <a:cs typeface="+mn-cs"/>
              </a:rPr>
              <a:t>Post-hoc of RN-305</a:t>
            </a:r>
            <a:r>
              <a:rPr kumimoji="0" lang="en-GB" sz="1000" b="1" i="0" u="none" strike="noStrike" kern="1200" cap="none" spc="0" normalizeH="0" baseline="30000" noProof="0">
                <a:ln>
                  <a:noFill/>
                </a:ln>
                <a:solidFill>
                  <a:srgbClr val="283349">
                    <a:lumMod val="60000"/>
                    <a:lumOff val="40000"/>
                  </a:srgbClr>
                </a:solidFill>
                <a:effectLst/>
                <a:uLnTx/>
                <a:uFillTx/>
                <a:latin typeface="Poppins"/>
                <a:ea typeface="+mn-ea"/>
                <a:cs typeface="+mn-cs"/>
              </a:rPr>
              <a:t>1</a:t>
            </a:r>
            <a:endParaRPr kumimoji="0" lang="en-US" sz="1000" b="1" i="0" u="none" strike="noStrike" kern="1200" cap="none" spc="0" normalizeH="0" baseline="0" noProof="0">
              <a:ln>
                <a:noFill/>
              </a:ln>
              <a:solidFill>
                <a:srgbClr val="283349">
                  <a:lumMod val="60000"/>
                  <a:lumOff val="40000"/>
                </a:srgbClr>
              </a:solidFill>
              <a:effectLst/>
              <a:uLnTx/>
              <a:uFillTx/>
              <a:latin typeface="Poppins"/>
              <a:ea typeface="+mn-ea"/>
              <a:cs typeface="+mn-cs"/>
            </a:endParaRPr>
          </a:p>
        </p:txBody>
      </p:sp>
    </p:spTree>
    <p:extLst>
      <p:ext uri="{BB962C8B-B14F-4D97-AF65-F5344CB8AC3E}">
        <p14:creationId xmlns:p14="http://schemas.microsoft.com/office/powerpoint/2010/main" val="4090785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3ACCB-3AA0-6573-D792-2DC9F40C147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7C92EC0-6D61-FF40-868D-A4B172FE7943}"/>
              </a:ext>
            </a:extLst>
          </p:cNvPr>
          <p:cNvGraphicFramePr>
            <a:graphicFrameLocks noChangeAspect="1"/>
          </p:cNvGraphicFramePr>
          <p:nvPr>
            <p:custDataLst>
              <p:tags r:id="rId1"/>
            </p:custDataLst>
            <p:extLst>
              <p:ext uri="{D42A27DB-BD31-4B8C-83A1-F6EECF244321}">
                <p14:modId xmlns:p14="http://schemas.microsoft.com/office/powerpoint/2010/main" val="5620872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37C92EC0-6D61-FF40-868D-A4B172FE794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66EAC63-C881-2D95-A54E-214F6668F528}"/>
              </a:ext>
            </a:extLst>
          </p:cNvPr>
          <p:cNvSpPr>
            <a:spLocks noGrp="1"/>
          </p:cNvSpPr>
          <p:nvPr>
            <p:ph type="title"/>
          </p:nvPr>
        </p:nvSpPr>
        <p:spPr>
          <a:xfrm>
            <a:off x="358337" y="271427"/>
            <a:ext cx="11470125" cy="369332"/>
          </a:xfrm>
        </p:spPr>
        <p:txBody>
          <a:bodyPr vert="horz"/>
          <a:lstStyle/>
          <a:p>
            <a:r>
              <a:rPr lang="en-US" sz="2400"/>
              <a:t>Evidence Gaps: Across Upper GI</a:t>
            </a:r>
          </a:p>
        </p:txBody>
      </p:sp>
      <p:graphicFrame>
        <p:nvGraphicFramePr>
          <p:cNvPr id="17" name="Table 16">
            <a:extLst>
              <a:ext uri="{FF2B5EF4-FFF2-40B4-BE49-F238E27FC236}">
                <a16:creationId xmlns:a16="http://schemas.microsoft.com/office/drawing/2014/main" id="{2573BC76-651E-4C32-5A4A-DAD71EB5F921}"/>
              </a:ext>
            </a:extLst>
          </p:cNvPr>
          <p:cNvGraphicFramePr>
            <a:graphicFrameLocks noGrp="1"/>
          </p:cNvGraphicFramePr>
          <p:nvPr>
            <p:extLst>
              <p:ext uri="{D42A27DB-BD31-4B8C-83A1-F6EECF244321}">
                <p14:modId xmlns:p14="http://schemas.microsoft.com/office/powerpoint/2010/main" val="3614799705"/>
              </p:ext>
            </p:extLst>
          </p:nvPr>
        </p:nvGraphicFramePr>
        <p:xfrm>
          <a:off x="358337" y="1298073"/>
          <a:ext cx="11576353" cy="5212080"/>
        </p:xfrm>
        <a:graphic>
          <a:graphicData uri="http://schemas.openxmlformats.org/drawingml/2006/table">
            <a:tbl>
              <a:tblPr firstRow="1" bandRow="1">
                <a:tableStyleId>{073A0DAA-6AF3-43AB-8588-CEC1D06C72B9}</a:tableStyleId>
              </a:tblPr>
              <a:tblGrid>
                <a:gridCol w="1188000">
                  <a:extLst>
                    <a:ext uri="{9D8B030D-6E8A-4147-A177-3AD203B41FA5}">
                      <a16:colId xmlns:a16="http://schemas.microsoft.com/office/drawing/2014/main" val="2049536112"/>
                    </a:ext>
                  </a:extLst>
                </a:gridCol>
                <a:gridCol w="2664000">
                  <a:extLst>
                    <a:ext uri="{9D8B030D-6E8A-4147-A177-3AD203B41FA5}">
                      <a16:colId xmlns:a16="http://schemas.microsoft.com/office/drawing/2014/main" val="4274197813"/>
                    </a:ext>
                  </a:extLst>
                </a:gridCol>
                <a:gridCol w="416353">
                  <a:extLst>
                    <a:ext uri="{9D8B030D-6E8A-4147-A177-3AD203B41FA5}">
                      <a16:colId xmlns:a16="http://schemas.microsoft.com/office/drawing/2014/main" val="630035166"/>
                    </a:ext>
                  </a:extLst>
                </a:gridCol>
                <a:gridCol w="612000">
                  <a:extLst>
                    <a:ext uri="{9D8B030D-6E8A-4147-A177-3AD203B41FA5}">
                      <a16:colId xmlns:a16="http://schemas.microsoft.com/office/drawing/2014/main" val="3010180959"/>
                    </a:ext>
                  </a:extLst>
                </a:gridCol>
                <a:gridCol w="5616000">
                  <a:extLst>
                    <a:ext uri="{9D8B030D-6E8A-4147-A177-3AD203B41FA5}">
                      <a16:colId xmlns:a16="http://schemas.microsoft.com/office/drawing/2014/main" val="23286241"/>
                    </a:ext>
                  </a:extLst>
                </a:gridCol>
                <a:gridCol w="1080000">
                  <a:extLst>
                    <a:ext uri="{9D8B030D-6E8A-4147-A177-3AD203B41FA5}">
                      <a16:colId xmlns:a16="http://schemas.microsoft.com/office/drawing/2014/main" val="2080052265"/>
                    </a:ext>
                  </a:extLst>
                </a:gridCol>
              </a:tblGrid>
              <a:tr h="243043">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solidFill>
                            <a:schemeClr val="bg1"/>
                          </a:solidFill>
                        </a:rPr>
                        <a:t>Across Upper GI (ESCC, GC/GEJ)</a:t>
                      </a:r>
                    </a:p>
                  </a:txBody>
                  <a:tcPr anchor="ctr">
                    <a:solidFill>
                      <a:schemeClr val="tx2"/>
                    </a:solidFill>
                  </a:tcPr>
                </a:tc>
                <a:tc hMerge="1">
                  <a:txBody>
                    <a:bodyPr/>
                    <a:lstStyle/>
                    <a:p>
                      <a:endParaRPr/>
                    </a:p>
                  </a:txBody>
                  <a:tcPr anchor="c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2430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Key Markets</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High Priority Gaps</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tx2"/>
                    </a:solidFill>
                  </a:tcPr>
                </a:tc>
                <a:extLst>
                  <a:ext uri="{0D108BD9-81ED-4DB2-BD59-A6C34878D82A}">
                    <a16:rowId xmlns:a16="http://schemas.microsoft.com/office/drawing/2014/main" val="1667024452"/>
                  </a:ext>
                </a:extLst>
              </a:tr>
              <a:tr h="756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0" kern="1200" noProof="0">
                        <a:solidFill>
                          <a:schemeClr val="tx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Need for data on </a:t>
                      </a:r>
                      <a:r>
                        <a:rPr kumimoji="0" lang="en-US" sz="1000" b="1" i="0" u="none" strike="noStrike" kern="1200" cap="none" spc="0" normalizeH="0" baseline="0" noProof="0">
                          <a:ln>
                            <a:noFill/>
                          </a:ln>
                          <a:solidFill>
                            <a:srgbClr val="000000"/>
                          </a:solidFill>
                          <a:effectLst/>
                          <a:uLnTx/>
                          <a:uFillTx/>
                          <a:latin typeface="+mn-lt"/>
                          <a:ea typeface="+mn-ea"/>
                          <a:cs typeface="+mn-cs"/>
                        </a:rPr>
                        <a:t>optimal sequencing of IO and targeted therapies </a:t>
                      </a:r>
                      <a:r>
                        <a:rPr kumimoji="0" lang="en-US" sz="1000" b="0" i="0" u="none" strike="noStrike" kern="1200" cap="none" spc="0" normalizeH="0" baseline="0" noProof="0">
                          <a:ln>
                            <a:noFill/>
                          </a:ln>
                          <a:solidFill>
                            <a:srgbClr val="000000"/>
                          </a:solidFill>
                          <a:effectLst/>
                          <a:uLnTx/>
                          <a:uFillTx/>
                          <a:latin typeface="+mn-lt"/>
                          <a:ea typeface="+mn-ea"/>
                          <a:cs typeface="+mn-cs"/>
                        </a:rPr>
                        <a:t>(i.e., tislelizumab in sequence vs combined with HER2 ADCs, FGFR inhibitors, etc.)</a:t>
                      </a:r>
                      <a:endParaRPr kumimoji="0" lang="en-GB" sz="1000" b="0" i="0" u="none" strike="noStrike" kern="1200" cap="none" spc="0" normalizeH="0" baseline="0" noProof="0">
                        <a:ln>
                          <a:noFill/>
                        </a:ln>
                        <a:solidFill>
                          <a:srgbClr val="000000"/>
                        </a:solidFill>
                        <a:effectLst/>
                        <a:uLnTx/>
                        <a:uFillTx/>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4</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Data on optimal sequencing of IO and targeted therapies is necessary for </a:t>
                      </a:r>
                      <a:r>
                        <a:rPr lang="en-US" sz="1000" err="1"/>
                        <a:t>BeOne</a:t>
                      </a:r>
                      <a:r>
                        <a:rPr lang="en-US" sz="1000"/>
                        <a:t> to remain competitive in the US market as new Tx approaches for upper GI are shifting to IO/IO combinations or IO + other </a:t>
                      </a:r>
                      <a:r>
                        <a:rPr lang="en-US" sz="1000" err="1"/>
                        <a:t>MoA</a:t>
                      </a:r>
                      <a:r>
                        <a:rPr lang="en-US" sz="1000"/>
                        <a:t> vs </a:t>
                      </a:r>
                      <a:r>
                        <a:rPr lang="en-US" sz="1000" err="1"/>
                        <a:t>CTx</a:t>
                      </a:r>
                      <a:r>
                        <a:rPr lang="en-US" sz="1000"/>
                        <a:t>. This critical data would enable </a:t>
                      </a:r>
                      <a:r>
                        <a:rPr lang="en-US" sz="1000" err="1"/>
                        <a:t>BeOne</a:t>
                      </a:r>
                      <a:r>
                        <a:rPr lang="en-US" sz="1000"/>
                        <a:t> to build solid tumor leadership via guiding Tx decisions and exploring how sequence vs. combinations may improve clinical outcomes in the evolving Tx landscape.</a:t>
                      </a:r>
                    </a:p>
                  </a:txBody>
                  <a:tcPr anchor="ctr">
                    <a:solidFill>
                      <a:srgbClr val="E7E7E7"/>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solidFill>
                      <a:srgbClr val="E7E7E7"/>
                    </a:solidFill>
                  </a:tcPr>
                </a:tc>
                <a:extLst>
                  <a:ext uri="{0D108BD9-81ED-4DB2-BD59-A6C34878D82A}">
                    <a16:rowId xmlns:a16="http://schemas.microsoft.com/office/drawing/2014/main" val="4097314824"/>
                  </a:ext>
                </a:extLst>
              </a:tr>
              <a:tr h="6211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0" kern="1200" noProof="0">
                        <a:solidFill>
                          <a:schemeClr val="tx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strike="noStrike"/>
                        <a:t>Need for combination data with </a:t>
                      </a:r>
                      <a:r>
                        <a:rPr lang="en-US" sz="1000" b="1" strike="noStrike" err="1"/>
                        <a:t>CTx</a:t>
                      </a:r>
                      <a:r>
                        <a:rPr lang="en-US" sz="1000" b="1" strike="noStrike"/>
                        <a:t> or targeted agents </a:t>
                      </a:r>
                      <a:r>
                        <a:rPr lang="en-GB" sz="1000">
                          <a:solidFill>
                            <a:schemeClr val="tx1"/>
                          </a:solidFill>
                          <a:latin typeface="+mn-lt"/>
                        </a:rPr>
                        <a:t>(such as CLDN18.2 inhibitors)</a:t>
                      </a:r>
                      <a:endParaRPr lang="en-US" sz="1000" b="1" strike="noStrike"/>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4</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Combination data with CTx or targeted agents (e.g., CLDN18.2 inhibitors) will support BeOne in maintaining competitiveness across key markets (i.e., APAC, JP, US). This data would enable BeOne to strengthen its solid tumor leadership via investigating how combinations may improve clinical outcomes in the dynamic Tx landscape</a:t>
                      </a:r>
                    </a:p>
                  </a:txBody>
                  <a:tcPr anchor="ctr">
                    <a:solidFill>
                      <a:srgbClr val="CBCBCB"/>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3248141838"/>
                  </a:ext>
                </a:extLst>
              </a:tr>
              <a:tr h="2430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Markets</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Medium Priority Gaps</a:t>
                      </a:r>
                    </a:p>
                  </a:txBody>
                  <a:tcPr anchor="c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tx2"/>
                    </a:solidFill>
                  </a:tcPr>
                </a:tc>
                <a:extLst>
                  <a:ext uri="{0D108BD9-81ED-4DB2-BD59-A6C34878D82A}">
                    <a16:rowId xmlns:a16="http://schemas.microsoft.com/office/drawing/2014/main" val="694784279"/>
                  </a:ext>
                </a:extLst>
              </a:tr>
              <a:tr h="21603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0" kern="1200" noProof="0">
                        <a:solidFill>
                          <a:schemeClr val="tx1"/>
                        </a:solidFill>
                        <a:latin typeface="+mn-lt"/>
                        <a:ea typeface="+mn-ea"/>
                        <a:cs typeface="+mn-cs"/>
                      </a:endParaRPr>
                    </a:p>
                  </a:txBody>
                  <a:tcPr anchor="ctr">
                    <a:solidFill>
                      <a:schemeClr val="bg1">
                        <a:lumMod val="95000"/>
                      </a:schemeClr>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Need for tislelizumab </a:t>
                      </a:r>
                      <a:r>
                        <a:rPr lang="en-GB" sz="1000" b="1"/>
                        <a:t>efficacy data </a:t>
                      </a:r>
                      <a:r>
                        <a:rPr lang="en-GB" sz="1000" b="0"/>
                        <a:t>i</a:t>
                      </a:r>
                      <a:r>
                        <a:rPr lang="en-GB" sz="1000"/>
                        <a:t>n </a:t>
                      </a:r>
                      <a:r>
                        <a:rPr lang="en-GB" sz="1000" b="1"/>
                        <a:t>patients who stop treatment at 24 months</a:t>
                      </a:r>
                      <a:endParaRPr lang="en-US" sz="1000" b="1"/>
                    </a:p>
                  </a:txBody>
                  <a:tcPr anchor="c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2</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Sustained efficacy data in patients that stop tislelizumab Tx after two years would provide long-term data for physicians, promoting tislelizumab uptake and adoption for the Tx of upper GI cancers. Such efficacy data are also required by HTA in certain markets for cost comparison against other IOs.</a:t>
                      </a:r>
                    </a:p>
                  </a:txBody>
                  <a:tcPr anchor="ctr">
                    <a:solidFill>
                      <a:srgbClr val="E7E7E7"/>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solidFill>
                      <a:srgbClr val="E7E7E7"/>
                    </a:solidFill>
                  </a:tcPr>
                </a:tc>
                <a:extLst>
                  <a:ext uri="{0D108BD9-81ED-4DB2-BD59-A6C34878D82A}">
                    <a16:rowId xmlns:a16="http://schemas.microsoft.com/office/drawing/2014/main" val="1167927526"/>
                  </a:ext>
                </a:extLst>
              </a:tr>
              <a:tr h="405072">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a:t>
                      </a:r>
                    </a:p>
                  </a:txBody>
                  <a:tcPr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411390635"/>
                  </a:ext>
                </a:extLst>
              </a:tr>
              <a:tr h="2430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Markets</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Low Priority Gaps</a:t>
                      </a:r>
                    </a:p>
                  </a:txBody>
                  <a:tcPr anchor="ct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tx2"/>
                    </a:solidFill>
                  </a:tcPr>
                </a:tc>
                <a:extLst>
                  <a:ext uri="{0D108BD9-81ED-4DB2-BD59-A6C34878D82A}">
                    <a16:rowId xmlns:a16="http://schemas.microsoft.com/office/drawing/2014/main" val="3187659127"/>
                  </a:ext>
                </a:extLst>
              </a:tr>
              <a:tr h="756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mn-lt"/>
                          <a:ea typeface="+mn-ea"/>
                          <a:cs typeface="+mn-cs"/>
                        </a:rPr>
                        <a:t>Need for data on the potential correlation between type II diabetes and the </a:t>
                      </a:r>
                      <a:r>
                        <a:rPr kumimoji="0" lang="en-GB" sz="1000" b="1" i="0" u="none" strike="noStrike" kern="1200" cap="none" spc="0" normalizeH="0" baseline="0" noProof="0">
                          <a:ln>
                            <a:noFill/>
                          </a:ln>
                          <a:solidFill>
                            <a:srgbClr val="000000"/>
                          </a:solidFill>
                          <a:effectLst/>
                          <a:uLnTx/>
                          <a:uFillTx/>
                          <a:latin typeface="+mn-lt"/>
                          <a:ea typeface="+mn-ea"/>
                          <a:cs typeface="+mn-cs"/>
                        </a:rPr>
                        <a:t>response to immune checkpoint inhibitors</a:t>
                      </a:r>
                      <a:endParaRPr kumimoji="0" lang="en-US" sz="1000" b="1" i="0" u="none" strike="noStrike" kern="1200" cap="none" spc="0" normalizeH="0" baseline="0" noProof="0">
                        <a:ln>
                          <a:noFill/>
                        </a:ln>
                        <a:solidFill>
                          <a:srgbClr val="000000"/>
                        </a:solidFill>
                        <a:effectLst/>
                        <a:uLnTx/>
                        <a:uFillTx/>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4</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Data on the potential correlation between type II diabetes and the response to immune checkpoint inhibitors would enable BeOne to build its solid tumor leadership through demonstrating clinical effectiveness in an additional patient sub-population. However, impact may be limited due to the small patient population with both type II diabetes and ESCC or GC/GEJ</a:t>
                      </a:r>
                    </a:p>
                  </a:txBody>
                  <a:tcPr anchor="ctr">
                    <a:solidFill>
                      <a:srgbClr val="CBCBCB"/>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solidFill>
                      <a:schemeClr val="bg1">
                        <a:lumMod val="85000"/>
                      </a:schemeClr>
                    </a:solidFill>
                  </a:tcPr>
                </a:tc>
                <a:extLst>
                  <a:ext uri="{0D108BD9-81ED-4DB2-BD59-A6C34878D82A}">
                    <a16:rowId xmlns:a16="http://schemas.microsoft.com/office/drawing/2014/main" val="1541503365"/>
                  </a:ext>
                </a:extLst>
              </a:tr>
              <a:tr h="8911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Need for data </a:t>
                      </a:r>
                      <a:r>
                        <a:rPr kumimoji="0" lang="en-GB" sz="1000" b="1" i="0" u="none" strike="noStrike" kern="1200" cap="none" spc="0" normalizeH="0" baseline="0" noProof="0">
                          <a:ln>
                            <a:noFill/>
                          </a:ln>
                          <a:solidFill>
                            <a:schemeClr val="tx1"/>
                          </a:solidFill>
                          <a:effectLst/>
                          <a:uLnTx/>
                          <a:uFillTx/>
                          <a:latin typeface="+mn-lt"/>
                          <a:ea typeface="+mn-ea"/>
                          <a:cs typeface="+mn-cs"/>
                        </a:rPr>
                        <a:t>on use of Artificial Intelligence with TAP testing </a:t>
                      </a:r>
                      <a:r>
                        <a:rPr kumimoji="0" lang="en-GB" sz="1000" b="0" i="0" u="none" strike="noStrike" kern="1200" cap="none" spc="0" normalizeH="0" baseline="0" noProof="0">
                          <a:ln>
                            <a:noFill/>
                          </a:ln>
                          <a:solidFill>
                            <a:schemeClr val="tx1"/>
                          </a:solidFill>
                          <a:effectLst/>
                          <a:uLnTx/>
                          <a:uFillTx/>
                          <a:latin typeface="+mn-lt"/>
                          <a:ea typeface="+mn-ea"/>
                          <a:cs typeface="+mn-cs"/>
                        </a:rPr>
                        <a:t>to address the current challenges of variability in pathologist interpretation, limited reproducibility, and the time-intensive nature of TAP scoring</a:t>
                      </a:r>
                      <a:endParaRPr kumimoji="0" lang="en-US" sz="1000" b="1" i="0" u="none" strike="noStrike" kern="1200" cap="none" spc="0" normalizeH="0" baseline="0" noProof="0">
                        <a:ln>
                          <a:noFill/>
                        </a:ln>
                        <a:solidFill>
                          <a:schemeClr val="tx1"/>
                        </a:solidFill>
                        <a:effectLst/>
                        <a:uLnTx/>
                        <a:uFillTx/>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1,2</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dk1"/>
                          </a:solidFill>
                          <a:effectLst/>
                          <a:latin typeface="+mn-lt"/>
                          <a:ea typeface="+mn-ea"/>
                          <a:cs typeface="+mn-cs"/>
                        </a:rPr>
                        <a:t>Leveraging AI for TAP testing would help overcome current challenges of inconsistent pathology interpretation and improve patient selection, ultimately helping </a:t>
                      </a:r>
                      <a:r>
                        <a:rPr lang="en-US" sz="1000" b="0" i="0" kern="1200" err="1">
                          <a:solidFill>
                            <a:schemeClr val="dk1"/>
                          </a:solidFill>
                          <a:effectLst/>
                          <a:latin typeface="+mn-lt"/>
                          <a:ea typeface="+mn-ea"/>
                          <a:cs typeface="+mn-cs"/>
                        </a:rPr>
                        <a:t>BeOne</a:t>
                      </a:r>
                      <a:r>
                        <a:rPr lang="en-US" sz="1000" b="0" i="0" kern="1200">
                          <a:solidFill>
                            <a:schemeClr val="dk1"/>
                          </a:solidFill>
                          <a:effectLst/>
                          <a:latin typeface="+mn-lt"/>
                          <a:ea typeface="+mn-ea"/>
                          <a:cs typeface="+mn-cs"/>
                        </a:rPr>
                        <a:t> build solid tumor leadership via increased KOL engagement, being considered as the preferred research pattern. </a:t>
                      </a:r>
                      <a:endParaRPr lang="en-US" sz="1000"/>
                    </a:p>
                  </a:txBody>
                  <a:tcPr anchor="ctr">
                    <a:solidFill>
                      <a:srgbClr val="E7E7E7"/>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bg1">
                        <a:lumMod val="85000"/>
                      </a:schemeClr>
                    </a:solidFill>
                  </a:tcPr>
                </a:tc>
                <a:extLst>
                  <a:ext uri="{0D108BD9-81ED-4DB2-BD59-A6C34878D82A}">
                    <a16:rowId xmlns:a16="http://schemas.microsoft.com/office/drawing/2014/main" val="580664142"/>
                  </a:ext>
                </a:extLst>
              </a:tr>
            </a:tbl>
          </a:graphicData>
        </a:graphic>
      </p:graphicFrame>
      <p:pic>
        <p:nvPicPr>
          <p:cNvPr id="20" name="Picture 19">
            <a:extLst>
              <a:ext uri="{FF2B5EF4-FFF2-40B4-BE49-F238E27FC236}">
                <a16:creationId xmlns:a16="http://schemas.microsoft.com/office/drawing/2014/main" id="{6CA9E916-D684-AA5E-F7A6-9CA9B407C0D2}"/>
              </a:ext>
            </a:extLst>
          </p:cNvPr>
          <p:cNvPicPr>
            <a:picLocks noChangeAspect="1"/>
          </p:cNvPicPr>
          <p:nvPr/>
        </p:nvPicPr>
        <p:blipFill>
          <a:blip r:embed="rId5"/>
          <a:stretch>
            <a:fillRect/>
          </a:stretch>
        </p:blipFill>
        <p:spPr>
          <a:xfrm>
            <a:off x="816719" y="4934638"/>
            <a:ext cx="295200" cy="295200"/>
          </a:xfrm>
          <a:prstGeom prst="rect">
            <a:avLst/>
          </a:prstGeom>
        </p:spPr>
      </p:pic>
      <p:sp>
        <p:nvSpPr>
          <p:cNvPr id="21" name="Oval 20">
            <a:extLst>
              <a:ext uri="{FF2B5EF4-FFF2-40B4-BE49-F238E27FC236}">
                <a16:creationId xmlns:a16="http://schemas.microsoft.com/office/drawing/2014/main" id="{FE161A0C-197D-440F-072C-09D482218141}"/>
              </a:ext>
            </a:extLst>
          </p:cNvPr>
          <p:cNvSpPr/>
          <p:nvPr/>
        </p:nvSpPr>
        <p:spPr>
          <a:xfrm>
            <a:off x="816719" y="2131070"/>
            <a:ext cx="256032" cy="256032"/>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err="1">
              <a:solidFill>
                <a:schemeClr val="bg1"/>
              </a:solidFill>
            </a:endParaRPr>
          </a:p>
        </p:txBody>
      </p:sp>
      <p:pic>
        <p:nvPicPr>
          <p:cNvPr id="23" name="Graphic 22">
            <a:extLst>
              <a:ext uri="{FF2B5EF4-FFF2-40B4-BE49-F238E27FC236}">
                <a16:creationId xmlns:a16="http://schemas.microsoft.com/office/drawing/2014/main" id="{5767C823-3A43-553A-F9FC-AE706C492C54}"/>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5563" y="2130525"/>
            <a:ext cx="288000" cy="288000"/>
          </a:xfrm>
          <a:prstGeom prst="rect">
            <a:avLst/>
          </a:prstGeom>
        </p:spPr>
      </p:pic>
      <p:sp>
        <p:nvSpPr>
          <p:cNvPr id="24" name="Left Bracket 23">
            <a:extLst>
              <a:ext uri="{FF2B5EF4-FFF2-40B4-BE49-F238E27FC236}">
                <a16:creationId xmlns:a16="http://schemas.microsoft.com/office/drawing/2014/main" id="{76F6AA03-9EA4-EF4F-D58F-8588E947848E}"/>
              </a:ext>
            </a:extLst>
          </p:cNvPr>
          <p:cNvSpPr/>
          <p:nvPr/>
        </p:nvSpPr>
        <p:spPr>
          <a:xfrm>
            <a:off x="274776" y="1878525"/>
            <a:ext cx="84879" cy="792000"/>
          </a:xfrm>
          <a:prstGeom prst="leftBracket">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5" name="Group 4">
            <a:extLst>
              <a:ext uri="{FF2B5EF4-FFF2-40B4-BE49-F238E27FC236}">
                <a16:creationId xmlns:a16="http://schemas.microsoft.com/office/drawing/2014/main" id="{66526A44-DB8B-40FA-A334-F45BBB680177}"/>
              </a:ext>
            </a:extLst>
          </p:cNvPr>
          <p:cNvGrpSpPr/>
          <p:nvPr/>
        </p:nvGrpSpPr>
        <p:grpSpPr>
          <a:xfrm>
            <a:off x="5388474" y="687287"/>
            <a:ext cx="6454552" cy="582211"/>
            <a:chOff x="5034616" y="687287"/>
            <a:chExt cx="6454552" cy="582211"/>
          </a:xfrm>
        </p:grpSpPr>
        <p:grpSp>
          <p:nvGrpSpPr>
            <p:cNvPr id="16" name="Group 15">
              <a:extLst>
                <a:ext uri="{FF2B5EF4-FFF2-40B4-BE49-F238E27FC236}">
                  <a16:creationId xmlns:a16="http://schemas.microsoft.com/office/drawing/2014/main" id="{0B73937E-75E0-8D2C-515E-423ED6833686}"/>
                </a:ext>
              </a:extLst>
            </p:cNvPr>
            <p:cNvGrpSpPr/>
            <p:nvPr/>
          </p:nvGrpSpPr>
          <p:grpSpPr>
            <a:xfrm>
              <a:off x="5034616" y="730889"/>
              <a:ext cx="4876763" cy="538609"/>
              <a:chOff x="7315237" y="702314"/>
              <a:chExt cx="4876763" cy="538609"/>
            </a:xfrm>
          </p:grpSpPr>
          <p:grpSp>
            <p:nvGrpSpPr>
              <p:cNvPr id="32" name="Group 31">
                <a:extLst>
                  <a:ext uri="{FF2B5EF4-FFF2-40B4-BE49-F238E27FC236}">
                    <a16:creationId xmlns:a16="http://schemas.microsoft.com/office/drawing/2014/main" id="{462203CF-10A8-1CF3-D895-6935DC29BEA4}"/>
                  </a:ext>
                </a:extLst>
              </p:cNvPr>
              <p:cNvGrpSpPr/>
              <p:nvPr/>
            </p:nvGrpSpPr>
            <p:grpSpPr>
              <a:xfrm>
                <a:off x="7636378" y="702314"/>
                <a:ext cx="4555622" cy="538609"/>
                <a:chOff x="8842110" y="702314"/>
                <a:chExt cx="4555622" cy="538609"/>
              </a:xfrm>
            </p:grpSpPr>
            <p:sp>
              <p:nvSpPr>
                <p:cNvPr id="34" name="TextBox 33">
                  <a:extLst>
                    <a:ext uri="{FF2B5EF4-FFF2-40B4-BE49-F238E27FC236}">
                      <a16:creationId xmlns:a16="http://schemas.microsoft.com/office/drawing/2014/main" id="{9111267E-BB80-5C6F-60E8-EA278437019B}"/>
                    </a:ext>
                  </a:extLst>
                </p:cNvPr>
                <p:cNvSpPr txBox="1"/>
                <p:nvPr/>
              </p:nvSpPr>
              <p:spPr>
                <a:xfrm>
                  <a:off x="8842110" y="702314"/>
                  <a:ext cx="4555622"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Poppins"/>
                    <a:ea typeface="+mn-ea"/>
                    <a:cs typeface="+mn-cs"/>
                  </a:endParaRPr>
                </a:p>
                <a:p>
                  <a:pPr lvl="0">
                    <a:spcAft>
                      <a:spcPts val="100"/>
                    </a:spcAf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lang="en-US" sz="900">
                      <a:solidFill>
                        <a:srgbClr val="000000"/>
                      </a:solidFill>
                    </a:rPr>
                    <a:t> Gaps for which tactics were developed during WS (May ‘25)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35" name="Graphic 34">
                  <a:extLst>
                    <a:ext uri="{FF2B5EF4-FFF2-40B4-BE49-F238E27FC236}">
                      <a16:creationId xmlns:a16="http://schemas.microsoft.com/office/drawing/2014/main" id="{67A6C3B9-0E8C-B757-529B-661A4C72CB3A}"/>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9142249" y="950352"/>
                  <a:ext cx="216000" cy="216000"/>
                </a:xfrm>
                <a:prstGeom prst="rect">
                  <a:avLst/>
                </a:prstGeom>
              </p:spPr>
            </p:pic>
          </p:grpSp>
          <p:sp>
            <p:nvSpPr>
              <p:cNvPr id="33" name="TextBox 32">
                <a:extLst>
                  <a:ext uri="{FF2B5EF4-FFF2-40B4-BE49-F238E27FC236}">
                    <a16:creationId xmlns:a16="http://schemas.microsoft.com/office/drawing/2014/main" id="{B0A54654-0931-A524-672E-AD0B42A8D15E}"/>
                  </a:ext>
                </a:extLst>
              </p:cNvPr>
              <p:cNvSpPr txBox="1"/>
              <p:nvPr/>
            </p:nvSpPr>
            <p:spPr>
              <a:xfrm>
                <a:off x="7315237" y="917758"/>
                <a:ext cx="707526"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nvGrpSpPr>
            <p:cNvPr id="19" name="Group 18">
              <a:extLst>
                <a:ext uri="{FF2B5EF4-FFF2-40B4-BE49-F238E27FC236}">
                  <a16:creationId xmlns:a16="http://schemas.microsoft.com/office/drawing/2014/main" id="{21EEB946-5C12-21FA-100D-F3E70EBD93CD}"/>
                </a:ext>
              </a:extLst>
            </p:cNvPr>
            <p:cNvGrpSpPr/>
            <p:nvPr/>
          </p:nvGrpSpPr>
          <p:grpSpPr>
            <a:xfrm>
              <a:off x="5034617" y="687287"/>
              <a:ext cx="6454551" cy="323165"/>
              <a:chOff x="9702263" y="10164"/>
              <a:chExt cx="6636476" cy="323165"/>
            </a:xfrm>
          </p:grpSpPr>
          <p:sp>
            <p:nvSpPr>
              <p:cNvPr id="25" name="TextBox 24">
                <a:extLst>
                  <a:ext uri="{FF2B5EF4-FFF2-40B4-BE49-F238E27FC236}">
                    <a16:creationId xmlns:a16="http://schemas.microsoft.com/office/drawing/2014/main" id="{7275DA4C-5D8C-54D6-0753-53A0200E9F20}"/>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29" name="Rectangle 28">
                <a:extLst>
                  <a:ext uri="{FF2B5EF4-FFF2-40B4-BE49-F238E27FC236}">
                    <a16:creationId xmlns:a16="http://schemas.microsoft.com/office/drawing/2014/main" id="{BB7D3CC6-5E9E-7ED9-705E-29667A1DC6CA}"/>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0" name="Rectangle 29">
                <a:extLst>
                  <a:ext uri="{FF2B5EF4-FFF2-40B4-BE49-F238E27FC236}">
                    <a16:creationId xmlns:a16="http://schemas.microsoft.com/office/drawing/2014/main" id="{E36D080C-764B-9E61-2F1A-A82865F1DDF9}"/>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1" name="Rectangle 30">
                <a:extLst>
                  <a:ext uri="{FF2B5EF4-FFF2-40B4-BE49-F238E27FC236}">
                    <a16:creationId xmlns:a16="http://schemas.microsoft.com/office/drawing/2014/main" id="{2A0D147D-F467-7510-68C2-9AA042F9234C}"/>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sp>
        <p:nvSpPr>
          <p:cNvPr id="11" name="Footer Placeholder 3">
            <a:extLst>
              <a:ext uri="{FF2B5EF4-FFF2-40B4-BE49-F238E27FC236}">
                <a16:creationId xmlns:a16="http://schemas.microsoft.com/office/drawing/2014/main" id="{6F77AE5F-A3FE-B7BF-B85A-60B25308A599}"/>
              </a:ext>
            </a:extLst>
          </p:cNvPr>
          <p:cNvSpPr txBox="1">
            <a:spLocks/>
          </p:cNvSpPr>
          <p:nvPr/>
        </p:nvSpPr>
        <p:spPr>
          <a:xfrm>
            <a:off x="358337" y="6487990"/>
            <a:ext cx="11147424"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Note:</a:t>
            </a:r>
            <a:r>
              <a:rPr lang="en-GB"/>
              <a:t> * Medical Objectives: </a:t>
            </a:r>
            <a:r>
              <a:rPr lang="en-GB" b="1"/>
              <a:t>Drive Differentiation:</a:t>
            </a:r>
            <a:r>
              <a:rPr lang="en-GB"/>
              <a:t> 1. Evidence-Based Differentiation 2. Communicate One Scientific Story 3. Competitive Medical Mindset 4. </a:t>
            </a:r>
            <a:r>
              <a:rPr lang="en-GB" err="1"/>
              <a:t>BeOne</a:t>
            </a:r>
            <a:r>
              <a:rPr lang="en-GB"/>
              <a:t> Experience; </a:t>
            </a:r>
            <a:r>
              <a:rPr lang="en-GB" b="1"/>
              <a:t>Secure Broad Access: </a:t>
            </a:r>
            <a:r>
              <a:rPr lang="en-GB"/>
              <a:t>1. Integrated Evidence Generation 2. Support Market Access 3. Expanded Access Program; </a:t>
            </a:r>
            <a:r>
              <a:rPr lang="en-GB" b="1"/>
              <a:t>Build Solid </a:t>
            </a:r>
            <a:r>
              <a:rPr lang="en-GB" b="1" err="1"/>
              <a:t>Tumor</a:t>
            </a:r>
            <a:r>
              <a:rPr lang="en-GB" b="1"/>
              <a:t> Leadership: </a:t>
            </a:r>
            <a:r>
              <a:rPr lang="en-GB"/>
              <a:t>1. KOL Engagement and Advocacy 2. Research Collaboration 3. Solid </a:t>
            </a:r>
            <a:r>
              <a:rPr lang="en-GB" err="1"/>
              <a:t>Tumor</a:t>
            </a:r>
            <a:r>
              <a:rPr lang="en-GB"/>
              <a:t> Awareness 4. Maintain and Continue to Build</a:t>
            </a:r>
            <a:endParaRPr lang="en-US"/>
          </a:p>
          <a:p>
            <a:r>
              <a:rPr lang="en-US"/>
              <a:t>Abbreviations: ADC: Antibody Drug Conjugate; </a:t>
            </a:r>
            <a:r>
              <a:rPr lang="en-US" err="1"/>
              <a:t>CTx</a:t>
            </a:r>
            <a:r>
              <a:rPr lang="en-US"/>
              <a:t>: Chemotherapy; ESCC: </a:t>
            </a:r>
            <a:r>
              <a:rPr lang="en-US">
                <a:solidFill>
                  <a:srgbClr val="000000">
                    <a:lumMod val="65000"/>
                    <a:lumOff val="35000"/>
                  </a:srgbClr>
                </a:solidFill>
              </a:rPr>
              <a:t>Esophageal Squamous Cell Carcinoma ; GC: Gastric Cancer; GEJ: Gastroesophageal Junction; IO: Immuno-Oncology; </a:t>
            </a:r>
            <a:r>
              <a:rPr lang="en-US" err="1">
                <a:solidFill>
                  <a:srgbClr val="000000">
                    <a:lumMod val="65000"/>
                    <a:lumOff val="35000"/>
                  </a:srgbClr>
                </a:solidFill>
              </a:rPr>
              <a:t>MoA</a:t>
            </a:r>
            <a:r>
              <a:rPr lang="en-US">
                <a:solidFill>
                  <a:srgbClr val="000000">
                    <a:lumMod val="65000"/>
                    <a:lumOff val="35000"/>
                  </a:srgbClr>
                </a:solidFill>
              </a:rPr>
              <a:t>: Mechanism of Action; Tx: Treatment</a:t>
            </a:r>
            <a:endParaRPr lang="en-US"/>
          </a:p>
        </p:txBody>
      </p:sp>
      <p:grpSp>
        <p:nvGrpSpPr>
          <p:cNvPr id="4" name="Group 3">
            <a:extLst>
              <a:ext uri="{FF2B5EF4-FFF2-40B4-BE49-F238E27FC236}">
                <a16:creationId xmlns:a16="http://schemas.microsoft.com/office/drawing/2014/main" id="{935C426D-158A-B72B-6293-B1F68EDFF4D8}"/>
              </a:ext>
            </a:extLst>
          </p:cNvPr>
          <p:cNvGrpSpPr/>
          <p:nvPr/>
        </p:nvGrpSpPr>
        <p:grpSpPr>
          <a:xfrm>
            <a:off x="-9525" y="-7584"/>
            <a:ext cx="11729065" cy="180000"/>
            <a:chOff x="-9525" y="-7584"/>
            <a:chExt cx="11729065" cy="180000"/>
          </a:xfrm>
        </p:grpSpPr>
        <p:sp>
          <p:nvSpPr>
            <p:cNvPr id="12" name="Rectangle 11">
              <a:extLst>
                <a:ext uri="{FF2B5EF4-FFF2-40B4-BE49-F238E27FC236}">
                  <a16:creationId xmlns:a16="http://schemas.microsoft.com/office/drawing/2014/main" id="{8D271CD9-B0F9-FD80-2954-C8D24375858C}"/>
                </a:ext>
              </a:extLst>
            </p:cNvPr>
            <p:cNvSpPr/>
            <p:nvPr/>
          </p:nvSpPr>
          <p:spPr>
            <a:xfrm>
              <a:off x="-9525" y="-7584"/>
              <a:ext cx="1584000" cy="180000"/>
            </a:xfrm>
            <a:prstGeom prst="rect">
              <a:avLst/>
            </a:prstGeom>
            <a:solidFill>
              <a:srgbClr val="0F244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Upper GI</a:t>
              </a:r>
            </a:p>
          </p:txBody>
        </p:sp>
        <p:sp>
          <p:nvSpPr>
            <p:cNvPr id="13" name="Arrow: Pentagon 12">
              <a:extLst>
                <a:ext uri="{FF2B5EF4-FFF2-40B4-BE49-F238E27FC236}">
                  <a16:creationId xmlns:a16="http://schemas.microsoft.com/office/drawing/2014/main" id="{B8EEE4A7-6335-D539-C666-AE9E19A63DE0}"/>
                </a:ext>
              </a:extLst>
            </p:cNvPr>
            <p:cNvSpPr/>
            <p:nvPr/>
          </p:nvSpPr>
          <p:spPr>
            <a:xfrm>
              <a:off x="1584635"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4" name="Arrow: Chevron 13">
              <a:extLst>
                <a:ext uri="{FF2B5EF4-FFF2-40B4-BE49-F238E27FC236}">
                  <a16:creationId xmlns:a16="http://schemas.microsoft.com/office/drawing/2014/main" id="{ABF96A2D-9D7C-CC0F-2EB5-8718275A9773}"/>
                </a:ext>
              </a:extLst>
            </p:cNvPr>
            <p:cNvSpPr/>
            <p:nvPr/>
          </p:nvSpPr>
          <p:spPr>
            <a:xfrm>
              <a:off x="4091466" y="-7584"/>
              <a:ext cx="2592000"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5" name="Arrow: Chevron 14">
              <a:extLst>
                <a:ext uri="{FF2B5EF4-FFF2-40B4-BE49-F238E27FC236}">
                  <a16:creationId xmlns:a16="http://schemas.microsoft.com/office/drawing/2014/main" id="{38DF010E-17AD-2DE0-117C-5E9B6C276798}"/>
                </a:ext>
              </a:extLst>
            </p:cNvPr>
            <p:cNvSpPr/>
            <p:nvPr/>
          </p:nvSpPr>
          <p:spPr>
            <a:xfrm>
              <a:off x="6608457" y="-7584"/>
              <a:ext cx="2592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8" name="Arrow: Chevron 17">
              <a:extLst>
                <a:ext uri="{FF2B5EF4-FFF2-40B4-BE49-F238E27FC236}">
                  <a16:creationId xmlns:a16="http://schemas.microsoft.com/office/drawing/2014/main" id="{8221F7F5-EA36-EDC1-05AE-706A21D6B71B}"/>
                </a:ext>
              </a:extLst>
            </p:cNvPr>
            <p:cNvSpPr/>
            <p:nvPr/>
          </p:nvSpPr>
          <p:spPr>
            <a:xfrm>
              <a:off x="9127540" y="-7584"/>
              <a:ext cx="2592000"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grpSp>
        <p:nvGrpSpPr>
          <p:cNvPr id="10" name="Group 9">
            <a:extLst>
              <a:ext uri="{FF2B5EF4-FFF2-40B4-BE49-F238E27FC236}">
                <a16:creationId xmlns:a16="http://schemas.microsoft.com/office/drawing/2014/main" id="{706F9A89-31F8-3879-1BA2-F15B55339119}"/>
              </a:ext>
            </a:extLst>
          </p:cNvPr>
          <p:cNvGrpSpPr/>
          <p:nvPr/>
        </p:nvGrpSpPr>
        <p:grpSpPr>
          <a:xfrm>
            <a:off x="588937" y="3845609"/>
            <a:ext cx="750764" cy="332023"/>
            <a:chOff x="651171" y="3563995"/>
            <a:chExt cx="750764" cy="332023"/>
          </a:xfrm>
        </p:grpSpPr>
        <p:grpSp>
          <p:nvGrpSpPr>
            <p:cNvPr id="2" name="Group 1">
              <a:extLst>
                <a:ext uri="{FF2B5EF4-FFF2-40B4-BE49-F238E27FC236}">
                  <a16:creationId xmlns:a16="http://schemas.microsoft.com/office/drawing/2014/main" id="{71D88480-A698-F240-2E2C-8CD2309D6260}"/>
                </a:ext>
              </a:extLst>
            </p:cNvPr>
            <p:cNvGrpSpPr/>
            <p:nvPr/>
          </p:nvGrpSpPr>
          <p:grpSpPr>
            <a:xfrm>
              <a:off x="651171" y="3565414"/>
              <a:ext cx="563620" cy="329184"/>
              <a:chOff x="658029" y="2872388"/>
              <a:chExt cx="563620" cy="329184"/>
            </a:xfrm>
          </p:grpSpPr>
          <p:pic>
            <p:nvPicPr>
              <p:cNvPr id="7" name="Picture 6" descr="A blue circle with yellow stars in center&#10;&#10;Description automatically generated">
                <a:extLst>
                  <a:ext uri="{FF2B5EF4-FFF2-40B4-BE49-F238E27FC236}">
                    <a16:creationId xmlns:a16="http://schemas.microsoft.com/office/drawing/2014/main" id="{ABFD64E5-27F5-A1BF-4B85-69E977386CCF}"/>
                  </a:ext>
                </a:extLst>
              </p:cNvPr>
              <p:cNvPicPr>
                <a:picLocks noChangeAspect="1"/>
              </p:cNvPicPr>
              <p:nvPr/>
            </p:nvPicPr>
            <p:blipFill>
              <a:blip r:embed="rId9"/>
              <a:stretch>
                <a:fillRect/>
              </a:stretch>
            </p:blipFill>
            <p:spPr>
              <a:xfrm>
                <a:off x="658029" y="2886104"/>
                <a:ext cx="301752" cy="301752"/>
              </a:xfrm>
              <a:prstGeom prst="rect">
                <a:avLst/>
              </a:prstGeom>
              <a:ln>
                <a:noFill/>
              </a:ln>
            </p:spPr>
          </p:pic>
          <p:pic>
            <p:nvPicPr>
              <p:cNvPr id="8" name="Picture 7">
                <a:extLst>
                  <a:ext uri="{FF2B5EF4-FFF2-40B4-BE49-F238E27FC236}">
                    <a16:creationId xmlns:a16="http://schemas.microsoft.com/office/drawing/2014/main" id="{72A13AE5-EA4E-329B-C110-FA5EAAC0CF33}"/>
                  </a:ext>
                </a:extLst>
              </p:cNvPr>
              <p:cNvPicPr>
                <a:picLocks noChangeAspect="1"/>
              </p:cNvPicPr>
              <p:nvPr/>
            </p:nvPicPr>
            <p:blipFill rotWithShape="1">
              <a:blip r:embed="rId10"/>
              <a:srcRect l="14865" t="17319" r="20459" b="14006"/>
              <a:stretch/>
            </p:blipFill>
            <p:spPr>
              <a:xfrm>
                <a:off x="892465" y="2872388"/>
                <a:ext cx="329184" cy="329184"/>
              </a:xfrm>
              <a:prstGeom prst="ellipse">
                <a:avLst/>
              </a:prstGeom>
            </p:spPr>
          </p:pic>
        </p:grpSp>
        <p:pic>
          <p:nvPicPr>
            <p:cNvPr id="9" name="Picture 8" descr="A red circle with white circle in center&#10;&#10;AI-generated content may be incorrect.">
              <a:extLst>
                <a:ext uri="{FF2B5EF4-FFF2-40B4-BE49-F238E27FC236}">
                  <a16:creationId xmlns:a16="http://schemas.microsoft.com/office/drawing/2014/main" id="{DFCE93DE-2CE6-48E2-410B-24EBDAA0BD20}"/>
                </a:ext>
              </a:extLst>
            </p:cNvPr>
            <p:cNvPicPr>
              <a:picLocks noChangeAspect="1"/>
            </p:cNvPicPr>
            <p:nvPr/>
          </p:nvPicPr>
          <p:blipFill>
            <a:blip r:embed="rId11"/>
            <a:stretch>
              <a:fillRect/>
            </a:stretch>
          </p:blipFill>
          <p:spPr>
            <a:xfrm>
              <a:off x="1072751" y="3563995"/>
              <a:ext cx="329184" cy="332023"/>
            </a:xfrm>
            <a:prstGeom prst="rect">
              <a:avLst/>
            </a:prstGeom>
          </p:spPr>
        </p:pic>
      </p:grpSp>
      <p:pic>
        <p:nvPicPr>
          <p:cNvPr id="27" name="Graphic 26">
            <a:extLst>
              <a:ext uri="{FF2B5EF4-FFF2-40B4-BE49-F238E27FC236}">
                <a16:creationId xmlns:a16="http://schemas.microsoft.com/office/drawing/2014/main" id="{B8F921A3-B961-EE66-A8C0-C1207550519F}"/>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21337" y="4940945"/>
            <a:ext cx="288000" cy="288000"/>
          </a:xfrm>
          <a:prstGeom prst="rect">
            <a:avLst/>
          </a:prstGeom>
        </p:spPr>
      </p:pic>
      <p:sp>
        <p:nvSpPr>
          <p:cNvPr id="28" name="Left Bracket 27">
            <a:extLst>
              <a:ext uri="{FF2B5EF4-FFF2-40B4-BE49-F238E27FC236}">
                <a16:creationId xmlns:a16="http://schemas.microsoft.com/office/drawing/2014/main" id="{6D0445FA-21A6-8BA9-92CD-1F44865A2758}"/>
              </a:ext>
            </a:extLst>
          </p:cNvPr>
          <p:cNvSpPr/>
          <p:nvPr/>
        </p:nvSpPr>
        <p:spPr>
          <a:xfrm>
            <a:off x="259002" y="3680945"/>
            <a:ext cx="84879" cy="2808000"/>
          </a:xfrm>
          <a:prstGeom prst="leftBracket">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1" name="Group 40">
            <a:extLst>
              <a:ext uri="{FF2B5EF4-FFF2-40B4-BE49-F238E27FC236}">
                <a16:creationId xmlns:a16="http://schemas.microsoft.com/office/drawing/2014/main" id="{D3B32674-4986-C458-1D56-47C98C3AE000}"/>
              </a:ext>
            </a:extLst>
          </p:cNvPr>
          <p:cNvGrpSpPr/>
          <p:nvPr/>
        </p:nvGrpSpPr>
        <p:grpSpPr>
          <a:xfrm>
            <a:off x="562057" y="2922592"/>
            <a:ext cx="730572" cy="332023"/>
            <a:chOff x="6415821" y="4958217"/>
            <a:chExt cx="730572" cy="332023"/>
          </a:xfrm>
        </p:grpSpPr>
        <p:grpSp>
          <p:nvGrpSpPr>
            <p:cNvPr id="42" name="Group 41">
              <a:extLst>
                <a:ext uri="{FF2B5EF4-FFF2-40B4-BE49-F238E27FC236}">
                  <a16:creationId xmlns:a16="http://schemas.microsoft.com/office/drawing/2014/main" id="{65023F52-0A9D-AD0D-2D7E-078A2C662AC0}"/>
                </a:ext>
              </a:extLst>
            </p:cNvPr>
            <p:cNvGrpSpPr/>
            <p:nvPr/>
          </p:nvGrpSpPr>
          <p:grpSpPr>
            <a:xfrm>
              <a:off x="6415821" y="4958217"/>
              <a:ext cx="516328" cy="332023"/>
              <a:chOff x="885607" y="3563995"/>
              <a:chExt cx="516328" cy="332023"/>
            </a:xfrm>
          </p:grpSpPr>
          <p:pic>
            <p:nvPicPr>
              <p:cNvPr id="44" name="Picture 43">
                <a:extLst>
                  <a:ext uri="{FF2B5EF4-FFF2-40B4-BE49-F238E27FC236}">
                    <a16:creationId xmlns:a16="http://schemas.microsoft.com/office/drawing/2014/main" id="{152CF3E8-3D97-9A8D-7C6A-6B3671898333}"/>
                  </a:ext>
                </a:extLst>
              </p:cNvPr>
              <p:cNvPicPr>
                <a:picLocks noChangeAspect="1"/>
              </p:cNvPicPr>
              <p:nvPr/>
            </p:nvPicPr>
            <p:blipFill rotWithShape="1">
              <a:blip r:embed="rId10"/>
              <a:srcRect l="14865" t="17319" r="20459" b="14006"/>
              <a:stretch/>
            </p:blipFill>
            <p:spPr>
              <a:xfrm>
                <a:off x="885607" y="3565414"/>
                <a:ext cx="329184" cy="329184"/>
              </a:xfrm>
              <a:prstGeom prst="ellipse">
                <a:avLst/>
              </a:prstGeom>
            </p:spPr>
          </p:pic>
          <p:pic>
            <p:nvPicPr>
              <p:cNvPr id="45" name="Picture 44" descr="A red circle with white circle in center&#10;&#10;AI-generated content may be incorrect.">
                <a:extLst>
                  <a:ext uri="{FF2B5EF4-FFF2-40B4-BE49-F238E27FC236}">
                    <a16:creationId xmlns:a16="http://schemas.microsoft.com/office/drawing/2014/main" id="{C81EBDC0-7851-1193-AF70-29E02B632FFE}"/>
                  </a:ext>
                </a:extLst>
              </p:cNvPr>
              <p:cNvPicPr>
                <a:picLocks noChangeAspect="1"/>
              </p:cNvPicPr>
              <p:nvPr/>
            </p:nvPicPr>
            <p:blipFill>
              <a:blip r:embed="rId11"/>
              <a:stretch>
                <a:fillRect/>
              </a:stretch>
            </p:blipFill>
            <p:spPr>
              <a:xfrm>
                <a:off x="1072751" y="3563995"/>
                <a:ext cx="329184" cy="332023"/>
              </a:xfrm>
              <a:prstGeom prst="rect">
                <a:avLst/>
              </a:prstGeom>
            </p:spPr>
          </p:pic>
        </p:grpSp>
        <p:sp>
          <p:nvSpPr>
            <p:cNvPr id="43" name="Oval 42">
              <a:extLst>
                <a:ext uri="{FF2B5EF4-FFF2-40B4-BE49-F238E27FC236}">
                  <a16:creationId xmlns:a16="http://schemas.microsoft.com/office/drawing/2014/main" id="{08989F8C-AFBC-331E-AEF4-D8E6A0AEE946}"/>
                </a:ext>
              </a:extLst>
            </p:cNvPr>
            <p:cNvSpPr/>
            <p:nvPr/>
          </p:nvSpPr>
          <p:spPr>
            <a:xfrm>
              <a:off x="6844641" y="4973352"/>
              <a:ext cx="301752" cy="301752"/>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grpSp>
      <p:grpSp>
        <p:nvGrpSpPr>
          <p:cNvPr id="36" name="Group 35">
            <a:extLst>
              <a:ext uri="{FF2B5EF4-FFF2-40B4-BE49-F238E27FC236}">
                <a16:creationId xmlns:a16="http://schemas.microsoft.com/office/drawing/2014/main" id="{77978DAF-39B5-E47B-0359-3FEAE8B9FE47}"/>
              </a:ext>
            </a:extLst>
          </p:cNvPr>
          <p:cNvGrpSpPr/>
          <p:nvPr/>
        </p:nvGrpSpPr>
        <p:grpSpPr>
          <a:xfrm>
            <a:off x="656067" y="5800731"/>
            <a:ext cx="577336" cy="329184"/>
            <a:chOff x="644313" y="4881416"/>
            <a:chExt cx="577336" cy="329184"/>
          </a:xfrm>
        </p:grpSpPr>
        <p:pic>
          <p:nvPicPr>
            <p:cNvPr id="37" name="Graphic 17">
              <a:extLst>
                <a:ext uri="{FF2B5EF4-FFF2-40B4-BE49-F238E27FC236}">
                  <a16:creationId xmlns:a16="http://schemas.microsoft.com/office/drawing/2014/main" id="{3683DF68-6E78-8C9C-E822-9C764DD55229}"/>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644313" y="4881416"/>
              <a:ext cx="329184" cy="329184"/>
            </a:xfrm>
            <a:prstGeom prst="rect">
              <a:avLst/>
            </a:prstGeom>
          </p:spPr>
        </p:pic>
        <p:pic>
          <p:nvPicPr>
            <p:cNvPr id="38" name="Picture 37">
              <a:extLst>
                <a:ext uri="{FF2B5EF4-FFF2-40B4-BE49-F238E27FC236}">
                  <a16:creationId xmlns:a16="http://schemas.microsoft.com/office/drawing/2014/main" id="{524FC45F-29D7-8A30-D4F9-F1823C581BF6}"/>
                </a:ext>
              </a:extLst>
            </p:cNvPr>
            <p:cNvPicPr>
              <a:picLocks noChangeAspect="1"/>
            </p:cNvPicPr>
            <p:nvPr/>
          </p:nvPicPr>
          <p:blipFill rotWithShape="1">
            <a:blip r:embed="rId10"/>
            <a:srcRect l="14865" t="17319" r="20459" b="14006"/>
            <a:stretch/>
          </p:blipFill>
          <p:spPr>
            <a:xfrm>
              <a:off x="892465" y="4881416"/>
              <a:ext cx="329184" cy="329184"/>
            </a:xfrm>
            <a:prstGeom prst="ellipse">
              <a:avLst/>
            </a:prstGeom>
          </p:spPr>
        </p:pic>
      </p:grpSp>
    </p:spTree>
    <p:extLst>
      <p:ext uri="{BB962C8B-B14F-4D97-AF65-F5344CB8AC3E}">
        <p14:creationId xmlns:p14="http://schemas.microsoft.com/office/powerpoint/2010/main" val="9544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1E70F-AA8B-F49D-1DF6-0C806D281EB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56EAED4-41DA-C93B-AEC0-E02A71FD153B}"/>
              </a:ext>
            </a:extLst>
          </p:cNvPr>
          <p:cNvGraphicFramePr>
            <a:graphicFrameLocks noChangeAspect="1"/>
          </p:cNvGraphicFramePr>
          <p:nvPr>
            <p:custDataLst>
              <p:tags r:id="rId1"/>
            </p:custDataLst>
            <p:extLst>
              <p:ext uri="{D42A27DB-BD31-4B8C-83A1-F6EECF244321}">
                <p14:modId xmlns:p14="http://schemas.microsoft.com/office/powerpoint/2010/main" val="3443432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D56EAED4-41DA-C93B-AEC0-E02A71FD153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0" name="Table 29">
            <a:extLst>
              <a:ext uri="{FF2B5EF4-FFF2-40B4-BE49-F238E27FC236}">
                <a16:creationId xmlns:a16="http://schemas.microsoft.com/office/drawing/2014/main" id="{6F7D3B81-D4F9-FEE9-3A94-AA52EB5898D1}"/>
              </a:ext>
            </a:extLst>
          </p:cNvPr>
          <p:cNvGraphicFramePr>
            <a:graphicFrameLocks noGrp="1"/>
          </p:cNvGraphicFramePr>
          <p:nvPr>
            <p:extLst>
              <p:ext uri="{D42A27DB-BD31-4B8C-83A1-F6EECF244321}">
                <p14:modId xmlns:p14="http://schemas.microsoft.com/office/powerpoint/2010/main" val="324713680"/>
              </p:ext>
            </p:extLst>
          </p:nvPr>
        </p:nvGraphicFramePr>
        <p:xfrm>
          <a:off x="358335" y="1376891"/>
          <a:ext cx="11560144" cy="4832640"/>
        </p:xfrm>
        <a:graphic>
          <a:graphicData uri="http://schemas.openxmlformats.org/drawingml/2006/table">
            <a:tbl>
              <a:tblPr firstRow="1" bandRow="1">
                <a:tableStyleId>{073A0DAA-6AF3-43AB-8588-CEC1D06C72B9}</a:tableStyleId>
              </a:tblPr>
              <a:tblGrid>
                <a:gridCol w="3213204">
                  <a:extLst>
                    <a:ext uri="{9D8B030D-6E8A-4147-A177-3AD203B41FA5}">
                      <a16:colId xmlns:a16="http://schemas.microsoft.com/office/drawing/2014/main" val="2266833658"/>
                    </a:ext>
                  </a:extLst>
                </a:gridCol>
                <a:gridCol w="1070796">
                  <a:extLst>
                    <a:ext uri="{9D8B030D-6E8A-4147-A177-3AD203B41FA5}">
                      <a16:colId xmlns:a16="http://schemas.microsoft.com/office/drawing/2014/main" val="481140523"/>
                    </a:ext>
                  </a:extLst>
                </a:gridCol>
                <a:gridCol w="1404000">
                  <a:extLst>
                    <a:ext uri="{9D8B030D-6E8A-4147-A177-3AD203B41FA5}">
                      <a16:colId xmlns:a16="http://schemas.microsoft.com/office/drawing/2014/main" val="2800079537"/>
                    </a:ext>
                  </a:extLst>
                </a:gridCol>
                <a:gridCol w="1512000">
                  <a:extLst>
                    <a:ext uri="{9D8B030D-6E8A-4147-A177-3AD203B41FA5}">
                      <a16:colId xmlns:a16="http://schemas.microsoft.com/office/drawing/2014/main" val="2491557635"/>
                    </a:ext>
                  </a:extLst>
                </a:gridCol>
                <a:gridCol w="1111827">
                  <a:extLst>
                    <a:ext uri="{9D8B030D-6E8A-4147-A177-3AD203B41FA5}">
                      <a16:colId xmlns:a16="http://schemas.microsoft.com/office/drawing/2014/main" val="3673164344"/>
                    </a:ext>
                  </a:extLst>
                </a:gridCol>
                <a:gridCol w="1304317">
                  <a:extLst>
                    <a:ext uri="{9D8B030D-6E8A-4147-A177-3AD203B41FA5}">
                      <a16:colId xmlns:a16="http://schemas.microsoft.com/office/drawing/2014/main" val="2326480619"/>
                    </a:ext>
                  </a:extLst>
                </a:gridCol>
                <a:gridCol w="288000">
                  <a:extLst>
                    <a:ext uri="{9D8B030D-6E8A-4147-A177-3AD203B41FA5}">
                      <a16:colId xmlns:a16="http://schemas.microsoft.com/office/drawing/2014/main" val="4197208465"/>
                    </a:ext>
                  </a:extLst>
                </a:gridCol>
                <a:gridCol w="1656000">
                  <a:extLst>
                    <a:ext uri="{9D8B030D-6E8A-4147-A177-3AD203B41FA5}">
                      <a16:colId xmlns:a16="http://schemas.microsoft.com/office/drawing/2014/main" val="393198505"/>
                    </a:ext>
                  </a:extLst>
                </a:gridCol>
              </a:tblGrid>
              <a:tr h="288000">
                <a:tc gridSpan="8">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a:solidFill>
                            <a:schemeClr val="bg1"/>
                          </a:solidFill>
                        </a:rPr>
                        <a:t>Across Upper GI (ESCC, GC/GEJ)</a:t>
                      </a:r>
                    </a:p>
                  </a:txBody>
                  <a:tcPr marL="45720" marR="45720" anchor="ctr">
                    <a:solidFill>
                      <a:schemeClr val="tx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288000">
                <a:tc>
                  <a:txBody>
                    <a:bodyPr/>
                    <a:lstStyle/>
                    <a:p>
                      <a:pPr algn="ctr"/>
                      <a:r>
                        <a:rPr lang="en-US" sz="1000" b="1">
                          <a:solidFill>
                            <a:schemeClr val="bg1"/>
                          </a:solidFill>
                        </a:rPr>
                        <a:t>Evidence Gap</a:t>
                      </a:r>
                    </a:p>
                  </a:txBody>
                  <a:tcPr marL="45720" marR="45720"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Tactic Type</a:t>
                      </a:r>
                    </a:p>
                  </a:txBody>
                  <a:tcPr marL="45720" marR="45720" anchor="ctr">
                    <a:solidFill>
                      <a:schemeClr val="tx2"/>
                    </a:solidFill>
                  </a:tcPr>
                </a:tc>
                <a:tc>
                  <a:txBody>
                    <a:bodyPr/>
                    <a:lstStyle/>
                    <a:p>
                      <a:pPr algn="ctr"/>
                      <a:r>
                        <a:rPr lang="en-US" sz="1000" b="1">
                          <a:solidFill>
                            <a:schemeClr val="bg1"/>
                          </a:solidFill>
                        </a:rPr>
                        <a:t>New Tactic</a:t>
                      </a:r>
                    </a:p>
                  </a:txBody>
                  <a:tcPr marL="45720" marR="45720" anchor="ctr">
                    <a:solidFill>
                      <a:schemeClr val="tx2"/>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chemeClr val="tx2"/>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chemeClr val="tx2"/>
                    </a:solidFill>
                  </a:tcPr>
                </a:tc>
                <a:tc>
                  <a:txBody>
                    <a:bodyPr/>
                    <a:lstStyle/>
                    <a:p>
                      <a:pPr algn="ctr"/>
                      <a:r>
                        <a:rPr lang="en-US" sz="1000" b="1" kern="1200">
                          <a:solidFill>
                            <a:schemeClr val="bg1"/>
                          </a:solidFill>
                          <a:latin typeface="+mn-lt"/>
                          <a:ea typeface="+mn-ea"/>
                          <a:cs typeface="+mn-cs"/>
                        </a:rPr>
                        <a:t>Impact on External Stakeholders</a:t>
                      </a:r>
                    </a:p>
                  </a:txBody>
                  <a:tcPr marL="45720" marR="45720" anchor="ctr">
                    <a:solidFill>
                      <a:schemeClr val="tx2"/>
                    </a:solidFill>
                  </a:tcPr>
                </a:tc>
                <a:tc>
                  <a:txBody>
                    <a:bodyPr/>
                    <a:lstStyle/>
                    <a:p>
                      <a:pPr algn="ctr"/>
                      <a:r>
                        <a:rPr lang="en-US" sz="1000" b="1" kern="1200">
                          <a:solidFill>
                            <a:schemeClr val="bg1"/>
                          </a:solidFill>
                          <a:latin typeface="+mn-lt"/>
                          <a:ea typeface="+mn-ea"/>
                          <a:cs typeface="+mn-cs"/>
                        </a:rPr>
                        <a:t>SIs</a:t>
                      </a:r>
                    </a:p>
                  </a:txBody>
                  <a:tcPr marL="45720" marR="45720" anchor="ctr">
                    <a:solidFill>
                      <a:schemeClr val="tx2"/>
                    </a:solidFill>
                  </a:tcPr>
                </a:tc>
                <a:tc>
                  <a:txBody>
                    <a:bodyPr/>
                    <a:lstStyle/>
                    <a:p>
                      <a:pPr marL="0" algn="ctr" defTabSz="914400" rtl="0" eaLnBrk="1" latinLnBrk="0" hangingPunct="1"/>
                      <a:r>
                        <a:rPr lang="en-US" sz="1000" b="1" kern="1200">
                          <a:solidFill>
                            <a:schemeClr val="bg1"/>
                          </a:solidFill>
                          <a:latin typeface="+mn-lt"/>
                          <a:ea typeface="+mn-ea"/>
                          <a:cs typeface="+mn-cs"/>
                        </a:rPr>
                        <a:t>Medical Objective &amp; Impact</a:t>
                      </a:r>
                    </a:p>
                  </a:txBody>
                  <a:tcPr marL="45720" marR="45720" anchor="ctr">
                    <a:solidFill>
                      <a:schemeClr val="tx2"/>
                    </a:solidFill>
                  </a:tcPr>
                </a:tc>
                <a:extLst>
                  <a:ext uri="{0D108BD9-81ED-4DB2-BD59-A6C34878D82A}">
                    <a16:rowId xmlns:a16="http://schemas.microsoft.com/office/drawing/2014/main" val="3378915935"/>
                  </a:ext>
                </a:extLst>
              </a:tr>
              <a:tr h="129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Need for data on </a:t>
                      </a:r>
                      <a:r>
                        <a:rPr kumimoji="0" lang="en-US" sz="900" b="1" i="0" u="none" strike="noStrike" kern="1200" cap="none" spc="0" normalizeH="0" baseline="0" noProof="0">
                          <a:ln>
                            <a:noFill/>
                          </a:ln>
                          <a:solidFill>
                            <a:srgbClr val="000000"/>
                          </a:solidFill>
                          <a:effectLst/>
                          <a:uLnTx/>
                          <a:uFillTx/>
                          <a:latin typeface="+mn-lt"/>
                          <a:ea typeface="+mn-ea"/>
                          <a:cs typeface="+mn-cs"/>
                        </a:rPr>
                        <a:t>optimal sequencing of IO and targeted therapies </a:t>
                      </a:r>
                      <a:r>
                        <a:rPr kumimoji="0" lang="en-US" sz="900" b="0" i="0" u="none" strike="noStrike" kern="1200" cap="none" spc="0" normalizeH="0" baseline="0" noProof="0">
                          <a:ln>
                            <a:noFill/>
                          </a:ln>
                          <a:solidFill>
                            <a:srgbClr val="000000"/>
                          </a:solidFill>
                          <a:effectLst/>
                          <a:uLnTx/>
                          <a:uFillTx/>
                          <a:latin typeface="+mn-lt"/>
                          <a:ea typeface="+mn-ea"/>
                          <a:cs typeface="+mn-cs"/>
                        </a:rPr>
                        <a:t>(i.e., tislelizumab in sequence vs combined with HER2 ADCs, FGFR inhibitors, etc.)</a:t>
                      </a:r>
                      <a:endParaRPr kumimoji="0" lang="en-GB" sz="900" b="0" i="0" u="none" strike="noStrike" kern="1200" cap="none" spc="0" normalizeH="0" baseline="0" noProof="0">
                        <a:ln>
                          <a:noFill/>
                        </a:ln>
                        <a:solidFill>
                          <a:srgbClr val="000000"/>
                        </a:solidFill>
                        <a:effectLst/>
                        <a:uLnTx/>
                        <a:uFillTx/>
                        <a:latin typeface="+mn-lt"/>
                        <a:ea typeface="+mn-ea"/>
                        <a:cs typeface="+mn-cs"/>
                      </a:endParaRP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IIT (prospective)</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err="1"/>
                        <a:t>DoR</a:t>
                      </a:r>
                      <a:endParaRPr lang="en-US" sz="90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PFS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Tolerability</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tx1"/>
                        </a:solidFill>
                        <a:latin typeface="+mn-lt"/>
                        <a:ea typeface="+mn-ea"/>
                        <a:cs typeface="+mn-cs"/>
                      </a:endParaRP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Payers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Research Collaborations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Maintain and Continue to Build</a:t>
                      </a:r>
                    </a:p>
                  </a:txBody>
                  <a:tcPr marL="45720" marR="45720" anchor="ctr">
                    <a:solidFill>
                      <a:srgbClr val="CBCBCB"/>
                    </a:solidFill>
                  </a:tcPr>
                </a:tc>
                <a:extLst>
                  <a:ext uri="{0D108BD9-81ED-4DB2-BD59-A6C34878D82A}">
                    <a16:rowId xmlns:a16="http://schemas.microsoft.com/office/drawing/2014/main" val="2682310187"/>
                  </a:ext>
                </a:extLst>
              </a:tr>
              <a:tr h="11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strike="noStrike"/>
                        <a:t>Need for combination data with </a:t>
                      </a:r>
                      <a:r>
                        <a:rPr lang="en-US" sz="900" b="1" strike="noStrike" err="1"/>
                        <a:t>CTx</a:t>
                      </a:r>
                      <a:r>
                        <a:rPr lang="en-US" sz="900" b="1" strike="noStrike"/>
                        <a:t> or targeted agents </a:t>
                      </a:r>
                      <a:r>
                        <a:rPr lang="en-GB" sz="900">
                          <a:solidFill>
                            <a:schemeClr val="tx1"/>
                          </a:solidFill>
                          <a:latin typeface="+mn-lt"/>
                        </a:rPr>
                        <a:t>(such as CLDN18.2 inhibitors)</a:t>
                      </a:r>
                      <a:endParaRPr lang="en-US" sz="900" b="1" strike="noStrike"/>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Post-hoc analysis of ASKB589 study (</a:t>
                      </a:r>
                      <a:r>
                        <a:rPr lang="en-GB" sz="900" kern="1200">
                          <a:solidFill>
                            <a:schemeClr val="dk1"/>
                          </a:solidFill>
                          <a:latin typeface="+mn-lt"/>
                          <a:ea typeface="+mn-ea"/>
                          <a:cs typeface="+mn-cs"/>
                        </a:rPr>
                        <a:t>NCT06206733)</a:t>
                      </a:r>
                      <a:endParaRPr lang="en-US" sz="900" kern="1200">
                        <a:solidFill>
                          <a:schemeClr val="dk1"/>
                        </a:solidFill>
                        <a:latin typeface="+mn-lt"/>
                        <a:ea typeface="+mn-ea"/>
                        <a:cs typeface="+mn-cs"/>
                      </a:endParaRP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Safety (% Grade 3-4 AEs) and efficacy (ORR, PFS, DoR)</a:t>
                      </a: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tx1"/>
                        </a:solidFill>
                        <a:latin typeface="+mn-lt"/>
                        <a:ea typeface="+mn-ea"/>
                        <a:cs typeface="+mn-cs"/>
                      </a:endParaRP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Payers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Maintain and Continue to Build</a:t>
                      </a:r>
                    </a:p>
                  </a:txBody>
                  <a:tcPr marL="45720" marR="45720" anchor="ctr">
                    <a:solidFill>
                      <a:srgbClr val="E7E7E7"/>
                    </a:solidFill>
                  </a:tcPr>
                </a:tc>
                <a:extLst>
                  <a:ext uri="{0D108BD9-81ED-4DB2-BD59-A6C34878D82A}">
                    <a16:rowId xmlns:a16="http://schemas.microsoft.com/office/drawing/2014/main" val="2182566513"/>
                  </a:ext>
                </a:extLst>
              </a:tr>
              <a:tr h="756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Need for tislelizumab </a:t>
                      </a:r>
                      <a:r>
                        <a:rPr lang="en-GB" sz="900" b="1"/>
                        <a:t>efficacy data</a:t>
                      </a:r>
                      <a:r>
                        <a:rPr lang="en-GB" sz="900"/>
                        <a:t> in </a:t>
                      </a:r>
                      <a:r>
                        <a:rPr lang="en-GB" sz="900" b="1"/>
                        <a:t>patients who stop treatment at 24 months</a:t>
                      </a:r>
                      <a:endParaRPr lang="en-US" sz="900" b="1"/>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highlight>
                          <a:srgbClr val="FFFF00"/>
                        </a:highlight>
                      </a:endParaRP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t>[Pending Feasibility Assessment] </a:t>
                      </a:r>
                      <a:r>
                        <a:rPr lang="en-US" sz="900"/>
                        <a:t>Post-hoc analysis of RN-305 &amp; RN-306</a:t>
                      </a:r>
                    </a:p>
                  </a:txBody>
                  <a:tcPr marL="45720" marR="45720" anchor="ctr">
                    <a:solidFill>
                      <a:srgbClr val="CBCBCB"/>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ORR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PFS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DoR</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tx1"/>
                        </a:solidFill>
                        <a:latin typeface="+mn-lt"/>
                        <a:ea typeface="+mn-ea"/>
                        <a:cs typeface="+mn-cs"/>
                      </a:endParaRPr>
                    </a:p>
                  </a:txBody>
                  <a:tcPr marL="45720" marR="45720" anchor="ctr">
                    <a:solidFill>
                      <a:srgbClr val="CBCBCB"/>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Patients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Regulators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Support Market Access</a:t>
                      </a:r>
                    </a:p>
                  </a:txBody>
                  <a:tcPr marL="45720" marR="45720" anchor="ctr">
                    <a:solidFill>
                      <a:srgbClr val="CBCBCB"/>
                    </a:solidFill>
                  </a:tcPr>
                </a:tc>
                <a:extLst>
                  <a:ext uri="{0D108BD9-81ED-4DB2-BD59-A6C34878D82A}">
                    <a16:rowId xmlns:a16="http://schemas.microsoft.com/office/drawing/2014/main" val="1614540525"/>
                  </a:ext>
                </a:extLst>
              </a:tr>
              <a:tr h="75600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KOL Engagement &amp; Advocacy</a:t>
                      </a:r>
                    </a:p>
                  </a:txBody>
                  <a:tcPr marL="45720" marR="45720" anchor="ctr">
                    <a:solidFill>
                      <a:srgbClr val="CBCBCB"/>
                    </a:solidFill>
                  </a:tcPr>
                </a:tc>
                <a:extLst>
                  <a:ext uri="{0D108BD9-81ED-4DB2-BD59-A6C34878D82A}">
                    <a16:rowId xmlns:a16="http://schemas.microsoft.com/office/drawing/2014/main" val="2807720445"/>
                  </a:ext>
                </a:extLst>
              </a:tr>
            </a:tbl>
          </a:graphicData>
        </a:graphic>
      </p:graphicFrame>
      <p:sp>
        <p:nvSpPr>
          <p:cNvPr id="3" name="Title 2">
            <a:extLst>
              <a:ext uri="{FF2B5EF4-FFF2-40B4-BE49-F238E27FC236}">
                <a16:creationId xmlns:a16="http://schemas.microsoft.com/office/drawing/2014/main" id="{CADD3ACD-0FF0-06EA-4B56-17AAAD2A03DC}"/>
              </a:ext>
            </a:extLst>
          </p:cNvPr>
          <p:cNvSpPr>
            <a:spLocks noGrp="1"/>
          </p:cNvSpPr>
          <p:nvPr>
            <p:ph type="title"/>
          </p:nvPr>
        </p:nvSpPr>
        <p:spPr>
          <a:xfrm>
            <a:off x="358337" y="271427"/>
            <a:ext cx="11470125" cy="369332"/>
          </a:xfrm>
        </p:spPr>
        <p:txBody>
          <a:bodyPr vert="horz"/>
          <a:lstStyle/>
          <a:p>
            <a:r>
              <a:rPr lang="en-US" sz="2400"/>
              <a:t>Tactics: Across Upper GI</a:t>
            </a:r>
          </a:p>
        </p:txBody>
      </p:sp>
      <p:sp>
        <p:nvSpPr>
          <p:cNvPr id="37" name="Oval 36">
            <a:extLst>
              <a:ext uri="{FF2B5EF4-FFF2-40B4-BE49-F238E27FC236}">
                <a16:creationId xmlns:a16="http://schemas.microsoft.com/office/drawing/2014/main" id="{EACC1DC1-424E-1712-99A2-F81E29084ADD}"/>
              </a:ext>
            </a:extLst>
          </p:cNvPr>
          <p:cNvSpPr/>
          <p:nvPr/>
        </p:nvSpPr>
        <p:spPr>
          <a:xfrm>
            <a:off x="7961037" y="2737978"/>
            <a:ext cx="301752" cy="301752"/>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pic>
        <p:nvPicPr>
          <p:cNvPr id="47" name="Graphic 46">
            <a:extLst>
              <a:ext uri="{FF2B5EF4-FFF2-40B4-BE49-F238E27FC236}">
                <a16:creationId xmlns:a16="http://schemas.microsoft.com/office/drawing/2014/main" id="{3717F83A-7924-2462-3021-7C818A63B8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50844" y="2898152"/>
            <a:ext cx="274320" cy="274320"/>
          </a:xfrm>
          <a:prstGeom prst="rect">
            <a:avLst/>
          </a:prstGeom>
        </p:spPr>
      </p:pic>
      <p:pic>
        <p:nvPicPr>
          <p:cNvPr id="48" name="Graphic 47">
            <a:extLst>
              <a:ext uri="{FF2B5EF4-FFF2-40B4-BE49-F238E27FC236}">
                <a16:creationId xmlns:a16="http://schemas.microsoft.com/office/drawing/2014/main" id="{4154FC44-41AF-33F9-5288-2591C715CB9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50844" y="2513956"/>
            <a:ext cx="274320" cy="274320"/>
          </a:xfrm>
          <a:prstGeom prst="rect">
            <a:avLst/>
          </a:prstGeom>
        </p:spPr>
      </p:pic>
      <p:sp>
        <p:nvSpPr>
          <p:cNvPr id="14" name="Rectangle 13">
            <a:extLst>
              <a:ext uri="{FF2B5EF4-FFF2-40B4-BE49-F238E27FC236}">
                <a16:creationId xmlns:a16="http://schemas.microsoft.com/office/drawing/2014/main" id="{0231BFA1-5A72-6FCB-A827-358D9218FFFC}"/>
              </a:ext>
            </a:extLst>
          </p:cNvPr>
          <p:cNvSpPr/>
          <p:nvPr/>
        </p:nvSpPr>
        <p:spPr>
          <a:xfrm>
            <a:off x="126749" y="2197464"/>
            <a:ext cx="222533" cy="2484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grpSp>
        <p:nvGrpSpPr>
          <p:cNvPr id="18" name="Group 17">
            <a:extLst>
              <a:ext uri="{FF2B5EF4-FFF2-40B4-BE49-F238E27FC236}">
                <a16:creationId xmlns:a16="http://schemas.microsoft.com/office/drawing/2014/main" id="{712127E7-1800-B5C6-8E93-B53B74CC61F2}"/>
              </a:ext>
            </a:extLst>
          </p:cNvPr>
          <p:cNvGrpSpPr/>
          <p:nvPr/>
        </p:nvGrpSpPr>
        <p:grpSpPr>
          <a:xfrm>
            <a:off x="5387787" y="634600"/>
            <a:ext cx="6454551" cy="323165"/>
            <a:chOff x="9702263" y="10164"/>
            <a:chExt cx="6636476" cy="323165"/>
          </a:xfrm>
        </p:grpSpPr>
        <p:sp>
          <p:nvSpPr>
            <p:cNvPr id="19" name="TextBox 18">
              <a:extLst>
                <a:ext uri="{FF2B5EF4-FFF2-40B4-BE49-F238E27FC236}">
                  <a16:creationId xmlns:a16="http://schemas.microsoft.com/office/drawing/2014/main" id="{1FA87804-B4B8-00AF-4BFA-4854B02EF1BE}"/>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20" name="Rectangle 19">
              <a:extLst>
                <a:ext uri="{FF2B5EF4-FFF2-40B4-BE49-F238E27FC236}">
                  <a16:creationId xmlns:a16="http://schemas.microsoft.com/office/drawing/2014/main" id="{5526F2C0-1151-015D-2AE5-2740804CFB48}"/>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3" name="Rectangle 22">
              <a:extLst>
                <a:ext uri="{FF2B5EF4-FFF2-40B4-BE49-F238E27FC236}">
                  <a16:creationId xmlns:a16="http://schemas.microsoft.com/office/drawing/2014/main" id="{08109E64-03F0-EDD0-D7BA-C5CC3FC18E3A}"/>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4" name="Rectangle 23">
              <a:extLst>
                <a:ext uri="{FF2B5EF4-FFF2-40B4-BE49-F238E27FC236}">
                  <a16:creationId xmlns:a16="http://schemas.microsoft.com/office/drawing/2014/main" id="{B7314F4D-1AB3-E619-0AFD-D1F8CA8D7D4C}"/>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25" name="Footer Placeholder 3">
            <a:extLst>
              <a:ext uri="{FF2B5EF4-FFF2-40B4-BE49-F238E27FC236}">
                <a16:creationId xmlns:a16="http://schemas.microsoft.com/office/drawing/2014/main" id="{1DF759F3-630C-E717-E1F9-BEC66A22FD67}"/>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26" name="Graphic 25">
            <a:extLst>
              <a:ext uri="{FF2B5EF4-FFF2-40B4-BE49-F238E27FC236}">
                <a16:creationId xmlns:a16="http://schemas.microsoft.com/office/drawing/2014/main" id="{468B5863-09FA-4C6C-1B4B-76200504CC0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37570" y="958197"/>
            <a:ext cx="274320" cy="274320"/>
          </a:xfrm>
          <a:prstGeom prst="rect">
            <a:avLst/>
          </a:prstGeom>
        </p:spPr>
      </p:pic>
      <p:pic>
        <p:nvPicPr>
          <p:cNvPr id="27" name="Graphic 26">
            <a:extLst>
              <a:ext uri="{FF2B5EF4-FFF2-40B4-BE49-F238E27FC236}">
                <a16:creationId xmlns:a16="http://schemas.microsoft.com/office/drawing/2014/main" id="{E80AB0D5-FD30-02C9-AA7C-B9A9565AA06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4487" y="958197"/>
            <a:ext cx="274320" cy="274320"/>
          </a:xfrm>
          <a:prstGeom prst="rect">
            <a:avLst/>
          </a:prstGeom>
        </p:spPr>
      </p:pic>
      <p:pic>
        <p:nvPicPr>
          <p:cNvPr id="28" name="Graphic 27">
            <a:extLst>
              <a:ext uri="{FF2B5EF4-FFF2-40B4-BE49-F238E27FC236}">
                <a16:creationId xmlns:a16="http://schemas.microsoft.com/office/drawing/2014/main" id="{EDF85379-E52D-ADBB-D761-0210EA58B85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14007" y="958197"/>
            <a:ext cx="274320" cy="274320"/>
          </a:xfrm>
          <a:prstGeom prst="rect">
            <a:avLst/>
          </a:prstGeom>
        </p:spPr>
      </p:pic>
      <p:sp>
        <p:nvSpPr>
          <p:cNvPr id="2" name="Footer Placeholder 3">
            <a:extLst>
              <a:ext uri="{FF2B5EF4-FFF2-40B4-BE49-F238E27FC236}">
                <a16:creationId xmlns:a16="http://schemas.microsoft.com/office/drawing/2014/main" id="{8DFB3E20-64F9-4748-6FD0-3ACE61AC2868}"/>
              </a:ext>
            </a:extLst>
          </p:cNvPr>
          <p:cNvSpPr txBox="1">
            <a:spLocks/>
          </p:cNvSpPr>
          <p:nvPr/>
        </p:nvSpPr>
        <p:spPr>
          <a:xfrm>
            <a:off x="358337" y="6359371"/>
            <a:ext cx="8409328"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Note: ADC: Antibody Drug Conjugate; </a:t>
            </a:r>
            <a:r>
              <a:rPr lang="en-US" err="1"/>
              <a:t>DoR</a:t>
            </a:r>
            <a:r>
              <a:rPr lang="en-US"/>
              <a:t>: Duration of Response; GI: Gastrointestinal; HCPs: Healthcare Professionals, IIT: Investigator Initiated Trial; </a:t>
            </a:r>
            <a:r>
              <a:rPr lang="en-US">
                <a:solidFill>
                  <a:srgbClr val="000000">
                    <a:lumMod val="65000"/>
                    <a:lumOff val="35000"/>
                  </a:srgbClr>
                </a:solidFill>
              </a:rPr>
              <a:t>IO: Immuno-Oncology; </a:t>
            </a:r>
            <a:r>
              <a:rPr lang="en-US" err="1">
                <a:solidFill>
                  <a:srgbClr val="000000">
                    <a:lumMod val="65000"/>
                    <a:lumOff val="35000"/>
                  </a:srgbClr>
                </a:solidFill>
              </a:rPr>
              <a:t>MoA</a:t>
            </a:r>
            <a:r>
              <a:rPr lang="en-US">
                <a:solidFill>
                  <a:srgbClr val="000000">
                    <a:lumMod val="65000"/>
                    <a:lumOff val="35000"/>
                  </a:srgbClr>
                </a:solidFill>
              </a:rPr>
              <a:t>: Mechanism of Action; OS: Overall Survival; ORR: Objective Response Rate; PFS: Progression Free Survival; Tx; Treatment </a:t>
            </a:r>
            <a:endParaRPr lang="en-US"/>
          </a:p>
        </p:txBody>
      </p:sp>
      <p:pic>
        <p:nvPicPr>
          <p:cNvPr id="7" name="Graphic 6">
            <a:extLst>
              <a:ext uri="{FF2B5EF4-FFF2-40B4-BE49-F238E27FC236}">
                <a16:creationId xmlns:a16="http://schemas.microsoft.com/office/drawing/2014/main" id="{305DA370-6196-DED3-3B67-CC3C0201240C}"/>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8194014" y="958557"/>
            <a:ext cx="273600" cy="273600"/>
          </a:xfrm>
          <a:prstGeom prst="rect">
            <a:avLst/>
          </a:prstGeom>
        </p:spPr>
      </p:pic>
      <p:grpSp>
        <p:nvGrpSpPr>
          <p:cNvPr id="4" name="Group 3">
            <a:extLst>
              <a:ext uri="{FF2B5EF4-FFF2-40B4-BE49-F238E27FC236}">
                <a16:creationId xmlns:a16="http://schemas.microsoft.com/office/drawing/2014/main" id="{D53DD4FD-4D22-E145-A60F-329A8C56930A}"/>
              </a:ext>
            </a:extLst>
          </p:cNvPr>
          <p:cNvGrpSpPr/>
          <p:nvPr/>
        </p:nvGrpSpPr>
        <p:grpSpPr>
          <a:xfrm>
            <a:off x="-9525" y="-7584"/>
            <a:ext cx="11729065" cy="180000"/>
            <a:chOff x="-9525" y="-7584"/>
            <a:chExt cx="11729065" cy="180000"/>
          </a:xfrm>
        </p:grpSpPr>
        <p:sp>
          <p:nvSpPr>
            <p:cNvPr id="5" name="Rectangle 4">
              <a:extLst>
                <a:ext uri="{FF2B5EF4-FFF2-40B4-BE49-F238E27FC236}">
                  <a16:creationId xmlns:a16="http://schemas.microsoft.com/office/drawing/2014/main" id="{53FC2F43-3EDA-A2FA-73A2-FB69F96AD692}"/>
                </a:ext>
              </a:extLst>
            </p:cNvPr>
            <p:cNvSpPr/>
            <p:nvPr/>
          </p:nvSpPr>
          <p:spPr>
            <a:xfrm>
              <a:off x="-9525" y="-7584"/>
              <a:ext cx="1584000" cy="180000"/>
            </a:xfrm>
            <a:prstGeom prst="rect">
              <a:avLst/>
            </a:prstGeom>
            <a:solidFill>
              <a:srgbClr val="0F244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Upper GI</a:t>
              </a:r>
            </a:p>
          </p:txBody>
        </p:sp>
        <p:sp>
          <p:nvSpPr>
            <p:cNvPr id="8" name="Arrow: Pentagon 7">
              <a:extLst>
                <a:ext uri="{FF2B5EF4-FFF2-40B4-BE49-F238E27FC236}">
                  <a16:creationId xmlns:a16="http://schemas.microsoft.com/office/drawing/2014/main" id="{9B496728-914A-0209-2E1D-3338EDE803B9}"/>
                </a:ext>
              </a:extLst>
            </p:cNvPr>
            <p:cNvSpPr/>
            <p:nvPr/>
          </p:nvSpPr>
          <p:spPr>
            <a:xfrm>
              <a:off x="1584635"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5" name="Arrow: Chevron 14">
              <a:extLst>
                <a:ext uri="{FF2B5EF4-FFF2-40B4-BE49-F238E27FC236}">
                  <a16:creationId xmlns:a16="http://schemas.microsoft.com/office/drawing/2014/main" id="{C892BBA9-F40D-FBE8-83BD-63ED43E7AB00}"/>
                </a:ext>
              </a:extLst>
            </p:cNvPr>
            <p:cNvSpPr/>
            <p:nvPr/>
          </p:nvSpPr>
          <p:spPr>
            <a:xfrm>
              <a:off x="4091466" y="-7584"/>
              <a:ext cx="2592000"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7" name="Arrow: Chevron 16">
              <a:extLst>
                <a:ext uri="{FF2B5EF4-FFF2-40B4-BE49-F238E27FC236}">
                  <a16:creationId xmlns:a16="http://schemas.microsoft.com/office/drawing/2014/main" id="{FCE6DE52-E3FE-D606-B71F-E0CEF0C77CCC}"/>
                </a:ext>
              </a:extLst>
            </p:cNvPr>
            <p:cNvSpPr/>
            <p:nvPr/>
          </p:nvSpPr>
          <p:spPr>
            <a:xfrm>
              <a:off x="6608457" y="-7584"/>
              <a:ext cx="2592000"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1" name="Arrow: Chevron 20">
              <a:extLst>
                <a:ext uri="{FF2B5EF4-FFF2-40B4-BE49-F238E27FC236}">
                  <a16:creationId xmlns:a16="http://schemas.microsoft.com/office/drawing/2014/main" id="{00A29D2F-9FCC-1A5B-4BD7-6D34A134F1FE}"/>
                </a:ext>
              </a:extLst>
            </p:cNvPr>
            <p:cNvSpPr/>
            <p:nvPr/>
          </p:nvSpPr>
          <p:spPr>
            <a:xfrm>
              <a:off x="9127540" y="-7584"/>
              <a:ext cx="2592000"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grpSp>
        <p:nvGrpSpPr>
          <p:cNvPr id="9" name="Group 8">
            <a:extLst>
              <a:ext uri="{FF2B5EF4-FFF2-40B4-BE49-F238E27FC236}">
                <a16:creationId xmlns:a16="http://schemas.microsoft.com/office/drawing/2014/main" id="{AF024FB5-A229-BF44-6CF8-8DCC8F240BF5}"/>
              </a:ext>
            </a:extLst>
          </p:cNvPr>
          <p:cNvGrpSpPr/>
          <p:nvPr/>
        </p:nvGrpSpPr>
        <p:grpSpPr>
          <a:xfrm>
            <a:off x="7736531" y="5283199"/>
            <a:ext cx="750764" cy="332023"/>
            <a:chOff x="651171" y="3563995"/>
            <a:chExt cx="750764" cy="332023"/>
          </a:xfrm>
        </p:grpSpPr>
        <p:grpSp>
          <p:nvGrpSpPr>
            <p:cNvPr id="10" name="Group 9">
              <a:extLst>
                <a:ext uri="{FF2B5EF4-FFF2-40B4-BE49-F238E27FC236}">
                  <a16:creationId xmlns:a16="http://schemas.microsoft.com/office/drawing/2014/main" id="{9DC3DFDC-E41D-E325-E5CB-0E83C44A381A}"/>
                </a:ext>
              </a:extLst>
            </p:cNvPr>
            <p:cNvGrpSpPr/>
            <p:nvPr/>
          </p:nvGrpSpPr>
          <p:grpSpPr>
            <a:xfrm>
              <a:off x="651171" y="3565414"/>
              <a:ext cx="563620" cy="329184"/>
              <a:chOff x="658029" y="2872388"/>
              <a:chExt cx="563620" cy="329184"/>
            </a:xfrm>
          </p:grpSpPr>
          <p:pic>
            <p:nvPicPr>
              <p:cNvPr id="12" name="Picture 11" descr="A blue circle with yellow stars in center&#10;&#10;Description automatically generated">
                <a:extLst>
                  <a:ext uri="{FF2B5EF4-FFF2-40B4-BE49-F238E27FC236}">
                    <a16:creationId xmlns:a16="http://schemas.microsoft.com/office/drawing/2014/main" id="{B0045E08-AD0E-4572-990B-B433B9BB104B}"/>
                  </a:ext>
                </a:extLst>
              </p:cNvPr>
              <p:cNvPicPr>
                <a:picLocks noChangeAspect="1"/>
              </p:cNvPicPr>
              <p:nvPr/>
            </p:nvPicPr>
            <p:blipFill>
              <a:blip r:embed="rId15"/>
              <a:stretch>
                <a:fillRect/>
              </a:stretch>
            </p:blipFill>
            <p:spPr>
              <a:xfrm>
                <a:off x="658029" y="2886104"/>
                <a:ext cx="301752" cy="301752"/>
              </a:xfrm>
              <a:prstGeom prst="rect">
                <a:avLst/>
              </a:prstGeom>
              <a:ln>
                <a:noFill/>
              </a:ln>
            </p:spPr>
          </p:pic>
          <p:pic>
            <p:nvPicPr>
              <p:cNvPr id="13" name="Picture 12">
                <a:extLst>
                  <a:ext uri="{FF2B5EF4-FFF2-40B4-BE49-F238E27FC236}">
                    <a16:creationId xmlns:a16="http://schemas.microsoft.com/office/drawing/2014/main" id="{B0BD9D08-4B07-208A-88C5-43E099803866}"/>
                  </a:ext>
                </a:extLst>
              </p:cNvPr>
              <p:cNvPicPr>
                <a:picLocks noChangeAspect="1"/>
              </p:cNvPicPr>
              <p:nvPr/>
            </p:nvPicPr>
            <p:blipFill rotWithShape="1">
              <a:blip r:embed="rId16"/>
              <a:srcRect l="14865" t="17319" r="20459" b="14006"/>
              <a:stretch/>
            </p:blipFill>
            <p:spPr>
              <a:xfrm>
                <a:off x="892465" y="2872388"/>
                <a:ext cx="329184" cy="329184"/>
              </a:xfrm>
              <a:prstGeom prst="ellipse">
                <a:avLst/>
              </a:prstGeom>
            </p:spPr>
          </p:pic>
        </p:grpSp>
        <p:pic>
          <p:nvPicPr>
            <p:cNvPr id="11" name="Picture 10" descr="A red circle with white circle in center&#10;&#10;AI-generated content may be incorrect.">
              <a:extLst>
                <a:ext uri="{FF2B5EF4-FFF2-40B4-BE49-F238E27FC236}">
                  <a16:creationId xmlns:a16="http://schemas.microsoft.com/office/drawing/2014/main" id="{7DF8D7F4-0085-3F2D-1D33-802E0E419D19}"/>
                </a:ext>
              </a:extLst>
            </p:cNvPr>
            <p:cNvPicPr>
              <a:picLocks noChangeAspect="1"/>
            </p:cNvPicPr>
            <p:nvPr/>
          </p:nvPicPr>
          <p:blipFill>
            <a:blip r:embed="rId17"/>
            <a:stretch>
              <a:fillRect/>
            </a:stretch>
          </p:blipFill>
          <p:spPr>
            <a:xfrm>
              <a:off x="1072751" y="3563995"/>
              <a:ext cx="329184" cy="332023"/>
            </a:xfrm>
            <a:prstGeom prst="rect">
              <a:avLst/>
            </a:prstGeom>
          </p:spPr>
        </p:pic>
      </p:grpSp>
      <p:sp>
        <p:nvSpPr>
          <p:cNvPr id="22" name="Rectangle 21">
            <a:extLst>
              <a:ext uri="{FF2B5EF4-FFF2-40B4-BE49-F238E27FC236}">
                <a16:creationId xmlns:a16="http://schemas.microsoft.com/office/drawing/2014/main" id="{675E4559-9D59-2E79-CA7F-BFE7A89C3F5B}"/>
              </a:ext>
            </a:extLst>
          </p:cNvPr>
          <p:cNvSpPr/>
          <p:nvPr/>
        </p:nvSpPr>
        <p:spPr>
          <a:xfrm>
            <a:off x="123652" y="4686436"/>
            <a:ext cx="228725" cy="1512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Medium Priority Gaps </a:t>
            </a:r>
          </a:p>
        </p:txBody>
      </p:sp>
      <p:pic>
        <p:nvPicPr>
          <p:cNvPr id="29" name="Graphic 28">
            <a:extLst>
              <a:ext uri="{FF2B5EF4-FFF2-40B4-BE49-F238E27FC236}">
                <a16:creationId xmlns:a16="http://schemas.microsoft.com/office/drawing/2014/main" id="{1781FDEE-E68B-3B46-BCC8-5AC040B6B6D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50844" y="3992751"/>
            <a:ext cx="290512" cy="290512"/>
          </a:xfrm>
          <a:prstGeom prst="rect">
            <a:avLst/>
          </a:prstGeom>
        </p:spPr>
      </p:pic>
      <p:grpSp>
        <p:nvGrpSpPr>
          <p:cNvPr id="31" name="Group 30">
            <a:extLst>
              <a:ext uri="{FF2B5EF4-FFF2-40B4-BE49-F238E27FC236}">
                <a16:creationId xmlns:a16="http://schemas.microsoft.com/office/drawing/2014/main" id="{263FE544-3203-5818-5013-997130A62145}"/>
              </a:ext>
            </a:extLst>
          </p:cNvPr>
          <p:cNvGrpSpPr/>
          <p:nvPr/>
        </p:nvGrpSpPr>
        <p:grpSpPr>
          <a:xfrm>
            <a:off x="7736531" y="3951240"/>
            <a:ext cx="730572" cy="332023"/>
            <a:chOff x="6415821" y="4958217"/>
            <a:chExt cx="730572" cy="332023"/>
          </a:xfrm>
        </p:grpSpPr>
        <p:grpSp>
          <p:nvGrpSpPr>
            <p:cNvPr id="32" name="Group 31">
              <a:extLst>
                <a:ext uri="{FF2B5EF4-FFF2-40B4-BE49-F238E27FC236}">
                  <a16:creationId xmlns:a16="http://schemas.microsoft.com/office/drawing/2014/main" id="{49547AD6-A48B-4F4D-82C8-F82C460BC20F}"/>
                </a:ext>
              </a:extLst>
            </p:cNvPr>
            <p:cNvGrpSpPr/>
            <p:nvPr/>
          </p:nvGrpSpPr>
          <p:grpSpPr>
            <a:xfrm>
              <a:off x="6415821" y="4958217"/>
              <a:ext cx="516328" cy="332023"/>
              <a:chOff x="885607" y="3563995"/>
              <a:chExt cx="516328" cy="332023"/>
            </a:xfrm>
          </p:grpSpPr>
          <p:pic>
            <p:nvPicPr>
              <p:cNvPr id="34" name="Picture 33">
                <a:extLst>
                  <a:ext uri="{FF2B5EF4-FFF2-40B4-BE49-F238E27FC236}">
                    <a16:creationId xmlns:a16="http://schemas.microsoft.com/office/drawing/2014/main" id="{850034D0-23FB-FA60-3271-868ABEFB3B88}"/>
                  </a:ext>
                </a:extLst>
              </p:cNvPr>
              <p:cNvPicPr>
                <a:picLocks noChangeAspect="1"/>
              </p:cNvPicPr>
              <p:nvPr/>
            </p:nvPicPr>
            <p:blipFill rotWithShape="1">
              <a:blip r:embed="rId16"/>
              <a:srcRect l="14865" t="17319" r="20459" b="14006"/>
              <a:stretch/>
            </p:blipFill>
            <p:spPr>
              <a:xfrm>
                <a:off x="885607" y="3565414"/>
                <a:ext cx="329184" cy="329184"/>
              </a:xfrm>
              <a:prstGeom prst="ellipse">
                <a:avLst/>
              </a:prstGeom>
            </p:spPr>
          </p:pic>
          <p:pic>
            <p:nvPicPr>
              <p:cNvPr id="35" name="Picture 34" descr="A red circle with white circle in center&#10;&#10;AI-generated content may be incorrect.">
                <a:extLst>
                  <a:ext uri="{FF2B5EF4-FFF2-40B4-BE49-F238E27FC236}">
                    <a16:creationId xmlns:a16="http://schemas.microsoft.com/office/drawing/2014/main" id="{1DCADDA7-A769-0058-11B3-7D4A7B97A117}"/>
                  </a:ext>
                </a:extLst>
              </p:cNvPr>
              <p:cNvPicPr>
                <a:picLocks noChangeAspect="1"/>
              </p:cNvPicPr>
              <p:nvPr/>
            </p:nvPicPr>
            <p:blipFill>
              <a:blip r:embed="rId17"/>
              <a:stretch>
                <a:fillRect/>
              </a:stretch>
            </p:blipFill>
            <p:spPr>
              <a:xfrm>
                <a:off x="1072751" y="3563995"/>
                <a:ext cx="329184" cy="332023"/>
              </a:xfrm>
              <a:prstGeom prst="rect">
                <a:avLst/>
              </a:prstGeom>
            </p:spPr>
          </p:pic>
        </p:grpSp>
        <p:sp>
          <p:nvSpPr>
            <p:cNvPr id="33" name="Oval 32">
              <a:extLst>
                <a:ext uri="{FF2B5EF4-FFF2-40B4-BE49-F238E27FC236}">
                  <a16:creationId xmlns:a16="http://schemas.microsoft.com/office/drawing/2014/main" id="{8464E197-C7FC-6E60-C2A0-C2A2865A0ACF}"/>
                </a:ext>
              </a:extLst>
            </p:cNvPr>
            <p:cNvSpPr/>
            <p:nvPr/>
          </p:nvSpPr>
          <p:spPr>
            <a:xfrm>
              <a:off x="6844641" y="4973352"/>
              <a:ext cx="301752" cy="301752"/>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grpSp>
      <p:pic>
        <p:nvPicPr>
          <p:cNvPr id="36" name="Graphic 35">
            <a:extLst>
              <a:ext uri="{FF2B5EF4-FFF2-40B4-BE49-F238E27FC236}">
                <a16:creationId xmlns:a16="http://schemas.microsoft.com/office/drawing/2014/main" id="{78C30590-31A7-C7E5-AB63-E0F4C39A784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50844" y="5350578"/>
            <a:ext cx="274320" cy="274320"/>
          </a:xfrm>
          <a:prstGeom prst="rect">
            <a:avLst/>
          </a:prstGeom>
        </p:spPr>
      </p:pic>
    </p:spTree>
    <p:extLst>
      <p:ext uri="{BB962C8B-B14F-4D97-AF65-F5344CB8AC3E}">
        <p14:creationId xmlns:p14="http://schemas.microsoft.com/office/powerpoint/2010/main" val="1982964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0954C-1C0E-63C3-3245-F7A34AFDF81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603BB1E-7F06-2FFB-431E-923F601B8C21}"/>
              </a:ext>
            </a:extLst>
          </p:cNvPr>
          <p:cNvGraphicFramePr>
            <a:graphicFrameLocks noChangeAspect="1"/>
          </p:cNvGraphicFramePr>
          <p:nvPr>
            <p:custDataLst>
              <p:tags r:id="rId1"/>
            </p:custDataLst>
            <p:extLst>
              <p:ext uri="{D42A27DB-BD31-4B8C-83A1-F6EECF244321}">
                <p14:modId xmlns:p14="http://schemas.microsoft.com/office/powerpoint/2010/main" val="37853563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1603BB1E-7F06-2FFB-431E-923F601B8C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0ACAA97-080A-CBA0-B8F1-F0384AE4412C}"/>
              </a:ext>
            </a:extLst>
          </p:cNvPr>
          <p:cNvSpPr>
            <a:spLocks noGrp="1"/>
          </p:cNvSpPr>
          <p:nvPr>
            <p:ph type="title"/>
          </p:nvPr>
        </p:nvSpPr>
        <p:spPr>
          <a:xfrm>
            <a:off x="358337" y="271427"/>
            <a:ext cx="11470125" cy="369332"/>
          </a:xfrm>
        </p:spPr>
        <p:txBody>
          <a:bodyPr vert="horz"/>
          <a:lstStyle/>
          <a:p>
            <a:r>
              <a:rPr lang="en-US" sz="2400"/>
              <a:t>Implementation Roadmap: Across Upper GI</a:t>
            </a:r>
          </a:p>
        </p:txBody>
      </p:sp>
      <p:graphicFrame>
        <p:nvGraphicFramePr>
          <p:cNvPr id="7" name="Table 6">
            <a:extLst>
              <a:ext uri="{FF2B5EF4-FFF2-40B4-BE49-F238E27FC236}">
                <a16:creationId xmlns:a16="http://schemas.microsoft.com/office/drawing/2014/main" id="{53BE3190-2CA3-E6AC-436D-4A8FE51DBF5F}"/>
              </a:ext>
            </a:extLst>
          </p:cNvPr>
          <p:cNvGraphicFramePr>
            <a:graphicFrameLocks noGrp="1"/>
          </p:cNvGraphicFramePr>
          <p:nvPr>
            <p:extLst>
              <p:ext uri="{D42A27DB-BD31-4B8C-83A1-F6EECF244321}">
                <p14:modId xmlns:p14="http://schemas.microsoft.com/office/powerpoint/2010/main" val="352329681"/>
              </p:ext>
            </p:extLst>
          </p:nvPr>
        </p:nvGraphicFramePr>
        <p:xfrm>
          <a:off x="358335" y="1376894"/>
          <a:ext cx="11491211" cy="5040000"/>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684000">
                  <a:extLst>
                    <a:ext uri="{9D8B030D-6E8A-4147-A177-3AD203B41FA5}">
                      <a16:colId xmlns:a16="http://schemas.microsoft.com/office/drawing/2014/main" val="2800079537"/>
                    </a:ext>
                  </a:extLst>
                </a:gridCol>
                <a:gridCol w="972000">
                  <a:extLst>
                    <a:ext uri="{9D8B030D-6E8A-4147-A177-3AD203B41FA5}">
                      <a16:colId xmlns:a16="http://schemas.microsoft.com/office/drawing/2014/main" val="3138473051"/>
                    </a:ext>
                  </a:extLst>
                </a:gridCol>
                <a:gridCol w="248400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288000">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Across Upper GI (</a:t>
                      </a:r>
                      <a:r>
                        <a:rPr lang="en-US" sz="1200" b="1" i="0">
                          <a:solidFill>
                            <a:schemeClr val="bg1"/>
                          </a:solidFill>
                        </a:rPr>
                        <a:t>ESCC, GC/GEJ)</a:t>
                      </a:r>
                      <a:endParaRPr lang="en-US" sz="1200" b="1" i="1">
                        <a:solidFill>
                          <a:schemeClr val="bg1"/>
                        </a:solidFill>
                      </a:endParaRPr>
                    </a:p>
                  </a:txBody>
                  <a:tcPr anchor="ctr">
                    <a:solidFill>
                      <a:schemeClr val="tx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88000">
                <a:tc rowSpan="3">
                  <a:txBody>
                    <a:bodyPr/>
                    <a:lstStyle/>
                    <a:p>
                      <a:pPr algn="ctr"/>
                      <a:r>
                        <a:rPr lang="en-US" sz="900" b="1">
                          <a:solidFill>
                            <a:schemeClr val="bg1"/>
                          </a:solidFill>
                        </a:rPr>
                        <a:t>Evidence Gaps</a:t>
                      </a:r>
                    </a:p>
                  </a:txBody>
                  <a:tcPr anchor="ctr">
                    <a:solidFill>
                      <a:schemeClr val="tx2"/>
                    </a:solidFill>
                  </a:tcPr>
                </a:tc>
                <a:tc rowSpan="3">
                  <a:txBody>
                    <a:bodyPr/>
                    <a:lstStyle/>
                    <a:p>
                      <a:pPr algn="ctr"/>
                      <a:r>
                        <a:rPr lang="en-US" sz="900" b="1">
                          <a:solidFill>
                            <a:schemeClr val="bg1"/>
                          </a:solidFill>
                        </a:rPr>
                        <a:t>Tactic Type</a:t>
                      </a:r>
                    </a:p>
                  </a:txBody>
                  <a:tcPr anchor="ctr">
                    <a:solidFill>
                      <a:schemeClr val="tx2"/>
                    </a:solidFill>
                  </a:tcPr>
                </a:tc>
                <a:tc rowSpan="3">
                  <a:txBody>
                    <a:bodyPr/>
                    <a:lstStyle/>
                    <a:p>
                      <a:pPr algn="ctr"/>
                      <a:r>
                        <a:rPr lang="en-US" sz="900" b="1">
                          <a:solidFill>
                            <a:schemeClr val="bg1"/>
                          </a:solidFill>
                        </a:rPr>
                        <a:t>Key Markets</a:t>
                      </a:r>
                    </a:p>
                  </a:txBody>
                  <a:tcPr anchor="ctr">
                    <a:solidFill>
                      <a:schemeClr val="tx2"/>
                    </a:solidFill>
                  </a:tcPr>
                </a:tc>
                <a:tc rowSpan="3">
                  <a:txBody>
                    <a:bodyPr/>
                    <a:lstStyle/>
                    <a:p>
                      <a:pPr algn="ctr"/>
                      <a:r>
                        <a:rPr lang="en-US" sz="900" b="1">
                          <a:solidFill>
                            <a:schemeClr val="bg1"/>
                          </a:solidFill>
                        </a:rPr>
                        <a:t>Other Assumptions/ Dependencies</a:t>
                      </a:r>
                    </a:p>
                  </a:txBody>
                  <a:tcPr anchor="ctr">
                    <a:solidFill>
                      <a:schemeClr val="tx2"/>
                    </a:solidFill>
                  </a:tcPr>
                </a:tc>
                <a:tc gridSpan="9">
                  <a:txBody>
                    <a:bodyPr/>
                    <a:lstStyle/>
                    <a:p>
                      <a:pPr algn="ctr"/>
                      <a:r>
                        <a:rPr lang="en-US" sz="900" b="1" kern="1200">
                          <a:solidFill>
                            <a:schemeClr val="bg1"/>
                          </a:solidFill>
                          <a:latin typeface="+mn-lt"/>
                          <a:ea typeface="+mn-ea"/>
                          <a:cs typeface="+mn-cs"/>
                        </a:rPr>
                        <a:t>Evidence Roadmap</a:t>
                      </a:r>
                    </a:p>
                  </a:txBody>
                  <a:tcPr anchor="ctr">
                    <a:solidFill>
                      <a:schemeClr val="tx2"/>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28800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chemeClr val="tx2"/>
                    </a:solidFill>
                  </a:tcPr>
                </a:tc>
                <a:tc gridSpan="2">
                  <a:txBody>
                    <a:bodyPr/>
                    <a:lstStyle/>
                    <a:p>
                      <a:pPr algn="ctr"/>
                      <a:r>
                        <a:rPr lang="en-US" sz="900" b="1" kern="1200">
                          <a:solidFill>
                            <a:schemeClr val="bg1"/>
                          </a:solidFill>
                          <a:latin typeface="+mn-lt"/>
                          <a:ea typeface="+mn-ea"/>
                          <a:cs typeface="+mn-cs"/>
                        </a:rPr>
                        <a:t>2026</a:t>
                      </a:r>
                    </a:p>
                  </a:txBody>
                  <a:tcPr anchor="ctr">
                    <a:solidFill>
                      <a:schemeClr val="tx2"/>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chemeClr val="tx2"/>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chemeClr val="tx2"/>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chemeClr val="tx2"/>
                    </a:solidFill>
                  </a:tcPr>
                </a:tc>
                <a:tc hMerge="1">
                  <a:txBody>
                    <a:bodyPr/>
                    <a:lstStyle/>
                    <a:p>
                      <a:endParaRPr lang="en-US"/>
                    </a:p>
                  </a:txBody>
                  <a:tcPr/>
                </a:tc>
                <a:extLst>
                  <a:ext uri="{0D108BD9-81ED-4DB2-BD59-A6C34878D82A}">
                    <a16:rowId xmlns:a16="http://schemas.microsoft.com/office/drawing/2014/main" val="2912067414"/>
                  </a:ext>
                </a:extLst>
              </a:tr>
              <a:tr h="28800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chemeClr val="tx2"/>
                    </a:solidFill>
                  </a:tcPr>
                </a:tc>
                <a:tc>
                  <a:txBody>
                    <a:bodyPr/>
                    <a:lstStyle/>
                    <a:p>
                      <a:pPr algn="ctr"/>
                      <a:r>
                        <a:rPr lang="en-US" sz="900" b="1" kern="1200">
                          <a:solidFill>
                            <a:schemeClr val="bg1"/>
                          </a:solidFill>
                          <a:latin typeface="+mn-lt"/>
                          <a:ea typeface="+mn-ea"/>
                          <a:cs typeface="+mn-cs"/>
                        </a:rPr>
                        <a:t>H2</a:t>
                      </a:r>
                    </a:p>
                  </a:txBody>
                  <a:tcPr anchor="ctr">
                    <a:solidFill>
                      <a:schemeClr val="tx2"/>
                    </a:solidFill>
                  </a:tcPr>
                </a:tc>
                <a:tc>
                  <a:txBody>
                    <a:bodyPr/>
                    <a:lstStyle/>
                    <a:p>
                      <a:pPr algn="ctr"/>
                      <a:r>
                        <a:rPr lang="en-US" sz="900" b="1" kern="1200">
                          <a:solidFill>
                            <a:schemeClr val="bg1"/>
                          </a:solidFill>
                          <a:latin typeface="+mn-lt"/>
                          <a:ea typeface="+mn-ea"/>
                          <a:cs typeface="+mn-cs"/>
                        </a:rPr>
                        <a:t>H1</a:t>
                      </a:r>
                    </a:p>
                  </a:txBody>
                  <a:tcPr anchor="ctr">
                    <a:solidFill>
                      <a:schemeClr val="tx2"/>
                    </a:solidFill>
                  </a:tcPr>
                </a:tc>
                <a:tc>
                  <a:txBody>
                    <a:bodyPr/>
                    <a:lstStyle/>
                    <a:p>
                      <a:pPr algn="ctr"/>
                      <a:r>
                        <a:rPr lang="en-US" sz="900" b="1" kern="1200">
                          <a:solidFill>
                            <a:schemeClr val="bg1"/>
                          </a:solidFill>
                          <a:latin typeface="+mn-lt"/>
                          <a:ea typeface="+mn-ea"/>
                          <a:cs typeface="+mn-cs"/>
                        </a:rPr>
                        <a:t>H2</a:t>
                      </a:r>
                    </a:p>
                  </a:txBody>
                  <a:tcPr anchor="ctr">
                    <a:solidFill>
                      <a:schemeClr val="tx2"/>
                    </a:solidFill>
                  </a:tcPr>
                </a:tc>
                <a:tc>
                  <a:txBody>
                    <a:bodyPr/>
                    <a:lstStyle/>
                    <a:p>
                      <a:pPr algn="ctr"/>
                      <a:r>
                        <a:rPr lang="en-US" sz="900" b="1" kern="1200">
                          <a:solidFill>
                            <a:schemeClr val="bg1"/>
                          </a:solidFill>
                          <a:latin typeface="+mn-lt"/>
                          <a:ea typeface="+mn-ea"/>
                          <a:cs typeface="+mn-cs"/>
                        </a:rPr>
                        <a:t>H1</a:t>
                      </a:r>
                    </a:p>
                  </a:txBody>
                  <a:tcPr anchor="ctr">
                    <a:solidFill>
                      <a:schemeClr val="tx2"/>
                    </a:solidFill>
                  </a:tcPr>
                </a:tc>
                <a:tc>
                  <a:txBody>
                    <a:bodyPr/>
                    <a:lstStyle/>
                    <a:p>
                      <a:pPr algn="ctr"/>
                      <a:r>
                        <a:rPr lang="en-US" sz="900" b="1" kern="1200">
                          <a:solidFill>
                            <a:schemeClr val="bg1"/>
                          </a:solidFill>
                          <a:latin typeface="+mn-lt"/>
                          <a:ea typeface="+mn-ea"/>
                          <a:cs typeface="+mn-cs"/>
                        </a:rPr>
                        <a:t>H2</a:t>
                      </a:r>
                    </a:p>
                  </a:txBody>
                  <a:tcPr anchor="ctr">
                    <a:solidFill>
                      <a:schemeClr val="tx2"/>
                    </a:solidFill>
                  </a:tcPr>
                </a:tc>
                <a:tc>
                  <a:txBody>
                    <a:bodyPr/>
                    <a:lstStyle/>
                    <a:p>
                      <a:pPr algn="ctr"/>
                      <a:r>
                        <a:rPr lang="en-US" sz="900" b="1" kern="1200">
                          <a:solidFill>
                            <a:schemeClr val="bg1"/>
                          </a:solidFill>
                          <a:latin typeface="+mn-lt"/>
                          <a:ea typeface="+mn-ea"/>
                          <a:cs typeface="+mn-cs"/>
                        </a:rPr>
                        <a:t>H1</a:t>
                      </a:r>
                    </a:p>
                  </a:txBody>
                  <a:tcPr anchor="ctr">
                    <a:solidFill>
                      <a:schemeClr val="tx2"/>
                    </a:solidFill>
                  </a:tcPr>
                </a:tc>
                <a:tc>
                  <a:txBody>
                    <a:bodyPr/>
                    <a:lstStyle/>
                    <a:p>
                      <a:pPr algn="ctr"/>
                      <a:r>
                        <a:rPr lang="en-US" sz="900" b="1" kern="1200">
                          <a:solidFill>
                            <a:schemeClr val="bg1"/>
                          </a:solidFill>
                          <a:latin typeface="+mn-lt"/>
                          <a:ea typeface="+mn-ea"/>
                          <a:cs typeface="+mn-cs"/>
                        </a:rPr>
                        <a:t>H2</a:t>
                      </a:r>
                    </a:p>
                  </a:txBody>
                  <a:tcPr anchor="ctr">
                    <a:solidFill>
                      <a:schemeClr val="tx2"/>
                    </a:solidFill>
                  </a:tcPr>
                </a:tc>
                <a:extLst>
                  <a:ext uri="{0D108BD9-81ED-4DB2-BD59-A6C34878D82A}">
                    <a16:rowId xmlns:a16="http://schemas.microsoft.com/office/drawing/2014/main" val="618320798"/>
                  </a:ext>
                </a:extLst>
              </a:tr>
              <a:tr h="12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effectLst/>
                        </a:rPr>
                        <a:t>Need for data on </a:t>
                      </a:r>
                      <a:r>
                        <a:rPr lang="en-GB" sz="900" b="1">
                          <a:effectLst/>
                        </a:rPr>
                        <a:t>optimal sequencing of IO and targeted therapies </a:t>
                      </a:r>
                      <a:r>
                        <a:rPr lang="en-GB" sz="900">
                          <a:effectLst/>
                        </a:rPr>
                        <a:t>(i.e., tislelizumab in sequence vs combined with HER2 ADCs, FGFR inhibitors, etc.)</a:t>
                      </a:r>
                      <a:endParaRPr lang="en-GB" sz="900"/>
                    </a:p>
                  </a:txBody>
                  <a:tcPr anchor="ctr">
                    <a:solidFill>
                      <a:srgbClr val="CBCBCB"/>
                    </a:solidFill>
                  </a:tcPr>
                </a:tc>
                <a:tc>
                  <a:txBody>
                    <a:bodyPr/>
                    <a:lstStyle/>
                    <a:p>
                      <a:endParaRPr lang="en-GB" sz="800">
                        <a:highlight>
                          <a:srgbClr val="FFFF00"/>
                        </a:highlight>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IIT start depends on proposal timing</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Completion before 2030 unlikely</a:t>
                      </a:r>
                      <a:r>
                        <a:rPr lang="en-GB" sz="900"/>
                        <a:t>, though interim results may be presented at ESMO or ASCO GI</a:t>
                      </a:r>
                      <a:endParaRPr lang="en-GB" sz="900" i="0" kern="1200">
                        <a:solidFill>
                          <a:schemeClr val="tx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1667024452"/>
                  </a:ext>
                </a:extLst>
              </a:tr>
              <a:tr h="11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strike="noStrike"/>
                        <a:t>Need for combination data with </a:t>
                      </a:r>
                      <a:r>
                        <a:rPr lang="en-US" sz="900" b="1" strike="noStrike" err="1"/>
                        <a:t>CTx</a:t>
                      </a:r>
                      <a:r>
                        <a:rPr lang="en-US" sz="900" b="1" strike="noStrike"/>
                        <a:t> or targeted agents </a:t>
                      </a:r>
                      <a:r>
                        <a:rPr lang="en-GB" sz="900">
                          <a:solidFill>
                            <a:schemeClr val="tx1"/>
                          </a:solidFill>
                          <a:latin typeface="+mn-lt"/>
                        </a:rPr>
                        <a:t>(such as CLDN18.2 inhibitors)</a:t>
                      </a:r>
                      <a:endParaRPr lang="en-US" sz="900" b="1" strike="noStrike"/>
                    </a:p>
                  </a:txBody>
                  <a:tcPr anchor="ctr">
                    <a:solidFill>
                      <a:srgbClr val="E7E7E7"/>
                    </a:solidFill>
                  </a:tcPr>
                </a:tc>
                <a:tc>
                  <a:txBody>
                    <a:bodyPr/>
                    <a:lstStyle/>
                    <a:p>
                      <a:endParaRPr lang="en-GB" sz="800">
                        <a:highlight>
                          <a:srgbClr val="FFFF00"/>
                        </a:highlight>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i="0" kern="1200">
                          <a:solidFill>
                            <a:schemeClr val="tx1"/>
                          </a:solidFill>
                          <a:latin typeface="+mn-lt"/>
                          <a:ea typeface="+mn-ea"/>
                          <a:cs typeface="+mn-cs"/>
                        </a:rPr>
                        <a:t>Feasibility of this study depends on whether there are enough patients that received CLDN18.2 inhibitors</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3384403665"/>
                  </a:ext>
                </a:extLst>
              </a:tr>
              <a:tr h="151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Need for tislelizumab </a:t>
                      </a:r>
                      <a:r>
                        <a:rPr lang="en-GB" sz="900" b="1"/>
                        <a:t>efficacy data</a:t>
                      </a:r>
                      <a:r>
                        <a:rPr lang="en-GB" sz="900"/>
                        <a:t> in </a:t>
                      </a:r>
                      <a:r>
                        <a:rPr lang="en-GB" sz="900" b="1"/>
                        <a:t>patients who stop treatment at 24 months</a:t>
                      </a:r>
                      <a:endParaRPr lang="en-US" sz="900" b="1"/>
                    </a:p>
                  </a:txBody>
                  <a:tcPr anchor="ctr">
                    <a:solidFill>
                      <a:srgbClr val="CBCBCB"/>
                    </a:solidFill>
                  </a:tcPr>
                </a:tc>
                <a:tc>
                  <a:txBody>
                    <a:bodyPr/>
                    <a:lstStyle/>
                    <a:p>
                      <a:endParaRPr lang="en-GB" sz="800">
                        <a:highlight>
                          <a:srgbClr val="FFFF00"/>
                        </a:highlight>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t>Study needs to be initiated approx. 12 months after launch; start time depends on regional approvals and uptake </a:t>
                      </a:r>
                    </a:p>
                    <a:p>
                      <a:pPr marL="171450" indent="-171450">
                        <a:buFont typeface="Arial" panose="020B0604020202020204" pitchFamily="34" charset="0"/>
                        <a:buChar char="•"/>
                      </a:pPr>
                      <a:r>
                        <a:rPr lang="en-GB" sz="900"/>
                        <a:t>Feasibility of this study depends on whether there are enough patients that stopped treatment after two years</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2204927067"/>
                  </a:ext>
                </a:extLst>
              </a:tr>
            </a:tbl>
          </a:graphicData>
        </a:graphic>
      </p:graphicFrame>
      <p:sp>
        <p:nvSpPr>
          <p:cNvPr id="4" name="Rectangle 3">
            <a:extLst>
              <a:ext uri="{FF2B5EF4-FFF2-40B4-BE49-F238E27FC236}">
                <a16:creationId xmlns:a16="http://schemas.microsoft.com/office/drawing/2014/main" id="{EFDE9B34-D7EF-FCB3-7BD1-9BE20247C040}"/>
              </a:ext>
            </a:extLst>
          </p:cNvPr>
          <p:cNvSpPr/>
          <p:nvPr/>
        </p:nvSpPr>
        <p:spPr>
          <a:xfrm>
            <a:off x="129727" y="2527144"/>
            <a:ext cx="222533" cy="2376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a:t>
            </a:r>
          </a:p>
        </p:txBody>
      </p:sp>
      <p:sp>
        <p:nvSpPr>
          <p:cNvPr id="22" name="Oval 21">
            <a:extLst>
              <a:ext uri="{FF2B5EF4-FFF2-40B4-BE49-F238E27FC236}">
                <a16:creationId xmlns:a16="http://schemas.microsoft.com/office/drawing/2014/main" id="{DA19FBDD-01CE-6F69-F98C-EC0DC28693C4}"/>
              </a:ext>
            </a:extLst>
          </p:cNvPr>
          <p:cNvSpPr/>
          <p:nvPr/>
        </p:nvSpPr>
        <p:spPr>
          <a:xfrm>
            <a:off x="3052266" y="2973735"/>
            <a:ext cx="301752" cy="301752"/>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3" name="Arrow: Pentagon 22">
            <a:extLst>
              <a:ext uri="{FF2B5EF4-FFF2-40B4-BE49-F238E27FC236}">
                <a16:creationId xmlns:a16="http://schemas.microsoft.com/office/drawing/2014/main" id="{BEE9C53B-FFB9-88AE-256D-F8B82DF8D66D}"/>
              </a:ext>
            </a:extLst>
          </p:cNvPr>
          <p:cNvSpPr/>
          <p:nvPr/>
        </p:nvSpPr>
        <p:spPr>
          <a:xfrm>
            <a:off x="7472461" y="3072471"/>
            <a:ext cx="3960000" cy="1913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err="1">
              <a:solidFill>
                <a:schemeClr val="bg1"/>
              </a:solidFill>
            </a:endParaRPr>
          </a:p>
        </p:txBody>
      </p:sp>
      <p:sp>
        <p:nvSpPr>
          <p:cNvPr id="25" name="Isosceles Triangle 24">
            <a:extLst>
              <a:ext uri="{FF2B5EF4-FFF2-40B4-BE49-F238E27FC236}">
                <a16:creationId xmlns:a16="http://schemas.microsoft.com/office/drawing/2014/main" id="{5EC97813-4287-CA8F-3FBA-71BCEF2150D7}"/>
              </a:ext>
            </a:extLst>
          </p:cNvPr>
          <p:cNvSpPr/>
          <p:nvPr/>
        </p:nvSpPr>
        <p:spPr>
          <a:xfrm>
            <a:off x="9829357" y="3049252"/>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1" name="TextBox 30">
            <a:extLst>
              <a:ext uri="{FF2B5EF4-FFF2-40B4-BE49-F238E27FC236}">
                <a16:creationId xmlns:a16="http://schemas.microsoft.com/office/drawing/2014/main" id="{F9FFF8F2-0346-2568-7EEE-7CD2BCF38AC4}"/>
              </a:ext>
            </a:extLst>
          </p:cNvPr>
          <p:cNvSpPr txBox="1"/>
          <p:nvPr/>
        </p:nvSpPr>
        <p:spPr>
          <a:xfrm>
            <a:off x="10885094" y="3218360"/>
            <a:ext cx="919548" cy="461665"/>
          </a:xfrm>
          <a:prstGeom prst="rect">
            <a:avLst/>
          </a:prstGeom>
          <a:noFill/>
        </p:spPr>
        <p:txBody>
          <a:bodyPr wrap="square" lIns="91440" tIns="91440" rIns="91440" bIns="91440" rtlCol="0">
            <a:spAutoFit/>
          </a:bodyPr>
          <a:lstStyle/>
          <a:p>
            <a:pPr algn="ctr"/>
            <a:r>
              <a:rPr lang="en-US" sz="900"/>
              <a:t>ESMO GI 2029</a:t>
            </a:r>
          </a:p>
        </p:txBody>
      </p:sp>
      <p:sp>
        <p:nvSpPr>
          <p:cNvPr id="32" name="Star: 5 Points 31">
            <a:extLst>
              <a:ext uri="{FF2B5EF4-FFF2-40B4-BE49-F238E27FC236}">
                <a16:creationId xmlns:a16="http://schemas.microsoft.com/office/drawing/2014/main" id="{60429A49-1B79-654D-CBCD-23B2B99D4EA0}"/>
              </a:ext>
            </a:extLst>
          </p:cNvPr>
          <p:cNvSpPr/>
          <p:nvPr/>
        </p:nvSpPr>
        <p:spPr>
          <a:xfrm>
            <a:off x="11297705" y="3040506"/>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3" name="TextBox 52">
            <a:extLst>
              <a:ext uri="{FF2B5EF4-FFF2-40B4-BE49-F238E27FC236}">
                <a16:creationId xmlns:a16="http://schemas.microsoft.com/office/drawing/2014/main" id="{25B0A9A2-5158-8C33-5BA5-1002982E33E6}"/>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sp>
        <p:nvSpPr>
          <p:cNvPr id="8" name="TextBox 7">
            <a:extLst>
              <a:ext uri="{FF2B5EF4-FFF2-40B4-BE49-F238E27FC236}">
                <a16:creationId xmlns:a16="http://schemas.microsoft.com/office/drawing/2014/main" id="{BF4DC42A-524D-2BB4-478A-51A591E62584}"/>
              </a:ext>
            </a:extLst>
          </p:cNvPr>
          <p:cNvSpPr txBox="1"/>
          <p:nvPr/>
        </p:nvSpPr>
        <p:spPr>
          <a:xfrm>
            <a:off x="9113053" y="3204748"/>
            <a:ext cx="1107183" cy="323165"/>
          </a:xfrm>
          <a:prstGeom prst="rect">
            <a:avLst/>
          </a:prstGeom>
          <a:noFill/>
        </p:spPr>
        <p:txBody>
          <a:bodyPr wrap="square" lIns="91440" tIns="91440" rIns="91440" bIns="91440" rtlCol="0">
            <a:spAutoFit/>
          </a:bodyPr>
          <a:lstStyle/>
          <a:p>
            <a:pPr algn="ctr"/>
            <a:r>
              <a:rPr lang="en-US" sz="900"/>
              <a:t>Interim analysis</a:t>
            </a:r>
          </a:p>
        </p:txBody>
      </p:sp>
      <p:grpSp>
        <p:nvGrpSpPr>
          <p:cNvPr id="74" name="Group 73">
            <a:extLst>
              <a:ext uri="{FF2B5EF4-FFF2-40B4-BE49-F238E27FC236}">
                <a16:creationId xmlns:a16="http://schemas.microsoft.com/office/drawing/2014/main" id="{92E056AA-4211-5FD9-1AE4-ACE88BA33B25}"/>
              </a:ext>
            </a:extLst>
          </p:cNvPr>
          <p:cNvGrpSpPr/>
          <p:nvPr/>
        </p:nvGrpSpPr>
        <p:grpSpPr>
          <a:xfrm>
            <a:off x="8446122" y="668447"/>
            <a:ext cx="3358520" cy="323165"/>
            <a:chOff x="8469297" y="935394"/>
            <a:chExt cx="3358520" cy="323165"/>
          </a:xfrm>
        </p:grpSpPr>
        <p:sp>
          <p:nvSpPr>
            <p:cNvPr id="75" name="TextBox 74">
              <a:extLst>
                <a:ext uri="{FF2B5EF4-FFF2-40B4-BE49-F238E27FC236}">
                  <a16:creationId xmlns:a16="http://schemas.microsoft.com/office/drawing/2014/main" id="{908C710E-D6FD-402C-1B7C-BD06D1234AF7}"/>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76" name="Isosceles Triangle 75">
              <a:extLst>
                <a:ext uri="{FF2B5EF4-FFF2-40B4-BE49-F238E27FC236}">
                  <a16:creationId xmlns:a16="http://schemas.microsoft.com/office/drawing/2014/main" id="{55805705-5F23-87C0-999D-518BFE9A8C05}"/>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77" name="Star: 5 Points 76">
              <a:extLst>
                <a:ext uri="{FF2B5EF4-FFF2-40B4-BE49-F238E27FC236}">
                  <a16:creationId xmlns:a16="http://schemas.microsoft.com/office/drawing/2014/main" id="{7519B3F9-E702-505F-034D-918C033D61C6}"/>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78" name="Arrow: Pentagon 77">
              <a:extLst>
                <a:ext uri="{FF2B5EF4-FFF2-40B4-BE49-F238E27FC236}">
                  <a16:creationId xmlns:a16="http://schemas.microsoft.com/office/drawing/2014/main" id="{8D95D9D5-192B-3EE7-9A32-0063B0FB1ADB}"/>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79" name="TextBox 78">
              <a:extLst>
                <a:ext uri="{FF2B5EF4-FFF2-40B4-BE49-F238E27FC236}">
                  <a16:creationId xmlns:a16="http://schemas.microsoft.com/office/drawing/2014/main" id="{F86E3441-F399-8BDC-28D2-A602FA178EA3}"/>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80" name="TextBox 79">
              <a:extLst>
                <a:ext uri="{FF2B5EF4-FFF2-40B4-BE49-F238E27FC236}">
                  <a16:creationId xmlns:a16="http://schemas.microsoft.com/office/drawing/2014/main" id="{8203E858-F551-575B-ED73-EFD8614BA89F}"/>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81" name="Footer Placeholder 3">
            <a:extLst>
              <a:ext uri="{FF2B5EF4-FFF2-40B4-BE49-F238E27FC236}">
                <a16:creationId xmlns:a16="http://schemas.microsoft.com/office/drawing/2014/main" id="{B728D3F6-3CEB-820E-D7B7-2A6BD2644ED3}"/>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sp>
        <p:nvSpPr>
          <p:cNvPr id="89" name="Left Bracket 88">
            <a:extLst>
              <a:ext uri="{FF2B5EF4-FFF2-40B4-BE49-F238E27FC236}">
                <a16:creationId xmlns:a16="http://schemas.microsoft.com/office/drawing/2014/main" id="{05EBFF10-7E1B-2528-AD81-0EB4D183729F}"/>
              </a:ext>
            </a:extLst>
          </p:cNvPr>
          <p:cNvSpPr/>
          <p:nvPr/>
        </p:nvSpPr>
        <p:spPr>
          <a:xfrm rot="5400000" flipV="1">
            <a:off x="7812759" y="2581767"/>
            <a:ext cx="45719" cy="71548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90" name="TextBox 89">
            <a:extLst>
              <a:ext uri="{FF2B5EF4-FFF2-40B4-BE49-F238E27FC236}">
                <a16:creationId xmlns:a16="http://schemas.microsoft.com/office/drawing/2014/main" id="{726CEDB3-532D-E016-3600-55658D1F54D2}"/>
              </a:ext>
            </a:extLst>
          </p:cNvPr>
          <p:cNvSpPr txBox="1"/>
          <p:nvPr/>
        </p:nvSpPr>
        <p:spPr>
          <a:xfrm>
            <a:off x="7137153" y="2560138"/>
            <a:ext cx="1439462" cy="338554"/>
          </a:xfrm>
          <a:prstGeom prst="rect">
            <a:avLst/>
          </a:prstGeom>
          <a:noFill/>
        </p:spPr>
        <p:txBody>
          <a:bodyPr wrap="square">
            <a:spAutoFit/>
          </a:bodyPr>
          <a:lstStyle/>
          <a:p>
            <a:pPr algn="ctr"/>
            <a:r>
              <a:rPr lang="en-GB" sz="800">
                <a:effectLst/>
              </a:rPr>
              <a:t>Receive, review, and accept proposa</a:t>
            </a:r>
            <a:r>
              <a:rPr lang="en-GB" sz="800"/>
              <a:t>l</a:t>
            </a:r>
          </a:p>
        </p:txBody>
      </p:sp>
      <p:sp>
        <p:nvSpPr>
          <p:cNvPr id="91" name="Left Bracket 90">
            <a:extLst>
              <a:ext uri="{FF2B5EF4-FFF2-40B4-BE49-F238E27FC236}">
                <a16:creationId xmlns:a16="http://schemas.microsoft.com/office/drawing/2014/main" id="{73705AB7-4FA2-1B37-C664-B5E3531E6D90}"/>
              </a:ext>
            </a:extLst>
          </p:cNvPr>
          <p:cNvSpPr/>
          <p:nvPr/>
        </p:nvSpPr>
        <p:spPr>
          <a:xfrm rot="5400000" flipV="1">
            <a:off x="9472973" y="1685251"/>
            <a:ext cx="45719" cy="2520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92" name="TextBox 91">
            <a:extLst>
              <a:ext uri="{FF2B5EF4-FFF2-40B4-BE49-F238E27FC236}">
                <a16:creationId xmlns:a16="http://schemas.microsoft.com/office/drawing/2014/main" id="{5BABFB45-A5CD-6E2D-152E-495274B8FDCA}"/>
              </a:ext>
            </a:extLst>
          </p:cNvPr>
          <p:cNvSpPr txBox="1"/>
          <p:nvPr/>
        </p:nvSpPr>
        <p:spPr>
          <a:xfrm>
            <a:off x="8573411" y="2662510"/>
            <a:ext cx="1830215" cy="215444"/>
          </a:xfrm>
          <a:prstGeom prst="rect">
            <a:avLst/>
          </a:prstGeom>
          <a:noFill/>
        </p:spPr>
        <p:txBody>
          <a:bodyPr wrap="square">
            <a:spAutoFit/>
          </a:bodyPr>
          <a:lstStyle/>
          <a:p>
            <a:pPr algn="ctr"/>
            <a:r>
              <a:rPr lang="en-GB" sz="800">
                <a:effectLst/>
              </a:rPr>
              <a:t>IIT study duration</a:t>
            </a:r>
            <a:endParaRPr lang="en-GB" sz="800"/>
          </a:p>
        </p:txBody>
      </p:sp>
      <p:sp>
        <p:nvSpPr>
          <p:cNvPr id="95" name="Star: 5 Points 94">
            <a:extLst>
              <a:ext uri="{FF2B5EF4-FFF2-40B4-BE49-F238E27FC236}">
                <a16:creationId xmlns:a16="http://schemas.microsoft.com/office/drawing/2014/main" id="{B7E49E04-CE80-1F41-0A76-848321B7BBE5}"/>
              </a:ext>
            </a:extLst>
          </p:cNvPr>
          <p:cNvSpPr/>
          <p:nvPr/>
        </p:nvSpPr>
        <p:spPr>
          <a:xfrm>
            <a:off x="10669094" y="3064991"/>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96" name="TextBox 95">
            <a:extLst>
              <a:ext uri="{FF2B5EF4-FFF2-40B4-BE49-F238E27FC236}">
                <a16:creationId xmlns:a16="http://schemas.microsoft.com/office/drawing/2014/main" id="{230EE659-A34B-6185-D482-462A6093E18F}"/>
              </a:ext>
            </a:extLst>
          </p:cNvPr>
          <p:cNvSpPr txBox="1"/>
          <p:nvPr/>
        </p:nvSpPr>
        <p:spPr>
          <a:xfrm>
            <a:off x="10153445" y="3250110"/>
            <a:ext cx="1107183" cy="461665"/>
          </a:xfrm>
          <a:prstGeom prst="rect">
            <a:avLst/>
          </a:prstGeom>
          <a:noFill/>
        </p:spPr>
        <p:txBody>
          <a:bodyPr wrap="square" lIns="91440" tIns="91440" rIns="91440" bIns="91440" rtlCol="0">
            <a:spAutoFit/>
          </a:bodyPr>
          <a:lstStyle/>
          <a:p>
            <a:pPr algn="ctr"/>
            <a:r>
              <a:rPr lang="en-US" sz="900"/>
              <a:t>Final stats analysis</a:t>
            </a:r>
          </a:p>
        </p:txBody>
      </p:sp>
      <p:sp>
        <p:nvSpPr>
          <p:cNvPr id="97" name="Left Bracket 96">
            <a:extLst>
              <a:ext uri="{FF2B5EF4-FFF2-40B4-BE49-F238E27FC236}">
                <a16:creationId xmlns:a16="http://schemas.microsoft.com/office/drawing/2014/main" id="{C0C924CD-3C68-1197-7185-4AFF715992E1}"/>
              </a:ext>
            </a:extLst>
          </p:cNvPr>
          <p:cNvSpPr/>
          <p:nvPr/>
        </p:nvSpPr>
        <p:spPr>
          <a:xfrm rot="5400000" flipV="1">
            <a:off x="11079434" y="2615018"/>
            <a:ext cx="45719" cy="64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98" name="TextBox 97">
            <a:extLst>
              <a:ext uri="{FF2B5EF4-FFF2-40B4-BE49-F238E27FC236}">
                <a16:creationId xmlns:a16="http://schemas.microsoft.com/office/drawing/2014/main" id="{D5AAACEF-8435-0E41-7779-064522AE2F88}"/>
              </a:ext>
            </a:extLst>
          </p:cNvPr>
          <p:cNvSpPr txBox="1"/>
          <p:nvPr/>
        </p:nvSpPr>
        <p:spPr>
          <a:xfrm>
            <a:off x="10513081" y="2592588"/>
            <a:ext cx="1107184" cy="338554"/>
          </a:xfrm>
          <a:prstGeom prst="rect">
            <a:avLst/>
          </a:prstGeom>
          <a:noFill/>
        </p:spPr>
        <p:txBody>
          <a:bodyPr wrap="square">
            <a:spAutoFit/>
          </a:bodyPr>
          <a:lstStyle/>
          <a:p>
            <a:pPr algn="ctr"/>
            <a:r>
              <a:rPr lang="en-GB" sz="800">
                <a:effectLst/>
              </a:rPr>
              <a:t>Manuscript development</a:t>
            </a:r>
            <a:endParaRPr lang="en-GB" sz="800"/>
          </a:p>
        </p:txBody>
      </p:sp>
      <p:sp>
        <p:nvSpPr>
          <p:cNvPr id="2" name="Footer Placeholder 3">
            <a:extLst>
              <a:ext uri="{FF2B5EF4-FFF2-40B4-BE49-F238E27FC236}">
                <a16:creationId xmlns:a16="http://schemas.microsoft.com/office/drawing/2014/main" id="{E34A8464-A770-AACF-C26C-2EF1780E771A}"/>
              </a:ext>
            </a:extLst>
          </p:cNvPr>
          <p:cNvSpPr txBox="1">
            <a:spLocks/>
          </p:cNvSpPr>
          <p:nvPr/>
        </p:nvSpPr>
        <p:spPr>
          <a:xfrm>
            <a:off x="358337" y="6359371"/>
            <a:ext cx="6355219"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Note: ADC: Antibody Drug Conjugate; ESCC: </a:t>
            </a:r>
            <a:r>
              <a:rPr lang="en-US">
                <a:solidFill>
                  <a:srgbClr val="000000">
                    <a:lumMod val="65000"/>
                    <a:lumOff val="35000"/>
                  </a:srgbClr>
                </a:solidFill>
              </a:rPr>
              <a:t>Esophageal Squamous Cell Carcinoma; GC: Gastric Cancer; GEJ: Gastroesophageal Junction; </a:t>
            </a:r>
            <a:r>
              <a:rPr lang="en-US"/>
              <a:t>GI: Gastrointestinal; IIT: Investigator Initiated Trial; IO: Immuno-Oncology</a:t>
            </a:r>
          </a:p>
        </p:txBody>
      </p:sp>
      <p:pic>
        <p:nvPicPr>
          <p:cNvPr id="5" name="Graphic 4">
            <a:extLst>
              <a:ext uri="{FF2B5EF4-FFF2-40B4-BE49-F238E27FC236}">
                <a16:creationId xmlns:a16="http://schemas.microsoft.com/office/drawing/2014/main" id="{7F798B6E-E0B2-F09B-F3B9-3C6057613C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68667" y="3200604"/>
            <a:ext cx="274320" cy="274320"/>
          </a:xfrm>
          <a:prstGeom prst="rect">
            <a:avLst/>
          </a:prstGeom>
        </p:spPr>
      </p:pic>
      <p:pic>
        <p:nvPicPr>
          <p:cNvPr id="9" name="Graphic 8">
            <a:extLst>
              <a:ext uri="{FF2B5EF4-FFF2-40B4-BE49-F238E27FC236}">
                <a16:creationId xmlns:a16="http://schemas.microsoft.com/office/drawing/2014/main" id="{D8057EBD-1F3E-9490-8755-52E1AA92498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268667" y="2816408"/>
            <a:ext cx="274320" cy="274320"/>
          </a:xfrm>
          <a:prstGeom prst="rect">
            <a:avLst/>
          </a:prstGeom>
        </p:spPr>
      </p:pic>
      <p:sp>
        <p:nvSpPr>
          <p:cNvPr id="10" name="Footer Placeholder 3">
            <a:extLst>
              <a:ext uri="{FF2B5EF4-FFF2-40B4-BE49-F238E27FC236}">
                <a16:creationId xmlns:a16="http://schemas.microsoft.com/office/drawing/2014/main" id="{A2EDFE69-934A-F19E-F5C2-68569232DC76}"/>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1" name="Graphic 10">
            <a:extLst>
              <a:ext uri="{FF2B5EF4-FFF2-40B4-BE49-F238E27FC236}">
                <a16:creationId xmlns:a16="http://schemas.microsoft.com/office/drawing/2014/main" id="{02582361-9A79-7114-3E8C-B6C2D75185B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37570" y="958197"/>
            <a:ext cx="274320" cy="274320"/>
          </a:xfrm>
          <a:prstGeom prst="rect">
            <a:avLst/>
          </a:prstGeom>
        </p:spPr>
      </p:pic>
      <p:pic>
        <p:nvPicPr>
          <p:cNvPr id="12" name="Graphic 11">
            <a:extLst>
              <a:ext uri="{FF2B5EF4-FFF2-40B4-BE49-F238E27FC236}">
                <a16:creationId xmlns:a16="http://schemas.microsoft.com/office/drawing/2014/main" id="{1D2BA361-3C39-CEAA-F59E-B03018346A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4487" y="958197"/>
            <a:ext cx="274320" cy="274320"/>
          </a:xfrm>
          <a:prstGeom prst="rect">
            <a:avLst/>
          </a:prstGeom>
        </p:spPr>
      </p:pic>
      <p:pic>
        <p:nvPicPr>
          <p:cNvPr id="13" name="Graphic 12">
            <a:extLst>
              <a:ext uri="{FF2B5EF4-FFF2-40B4-BE49-F238E27FC236}">
                <a16:creationId xmlns:a16="http://schemas.microsoft.com/office/drawing/2014/main" id="{B872CF00-D94A-35D3-756C-C0575AA9CFD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14007" y="958197"/>
            <a:ext cx="274320" cy="274320"/>
          </a:xfrm>
          <a:prstGeom prst="rect">
            <a:avLst/>
          </a:prstGeom>
        </p:spPr>
      </p:pic>
      <p:pic>
        <p:nvPicPr>
          <p:cNvPr id="14" name="Graphic 13">
            <a:extLst>
              <a:ext uri="{FF2B5EF4-FFF2-40B4-BE49-F238E27FC236}">
                <a16:creationId xmlns:a16="http://schemas.microsoft.com/office/drawing/2014/main" id="{A8B9A436-4860-AF19-7D8E-2C1DE43C672C}"/>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8194014" y="958557"/>
            <a:ext cx="273600" cy="273600"/>
          </a:xfrm>
          <a:prstGeom prst="rect">
            <a:avLst/>
          </a:prstGeom>
        </p:spPr>
      </p:pic>
      <p:grpSp>
        <p:nvGrpSpPr>
          <p:cNvPr id="15" name="Group 14">
            <a:extLst>
              <a:ext uri="{FF2B5EF4-FFF2-40B4-BE49-F238E27FC236}">
                <a16:creationId xmlns:a16="http://schemas.microsoft.com/office/drawing/2014/main" id="{995EC953-BB79-51AC-D99C-A55EFBBCE632}"/>
              </a:ext>
            </a:extLst>
          </p:cNvPr>
          <p:cNvGrpSpPr/>
          <p:nvPr/>
        </p:nvGrpSpPr>
        <p:grpSpPr>
          <a:xfrm>
            <a:off x="-9525" y="-7584"/>
            <a:ext cx="11729065" cy="180000"/>
            <a:chOff x="-9525" y="-7584"/>
            <a:chExt cx="11729065" cy="180000"/>
          </a:xfrm>
        </p:grpSpPr>
        <p:sp>
          <p:nvSpPr>
            <p:cNvPr id="16" name="Rectangle 15">
              <a:extLst>
                <a:ext uri="{FF2B5EF4-FFF2-40B4-BE49-F238E27FC236}">
                  <a16:creationId xmlns:a16="http://schemas.microsoft.com/office/drawing/2014/main" id="{DADAFDF6-2BC0-ABA8-21E1-860DBCE99157}"/>
                </a:ext>
              </a:extLst>
            </p:cNvPr>
            <p:cNvSpPr/>
            <p:nvPr/>
          </p:nvSpPr>
          <p:spPr>
            <a:xfrm>
              <a:off x="-9525" y="-7584"/>
              <a:ext cx="1584000" cy="180000"/>
            </a:xfrm>
            <a:prstGeom prst="rect">
              <a:avLst/>
            </a:prstGeom>
            <a:solidFill>
              <a:srgbClr val="0F244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Upper GI</a:t>
              </a:r>
            </a:p>
          </p:txBody>
        </p:sp>
        <p:sp>
          <p:nvSpPr>
            <p:cNvPr id="17" name="Arrow: Pentagon 16">
              <a:extLst>
                <a:ext uri="{FF2B5EF4-FFF2-40B4-BE49-F238E27FC236}">
                  <a16:creationId xmlns:a16="http://schemas.microsoft.com/office/drawing/2014/main" id="{492F1011-033E-7767-0F9D-7698ED3A44F3}"/>
                </a:ext>
              </a:extLst>
            </p:cNvPr>
            <p:cNvSpPr/>
            <p:nvPr/>
          </p:nvSpPr>
          <p:spPr>
            <a:xfrm>
              <a:off x="1584635"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8" name="Arrow: Chevron 17">
              <a:extLst>
                <a:ext uri="{FF2B5EF4-FFF2-40B4-BE49-F238E27FC236}">
                  <a16:creationId xmlns:a16="http://schemas.microsoft.com/office/drawing/2014/main" id="{917967A8-088B-D4AB-59DE-99953B2CABBF}"/>
                </a:ext>
              </a:extLst>
            </p:cNvPr>
            <p:cNvSpPr/>
            <p:nvPr/>
          </p:nvSpPr>
          <p:spPr>
            <a:xfrm>
              <a:off x="4091466" y="-7584"/>
              <a:ext cx="2592000"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9" name="Arrow: Chevron 18">
              <a:extLst>
                <a:ext uri="{FF2B5EF4-FFF2-40B4-BE49-F238E27FC236}">
                  <a16:creationId xmlns:a16="http://schemas.microsoft.com/office/drawing/2014/main" id="{05204127-33BA-887C-2051-0E4F2C7A8F61}"/>
                </a:ext>
              </a:extLst>
            </p:cNvPr>
            <p:cNvSpPr/>
            <p:nvPr/>
          </p:nvSpPr>
          <p:spPr>
            <a:xfrm>
              <a:off x="6608457" y="-7584"/>
              <a:ext cx="2592000"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1" name="Arrow: Chevron 20">
              <a:extLst>
                <a:ext uri="{FF2B5EF4-FFF2-40B4-BE49-F238E27FC236}">
                  <a16:creationId xmlns:a16="http://schemas.microsoft.com/office/drawing/2014/main" id="{93A8BC63-0540-B362-6D10-C60A6E35D186}"/>
                </a:ext>
              </a:extLst>
            </p:cNvPr>
            <p:cNvSpPr/>
            <p:nvPr/>
          </p:nvSpPr>
          <p:spPr>
            <a:xfrm>
              <a:off x="9127540" y="-7584"/>
              <a:ext cx="2592000"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grpSp>
        <p:nvGrpSpPr>
          <p:cNvPr id="20" name="Group 19">
            <a:extLst>
              <a:ext uri="{FF2B5EF4-FFF2-40B4-BE49-F238E27FC236}">
                <a16:creationId xmlns:a16="http://schemas.microsoft.com/office/drawing/2014/main" id="{332D5048-A970-AAAB-D9E0-3BD4EB0D88F5}"/>
              </a:ext>
            </a:extLst>
          </p:cNvPr>
          <p:cNvGrpSpPr/>
          <p:nvPr/>
        </p:nvGrpSpPr>
        <p:grpSpPr>
          <a:xfrm>
            <a:off x="2880635" y="5591121"/>
            <a:ext cx="750764" cy="332023"/>
            <a:chOff x="651171" y="3563995"/>
            <a:chExt cx="750764" cy="332023"/>
          </a:xfrm>
        </p:grpSpPr>
        <p:grpSp>
          <p:nvGrpSpPr>
            <p:cNvPr id="24" name="Group 23">
              <a:extLst>
                <a:ext uri="{FF2B5EF4-FFF2-40B4-BE49-F238E27FC236}">
                  <a16:creationId xmlns:a16="http://schemas.microsoft.com/office/drawing/2014/main" id="{1392B8A8-9A5D-6347-D3C7-1A4DCC8A9593}"/>
                </a:ext>
              </a:extLst>
            </p:cNvPr>
            <p:cNvGrpSpPr/>
            <p:nvPr/>
          </p:nvGrpSpPr>
          <p:grpSpPr>
            <a:xfrm>
              <a:off x="651171" y="3565414"/>
              <a:ext cx="563620" cy="329184"/>
              <a:chOff x="658029" y="2872388"/>
              <a:chExt cx="563620" cy="329184"/>
            </a:xfrm>
          </p:grpSpPr>
          <p:pic>
            <p:nvPicPr>
              <p:cNvPr id="27" name="Picture 26" descr="A blue circle with yellow stars in center&#10;&#10;Description automatically generated">
                <a:extLst>
                  <a:ext uri="{FF2B5EF4-FFF2-40B4-BE49-F238E27FC236}">
                    <a16:creationId xmlns:a16="http://schemas.microsoft.com/office/drawing/2014/main" id="{67F4CAA7-DF94-AA25-AA9A-7F27298EF046}"/>
                  </a:ext>
                </a:extLst>
              </p:cNvPr>
              <p:cNvPicPr>
                <a:picLocks noChangeAspect="1"/>
              </p:cNvPicPr>
              <p:nvPr/>
            </p:nvPicPr>
            <p:blipFill>
              <a:blip r:embed="rId15"/>
              <a:stretch>
                <a:fillRect/>
              </a:stretch>
            </p:blipFill>
            <p:spPr>
              <a:xfrm>
                <a:off x="658029" y="2886104"/>
                <a:ext cx="301752" cy="301752"/>
              </a:xfrm>
              <a:prstGeom prst="rect">
                <a:avLst/>
              </a:prstGeom>
              <a:ln>
                <a:noFill/>
              </a:ln>
            </p:spPr>
          </p:pic>
          <p:pic>
            <p:nvPicPr>
              <p:cNvPr id="28" name="Picture 27">
                <a:extLst>
                  <a:ext uri="{FF2B5EF4-FFF2-40B4-BE49-F238E27FC236}">
                    <a16:creationId xmlns:a16="http://schemas.microsoft.com/office/drawing/2014/main" id="{FA5A71A2-035E-27C3-7E58-CB5E93838953}"/>
                  </a:ext>
                </a:extLst>
              </p:cNvPr>
              <p:cNvPicPr>
                <a:picLocks noChangeAspect="1"/>
              </p:cNvPicPr>
              <p:nvPr/>
            </p:nvPicPr>
            <p:blipFill rotWithShape="1">
              <a:blip r:embed="rId16"/>
              <a:srcRect l="14865" t="17319" r="20459" b="14006"/>
              <a:stretch/>
            </p:blipFill>
            <p:spPr>
              <a:xfrm>
                <a:off x="892465" y="2872388"/>
                <a:ext cx="329184" cy="329184"/>
              </a:xfrm>
              <a:prstGeom prst="ellipse">
                <a:avLst/>
              </a:prstGeom>
            </p:spPr>
          </p:pic>
        </p:grpSp>
        <p:pic>
          <p:nvPicPr>
            <p:cNvPr id="26" name="Picture 25" descr="A red circle with white circle in center&#10;&#10;AI-generated content may be incorrect.">
              <a:extLst>
                <a:ext uri="{FF2B5EF4-FFF2-40B4-BE49-F238E27FC236}">
                  <a16:creationId xmlns:a16="http://schemas.microsoft.com/office/drawing/2014/main" id="{2A7A4403-4F53-AF10-AF28-BF113C875AEA}"/>
                </a:ext>
              </a:extLst>
            </p:cNvPr>
            <p:cNvPicPr>
              <a:picLocks noChangeAspect="1"/>
            </p:cNvPicPr>
            <p:nvPr/>
          </p:nvPicPr>
          <p:blipFill>
            <a:blip r:embed="rId17"/>
            <a:stretch>
              <a:fillRect/>
            </a:stretch>
          </p:blipFill>
          <p:spPr>
            <a:xfrm>
              <a:off x="1072751" y="3563995"/>
              <a:ext cx="329184" cy="332023"/>
            </a:xfrm>
            <a:prstGeom prst="rect">
              <a:avLst/>
            </a:prstGeom>
          </p:spPr>
        </p:pic>
      </p:grpSp>
      <p:sp>
        <p:nvSpPr>
          <p:cNvPr id="29" name="Rectangle 28">
            <a:extLst>
              <a:ext uri="{FF2B5EF4-FFF2-40B4-BE49-F238E27FC236}">
                <a16:creationId xmlns:a16="http://schemas.microsoft.com/office/drawing/2014/main" id="{43222534-33D8-55C4-8E11-C312F49618E7}"/>
              </a:ext>
            </a:extLst>
          </p:cNvPr>
          <p:cNvSpPr/>
          <p:nvPr/>
        </p:nvSpPr>
        <p:spPr>
          <a:xfrm>
            <a:off x="126631" y="4926208"/>
            <a:ext cx="228725" cy="1512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Medium Priority Gaps </a:t>
            </a:r>
          </a:p>
        </p:txBody>
      </p:sp>
      <p:pic>
        <p:nvPicPr>
          <p:cNvPr id="47" name="Graphic 46">
            <a:extLst>
              <a:ext uri="{FF2B5EF4-FFF2-40B4-BE49-F238E27FC236}">
                <a16:creationId xmlns:a16="http://schemas.microsoft.com/office/drawing/2014/main" id="{14204490-8667-5D7E-DAF9-2656DD15CAE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260571" y="4149950"/>
            <a:ext cx="290512" cy="290512"/>
          </a:xfrm>
          <a:prstGeom prst="rect">
            <a:avLst/>
          </a:prstGeom>
        </p:spPr>
      </p:pic>
      <p:grpSp>
        <p:nvGrpSpPr>
          <p:cNvPr id="48" name="Group 47">
            <a:extLst>
              <a:ext uri="{FF2B5EF4-FFF2-40B4-BE49-F238E27FC236}">
                <a16:creationId xmlns:a16="http://schemas.microsoft.com/office/drawing/2014/main" id="{DB45EA39-D434-4EC4-5FFA-8AE2838DA8A3}"/>
              </a:ext>
            </a:extLst>
          </p:cNvPr>
          <p:cNvGrpSpPr/>
          <p:nvPr/>
        </p:nvGrpSpPr>
        <p:grpSpPr>
          <a:xfrm>
            <a:off x="2880635" y="4163835"/>
            <a:ext cx="730572" cy="332023"/>
            <a:chOff x="6415821" y="4958217"/>
            <a:chExt cx="730572" cy="332023"/>
          </a:xfrm>
        </p:grpSpPr>
        <p:grpSp>
          <p:nvGrpSpPr>
            <p:cNvPr id="49" name="Group 48">
              <a:extLst>
                <a:ext uri="{FF2B5EF4-FFF2-40B4-BE49-F238E27FC236}">
                  <a16:creationId xmlns:a16="http://schemas.microsoft.com/office/drawing/2014/main" id="{C2B60C37-1AB9-4941-5493-E3F98EE2018D}"/>
                </a:ext>
              </a:extLst>
            </p:cNvPr>
            <p:cNvGrpSpPr/>
            <p:nvPr/>
          </p:nvGrpSpPr>
          <p:grpSpPr>
            <a:xfrm>
              <a:off x="6415821" y="4958217"/>
              <a:ext cx="516328" cy="332023"/>
              <a:chOff x="885607" y="3563995"/>
              <a:chExt cx="516328" cy="332023"/>
            </a:xfrm>
          </p:grpSpPr>
          <p:pic>
            <p:nvPicPr>
              <p:cNvPr id="51" name="Picture 50">
                <a:extLst>
                  <a:ext uri="{FF2B5EF4-FFF2-40B4-BE49-F238E27FC236}">
                    <a16:creationId xmlns:a16="http://schemas.microsoft.com/office/drawing/2014/main" id="{0DC024FF-A443-A0CE-2250-8C47D4F8ABDA}"/>
                  </a:ext>
                </a:extLst>
              </p:cNvPr>
              <p:cNvPicPr>
                <a:picLocks noChangeAspect="1"/>
              </p:cNvPicPr>
              <p:nvPr/>
            </p:nvPicPr>
            <p:blipFill rotWithShape="1">
              <a:blip r:embed="rId16"/>
              <a:srcRect l="14865" t="17319" r="20459" b="14006"/>
              <a:stretch/>
            </p:blipFill>
            <p:spPr>
              <a:xfrm>
                <a:off x="885607" y="3565414"/>
                <a:ext cx="329184" cy="329184"/>
              </a:xfrm>
              <a:prstGeom prst="ellipse">
                <a:avLst/>
              </a:prstGeom>
            </p:spPr>
          </p:pic>
          <p:pic>
            <p:nvPicPr>
              <p:cNvPr id="52" name="Picture 51" descr="A red circle with white circle in center&#10;&#10;AI-generated content may be incorrect.">
                <a:extLst>
                  <a:ext uri="{FF2B5EF4-FFF2-40B4-BE49-F238E27FC236}">
                    <a16:creationId xmlns:a16="http://schemas.microsoft.com/office/drawing/2014/main" id="{52EDD122-BC35-4BBF-DC58-B878205DA610}"/>
                  </a:ext>
                </a:extLst>
              </p:cNvPr>
              <p:cNvPicPr>
                <a:picLocks noChangeAspect="1"/>
              </p:cNvPicPr>
              <p:nvPr/>
            </p:nvPicPr>
            <p:blipFill>
              <a:blip r:embed="rId17"/>
              <a:stretch>
                <a:fillRect/>
              </a:stretch>
            </p:blipFill>
            <p:spPr>
              <a:xfrm>
                <a:off x="1072751" y="3563995"/>
                <a:ext cx="329184" cy="332023"/>
              </a:xfrm>
              <a:prstGeom prst="rect">
                <a:avLst/>
              </a:prstGeom>
            </p:spPr>
          </p:pic>
        </p:grpSp>
        <p:sp>
          <p:nvSpPr>
            <p:cNvPr id="50" name="Oval 49">
              <a:extLst>
                <a:ext uri="{FF2B5EF4-FFF2-40B4-BE49-F238E27FC236}">
                  <a16:creationId xmlns:a16="http://schemas.microsoft.com/office/drawing/2014/main" id="{D378D554-5FA8-BBD4-4A40-E95FA50B8F9B}"/>
                </a:ext>
              </a:extLst>
            </p:cNvPr>
            <p:cNvSpPr/>
            <p:nvPr/>
          </p:nvSpPr>
          <p:spPr>
            <a:xfrm>
              <a:off x="6844641" y="4973352"/>
              <a:ext cx="301752" cy="301752"/>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grpSp>
      <p:sp>
        <p:nvSpPr>
          <p:cNvPr id="54" name="Arrow: Pentagon 53">
            <a:extLst>
              <a:ext uri="{FF2B5EF4-FFF2-40B4-BE49-F238E27FC236}">
                <a16:creationId xmlns:a16="http://schemas.microsoft.com/office/drawing/2014/main" id="{6C58BD99-458A-BC37-AD93-5C922CA167DC}"/>
              </a:ext>
            </a:extLst>
          </p:cNvPr>
          <p:cNvSpPr/>
          <p:nvPr/>
        </p:nvSpPr>
        <p:spPr>
          <a:xfrm>
            <a:off x="6843437" y="4279815"/>
            <a:ext cx="1224000" cy="288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85000" lnSpcReduction="20000"/>
          </a:bodyPr>
          <a:lstStyle/>
          <a:p>
            <a:pPr algn="ctr"/>
            <a:endParaRPr lang="en-US" err="1">
              <a:solidFill>
                <a:schemeClr val="bg1"/>
              </a:solidFill>
            </a:endParaRPr>
          </a:p>
        </p:txBody>
      </p:sp>
      <p:sp>
        <p:nvSpPr>
          <p:cNvPr id="55" name="Star: 5 Points 54">
            <a:extLst>
              <a:ext uri="{FF2B5EF4-FFF2-40B4-BE49-F238E27FC236}">
                <a16:creationId xmlns:a16="http://schemas.microsoft.com/office/drawing/2014/main" id="{3631509C-4975-D21D-A57A-BAE9270C56E8}"/>
              </a:ext>
            </a:extLst>
          </p:cNvPr>
          <p:cNvSpPr/>
          <p:nvPr/>
        </p:nvSpPr>
        <p:spPr>
          <a:xfrm>
            <a:off x="8089264" y="4333815"/>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6" name="TextBox 55">
            <a:extLst>
              <a:ext uri="{FF2B5EF4-FFF2-40B4-BE49-F238E27FC236}">
                <a16:creationId xmlns:a16="http://schemas.microsoft.com/office/drawing/2014/main" id="{012F34CE-2543-73E6-CD7A-B1DB82EFE0DF}"/>
              </a:ext>
            </a:extLst>
          </p:cNvPr>
          <p:cNvSpPr txBox="1"/>
          <p:nvPr/>
        </p:nvSpPr>
        <p:spPr>
          <a:xfrm>
            <a:off x="8035314" y="4474410"/>
            <a:ext cx="964763" cy="323165"/>
          </a:xfrm>
          <a:prstGeom prst="rect">
            <a:avLst/>
          </a:prstGeom>
          <a:noFill/>
        </p:spPr>
        <p:txBody>
          <a:bodyPr wrap="square" lIns="91440" tIns="91440" rIns="91440" bIns="91440" rtlCol="0">
            <a:spAutoFit/>
          </a:bodyPr>
          <a:lstStyle/>
          <a:p>
            <a:pPr algn="ctr"/>
            <a:r>
              <a:rPr lang="en-US" sz="900"/>
              <a:t>ASCO GI 2027</a:t>
            </a:r>
          </a:p>
        </p:txBody>
      </p:sp>
      <p:sp>
        <p:nvSpPr>
          <p:cNvPr id="57" name="Isosceles Triangle 56">
            <a:extLst>
              <a:ext uri="{FF2B5EF4-FFF2-40B4-BE49-F238E27FC236}">
                <a16:creationId xmlns:a16="http://schemas.microsoft.com/office/drawing/2014/main" id="{D866CB86-3708-6DB2-BA39-204BC159D3F2}"/>
              </a:ext>
            </a:extLst>
          </p:cNvPr>
          <p:cNvSpPr/>
          <p:nvPr/>
        </p:nvSpPr>
        <p:spPr>
          <a:xfrm>
            <a:off x="7621966" y="4333815"/>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8" name="Left Bracket 57">
            <a:extLst>
              <a:ext uri="{FF2B5EF4-FFF2-40B4-BE49-F238E27FC236}">
                <a16:creationId xmlns:a16="http://schemas.microsoft.com/office/drawing/2014/main" id="{20C634D6-2D0C-9519-073B-63D67E8E742D}"/>
              </a:ext>
            </a:extLst>
          </p:cNvPr>
          <p:cNvSpPr/>
          <p:nvPr/>
        </p:nvSpPr>
        <p:spPr>
          <a:xfrm rot="5400000" flipV="1">
            <a:off x="7254957" y="3764386"/>
            <a:ext cx="45719" cy="864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59" name="TextBox 58">
            <a:extLst>
              <a:ext uri="{FF2B5EF4-FFF2-40B4-BE49-F238E27FC236}">
                <a16:creationId xmlns:a16="http://schemas.microsoft.com/office/drawing/2014/main" id="{DD547840-3EFA-E91B-2FA3-3514E84028CA}"/>
              </a:ext>
            </a:extLst>
          </p:cNvPr>
          <p:cNvSpPr txBox="1"/>
          <p:nvPr/>
        </p:nvSpPr>
        <p:spPr>
          <a:xfrm>
            <a:off x="6762914" y="3862751"/>
            <a:ext cx="1152000" cy="338554"/>
          </a:xfrm>
          <a:prstGeom prst="rect">
            <a:avLst/>
          </a:prstGeom>
          <a:noFill/>
        </p:spPr>
        <p:txBody>
          <a:bodyPr wrap="square">
            <a:spAutoFit/>
          </a:bodyPr>
          <a:lstStyle/>
          <a:p>
            <a:pPr algn="ctr"/>
            <a:r>
              <a:rPr lang="en-GB" sz="800"/>
              <a:t>Post-hoc analysis </a:t>
            </a:r>
            <a:r>
              <a:rPr lang="en-GB" sz="800">
                <a:effectLst/>
              </a:rPr>
              <a:t>duration</a:t>
            </a:r>
            <a:endParaRPr lang="en-GB" sz="800"/>
          </a:p>
        </p:txBody>
      </p:sp>
      <p:sp>
        <p:nvSpPr>
          <p:cNvPr id="63" name="Arrow: Pentagon 62">
            <a:extLst>
              <a:ext uri="{FF2B5EF4-FFF2-40B4-BE49-F238E27FC236}">
                <a16:creationId xmlns:a16="http://schemas.microsoft.com/office/drawing/2014/main" id="{803D736C-9692-0CDA-3871-BC3DFDA13D83}"/>
              </a:ext>
            </a:extLst>
          </p:cNvPr>
          <p:cNvSpPr/>
          <p:nvPr/>
        </p:nvSpPr>
        <p:spPr>
          <a:xfrm>
            <a:off x="8785357" y="5580830"/>
            <a:ext cx="1224000" cy="288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85000" lnSpcReduction="20000"/>
          </a:bodyPr>
          <a:lstStyle/>
          <a:p>
            <a:pPr algn="ctr"/>
            <a:endParaRPr lang="en-US" err="1">
              <a:solidFill>
                <a:schemeClr val="bg1"/>
              </a:solidFill>
            </a:endParaRPr>
          </a:p>
        </p:txBody>
      </p:sp>
      <p:sp>
        <p:nvSpPr>
          <p:cNvPr id="64" name="Star: 5 Points 63">
            <a:extLst>
              <a:ext uri="{FF2B5EF4-FFF2-40B4-BE49-F238E27FC236}">
                <a16:creationId xmlns:a16="http://schemas.microsoft.com/office/drawing/2014/main" id="{8C739125-36F7-24F8-B53B-310941121EB5}"/>
              </a:ext>
            </a:extLst>
          </p:cNvPr>
          <p:cNvSpPr/>
          <p:nvPr/>
        </p:nvSpPr>
        <p:spPr>
          <a:xfrm>
            <a:off x="10024148" y="5634830"/>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5" name="TextBox 64">
            <a:extLst>
              <a:ext uri="{FF2B5EF4-FFF2-40B4-BE49-F238E27FC236}">
                <a16:creationId xmlns:a16="http://schemas.microsoft.com/office/drawing/2014/main" id="{1D083C6A-4A62-642B-D19C-C0E88975FE07}"/>
              </a:ext>
            </a:extLst>
          </p:cNvPr>
          <p:cNvSpPr txBox="1"/>
          <p:nvPr/>
        </p:nvSpPr>
        <p:spPr>
          <a:xfrm>
            <a:off x="9970198" y="5775425"/>
            <a:ext cx="964763" cy="323165"/>
          </a:xfrm>
          <a:prstGeom prst="rect">
            <a:avLst/>
          </a:prstGeom>
          <a:noFill/>
        </p:spPr>
        <p:txBody>
          <a:bodyPr wrap="square" lIns="91440" tIns="91440" rIns="91440" bIns="91440" rtlCol="0">
            <a:spAutoFit/>
          </a:bodyPr>
          <a:lstStyle/>
          <a:p>
            <a:pPr algn="ctr"/>
            <a:r>
              <a:rPr lang="en-US" sz="900"/>
              <a:t>ESMO GI 2028</a:t>
            </a:r>
          </a:p>
        </p:txBody>
      </p:sp>
      <p:sp>
        <p:nvSpPr>
          <p:cNvPr id="66" name="Isosceles Triangle 65">
            <a:extLst>
              <a:ext uri="{FF2B5EF4-FFF2-40B4-BE49-F238E27FC236}">
                <a16:creationId xmlns:a16="http://schemas.microsoft.com/office/drawing/2014/main" id="{4AA87914-B263-2E53-22B8-B31C3AE5B7A4}"/>
              </a:ext>
            </a:extLst>
          </p:cNvPr>
          <p:cNvSpPr/>
          <p:nvPr/>
        </p:nvSpPr>
        <p:spPr>
          <a:xfrm>
            <a:off x="9563886" y="5634830"/>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7" name="Left Bracket 66">
            <a:extLst>
              <a:ext uri="{FF2B5EF4-FFF2-40B4-BE49-F238E27FC236}">
                <a16:creationId xmlns:a16="http://schemas.microsoft.com/office/drawing/2014/main" id="{CEFD9B33-0470-CBE9-2F94-21E9F44E89F4}"/>
              </a:ext>
            </a:extLst>
          </p:cNvPr>
          <p:cNvSpPr/>
          <p:nvPr/>
        </p:nvSpPr>
        <p:spPr>
          <a:xfrm rot="5400000" flipV="1">
            <a:off x="9196877" y="5065401"/>
            <a:ext cx="45719" cy="864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68" name="TextBox 67">
            <a:extLst>
              <a:ext uri="{FF2B5EF4-FFF2-40B4-BE49-F238E27FC236}">
                <a16:creationId xmlns:a16="http://schemas.microsoft.com/office/drawing/2014/main" id="{435A0DF3-A8D0-6E75-3C27-1F14808E78EE}"/>
              </a:ext>
            </a:extLst>
          </p:cNvPr>
          <p:cNvSpPr txBox="1"/>
          <p:nvPr/>
        </p:nvSpPr>
        <p:spPr>
          <a:xfrm>
            <a:off x="8704834" y="5163766"/>
            <a:ext cx="1152000" cy="338554"/>
          </a:xfrm>
          <a:prstGeom prst="rect">
            <a:avLst/>
          </a:prstGeom>
          <a:noFill/>
        </p:spPr>
        <p:txBody>
          <a:bodyPr wrap="square">
            <a:spAutoFit/>
          </a:bodyPr>
          <a:lstStyle/>
          <a:p>
            <a:pPr algn="ctr"/>
            <a:r>
              <a:rPr lang="en-GB" sz="800"/>
              <a:t>Post-hoc analysis </a:t>
            </a:r>
            <a:r>
              <a:rPr lang="en-GB" sz="800">
                <a:effectLst/>
              </a:rPr>
              <a:t>duration</a:t>
            </a:r>
            <a:endParaRPr lang="en-GB" sz="800"/>
          </a:p>
        </p:txBody>
      </p:sp>
      <p:pic>
        <p:nvPicPr>
          <p:cNvPr id="69" name="Graphic 68">
            <a:extLst>
              <a:ext uri="{FF2B5EF4-FFF2-40B4-BE49-F238E27FC236}">
                <a16:creationId xmlns:a16="http://schemas.microsoft.com/office/drawing/2014/main" id="{5FFB88B6-E4FF-B4E9-2826-45939FC75F8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265119" y="5606256"/>
            <a:ext cx="274320" cy="274320"/>
          </a:xfrm>
          <a:prstGeom prst="rect">
            <a:avLst/>
          </a:prstGeom>
        </p:spPr>
      </p:pic>
    </p:spTree>
    <p:extLst>
      <p:ext uri="{BB962C8B-B14F-4D97-AF65-F5344CB8AC3E}">
        <p14:creationId xmlns:p14="http://schemas.microsoft.com/office/powerpoint/2010/main" val="1546896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2234F-5A94-3479-75FD-A702733F93B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92EB70C-C04F-5938-99B2-07B5B4C01EBF}"/>
              </a:ext>
            </a:extLst>
          </p:cNvPr>
          <p:cNvGraphicFramePr>
            <a:graphicFrameLocks noChangeAspect="1"/>
          </p:cNvGraphicFramePr>
          <p:nvPr>
            <p:custDataLst>
              <p:tags r:id="rId1"/>
            </p:custDataLst>
            <p:extLst>
              <p:ext uri="{D42A27DB-BD31-4B8C-83A1-F6EECF244321}">
                <p14:modId xmlns:p14="http://schemas.microsoft.com/office/powerpoint/2010/main" val="8139356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A92EB70C-C04F-5938-99B2-07B5B4C01E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A52086E-EAFE-F161-C6CC-CBFE78DA0D19}"/>
              </a:ext>
            </a:extLst>
          </p:cNvPr>
          <p:cNvSpPr>
            <a:spLocks noGrp="1"/>
          </p:cNvSpPr>
          <p:nvPr>
            <p:ph type="ctrTitle"/>
          </p:nvPr>
        </p:nvSpPr>
        <p:spPr>
          <a:xfrm>
            <a:off x="336165" y="3000231"/>
            <a:ext cx="9609346" cy="738664"/>
          </a:xfrm>
        </p:spPr>
        <p:txBody>
          <a:bodyPr vert="horz"/>
          <a:lstStyle/>
          <a:p>
            <a:r>
              <a:rPr lang="en-US" b="1"/>
              <a:t>Advanced/Metastatic ESCC</a:t>
            </a:r>
          </a:p>
        </p:txBody>
      </p:sp>
      <p:pic>
        <p:nvPicPr>
          <p:cNvPr id="7" name="Graphic 6">
            <a:hlinkClick r:id="rId5" action="ppaction://hlinksldjump"/>
            <a:extLst>
              <a:ext uri="{FF2B5EF4-FFF2-40B4-BE49-F238E27FC236}">
                <a16:creationId xmlns:a16="http://schemas.microsoft.com/office/drawing/2014/main" id="{CA304E03-06A8-FE6F-9181-6FDDE576B5CD}"/>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110002" y="6124703"/>
            <a:ext cx="720000" cy="720000"/>
          </a:xfrm>
          <a:prstGeom prst="rect">
            <a:avLst/>
          </a:prstGeom>
        </p:spPr>
      </p:pic>
    </p:spTree>
    <p:extLst>
      <p:ext uri="{BB962C8B-B14F-4D97-AF65-F5344CB8AC3E}">
        <p14:creationId xmlns:p14="http://schemas.microsoft.com/office/powerpoint/2010/main" val="275752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E6A33-8CF2-D8D1-9933-0102292CC2E0}"/>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B9A90E8A-0284-83A5-C595-89FE857ACA3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B9A90E8A-0284-83A5-C595-89FE857ACA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7AE730D-BB36-0EE9-9CBD-772CB100033C}"/>
              </a:ext>
            </a:extLst>
          </p:cNvPr>
          <p:cNvSpPr>
            <a:spLocks noGrp="1"/>
          </p:cNvSpPr>
          <p:nvPr>
            <p:ph type="title"/>
          </p:nvPr>
        </p:nvSpPr>
        <p:spPr>
          <a:xfrm>
            <a:off x="358337" y="271427"/>
            <a:ext cx="11470125" cy="369332"/>
          </a:xfrm>
        </p:spPr>
        <p:txBody>
          <a:bodyPr vert="horz"/>
          <a:lstStyle/>
          <a:p>
            <a:r>
              <a:rPr lang="en-US" sz="2400"/>
              <a:t>Evidence Gap Prioritization: Advanced/Metastatic ESCC</a:t>
            </a:r>
          </a:p>
        </p:txBody>
      </p:sp>
      <p:sp>
        <p:nvSpPr>
          <p:cNvPr id="4" name="Footer Placeholder 3">
            <a:extLst>
              <a:ext uri="{FF2B5EF4-FFF2-40B4-BE49-F238E27FC236}">
                <a16:creationId xmlns:a16="http://schemas.microsoft.com/office/drawing/2014/main" id="{B4BEE212-F13F-1C03-9C12-049905A11ED3}"/>
              </a:ext>
            </a:extLst>
          </p:cNvPr>
          <p:cNvSpPr>
            <a:spLocks noGrp="1"/>
          </p:cNvSpPr>
          <p:nvPr>
            <p:ph type="ftr" sz="quarter" idx="10"/>
          </p:nvPr>
        </p:nvSpPr>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1. Key markets for each gap were determined based on materials audit, interview discussions and related pre-work, and insights gathered during the two-day workshops</a:t>
            </a: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Abbreviations: ESCC: Esophageal Squamous Cell Carcinoma; FOLFOX: Folinic Acid-Fluorouracil-Oxaliplatin; TAP: Tumor Area Positivity; Q2W: Twice Weekly</a:t>
            </a:r>
          </a:p>
        </p:txBody>
      </p:sp>
      <p:graphicFrame>
        <p:nvGraphicFramePr>
          <p:cNvPr id="21511" name="Table 21510">
            <a:extLst>
              <a:ext uri="{FF2B5EF4-FFF2-40B4-BE49-F238E27FC236}">
                <a16:creationId xmlns:a16="http://schemas.microsoft.com/office/drawing/2014/main" id="{1B336555-D507-196A-CCEA-57E5F5A13DBB}"/>
              </a:ext>
            </a:extLst>
          </p:cNvPr>
          <p:cNvGraphicFramePr>
            <a:graphicFrameLocks noGrp="1"/>
          </p:cNvGraphicFramePr>
          <p:nvPr>
            <p:extLst>
              <p:ext uri="{D42A27DB-BD31-4B8C-83A1-F6EECF244321}">
                <p14:modId xmlns:p14="http://schemas.microsoft.com/office/powerpoint/2010/main" val="1079231845"/>
              </p:ext>
            </p:extLst>
          </p:nvPr>
        </p:nvGraphicFramePr>
        <p:xfrm>
          <a:off x="6096000" y="1660171"/>
          <a:ext cx="5774604" cy="3981680"/>
        </p:xfrm>
        <a:graphic>
          <a:graphicData uri="http://schemas.openxmlformats.org/drawingml/2006/table">
            <a:tbl>
              <a:tblPr firstRow="1" bandRow="1">
                <a:tableStyleId>{9DCAF9ED-07DC-4A11-8D7F-57B35C25682E}</a:tableStyleId>
              </a:tblPr>
              <a:tblGrid>
                <a:gridCol w="338604">
                  <a:extLst>
                    <a:ext uri="{9D8B030D-6E8A-4147-A177-3AD203B41FA5}">
                      <a16:colId xmlns:a16="http://schemas.microsoft.com/office/drawing/2014/main" val="1446160234"/>
                    </a:ext>
                  </a:extLst>
                </a:gridCol>
                <a:gridCol w="1116000">
                  <a:extLst>
                    <a:ext uri="{9D8B030D-6E8A-4147-A177-3AD203B41FA5}">
                      <a16:colId xmlns:a16="http://schemas.microsoft.com/office/drawing/2014/main" val="638213638"/>
                    </a:ext>
                  </a:extLst>
                </a:gridCol>
                <a:gridCol w="4320000">
                  <a:extLst>
                    <a:ext uri="{9D8B030D-6E8A-4147-A177-3AD203B41FA5}">
                      <a16:colId xmlns:a16="http://schemas.microsoft.com/office/drawing/2014/main" val="1680224606"/>
                    </a:ext>
                  </a:extLst>
                </a:gridCol>
              </a:tblGrid>
              <a:tr h="37084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Advanced/Metastatic ESCC</a:t>
                      </a:r>
                      <a:endParaRPr lang="en-US" sz="1200" b="1" i="1">
                        <a:solidFill>
                          <a:schemeClr val="bg1"/>
                        </a:solidFill>
                      </a:endParaRPr>
                    </a:p>
                  </a:txBody>
                  <a:tcPr marL="51615" marR="51615" anchor="ctr">
                    <a:solidFill>
                      <a:schemeClr val="accent5">
                        <a:lumMod val="50000"/>
                      </a:schemeClr>
                    </a:solidFill>
                  </a:tcPr>
                </a:tc>
                <a:tc hMerge="1">
                  <a:txBody>
                    <a:bodyPr/>
                    <a:lstStyle/>
                    <a:p>
                      <a:endParaRPr lang="en-GB"/>
                    </a:p>
                  </a:txBody>
                  <a:tcPr/>
                </a:tc>
                <a:tc hMerge="1">
                  <a:txBody>
                    <a:bodyPr/>
                    <a:lstStyle/>
                    <a:p>
                      <a:endParaRPr lang="en-US" sz="1200" b="1">
                        <a:solidFill>
                          <a:schemeClr val="bg1"/>
                        </a:solidFill>
                      </a:endParaRPr>
                    </a:p>
                  </a:txBody>
                  <a:tcPr marL="51615" marR="51615">
                    <a:solidFill>
                      <a:schemeClr val="accent1"/>
                    </a:solidFill>
                  </a:tcPr>
                </a:tc>
                <a:extLst>
                  <a:ext uri="{0D108BD9-81ED-4DB2-BD59-A6C34878D82A}">
                    <a16:rowId xmlns:a16="http://schemas.microsoft.com/office/drawing/2014/main" val="170152819"/>
                  </a:ext>
                </a:extLst>
              </a:tr>
              <a:tr h="370840">
                <a:tc>
                  <a:txBody>
                    <a:bodyPr/>
                    <a:lstStyle/>
                    <a:p>
                      <a:pPr algn="ctr"/>
                      <a:endParaRPr lang="en-US" sz="1200" b="1">
                        <a:solidFill>
                          <a:schemeClr val="bg1"/>
                        </a:solidFill>
                      </a:endParaRPr>
                    </a:p>
                  </a:txBody>
                  <a:tcPr marL="51615" marR="51615" anchor="ctr">
                    <a:solidFill>
                      <a:schemeClr val="accent5">
                        <a:lumMod val="50000"/>
                      </a:schemeClr>
                    </a:solidFill>
                  </a:tcPr>
                </a:tc>
                <a:tc>
                  <a:txBody>
                    <a:bodyPr/>
                    <a:lstStyle/>
                    <a:p>
                      <a:pPr algn="ctr"/>
                      <a:r>
                        <a:rPr lang="en-US" sz="1200" b="1">
                          <a:solidFill>
                            <a:schemeClr val="bg1"/>
                          </a:solidFill>
                        </a:rPr>
                        <a:t>Key Markets</a:t>
                      </a:r>
                      <a:r>
                        <a:rPr lang="en-US" sz="1200" b="1" baseline="30000">
                          <a:solidFill>
                            <a:schemeClr val="bg1"/>
                          </a:solidFill>
                        </a:rPr>
                        <a:t>1</a:t>
                      </a:r>
                      <a:endParaRPr lang="en-US" sz="1200" b="1">
                        <a:solidFill>
                          <a:schemeClr val="bg1"/>
                        </a:solidFill>
                      </a:endParaRPr>
                    </a:p>
                  </a:txBody>
                  <a:tcPr marL="51615" marR="51615" anchor="ctr">
                    <a:solidFill>
                      <a:schemeClr val="accent5">
                        <a:lumMod val="50000"/>
                      </a:schemeClr>
                    </a:solidFill>
                  </a:tcPr>
                </a:tc>
                <a:tc>
                  <a:txBody>
                    <a:bodyPr/>
                    <a:lstStyle/>
                    <a:p>
                      <a:pPr algn="ctr"/>
                      <a:r>
                        <a:rPr lang="en-US" sz="1200" b="1">
                          <a:solidFill>
                            <a:schemeClr val="bg1"/>
                          </a:solidFill>
                        </a:rPr>
                        <a:t>Evidence Gaps</a:t>
                      </a:r>
                    </a:p>
                  </a:txBody>
                  <a:tcPr marL="51615" marR="51615" anchor="ctr">
                    <a:solidFill>
                      <a:schemeClr val="accent5">
                        <a:lumMod val="50000"/>
                      </a:schemeClr>
                    </a:solidFill>
                  </a:tcPr>
                </a:tc>
                <a:extLst>
                  <a:ext uri="{0D108BD9-81ED-4DB2-BD59-A6C34878D82A}">
                    <a16:rowId xmlns:a16="http://schemas.microsoft.com/office/drawing/2014/main" val="936799235"/>
                  </a:ext>
                </a:extLst>
              </a:tr>
              <a:tr h="1080000">
                <a:tc>
                  <a:txBody>
                    <a:bodyPr/>
                    <a:lstStyle/>
                    <a:p>
                      <a:pPr algn="ctr"/>
                      <a:r>
                        <a:rPr lang="en-US" sz="1200" b="1">
                          <a:solidFill>
                            <a:schemeClr val="accent3"/>
                          </a:solidFill>
                        </a:rPr>
                        <a:t>3</a:t>
                      </a: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i="0" kern="1200">
                        <a:solidFill>
                          <a:schemeClr val="tx1"/>
                        </a:solidFill>
                        <a:latin typeface="+mn-lt"/>
                        <a:ea typeface="+mn-ea"/>
                        <a:cs typeface="+mn-cs"/>
                      </a:endParaRP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i="0" kern="1200">
                          <a:solidFill>
                            <a:schemeClr val="tx1"/>
                          </a:solidFill>
                          <a:latin typeface="+mn-lt"/>
                          <a:ea typeface="+mn-ea"/>
                          <a:cs typeface="+mn-cs"/>
                        </a:rPr>
                        <a:t>[1L]: </a:t>
                      </a:r>
                      <a:r>
                        <a:rPr lang="en-GB" sz="1100" b="1" i="0" kern="1200">
                          <a:solidFill>
                            <a:schemeClr val="tx1"/>
                          </a:solidFill>
                          <a:latin typeface="+mn-lt"/>
                          <a:ea typeface="+mn-ea"/>
                          <a:cs typeface="+mn-cs"/>
                        </a:rPr>
                        <a:t>Need for safety and efficacy data supporting tislelizumab </a:t>
                      </a:r>
                      <a:r>
                        <a:rPr lang="en-GB" sz="1100" i="0" kern="1200">
                          <a:solidFill>
                            <a:schemeClr val="tx1"/>
                          </a:solidFill>
                          <a:latin typeface="+mn-lt"/>
                          <a:ea typeface="+mn-ea"/>
                          <a:cs typeface="+mn-cs"/>
                        </a:rPr>
                        <a:t>(150mg Q2W and 300mg Q4W) </a:t>
                      </a:r>
                      <a:r>
                        <a:rPr lang="en-GB" sz="1100" b="1" i="0" kern="1200">
                          <a:solidFill>
                            <a:schemeClr val="tx1"/>
                          </a:solidFill>
                          <a:latin typeface="+mn-lt"/>
                          <a:ea typeface="+mn-ea"/>
                          <a:cs typeface="+mn-cs"/>
                        </a:rPr>
                        <a:t>+ FOLFOX in </a:t>
                      </a:r>
                      <a:r>
                        <a:rPr lang="en-GB" sz="1100" i="0" kern="1200">
                          <a:solidFill>
                            <a:schemeClr val="tx1"/>
                          </a:solidFill>
                          <a:latin typeface="+mn-lt"/>
                          <a:ea typeface="+mn-ea"/>
                          <a:cs typeface="+mn-cs"/>
                        </a:rPr>
                        <a:t>a JP population greater than 5 pts</a:t>
                      </a:r>
                    </a:p>
                  </a:txBody>
                  <a:tcPr marL="51615" marR="51615" anchor="ctr"/>
                </a:tc>
                <a:extLst>
                  <a:ext uri="{0D108BD9-81ED-4DB2-BD59-A6C34878D82A}">
                    <a16:rowId xmlns:a16="http://schemas.microsoft.com/office/drawing/2014/main" val="1655125714"/>
                  </a:ext>
                </a:extLst>
              </a:tr>
              <a:tr h="1080000">
                <a:tc>
                  <a:txBody>
                    <a:bodyPr/>
                    <a:lstStyle/>
                    <a:p>
                      <a:pPr algn="ctr"/>
                      <a:r>
                        <a:rPr lang="en-US" sz="1200" b="1">
                          <a:solidFill>
                            <a:schemeClr val="accent3"/>
                          </a:solidFill>
                        </a:rPr>
                        <a:t>4</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200" b="1" strike="noStrike">
                          <a:effectLst/>
                        </a:rPr>
                        <a:t>Clinical evidence in patients with </a:t>
                      </a:r>
                      <a:r>
                        <a:rPr lang="en-GB" sz="1200" b="1" strike="noStrike" err="1">
                          <a:effectLst/>
                        </a:rPr>
                        <a:t>esophageal</a:t>
                      </a:r>
                      <a:r>
                        <a:rPr lang="en-GB" sz="1200" b="1" strike="noStrike">
                          <a:effectLst/>
                        </a:rPr>
                        <a:t> adenocarcinoma </a:t>
                      </a:r>
                      <a:r>
                        <a:rPr lang="en-GB" sz="1200" strike="noStrike">
                          <a:effectLst/>
                        </a:rPr>
                        <a:t>to supplement the current squamous-only study population</a:t>
                      </a:r>
                      <a:endParaRPr lang="en-GB" sz="1200" strike="noStrike"/>
                    </a:p>
                  </a:txBody>
                  <a:tcPr marL="51615" marR="51615" anchor="ctr"/>
                </a:tc>
                <a:extLst>
                  <a:ext uri="{0D108BD9-81ED-4DB2-BD59-A6C34878D82A}">
                    <a16:rowId xmlns:a16="http://schemas.microsoft.com/office/drawing/2014/main" val="3121148714"/>
                  </a:ext>
                </a:extLst>
              </a:tr>
              <a:tr h="1080000">
                <a:tc>
                  <a:txBody>
                    <a:bodyPr/>
                    <a:lstStyle/>
                    <a:p>
                      <a:pPr algn="ctr"/>
                      <a:r>
                        <a:rPr lang="en-US" sz="1200" b="1">
                          <a:solidFill>
                            <a:schemeClr val="accent3"/>
                          </a:solidFill>
                        </a:rPr>
                        <a:t>5</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200"/>
                        <a:t>[1L]: Need for exploratory biomarker data in patients with </a:t>
                      </a:r>
                      <a:r>
                        <a:rPr lang="en-GB" sz="1200" b="1"/>
                        <a:t>early and long- lasting response </a:t>
                      </a:r>
                      <a:r>
                        <a:rPr lang="en-GB" sz="1200"/>
                        <a:t>to tislelizumab</a:t>
                      </a:r>
                      <a:endParaRPr lang="en-US" sz="1200"/>
                    </a:p>
                  </a:txBody>
                  <a:tcPr marL="51615" marR="51615" anchor="ctr"/>
                </a:tc>
                <a:extLst>
                  <a:ext uri="{0D108BD9-81ED-4DB2-BD59-A6C34878D82A}">
                    <a16:rowId xmlns:a16="http://schemas.microsoft.com/office/drawing/2014/main" val="4159095639"/>
                  </a:ext>
                </a:extLst>
              </a:tr>
            </a:tbl>
          </a:graphicData>
        </a:graphic>
      </p:graphicFrame>
      <p:grpSp>
        <p:nvGrpSpPr>
          <p:cNvPr id="46" name="Group 45">
            <a:extLst>
              <a:ext uri="{FF2B5EF4-FFF2-40B4-BE49-F238E27FC236}">
                <a16:creationId xmlns:a16="http://schemas.microsoft.com/office/drawing/2014/main" id="{61226208-1EAB-4C9F-833C-C8AD28682DF3}"/>
              </a:ext>
            </a:extLst>
          </p:cNvPr>
          <p:cNvGrpSpPr/>
          <p:nvPr/>
        </p:nvGrpSpPr>
        <p:grpSpPr>
          <a:xfrm>
            <a:off x="271709" y="1739088"/>
            <a:ext cx="5702261" cy="3731496"/>
            <a:chOff x="358337" y="1921968"/>
            <a:chExt cx="5702261" cy="3731496"/>
          </a:xfrm>
        </p:grpSpPr>
        <p:grpSp>
          <p:nvGrpSpPr>
            <p:cNvPr id="21" name="Group 20">
              <a:extLst>
                <a:ext uri="{FF2B5EF4-FFF2-40B4-BE49-F238E27FC236}">
                  <a16:creationId xmlns:a16="http://schemas.microsoft.com/office/drawing/2014/main" id="{4505E254-0D90-8243-5E05-B71FB8489B89}"/>
                </a:ext>
              </a:extLst>
            </p:cNvPr>
            <p:cNvGrpSpPr/>
            <p:nvPr/>
          </p:nvGrpSpPr>
          <p:grpSpPr>
            <a:xfrm>
              <a:off x="358337" y="2353224"/>
              <a:ext cx="5702261" cy="3300240"/>
              <a:chOff x="5777720" y="2434279"/>
              <a:chExt cx="5702261" cy="3300240"/>
            </a:xfrm>
          </p:grpSpPr>
          <p:sp>
            <p:nvSpPr>
              <p:cNvPr id="22" name="Double flèche horizontale 8">
                <a:extLst>
                  <a:ext uri="{FF2B5EF4-FFF2-40B4-BE49-F238E27FC236}">
                    <a16:creationId xmlns:a16="http://schemas.microsoft.com/office/drawing/2014/main" id="{1AF44677-8D39-97D5-F49E-867DD64B63F8}"/>
                  </a:ext>
                </a:extLst>
              </p:cNvPr>
              <p:cNvSpPr/>
              <p:nvPr/>
            </p:nvSpPr>
            <p:spPr>
              <a:xfrm>
                <a:off x="6223981" y="5388456"/>
                <a:ext cx="5256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7" name="ShapeNameChangedByPowerUser1">
                <a:extLst>
                  <a:ext uri="{FF2B5EF4-FFF2-40B4-BE49-F238E27FC236}">
                    <a16:creationId xmlns:a16="http://schemas.microsoft.com/office/drawing/2014/main" id="{31615F04-DD5B-7B83-E7AB-E6AD21165AEA}"/>
                  </a:ext>
                </a:extLst>
              </p:cNvPr>
              <p:cNvSpPr txBox="1"/>
              <p:nvPr/>
            </p:nvSpPr>
            <p:spPr>
              <a:xfrm>
                <a:off x="7229722" y="5549853"/>
                <a:ext cx="3244518" cy="184666"/>
              </a:xfrm>
              <a:prstGeom prst="rect">
                <a:avLst/>
              </a:prstGeom>
              <a:solidFill>
                <a:schemeClr val="lt1"/>
              </a:solid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Urgency to Generate Evidence</a:t>
                </a:r>
              </a:p>
            </p:txBody>
          </p:sp>
          <p:sp>
            <p:nvSpPr>
              <p:cNvPr id="28" name="ShapeNameChangedByPowerUser1">
                <a:extLst>
                  <a:ext uri="{FF2B5EF4-FFF2-40B4-BE49-F238E27FC236}">
                    <a16:creationId xmlns:a16="http://schemas.microsoft.com/office/drawing/2014/main" id="{C467B30E-8079-3608-1BF0-CD4D7E2CD0CA}"/>
                  </a:ext>
                </a:extLst>
              </p:cNvPr>
              <p:cNvSpPr/>
              <p:nvPr/>
            </p:nvSpPr>
            <p:spPr>
              <a:xfrm>
                <a:off x="8035550" y="2581275"/>
                <a:ext cx="1602541" cy="1273478"/>
              </a:xfrm>
              <a:prstGeom prst="rect">
                <a:avLst/>
              </a:prstGeom>
              <a:solidFill>
                <a:srgbClr val="8BD44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9" name="Rectangle à coins arrondis 3">
                <a:extLst>
                  <a:ext uri="{FF2B5EF4-FFF2-40B4-BE49-F238E27FC236}">
                    <a16:creationId xmlns:a16="http://schemas.microsoft.com/office/drawing/2014/main" id="{79FA601B-1C79-E263-7547-46409D4B18B8}"/>
                  </a:ext>
                </a:extLst>
              </p:cNvPr>
              <p:cNvSpPr/>
              <p:nvPr/>
            </p:nvSpPr>
            <p:spPr>
              <a:xfrm>
                <a:off x="8035550" y="3996691"/>
                <a:ext cx="1602541" cy="1273478"/>
              </a:xfrm>
              <a:prstGeom prst="rect">
                <a:avLst/>
              </a:prstGeom>
              <a:solidFill>
                <a:srgbClr val="FFF03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1" name="Rectangle à coins arrondis 4">
                <a:extLst>
                  <a:ext uri="{FF2B5EF4-FFF2-40B4-BE49-F238E27FC236}">
                    <a16:creationId xmlns:a16="http://schemas.microsoft.com/office/drawing/2014/main" id="{216261EF-3BBC-9019-3AB4-B63041CCE303}"/>
                  </a:ext>
                </a:extLst>
              </p:cNvPr>
              <p:cNvSpPr/>
              <p:nvPr/>
            </p:nvSpPr>
            <p:spPr>
              <a:xfrm>
                <a:off x="6348416" y="3996691"/>
                <a:ext cx="1602541" cy="1273478"/>
              </a:xfrm>
              <a:prstGeom prst="rect">
                <a:avLst/>
              </a:prstGeom>
              <a:solidFill>
                <a:srgbClr val="FFFF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5" name="ShapeNameChangedByPowerUser2">
                <a:extLst>
                  <a:ext uri="{FF2B5EF4-FFF2-40B4-BE49-F238E27FC236}">
                    <a16:creationId xmlns:a16="http://schemas.microsoft.com/office/drawing/2014/main" id="{FD105ACA-2D02-2FE8-F1FE-08E0D51D8C57}"/>
                  </a:ext>
                </a:extLst>
              </p:cNvPr>
              <p:cNvSpPr/>
              <p:nvPr/>
            </p:nvSpPr>
            <p:spPr>
              <a:xfrm>
                <a:off x="6348416" y="2581275"/>
                <a:ext cx="1602541" cy="1273478"/>
              </a:xfrm>
              <a:prstGeom prst="rect">
                <a:avLst/>
              </a:prstGeom>
              <a:solidFill>
                <a:srgbClr val="D3F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a:ln>
                    <a:noFill/>
                  </a:ln>
                  <a:solidFill>
                    <a:srgbClr val="000000"/>
                  </a:solidFill>
                  <a:effectLst/>
                  <a:uLnTx/>
                  <a:uFillTx/>
                  <a:latin typeface="Poppins"/>
                  <a:ea typeface="+mn-ea"/>
                  <a:cs typeface="+mn-cs"/>
                </a:endParaRPr>
              </a:p>
            </p:txBody>
          </p:sp>
          <p:sp>
            <p:nvSpPr>
              <p:cNvPr id="36" name="ShapeNameChangedByPowerUser1">
                <a:extLst>
                  <a:ext uri="{FF2B5EF4-FFF2-40B4-BE49-F238E27FC236}">
                    <a16:creationId xmlns:a16="http://schemas.microsoft.com/office/drawing/2014/main" id="{387E0318-766F-4449-7293-9FA32BB42FB5}"/>
                  </a:ext>
                </a:extLst>
              </p:cNvPr>
              <p:cNvSpPr/>
              <p:nvPr/>
            </p:nvSpPr>
            <p:spPr>
              <a:xfrm>
                <a:off x="9722684" y="2581275"/>
                <a:ext cx="1602541" cy="1273478"/>
              </a:xfrm>
              <a:prstGeom prst="rect">
                <a:avLst/>
              </a:prstGeom>
              <a:solidFill>
                <a:srgbClr val="125B1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Poppins"/>
                  <a:ea typeface="+mn-ea"/>
                  <a:cs typeface="+mn-cs"/>
                </a:endParaRPr>
              </a:p>
            </p:txBody>
          </p:sp>
          <p:sp>
            <p:nvSpPr>
              <p:cNvPr id="37" name="Rectangle à coins arrondis 3">
                <a:extLst>
                  <a:ext uri="{FF2B5EF4-FFF2-40B4-BE49-F238E27FC236}">
                    <a16:creationId xmlns:a16="http://schemas.microsoft.com/office/drawing/2014/main" id="{F25C85BA-DD57-A6BC-21F1-B8C68393E3DA}"/>
                  </a:ext>
                </a:extLst>
              </p:cNvPr>
              <p:cNvSpPr/>
              <p:nvPr/>
            </p:nvSpPr>
            <p:spPr>
              <a:xfrm>
                <a:off x="9722684" y="3996691"/>
                <a:ext cx="1602541" cy="1273478"/>
              </a:xfrm>
              <a:prstGeom prst="rect">
                <a:avLst/>
              </a:prstGeom>
              <a:solidFill>
                <a:srgbClr val="FFC03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8" name="Double flèche horizontale 8">
                <a:extLst>
                  <a:ext uri="{FF2B5EF4-FFF2-40B4-BE49-F238E27FC236}">
                    <a16:creationId xmlns:a16="http://schemas.microsoft.com/office/drawing/2014/main" id="{8460DB8C-B9DD-5548-2AC1-A76A3ECBDE38}"/>
                  </a:ext>
                </a:extLst>
              </p:cNvPr>
              <p:cNvSpPr/>
              <p:nvPr/>
            </p:nvSpPr>
            <p:spPr>
              <a:xfrm rot="16200000">
                <a:off x="4693981" y="3896557"/>
                <a:ext cx="3060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9" name="ZoneTexte 14">
                <a:extLst>
                  <a:ext uri="{FF2B5EF4-FFF2-40B4-BE49-F238E27FC236}">
                    <a16:creationId xmlns:a16="http://schemas.microsoft.com/office/drawing/2014/main" id="{92C3D385-51A3-58A7-57EF-942726B1775C}"/>
                  </a:ext>
                </a:extLst>
              </p:cNvPr>
              <p:cNvSpPr txBox="1"/>
              <p:nvPr/>
            </p:nvSpPr>
            <p:spPr>
              <a:xfrm rot="10800000">
                <a:off x="5777720" y="3071726"/>
                <a:ext cx="369332" cy="1785104"/>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Strategic Importance</a:t>
                </a:r>
              </a:p>
            </p:txBody>
          </p:sp>
          <p:sp>
            <p:nvSpPr>
              <p:cNvPr id="40" name="TextBox 39">
                <a:extLst>
                  <a:ext uri="{FF2B5EF4-FFF2-40B4-BE49-F238E27FC236}">
                    <a16:creationId xmlns:a16="http://schemas.microsoft.com/office/drawing/2014/main" id="{ABC439F7-1AEA-C43B-3305-AECB920CD4DA}"/>
                  </a:ext>
                </a:extLst>
              </p:cNvPr>
              <p:cNvSpPr txBox="1"/>
              <p:nvPr/>
            </p:nvSpPr>
            <p:spPr>
              <a:xfrm rot="16200000">
                <a:off x="6122391" y="3064126"/>
                <a:ext cx="790601"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High Priority</a:t>
                </a:r>
              </a:p>
            </p:txBody>
          </p:sp>
          <p:sp>
            <p:nvSpPr>
              <p:cNvPr id="41" name="TextBox 40">
                <a:extLst>
                  <a:ext uri="{FF2B5EF4-FFF2-40B4-BE49-F238E27FC236}">
                    <a16:creationId xmlns:a16="http://schemas.microsoft.com/office/drawing/2014/main" id="{C52B51E8-D3EC-8AF7-1EFE-3AF12110B26C}"/>
                  </a:ext>
                </a:extLst>
              </p:cNvPr>
              <p:cNvSpPr txBox="1"/>
              <p:nvPr/>
            </p:nvSpPr>
            <p:spPr>
              <a:xfrm>
                <a:off x="6489403" y="4984195"/>
                <a:ext cx="1348446"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(Long-term i.e., 2028+)</a:t>
                </a:r>
              </a:p>
            </p:txBody>
          </p:sp>
          <p:sp>
            <p:nvSpPr>
              <p:cNvPr id="42" name="TextBox 41">
                <a:extLst>
                  <a:ext uri="{FF2B5EF4-FFF2-40B4-BE49-F238E27FC236}">
                    <a16:creationId xmlns:a16="http://schemas.microsoft.com/office/drawing/2014/main" id="{622BFC33-9755-CDF2-6809-5EFB61C2217A}"/>
                  </a:ext>
                </a:extLst>
              </p:cNvPr>
              <p:cNvSpPr txBox="1"/>
              <p:nvPr/>
            </p:nvSpPr>
            <p:spPr>
              <a:xfrm>
                <a:off x="7964194" y="4984195"/>
                <a:ext cx="1745251" cy="307777"/>
              </a:xfrm>
              <a:prstGeom prst="rect">
                <a:avLst/>
              </a:prstGeom>
              <a:noFill/>
            </p:spPr>
            <p:txBody>
              <a:bodyPr wrap="squar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(Medium-term i.e., 2027-2028)</a:t>
                </a:r>
              </a:p>
            </p:txBody>
          </p:sp>
          <p:sp>
            <p:nvSpPr>
              <p:cNvPr id="43" name="TextBox 42">
                <a:extLst>
                  <a:ext uri="{FF2B5EF4-FFF2-40B4-BE49-F238E27FC236}">
                    <a16:creationId xmlns:a16="http://schemas.microsoft.com/office/drawing/2014/main" id="{0B7D49DD-CCC0-A4CD-5160-58C3A07C80BF}"/>
                  </a:ext>
                </a:extLst>
              </p:cNvPr>
              <p:cNvSpPr txBox="1"/>
              <p:nvPr/>
            </p:nvSpPr>
            <p:spPr>
              <a:xfrm>
                <a:off x="9709445" y="4984195"/>
                <a:ext cx="1604927"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(Short-term i.e., 2025-2026)</a:t>
                </a:r>
              </a:p>
            </p:txBody>
          </p:sp>
          <p:sp>
            <p:nvSpPr>
              <p:cNvPr id="44" name="TextBox 43">
                <a:extLst>
                  <a:ext uri="{FF2B5EF4-FFF2-40B4-BE49-F238E27FC236}">
                    <a16:creationId xmlns:a16="http://schemas.microsoft.com/office/drawing/2014/main" id="{11585BD1-30CE-0C99-A0FA-AE2BCA95E11C}"/>
                  </a:ext>
                </a:extLst>
              </p:cNvPr>
              <p:cNvSpPr txBox="1"/>
              <p:nvPr/>
            </p:nvSpPr>
            <p:spPr>
              <a:xfrm rot="16200000">
                <a:off x="6028615" y="4431379"/>
                <a:ext cx="978153"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Medium Priority</a:t>
                </a:r>
              </a:p>
            </p:txBody>
          </p:sp>
        </p:grpSp>
        <p:sp>
          <p:nvSpPr>
            <p:cNvPr id="45" name="ZoneTexte 14">
              <a:extLst>
                <a:ext uri="{FF2B5EF4-FFF2-40B4-BE49-F238E27FC236}">
                  <a16:creationId xmlns:a16="http://schemas.microsoft.com/office/drawing/2014/main" id="{523A4AA5-80B8-50CA-F941-95F37E08940B}"/>
                </a:ext>
              </a:extLst>
            </p:cNvPr>
            <p:cNvSpPr txBox="1"/>
            <p:nvPr/>
          </p:nvSpPr>
          <p:spPr>
            <a:xfrm rot="16200000">
              <a:off x="2994024" y="1050896"/>
              <a:ext cx="430887" cy="2173031"/>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Poppins"/>
                  <a:ea typeface="+mn-ea"/>
                  <a:cs typeface="+mn-cs"/>
                </a:rPr>
                <a:t>Prioritization Matrix</a:t>
              </a:r>
            </a:p>
          </p:txBody>
        </p:sp>
      </p:grpSp>
      <p:sp>
        <p:nvSpPr>
          <p:cNvPr id="53" name="Rectangle 52">
            <a:extLst>
              <a:ext uri="{FF2B5EF4-FFF2-40B4-BE49-F238E27FC236}">
                <a16:creationId xmlns:a16="http://schemas.microsoft.com/office/drawing/2014/main" id="{02ABA739-129F-20B5-83B5-D001F25715C7}"/>
              </a:ext>
            </a:extLst>
          </p:cNvPr>
          <p:cNvSpPr/>
          <p:nvPr/>
        </p:nvSpPr>
        <p:spPr>
          <a:xfrm>
            <a:off x="4529016" y="2781537"/>
            <a:ext cx="435232" cy="247650"/>
          </a:xfrm>
          <a:prstGeom prst="rect">
            <a:avLst/>
          </a:prstGeom>
          <a:solidFill>
            <a:schemeClr val="accent5">
              <a:lumMod val="5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3</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sp>
        <p:nvSpPr>
          <p:cNvPr id="55" name="Rectangle 54">
            <a:extLst>
              <a:ext uri="{FF2B5EF4-FFF2-40B4-BE49-F238E27FC236}">
                <a16:creationId xmlns:a16="http://schemas.microsoft.com/office/drawing/2014/main" id="{E743505A-857A-A202-F094-C08AD7CF01FB}"/>
              </a:ext>
            </a:extLst>
          </p:cNvPr>
          <p:cNvSpPr/>
          <p:nvPr/>
        </p:nvSpPr>
        <p:spPr>
          <a:xfrm>
            <a:off x="3105335" y="2781537"/>
            <a:ext cx="435232" cy="247650"/>
          </a:xfrm>
          <a:prstGeom prst="rect">
            <a:avLst/>
          </a:prstGeom>
          <a:solidFill>
            <a:schemeClr val="accent5">
              <a:lumMod val="5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4</a:t>
            </a:r>
            <a:r>
              <a:rPr kumimoji="0" lang="en-GB" sz="1800" b="1" i="0" u="none" strike="noStrike" kern="1200" cap="none" spc="0" normalizeH="0" baseline="0" noProof="0">
                <a:ln>
                  <a:noFill/>
                </a:ln>
                <a:solidFill>
                  <a:srgbClr val="FFFFFF"/>
                </a:solidFill>
                <a:effectLst/>
                <a:uLnTx/>
                <a:uFillTx/>
                <a:latin typeface="Poppins"/>
                <a:ea typeface="+mn-ea"/>
                <a:cs typeface="+mn-cs"/>
              </a:rPr>
              <a:t>*</a:t>
            </a:r>
          </a:p>
        </p:txBody>
      </p:sp>
      <p:grpSp>
        <p:nvGrpSpPr>
          <p:cNvPr id="21512" name="Group 21511">
            <a:extLst>
              <a:ext uri="{FF2B5EF4-FFF2-40B4-BE49-F238E27FC236}">
                <a16:creationId xmlns:a16="http://schemas.microsoft.com/office/drawing/2014/main" id="{A68D3545-2113-D0E6-ED13-5F0F9812A480}"/>
              </a:ext>
            </a:extLst>
          </p:cNvPr>
          <p:cNvGrpSpPr/>
          <p:nvPr/>
        </p:nvGrpSpPr>
        <p:grpSpPr>
          <a:xfrm>
            <a:off x="360235" y="5515140"/>
            <a:ext cx="6314267" cy="689932"/>
            <a:chOff x="9702263" y="10164"/>
            <a:chExt cx="6492239" cy="689932"/>
          </a:xfrm>
        </p:grpSpPr>
        <p:sp>
          <p:nvSpPr>
            <p:cNvPr id="21513" name="TextBox 21512">
              <a:extLst>
                <a:ext uri="{FF2B5EF4-FFF2-40B4-BE49-F238E27FC236}">
                  <a16:creationId xmlns:a16="http://schemas.microsoft.com/office/drawing/2014/main" id="{3929ABF4-9CA7-7B74-B8E3-80C867EADCA0}"/>
                </a:ext>
              </a:extLst>
            </p:cNvPr>
            <p:cNvSpPr txBox="1"/>
            <p:nvPr/>
          </p:nvSpPr>
          <p:spPr>
            <a:xfrm>
              <a:off x="9702263" y="10164"/>
              <a:ext cx="6492239" cy="689932"/>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Advanced/Metastatic ESCC Gaps</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	* Awaiting regional (EU, JAPAC, APAC) input to determine “Urgency to Generate Evidence”</a:t>
              </a:r>
            </a:p>
          </p:txBody>
        </p:sp>
        <p:sp>
          <p:nvSpPr>
            <p:cNvPr id="21514" name="Rectangle 21513">
              <a:extLst>
                <a:ext uri="{FF2B5EF4-FFF2-40B4-BE49-F238E27FC236}">
                  <a16:creationId xmlns:a16="http://schemas.microsoft.com/office/drawing/2014/main" id="{0C0C94AB-1FF9-2388-56A9-24092608CBE0}"/>
                </a:ext>
              </a:extLst>
            </p:cNvPr>
            <p:cNvSpPr/>
            <p:nvPr/>
          </p:nvSpPr>
          <p:spPr>
            <a:xfrm>
              <a:off x="10093327" y="327569"/>
              <a:ext cx="127734" cy="103786"/>
            </a:xfrm>
            <a:prstGeom prst="rect">
              <a:avLst/>
            </a:prstGeom>
            <a:solidFill>
              <a:schemeClr val="accent5">
                <a:lumMod val="50000"/>
              </a:schemeClr>
            </a:solidFill>
            <a:ln w="1905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pic>
        <p:nvPicPr>
          <p:cNvPr id="8" name="Graphic 7">
            <a:extLst>
              <a:ext uri="{FF2B5EF4-FFF2-40B4-BE49-F238E27FC236}">
                <a16:creationId xmlns:a16="http://schemas.microsoft.com/office/drawing/2014/main" id="{B045C484-258E-5C0C-9FD0-4B9FAE82932F}"/>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825435" y="3886597"/>
            <a:ext cx="329184" cy="329184"/>
          </a:xfrm>
          <a:prstGeom prst="rect">
            <a:avLst/>
          </a:prstGeom>
        </p:spPr>
      </p:pic>
      <p:pic>
        <p:nvPicPr>
          <p:cNvPr id="10" name="Picture 9" descr="A red circle with white circle in center&#10;&#10;AI-generated content may be incorrect.">
            <a:extLst>
              <a:ext uri="{FF2B5EF4-FFF2-40B4-BE49-F238E27FC236}">
                <a16:creationId xmlns:a16="http://schemas.microsoft.com/office/drawing/2014/main" id="{690622DE-1AD9-AB84-DCAB-98218AE8888F}"/>
              </a:ext>
            </a:extLst>
          </p:cNvPr>
          <p:cNvPicPr>
            <a:picLocks noChangeAspect="1"/>
          </p:cNvPicPr>
          <p:nvPr/>
        </p:nvPicPr>
        <p:blipFill>
          <a:blip r:embed="rId7"/>
          <a:stretch>
            <a:fillRect/>
          </a:stretch>
        </p:blipFill>
        <p:spPr>
          <a:xfrm>
            <a:off x="6839151" y="2827690"/>
            <a:ext cx="301752" cy="304355"/>
          </a:xfrm>
          <a:prstGeom prst="rect">
            <a:avLst/>
          </a:prstGeom>
        </p:spPr>
      </p:pic>
      <p:grpSp>
        <p:nvGrpSpPr>
          <p:cNvPr id="11" name="Group 10">
            <a:extLst>
              <a:ext uri="{FF2B5EF4-FFF2-40B4-BE49-F238E27FC236}">
                <a16:creationId xmlns:a16="http://schemas.microsoft.com/office/drawing/2014/main" id="{E0FD3390-57E5-6198-F829-80842CB4189C}"/>
              </a:ext>
            </a:extLst>
          </p:cNvPr>
          <p:cNvGrpSpPr/>
          <p:nvPr/>
        </p:nvGrpSpPr>
        <p:grpSpPr>
          <a:xfrm>
            <a:off x="6729115" y="4941309"/>
            <a:ext cx="521825" cy="329184"/>
            <a:chOff x="6727928" y="5078938"/>
            <a:chExt cx="521825" cy="329184"/>
          </a:xfrm>
        </p:grpSpPr>
        <p:pic>
          <p:nvPicPr>
            <p:cNvPr id="13" name="Graphic 12">
              <a:extLst>
                <a:ext uri="{FF2B5EF4-FFF2-40B4-BE49-F238E27FC236}">
                  <a16:creationId xmlns:a16="http://schemas.microsoft.com/office/drawing/2014/main" id="{FE614887-865A-A9FF-D180-5372FCF7F3FD}"/>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727928" y="5078938"/>
              <a:ext cx="329184" cy="329184"/>
            </a:xfrm>
            <a:prstGeom prst="rect">
              <a:avLst/>
            </a:prstGeom>
          </p:spPr>
        </p:pic>
        <p:pic>
          <p:nvPicPr>
            <p:cNvPr id="14" name="Picture 13">
              <a:extLst>
                <a:ext uri="{FF2B5EF4-FFF2-40B4-BE49-F238E27FC236}">
                  <a16:creationId xmlns:a16="http://schemas.microsoft.com/office/drawing/2014/main" id="{2ADA44A3-021B-B0E5-C9EF-CCC231832E70}"/>
                </a:ext>
              </a:extLst>
            </p:cNvPr>
            <p:cNvPicPr>
              <a:picLocks noChangeAspect="1"/>
            </p:cNvPicPr>
            <p:nvPr/>
          </p:nvPicPr>
          <p:blipFill rotWithShape="1">
            <a:blip r:embed="rId8"/>
            <a:srcRect l="14865" t="17319" r="20459" b="14006"/>
            <a:stretch/>
          </p:blipFill>
          <p:spPr>
            <a:xfrm>
              <a:off x="6948001" y="5092654"/>
              <a:ext cx="301752" cy="301752"/>
            </a:xfrm>
            <a:prstGeom prst="ellipse">
              <a:avLst/>
            </a:prstGeom>
          </p:spPr>
        </p:pic>
      </p:grpSp>
      <p:sp>
        <p:nvSpPr>
          <p:cNvPr id="15" name="Rectangle 14">
            <a:extLst>
              <a:ext uri="{FF2B5EF4-FFF2-40B4-BE49-F238E27FC236}">
                <a16:creationId xmlns:a16="http://schemas.microsoft.com/office/drawing/2014/main" id="{341D06BA-9EC1-1685-1AE2-17A2A6FDF37F}"/>
              </a:ext>
            </a:extLst>
          </p:cNvPr>
          <p:cNvSpPr/>
          <p:nvPr/>
        </p:nvSpPr>
        <p:spPr>
          <a:xfrm>
            <a:off x="3129489" y="4203558"/>
            <a:ext cx="435232" cy="247650"/>
          </a:xfrm>
          <a:prstGeom prst="rect">
            <a:avLst/>
          </a:prstGeom>
          <a:solidFill>
            <a:schemeClr val="accent5">
              <a:lumMod val="5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5*</a:t>
            </a:r>
          </a:p>
        </p:txBody>
      </p:sp>
      <p:grpSp>
        <p:nvGrpSpPr>
          <p:cNvPr id="24" name="Group 23">
            <a:extLst>
              <a:ext uri="{FF2B5EF4-FFF2-40B4-BE49-F238E27FC236}">
                <a16:creationId xmlns:a16="http://schemas.microsoft.com/office/drawing/2014/main" id="{A0A733CB-8EDA-91C8-2F04-997552A83032}"/>
              </a:ext>
            </a:extLst>
          </p:cNvPr>
          <p:cNvGrpSpPr/>
          <p:nvPr/>
        </p:nvGrpSpPr>
        <p:grpSpPr>
          <a:xfrm>
            <a:off x="-9526" y="-7584"/>
            <a:ext cx="11686057" cy="180000"/>
            <a:chOff x="-9526" y="-7584"/>
            <a:chExt cx="11686057" cy="180000"/>
          </a:xfrm>
        </p:grpSpPr>
        <p:sp>
          <p:nvSpPr>
            <p:cNvPr id="25" name="Rectangle 24">
              <a:extLst>
                <a:ext uri="{FF2B5EF4-FFF2-40B4-BE49-F238E27FC236}">
                  <a16:creationId xmlns:a16="http://schemas.microsoft.com/office/drawing/2014/main" id="{6A3FC048-F185-27AE-888D-65E8A0B1ED8F}"/>
                </a:ext>
              </a:extLst>
            </p:cNvPr>
            <p:cNvSpPr/>
            <p:nvPr/>
          </p:nvSpPr>
          <p:spPr>
            <a:xfrm>
              <a:off x="-9526" y="-7584"/>
              <a:ext cx="1916893" cy="180000"/>
            </a:xfrm>
            <a:prstGeom prst="rect">
              <a:avLst/>
            </a:prstGeom>
            <a:solidFill>
              <a:srgbClr val="52191D"/>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26" name="Arrow: Pentagon 25">
              <a:extLst>
                <a:ext uri="{FF2B5EF4-FFF2-40B4-BE49-F238E27FC236}">
                  <a16:creationId xmlns:a16="http://schemas.microsoft.com/office/drawing/2014/main" id="{27D6C966-3E07-3783-CF93-1A1DD5646778}"/>
                </a:ext>
              </a:extLst>
            </p:cNvPr>
            <p:cNvSpPr/>
            <p:nvPr/>
          </p:nvSpPr>
          <p:spPr>
            <a:xfrm>
              <a:off x="1907367"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33" name="Arrow: Chevron 32">
              <a:extLst>
                <a:ext uri="{FF2B5EF4-FFF2-40B4-BE49-F238E27FC236}">
                  <a16:creationId xmlns:a16="http://schemas.microsoft.com/office/drawing/2014/main" id="{804F3ED2-9AD0-DDB4-561D-9C62587F8F28}"/>
                </a:ext>
              </a:extLst>
            </p:cNvPr>
            <p:cNvSpPr/>
            <p:nvPr/>
          </p:nvSpPr>
          <p:spPr>
            <a:xfrm>
              <a:off x="4423162"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34" name="Arrow: Chevron 33">
              <a:extLst>
                <a:ext uri="{FF2B5EF4-FFF2-40B4-BE49-F238E27FC236}">
                  <a16:creationId xmlns:a16="http://schemas.microsoft.com/office/drawing/2014/main" id="{286373AE-DA7B-F530-6875-41EE65B6AC04}"/>
                </a:ext>
              </a:extLst>
            </p:cNvPr>
            <p:cNvSpPr/>
            <p:nvPr/>
          </p:nvSpPr>
          <p:spPr>
            <a:xfrm>
              <a:off x="6816107"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47" name="Arrow: Chevron 46">
              <a:extLst>
                <a:ext uri="{FF2B5EF4-FFF2-40B4-BE49-F238E27FC236}">
                  <a16:creationId xmlns:a16="http://schemas.microsoft.com/office/drawing/2014/main" id="{E0EE7400-F85F-071B-95AE-A6998240AA65}"/>
                </a:ext>
              </a:extLst>
            </p:cNvPr>
            <p:cNvSpPr/>
            <p:nvPr/>
          </p:nvSpPr>
          <p:spPr>
            <a:xfrm>
              <a:off x="921718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1917131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FA6FF-E020-FDC3-6914-5581B4D27CB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D9AF298-9E38-70B8-697F-4090847DFB98}"/>
              </a:ext>
            </a:extLst>
          </p:cNvPr>
          <p:cNvGraphicFramePr>
            <a:graphicFrameLocks noChangeAspect="1"/>
          </p:cNvGraphicFramePr>
          <p:nvPr>
            <p:custDataLst>
              <p:tags r:id="rId1"/>
            </p:custDataLst>
            <p:extLst>
              <p:ext uri="{D42A27DB-BD31-4B8C-83A1-F6EECF244321}">
                <p14:modId xmlns:p14="http://schemas.microsoft.com/office/powerpoint/2010/main" val="554688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ED9AF298-9E38-70B8-697F-4090847DFB9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F5ACB82-529E-B6D5-5CC1-26B7FA6D314C}"/>
              </a:ext>
            </a:extLst>
          </p:cNvPr>
          <p:cNvSpPr>
            <a:spLocks noGrp="1"/>
          </p:cNvSpPr>
          <p:nvPr>
            <p:ph type="title"/>
          </p:nvPr>
        </p:nvSpPr>
        <p:spPr>
          <a:xfrm>
            <a:off x="358337" y="271427"/>
            <a:ext cx="11470125" cy="369332"/>
          </a:xfrm>
        </p:spPr>
        <p:txBody>
          <a:bodyPr vert="horz"/>
          <a:lstStyle/>
          <a:p>
            <a:r>
              <a:rPr lang="en-US" sz="2400"/>
              <a:t>ESMO List of Evidence Gaps: Advanced/Metastatic ESCC</a:t>
            </a:r>
          </a:p>
        </p:txBody>
      </p:sp>
      <p:sp>
        <p:nvSpPr>
          <p:cNvPr id="4" name="Footer Placeholder 3">
            <a:extLst>
              <a:ext uri="{FF2B5EF4-FFF2-40B4-BE49-F238E27FC236}">
                <a16:creationId xmlns:a16="http://schemas.microsoft.com/office/drawing/2014/main" id="{0F8B652C-1C7C-77E7-1884-B7E6A6EB6E0F}"/>
              </a:ext>
            </a:extLst>
          </p:cNvPr>
          <p:cNvSpPr>
            <a:spLocks noGrp="1"/>
          </p:cNvSpPr>
          <p:nvPr>
            <p:ph type="ftr" sz="quarter" idx="10"/>
          </p:nvPr>
        </p:nvSpPr>
        <p:spPr/>
        <p:txBody>
          <a:bodyPr/>
          <a:lstStyle/>
          <a:p>
            <a:pPr lvl="0">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a:t>
            </a:r>
            <a:r>
              <a:rPr lang="en-US">
                <a:solidFill>
                  <a:srgbClr val="000000">
                    <a:lumMod val="65000"/>
                    <a:lumOff val="35000"/>
                  </a:srgbClr>
                </a:solidFill>
              </a:rPr>
              <a:t>: CPS: Combined Positivity Score; ESCC: Esophageal Squamous Cell Carcinoma; HCPs: Healthcare Professionals; HEOR: Health Economics Outcomes Research; PD(L)-1: Programmed Death (Ligand)-1; PRO: Patient Reported Outcomes; TAP: Tumor Area Positivity; </a:t>
            </a:r>
            <a:endPar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endParaRPr>
          </a:p>
        </p:txBody>
      </p:sp>
      <p:graphicFrame>
        <p:nvGraphicFramePr>
          <p:cNvPr id="8" name="Table 7">
            <a:extLst>
              <a:ext uri="{FF2B5EF4-FFF2-40B4-BE49-F238E27FC236}">
                <a16:creationId xmlns:a16="http://schemas.microsoft.com/office/drawing/2014/main" id="{0A5D24CF-090F-848E-085B-B7757533111E}"/>
              </a:ext>
            </a:extLst>
          </p:cNvPr>
          <p:cNvGraphicFramePr>
            <a:graphicFrameLocks noGrp="1"/>
          </p:cNvGraphicFramePr>
          <p:nvPr>
            <p:extLst>
              <p:ext uri="{D42A27DB-BD31-4B8C-83A1-F6EECF244321}">
                <p14:modId xmlns:p14="http://schemas.microsoft.com/office/powerpoint/2010/main" val="963065081"/>
              </p:ext>
            </p:extLst>
          </p:nvPr>
        </p:nvGraphicFramePr>
        <p:xfrm>
          <a:off x="358337" y="1376891"/>
          <a:ext cx="11484000" cy="2462742"/>
        </p:xfrm>
        <a:graphic>
          <a:graphicData uri="http://schemas.openxmlformats.org/drawingml/2006/table">
            <a:tbl>
              <a:tblPr firstRow="1" bandRow="1">
                <a:tableStyleId>{073A0DAA-6AF3-43AB-8588-CEC1D06C72B9}</a:tableStyleId>
              </a:tblPr>
              <a:tblGrid>
                <a:gridCol w="1224000">
                  <a:extLst>
                    <a:ext uri="{9D8B030D-6E8A-4147-A177-3AD203B41FA5}">
                      <a16:colId xmlns:a16="http://schemas.microsoft.com/office/drawing/2014/main" val="4274197813"/>
                    </a:ext>
                  </a:extLst>
                </a:gridCol>
                <a:gridCol w="7380000">
                  <a:extLst>
                    <a:ext uri="{9D8B030D-6E8A-4147-A177-3AD203B41FA5}">
                      <a16:colId xmlns:a16="http://schemas.microsoft.com/office/drawing/2014/main" val="3409405350"/>
                    </a:ext>
                  </a:extLst>
                </a:gridCol>
                <a:gridCol w="1296000">
                  <a:extLst>
                    <a:ext uri="{9D8B030D-6E8A-4147-A177-3AD203B41FA5}">
                      <a16:colId xmlns:a16="http://schemas.microsoft.com/office/drawing/2014/main" val="3980878870"/>
                    </a:ext>
                  </a:extLst>
                </a:gridCol>
                <a:gridCol w="1584000">
                  <a:extLst>
                    <a:ext uri="{9D8B030D-6E8A-4147-A177-3AD203B41FA5}">
                      <a16:colId xmlns:a16="http://schemas.microsoft.com/office/drawing/2014/main" val="924744953"/>
                    </a:ext>
                  </a:extLst>
                </a:gridCol>
              </a:tblGrid>
              <a:tr h="2880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Advanced/Metastatic ESCC</a:t>
                      </a:r>
                      <a:endParaRPr lang="en-US" sz="1200" b="1" i="1">
                        <a:solidFill>
                          <a:schemeClr val="bg1"/>
                        </a:solidFill>
                      </a:endParaRPr>
                    </a:p>
                  </a:txBody>
                  <a:tcPr anchor="ctr">
                    <a:solidFill>
                      <a:schemeClr val="accent5">
                        <a:lumMod val="50000"/>
                      </a:schemeClr>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ESMO Gaps (Non-Exhaustive)*</a:t>
                      </a:r>
                    </a:p>
                  </a:txBody>
                  <a:tcPr anchor="ctr">
                    <a:solidFill>
                      <a:schemeClr val="tx1">
                        <a:lumMod val="95000"/>
                        <a:lumOff val="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p>
                  </a:txBody>
                  <a:tcPr anchor="ctr">
                    <a:solidFill>
                      <a:schemeClr val="accent5">
                        <a:lumMod val="50000"/>
                      </a:schemeClr>
                    </a:solidFill>
                  </a:tcPr>
                </a:tc>
                <a:extLst>
                  <a:ext uri="{0D108BD9-81ED-4DB2-BD59-A6C34878D82A}">
                    <a16:rowId xmlns:a16="http://schemas.microsoft.com/office/drawing/2014/main" val="1667024452"/>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i="1" kern="1200">
                        <a:solidFill>
                          <a:schemeClr val="bg1">
                            <a:lumMod val="50000"/>
                          </a:schemeClr>
                        </a:solidFill>
                        <a:latin typeface="+mn-lt"/>
                        <a:ea typeface="+mn-ea"/>
                        <a:cs typeface="+mn-cs"/>
                      </a:endParaRPr>
                    </a:p>
                  </a:txBody>
                  <a:tcPr anchor="ctr">
                    <a:solidFill>
                      <a:srgbClr val="E7E7E7"/>
                    </a:solidFill>
                  </a:tcPr>
                </a:tc>
                <a:tc>
                  <a:txBody>
                    <a:bodyPr/>
                    <a:lstStyle/>
                    <a:p>
                      <a:r>
                        <a:rPr kumimoji="0" lang="en-US" sz="1000" b="0" i="0" u="none" strike="noStrike" kern="1200" cap="none" spc="0" normalizeH="0" baseline="0" noProof="0">
                          <a:ln>
                            <a:noFill/>
                          </a:ln>
                          <a:solidFill>
                            <a:sysClr val="windowText" lastClr="000000"/>
                          </a:solidFill>
                          <a:effectLst/>
                          <a:uLnTx/>
                          <a:uFillTx/>
                          <a:latin typeface="+mn-lt"/>
                          <a:ea typeface="+mn-ea"/>
                          <a:cs typeface="+mn-cs"/>
                        </a:rPr>
                        <a:t>[1L]: Additional </a:t>
                      </a:r>
                      <a:r>
                        <a:rPr kumimoji="0" lang="en-US" sz="1000" b="1" i="0" u="none" strike="noStrike" kern="1200" cap="none" spc="0" normalizeH="0" baseline="0" noProof="0">
                          <a:ln>
                            <a:noFill/>
                          </a:ln>
                          <a:solidFill>
                            <a:sysClr val="windowText" lastClr="000000"/>
                          </a:solidFill>
                          <a:effectLst/>
                          <a:uLnTx/>
                          <a:uFillTx/>
                          <a:latin typeface="+mn-lt"/>
                          <a:ea typeface="+mn-ea"/>
                          <a:cs typeface="+mn-cs"/>
                        </a:rPr>
                        <a:t>analyses supporting reimbursement </a:t>
                      </a:r>
                      <a:r>
                        <a:rPr kumimoji="0" lang="en-US" sz="1000" b="0" i="0" u="none" strike="noStrike" kern="1200" cap="none" spc="0" normalizeH="0" baseline="0" noProof="0">
                          <a:ln>
                            <a:noFill/>
                          </a:ln>
                          <a:solidFill>
                            <a:sysClr val="windowText" lastClr="000000"/>
                          </a:solidFill>
                          <a:effectLst/>
                          <a:uLnTx/>
                          <a:uFillTx/>
                          <a:latin typeface="+mn-lt"/>
                          <a:ea typeface="+mn-ea"/>
                          <a:cs typeface="+mn-cs"/>
                        </a:rPr>
                        <a:t>in the case of label restriction (e.g., EU Label                               PD-L1 ≥5%)</a:t>
                      </a:r>
                      <a:endParaRPr lang="en-US" sz="1000">
                        <a:solidFill>
                          <a:sysClr val="windowText" lastClr="000000"/>
                        </a:solidFill>
                      </a:endParaRPr>
                    </a:p>
                  </a:txBody>
                  <a:tcPr marL="108000" anchor="ctr">
                    <a:solidFill>
                      <a:srgbClr val="E7E7E7"/>
                    </a:solidFill>
                  </a:tcPr>
                </a:tc>
                <a:tc rowSpan="3">
                  <a:txBody>
                    <a:bodyPr/>
                    <a:lstStyle/>
                    <a:p>
                      <a:pPr algn="ctr"/>
                      <a:r>
                        <a:rPr lang="en-US" sz="1000">
                          <a:solidFill>
                            <a:schemeClr val="tx1"/>
                          </a:solidFill>
                        </a:rPr>
                        <a:t>At-Close or Near-Close</a:t>
                      </a:r>
                    </a:p>
                  </a:txBody>
                  <a:tcPr anchor="ctr"/>
                </a:tc>
                <a:tc>
                  <a:txBody>
                    <a:bodyPr/>
                    <a:lstStyle/>
                    <a:p>
                      <a:r>
                        <a:rPr lang="en-US" sz="1000">
                          <a:solidFill>
                            <a:schemeClr val="tx1"/>
                          </a:solidFill>
                        </a:rPr>
                        <a:t>E:2; E:7; E9</a:t>
                      </a:r>
                    </a:p>
                  </a:txBody>
                  <a:tcPr anchor="ctr">
                    <a:solidFill>
                      <a:srgbClr val="E7E7E7"/>
                    </a:solidFill>
                  </a:tcPr>
                </a:tc>
                <a:extLst>
                  <a:ext uri="{0D108BD9-81ED-4DB2-BD59-A6C34878D82A}">
                    <a16:rowId xmlns:a16="http://schemas.microsoft.com/office/drawing/2014/main" val="3107489342"/>
                  </a:ext>
                </a:extLst>
              </a:tr>
              <a:tr h="699042">
                <a:tc>
                  <a:txBody>
                    <a:bodyPr/>
                    <a:lstStyle/>
                    <a:p>
                      <a:endParaRPr lang="en-US" sz="1200">
                        <a:solidFill>
                          <a:schemeClr val="bg1">
                            <a:lumMod val="50000"/>
                          </a:schemeClr>
                        </a:solidFill>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ysClr val="windowText" lastClr="000000"/>
                          </a:solidFill>
                          <a:effectLst/>
                          <a:uLnTx/>
                          <a:uFillTx/>
                          <a:latin typeface="+mn-lt"/>
                          <a:ea typeface="+mn-ea"/>
                          <a:cs typeface="+mn-cs"/>
                        </a:rPr>
                        <a:t>Data correlating TAP to CPS </a:t>
                      </a:r>
                      <a:r>
                        <a:rPr kumimoji="0" lang="en-GB" sz="1000" b="0" i="0" u="none" strike="noStrike" kern="1200" cap="none" spc="0" normalizeH="0" baseline="0" noProof="0">
                          <a:ln>
                            <a:noFill/>
                          </a:ln>
                          <a:solidFill>
                            <a:sysClr val="windowText" lastClr="000000"/>
                          </a:solidFill>
                          <a:effectLst/>
                          <a:uLnTx/>
                          <a:uFillTx/>
                          <a:latin typeface="+mn-lt"/>
                          <a:ea typeface="+mn-ea"/>
                          <a:cs typeface="+mn-cs"/>
                        </a:rPr>
                        <a:t>to support educational efforts of HCPs unfamiliar with TAP </a:t>
                      </a:r>
                    </a:p>
                  </a:txBody>
                  <a:tcPr marL="108000"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E:18</a:t>
                      </a:r>
                    </a:p>
                  </a:txBody>
                  <a:tcPr anchor="ctr">
                    <a:solidFill>
                      <a:srgbClr val="CBCBCB"/>
                    </a:solidFill>
                  </a:tcPr>
                </a:tc>
                <a:extLst>
                  <a:ext uri="{0D108BD9-81ED-4DB2-BD59-A6C34878D82A}">
                    <a16:rowId xmlns:a16="http://schemas.microsoft.com/office/drawing/2014/main" val="2595247571"/>
                  </a:ext>
                </a:extLst>
              </a:tr>
              <a:tr h="64770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ysClr val="windowText" lastClr="000000"/>
                          </a:solidFill>
                          <a:latin typeface="+mn-lt"/>
                        </a:rPr>
                        <a:t>Comparative analysis </a:t>
                      </a:r>
                      <a:r>
                        <a:rPr lang="en-GB" sz="1000">
                          <a:solidFill>
                            <a:sysClr val="windowText" lastClr="000000"/>
                          </a:solidFill>
                          <a:latin typeface="+mn-lt"/>
                        </a:rPr>
                        <a:t>(e.g., against nivolumab) </a:t>
                      </a:r>
                      <a:r>
                        <a:rPr lang="en-GB" sz="1000" b="1">
                          <a:solidFill>
                            <a:sysClr val="windowText" lastClr="000000"/>
                          </a:solidFill>
                          <a:latin typeface="+mn-lt"/>
                        </a:rPr>
                        <a:t>to drive differentiation </a:t>
                      </a:r>
                      <a:r>
                        <a:rPr lang="en-GB" sz="1000">
                          <a:solidFill>
                            <a:sysClr val="windowText" lastClr="000000"/>
                          </a:solidFill>
                          <a:latin typeface="+mn-lt"/>
                        </a:rPr>
                        <a:t>against other PD-1/PD-L1                                across efficacy, safety, and PROs</a:t>
                      </a:r>
                    </a:p>
                  </a:txBody>
                  <a:tcPr marL="108000"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E5; E:12</a:t>
                      </a:r>
                    </a:p>
                  </a:txBody>
                  <a:tcPr anchor="ctr"/>
                </a:tc>
                <a:extLst>
                  <a:ext uri="{0D108BD9-81ED-4DB2-BD59-A6C34878D82A}">
                    <a16:rowId xmlns:a16="http://schemas.microsoft.com/office/drawing/2014/main" val="145713688"/>
                  </a:ext>
                </a:extLst>
              </a:tr>
            </a:tbl>
          </a:graphicData>
        </a:graphic>
      </p:graphicFrame>
      <p:pic>
        <p:nvPicPr>
          <p:cNvPr id="11" name="Picture 10" descr="A blue circle with yellow stars in center&#10;&#10;Description automatically generated">
            <a:extLst>
              <a:ext uri="{FF2B5EF4-FFF2-40B4-BE49-F238E27FC236}">
                <a16:creationId xmlns:a16="http://schemas.microsoft.com/office/drawing/2014/main" id="{2B33BEC8-6FEB-DB1C-A569-E24AF9D4BA9F}"/>
              </a:ext>
            </a:extLst>
          </p:cNvPr>
          <p:cNvPicPr>
            <a:picLocks noChangeAspect="1"/>
          </p:cNvPicPr>
          <p:nvPr/>
        </p:nvPicPr>
        <p:blipFill>
          <a:blip r:embed="rId5"/>
          <a:stretch>
            <a:fillRect/>
          </a:stretch>
        </p:blipFill>
        <p:spPr>
          <a:xfrm>
            <a:off x="843773" y="2093125"/>
            <a:ext cx="274320" cy="274399"/>
          </a:xfrm>
          <a:prstGeom prst="rect">
            <a:avLst/>
          </a:prstGeom>
          <a:ln>
            <a:noFill/>
          </a:ln>
        </p:spPr>
      </p:pic>
      <p:grpSp>
        <p:nvGrpSpPr>
          <p:cNvPr id="17" name="Group 16">
            <a:extLst>
              <a:ext uri="{FF2B5EF4-FFF2-40B4-BE49-F238E27FC236}">
                <a16:creationId xmlns:a16="http://schemas.microsoft.com/office/drawing/2014/main" id="{759037B9-E314-0746-6698-6335807BDA60}"/>
              </a:ext>
            </a:extLst>
          </p:cNvPr>
          <p:cNvGrpSpPr/>
          <p:nvPr/>
        </p:nvGrpSpPr>
        <p:grpSpPr>
          <a:xfrm>
            <a:off x="681961" y="2536509"/>
            <a:ext cx="597944" cy="543557"/>
            <a:chOff x="681961" y="2536509"/>
            <a:chExt cx="597944" cy="543557"/>
          </a:xfrm>
        </p:grpSpPr>
        <p:sp>
          <p:nvSpPr>
            <p:cNvPr id="14" name="Oval 13">
              <a:extLst>
                <a:ext uri="{FF2B5EF4-FFF2-40B4-BE49-F238E27FC236}">
                  <a16:creationId xmlns:a16="http://schemas.microsoft.com/office/drawing/2014/main" id="{BA0784B7-584D-2443-5580-E89012FBD11B}"/>
                </a:ext>
              </a:extLst>
            </p:cNvPr>
            <p:cNvSpPr/>
            <p:nvPr/>
          </p:nvSpPr>
          <p:spPr>
            <a:xfrm>
              <a:off x="681961" y="2788688"/>
              <a:ext cx="274320" cy="274320"/>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pic>
          <p:nvPicPr>
            <p:cNvPr id="16" name="Picture 15" descr="A blue circle with yellow stars in center&#10;&#10;Description automatically generated">
              <a:extLst>
                <a:ext uri="{FF2B5EF4-FFF2-40B4-BE49-F238E27FC236}">
                  <a16:creationId xmlns:a16="http://schemas.microsoft.com/office/drawing/2014/main" id="{899A34EA-5729-7890-E39F-6C1BBDB845BB}"/>
                </a:ext>
              </a:extLst>
            </p:cNvPr>
            <p:cNvPicPr>
              <a:picLocks noChangeAspect="1"/>
            </p:cNvPicPr>
            <p:nvPr/>
          </p:nvPicPr>
          <p:blipFill>
            <a:blip r:embed="rId5"/>
            <a:stretch>
              <a:fillRect/>
            </a:stretch>
          </p:blipFill>
          <p:spPr>
            <a:xfrm>
              <a:off x="831574" y="2536509"/>
              <a:ext cx="274320" cy="289828"/>
            </a:xfrm>
            <a:prstGeom prst="rect">
              <a:avLst/>
            </a:prstGeom>
            <a:ln>
              <a:noFill/>
            </a:ln>
          </p:spPr>
        </p:pic>
        <p:pic>
          <p:nvPicPr>
            <p:cNvPr id="21" name="Picture 20">
              <a:extLst>
                <a:ext uri="{FF2B5EF4-FFF2-40B4-BE49-F238E27FC236}">
                  <a16:creationId xmlns:a16="http://schemas.microsoft.com/office/drawing/2014/main" id="{1E0E540F-7DE4-55A9-0487-1C7403437B55}"/>
                </a:ext>
              </a:extLst>
            </p:cNvPr>
            <p:cNvPicPr>
              <a:picLocks noChangeAspect="1"/>
            </p:cNvPicPr>
            <p:nvPr/>
          </p:nvPicPr>
          <p:blipFill rotWithShape="1">
            <a:blip r:embed="rId7"/>
            <a:srcRect l="14865" t="17319" r="20459" b="14006"/>
            <a:stretch/>
          </p:blipFill>
          <p:spPr>
            <a:xfrm>
              <a:off x="987973" y="2771630"/>
              <a:ext cx="291932" cy="308436"/>
            </a:xfrm>
            <a:prstGeom prst="ellipse">
              <a:avLst/>
            </a:prstGeom>
          </p:spPr>
        </p:pic>
      </p:grpSp>
      <p:pic>
        <p:nvPicPr>
          <p:cNvPr id="68" name="Picture 2" descr="European Society for Medical Oncology (ESMO) - YouTube">
            <a:extLst>
              <a:ext uri="{FF2B5EF4-FFF2-40B4-BE49-F238E27FC236}">
                <a16:creationId xmlns:a16="http://schemas.microsoft.com/office/drawing/2014/main" id="{59E45C02-780E-BBF9-F5E3-10032AF6F5A5}"/>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8340617" y="2127755"/>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European Society for Medical Oncology (ESMO) - YouTube">
            <a:extLst>
              <a:ext uri="{FF2B5EF4-FFF2-40B4-BE49-F238E27FC236}">
                <a16:creationId xmlns:a16="http://schemas.microsoft.com/office/drawing/2014/main" id="{428A446B-C629-737C-1C44-2BFAD8320D23}"/>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8340618" y="2937345"/>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 descr="European Society for Medical Oncology (ESMO) - YouTube">
            <a:extLst>
              <a:ext uri="{FF2B5EF4-FFF2-40B4-BE49-F238E27FC236}">
                <a16:creationId xmlns:a16="http://schemas.microsoft.com/office/drawing/2014/main" id="{B9C308FA-6488-BC27-87CB-2C241E9C3B54}"/>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8340617" y="3608675"/>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Group 73">
            <a:extLst>
              <a:ext uri="{FF2B5EF4-FFF2-40B4-BE49-F238E27FC236}">
                <a16:creationId xmlns:a16="http://schemas.microsoft.com/office/drawing/2014/main" id="{ADF091C2-19AD-BEA9-1603-5DD9CA3DD150}"/>
              </a:ext>
            </a:extLst>
          </p:cNvPr>
          <p:cNvGrpSpPr/>
          <p:nvPr/>
        </p:nvGrpSpPr>
        <p:grpSpPr>
          <a:xfrm>
            <a:off x="8699856" y="910976"/>
            <a:ext cx="3142481" cy="323165"/>
            <a:chOff x="6459941" y="619466"/>
            <a:chExt cx="3142481" cy="323165"/>
          </a:xfrm>
        </p:grpSpPr>
        <p:sp>
          <p:nvSpPr>
            <p:cNvPr id="77" name="TextBox 76">
              <a:extLst>
                <a:ext uri="{FF2B5EF4-FFF2-40B4-BE49-F238E27FC236}">
                  <a16:creationId xmlns:a16="http://schemas.microsoft.com/office/drawing/2014/main" id="{33ACFF3C-5633-6902-51D3-F3E90B38BA02}"/>
                </a:ext>
              </a:extLst>
            </p:cNvPr>
            <p:cNvSpPr txBox="1"/>
            <p:nvPr/>
          </p:nvSpPr>
          <p:spPr>
            <a:xfrm>
              <a:off x="6459941" y="619466"/>
              <a:ext cx="3142481"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                    </a:t>
              </a: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76" name="Picture 2" descr="European Society for Medical Oncology (ESMO) - YouTube">
              <a:extLst>
                <a:ext uri="{FF2B5EF4-FFF2-40B4-BE49-F238E27FC236}">
                  <a16:creationId xmlns:a16="http://schemas.microsoft.com/office/drawing/2014/main" id="{ACCC3D35-DD8D-30E2-4B58-D1D03B89FE55}"/>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7063295" y="696165"/>
              <a:ext cx="396000" cy="146680"/>
            </a:xfrm>
            <a:prstGeom prst="rect">
              <a:avLst/>
            </a:prstGeom>
            <a:noFill/>
            <a:extLst>
              <a:ext uri="{909E8E84-426E-40DD-AFC4-6F175D3DCCD1}">
                <a14:hiddenFill xmlns:a14="http://schemas.microsoft.com/office/drawing/2010/main">
                  <a:solidFill>
                    <a:srgbClr val="FFFFFF"/>
                  </a:solidFill>
                </a14:hiddenFill>
              </a:ext>
            </a:extLst>
          </p:spPr>
        </p:pic>
      </p:grpSp>
      <p:sp>
        <p:nvSpPr>
          <p:cNvPr id="79" name="Speech Bubble: Rectangle 78">
            <a:extLst>
              <a:ext uri="{FF2B5EF4-FFF2-40B4-BE49-F238E27FC236}">
                <a16:creationId xmlns:a16="http://schemas.microsoft.com/office/drawing/2014/main" id="{E0EE8110-A871-0E56-093E-1205F050BD99}"/>
              </a:ext>
            </a:extLst>
          </p:cNvPr>
          <p:cNvSpPr/>
          <p:nvPr/>
        </p:nvSpPr>
        <p:spPr>
          <a:xfrm>
            <a:off x="6496494" y="4030559"/>
            <a:ext cx="5345844" cy="1916465"/>
          </a:xfrm>
          <a:prstGeom prst="wedgeRectCallout">
            <a:avLst>
              <a:gd name="adj1" fmla="val 23855"/>
              <a:gd name="adj2" fmla="val -6274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a:solidFill>
                  <a:schemeClr val="tx1"/>
                </a:solidFill>
              </a:rPr>
              <a:t>The “</a:t>
            </a:r>
            <a:r>
              <a:rPr lang="en-US" sz="1200" b="1">
                <a:solidFill>
                  <a:schemeClr val="tx1"/>
                </a:solidFill>
              </a:rPr>
              <a:t>Tactic Identifier</a:t>
            </a:r>
            <a:r>
              <a:rPr lang="en-US" sz="1200">
                <a:solidFill>
                  <a:schemeClr val="tx1"/>
                </a:solidFill>
              </a:rPr>
              <a:t>” is a numbering system that corresponds all evidence generation activities (ongoing/planned) as specified in the following documents: HEOR publications, PRO publications, and post-hoc analysis proposal trackers.</a:t>
            </a:r>
          </a:p>
          <a:p>
            <a:endParaRPr lang="en-US" sz="1200">
              <a:solidFill>
                <a:schemeClr val="tx1"/>
              </a:solidFill>
            </a:endParaRPr>
          </a:p>
          <a:p>
            <a:r>
              <a:rPr lang="en-US" sz="1200">
                <a:solidFill>
                  <a:schemeClr val="tx1"/>
                </a:solidFill>
              </a:rPr>
              <a:t>Ongoing/planned evidence generation activities (with tactic identifiers) are found in the Appendix section.</a:t>
            </a:r>
          </a:p>
        </p:txBody>
      </p:sp>
      <p:sp>
        <p:nvSpPr>
          <p:cNvPr id="80" name="Rectangle 79">
            <a:extLst>
              <a:ext uri="{FF2B5EF4-FFF2-40B4-BE49-F238E27FC236}">
                <a16:creationId xmlns:a16="http://schemas.microsoft.com/office/drawing/2014/main" id="{B8B2630E-1B3E-0F6D-2026-80AD48D90E6F}"/>
              </a:ext>
            </a:extLst>
          </p:cNvPr>
          <p:cNvSpPr/>
          <p:nvPr/>
        </p:nvSpPr>
        <p:spPr>
          <a:xfrm>
            <a:off x="358338" y="4030559"/>
            <a:ext cx="5942534" cy="19164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b="1">
                <a:solidFill>
                  <a:sysClr val="windowText" lastClr="000000"/>
                </a:solidFill>
              </a:rPr>
              <a:t>*ESMO Gaps</a:t>
            </a:r>
          </a:p>
          <a:p>
            <a:r>
              <a:rPr lang="en-US" sz="1200">
                <a:solidFill>
                  <a:sysClr val="windowText" lastClr="000000"/>
                </a:solidFill>
              </a:rPr>
              <a:t>This table highlights only those gaps identified at ESMO (Sept ‘24) that are classified as “At- or Near-Close” and therefore do not require further data generation efforts.</a:t>
            </a:r>
          </a:p>
          <a:p>
            <a:endParaRPr lang="en-US" sz="1200">
              <a:solidFill>
                <a:sysClr val="windowText" lastClr="000000"/>
              </a:solidFill>
            </a:endParaRPr>
          </a:p>
          <a:p>
            <a:r>
              <a:rPr lang="en-US" sz="1200">
                <a:solidFill>
                  <a:sysClr val="windowText" lastClr="000000"/>
                </a:solidFill>
              </a:rPr>
              <a:t>ESMO gaps that are “Not Addressed” yet are detailed in the subsequent slides.</a:t>
            </a:r>
          </a:p>
        </p:txBody>
      </p:sp>
      <p:pic>
        <p:nvPicPr>
          <p:cNvPr id="81" name="Graphic 80">
            <a:extLst>
              <a:ext uri="{FF2B5EF4-FFF2-40B4-BE49-F238E27FC236}">
                <a16:creationId xmlns:a16="http://schemas.microsoft.com/office/drawing/2014/main" id="{D140030D-8681-DF95-2799-D8CEAC7E695D}"/>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488562" y="4344458"/>
            <a:ext cx="432000" cy="432000"/>
          </a:xfrm>
          <a:prstGeom prst="rect">
            <a:avLst/>
          </a:prstGeom>
        </p:spPr>
      </p:pic>
      <p:pic>
        <p:nvPicPr>
          <p:cNvPr id="82" name="Graphic 81">
            <a:extLst>
              <a:ext uri="{FF2B5EF4-FFF2-40B4-BE49-F238E27FC236}">
                <a16:creationId xmlns:a16="http://schemas.microsoft.com/office/drawing/2014/main" id="{24691D28-562C-1FC2-8585-B127FB8F4B1A}"/>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6632169" y="4344458"/>
            <a:ext cx="432000" cy="432000"/>
          </a:xfrm>
          <a:prstGeom prst="rect">
            <a:avLst/>
          </a:prstGeom>
        </p:spPr>
      </p:pic>
      <p:grpSp>
        <p:nvGrpSpPr>
          <p:cNvPr id="15" name="Group 14">
            <a:extLst>
              <a:ext uri="{FF2B5EF4-FFF2-40B4-BE49-F238E27FC236}">
                <a16:creationId xmlns:a16="http://schemas.microsoft.com/office/drawing/2014/main" id="{E87089D4-1F19-17B9-A929-8FAA09163589}"/>
              </a:ext>
            </a:extLst>
          </p:cNvPr>
          <p:cNvGrpSpPr/>
          <p:nvPr/>
        </p:nvGrpSpPr>
        <p:grpSpPr>
          <a:xfrm>
            <a:off x="695984" y="3217496"/>
            <a:ext cx="569899" cy="585987"/>
            <a:chOff x="681961" y="3217496"/>
            <a:chExt cx="569899" cy="585987"/>
          </a:xfrm>
        </p:grpSpPr>
        <p:pic>
          <p:nvPicPr>
            <p:cNvPr id="23" name="Picture 22" descr="A blue circle with yellow stars in center&#10;&#10;Description automatically generated">
              <a:extLst>
                <a:ext uri="{FF2B5EF4-FFF2-40B4-BE49-F238E27FC236}">
                  <a16:creationId xmlns:a16="http://schemas.microsoft.com/office/drawing/2014/main" id="{0EB4AAC4-A936-EF39-B3EF-9F752FF2E624}"/>
                </a:ext>
              </a:extLst>
            </p:cNvPr>
            <p:cNvPicPr>
              <a:picLocks noChangeAspect="1"/>
            </p:cNvPicPr>
            <p:nvPr/>
          </p:nvPicPr>
          <p:blipFill>
            <a:blip r:embed="rId5"/>
            <a:stretch>
              <a:fillRect/>
            </a:stretch>
          </p:blipFill>
          <p:spPr>
            <a:xfrm>
              <a:off x="681961" y="3217496"/>
              <a:ext cx="274320" cy="274320"/>
            </a:xfrm>
            <a:prstGeom prst="rect">
              <a:avLst/>
            </a:prstGeom>
            <a:ln>
              <a:noFill/>
            </a:ln>
          </p:spPr>
        </p:pic>
        <p:sp>
          <p:nvSpPr>
            <p:cNvPr id="24" name="Oval 23">
              <a:extLst>
                <a:ext uri="{FF2B5EF4-FFF2-40B4-BE49-F238E27FC236}">
                  <a16:creationId xmlns:a16="http://schemas.microsoft.com/office/drawing/2014/main" id="{B895F80D-287B-D487-1B5C-4C411C22E0AB}"/>
                </a:ext>
              </a:extLst>
            </p:cNvPr>
            <p:cNvSpPr/>
            <p:nvPr/>
          </p:nvSpPr>
          <p:spPr>
            <a:xfrm>
              <a:off x="681961" y="3512105"/>
              <a:ext cx="274320" cy="274320"/>
            </a:xfrm>
            <a:prstGeom prst="ellipse">
              <a:avLst/>
            </a:prstGeom>
            <a:blipFill>
              <a:blip r:embed="rId13"/>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5" name="Oval 24">
              <a:extLst>
                <a:ext uri="{FF2B5EF4-FFF2-40B4-BE49-F238E27FC236}">
                  <a16:creationId xmlns:a16="http://schemas.microsoft.com/office/drawing/2014/main" id="{EE7A5061-4F86-1850-A567-DF940F4DD723}"/>
                </a:ext>
              </a:extLst>
            </p:cNvPr>
            <p:cNvSpPr/>
            <p:nvPr/>
          </p:nvSpPr>
          <p:spPr>
            <a:xfrm>
              <a:off x="968734" y="3217496"/>
              <a:ext cx="274320" cy="27432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0000"/>
                  </a:solidFill>
                  <a:effectLst/>
                  <a:uLnTx/>
                  <a:uFillTx/>
                  <a:latin typeface="Poppins"/>
                  <a:ea typeface="+mn-ea"/>
                  <a:cs typeface="+mn-cs"/>
                </a:rPr>
                <a:t>NM</a:t>
              </a:r>
            </a:p>
          </p:txBody>
        </p:sp>
        <p:pic>
          <p:nvPicPr>
            <p:cNvPr id="12" name="Picture 11">
              <a:extLst>
                <a:ext uri="{FF2B5EF4-FFF2-40B4-BE49-F238E27FC236}">
                  <a16:creationId xmlns:a16="http://schemas.microsoft.com/office/drawing/2014/main" id="{56F3E0D4-8601-07E9-A031-7D7FB977CD7C}"/>
                </a:ext>
              </a:extLst>
            </p:cNvPr>
            <p:cNvPicPr>
              <a:picLocks noChangeAspect="1"/>
            </p:cNvPicPr>
            <p:nvPr/>
          </p:nvPicPr>
          <p:blipFill rotWithShape="1">
            <a:blip r:embed="rId7"/>
            <a:srcRect l="14865" t="17319" r="20459" b="14006"/>
            <a:stretch/>
          </p:blipFill>
          <p:spPr>
            <a:xfrm>
              <a:off x="959928" y="3495047"/>
              <a:ext cx="291932" cy="308436"/>
            </a:xfrm>
            <a:prstGeom prst="ellipse">
              <a:avLst/>
            </a:prstGeom>
          </p:spPr>
        </p:pic>
      </p:grpSp>
      <p:grpSp>
        <p:nvGrpSpPr>
          <p:cNvPr id="13" name="Group 12">
            <a:extLst>
              <a:ext uri="{FF2B5EF4-FFF2-40B4-BE49-F238E27FC236}">
                <a16:creationId xmlns:a16="http://schemas.microsoft.com/office/drawing/2014/main" id="{95C513B4-AFA2-BED3-ABEA-ADB122CE4E54}"/>
              </a:ext>
            </a:extLst>
          </p:cNvPr>
          <p:cNvGrpSpPr/>
          <p:nvPr/>
        </p:nvGrpSpPr>
        <p:grpSpPr>
          <a:xfrm>
            <a:off x="-9526" y="-7584"/>
            <a:ext cx="11686057" cy="180000"/>
            <a:chOff x="-9526" y="-7584"/>
            <a:chExt cx="11686057" cy="180000"/>
          </a:xfrm>
        </p:grpSpPr>
        <p:sp>
          <p:nvSpPr>
            <p:cNvPr id="18" name="Rectangle 17">
              <a:extLst>
                <a:ext uri="{FF2B5EF4-FFF2-40B4-BE49-F238E27FC236}">
                  <a16:creationId xmlns:a16="http://schemas.microsoft.com/office/drawing/2014/main" id="{A8DF452D-0501-0240-7C1E-F0511CCFC349}"/>
                </a:ext>
              </a:extLst>
            </p:cNvPr>
            <p:cNvSpPr/>
            <p:nvPr/>
          </p:nvSpPr>
          <p:spPr>
            <a:xfrm>
              <a:off x="-9526" y="-7584"/>
              <a:ext cx="1916893" cy="180000"/>
            </a:xfrm>
            <a:prstGeom prst="rect">
              <a:avLst/>
            </a:prstGeom>
            <a:solidFill>
              <a:srgbClr val="0F244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19" name="Arrow: Pentagon 18">
              <a:extLst>
                <a:ext uri="{FF2B5EF4-FFF2-40B4-BE49-F238E27FC236}">
                  <a16:creationId xmlns:a16="http://schemas.microsoft.com/office/drawing/2014/main" id="{8E81BBF8-30A7-07A2-806B-00354ABC1EF9}"/>
                </a:ext>
              </a:extLst>
            </p:cNvPr>
            <p:cNvSpPr/>
            <p:nvPr/>
          </p:nvSpPr>
          <p:spPr>
            <a:xfrm>
              <a:off x="1907367"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0" name="Arrow: Chevron 19">
              <a:extLst>
                <a:ext uri="{FF2B5EF4-FFF2-40B4-BE49-F238E27FC236}">
                  <a16:creationId xmlns:a16="http://schemas.microsoft.com/office/drawing/2014/main" id="{66CB5016-B2A0-D789-3CFD-2C14CEDFC178}"/>
                </a:ext>
              </a:extLst>
            </p:cNvPr>
            <p:cNvSpPr/>
            <p:nvPr/>
          </p:nvSpPr>
          <p:spPr>
            <a:xfrm>
              <a:off x="4423162"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2" name="Arrow: Chevron 21">
              <a:extLst>
                <a:ext uri="{FF2B5EF4-FFF2-40B4-BE49-F238E27FC236}">
                  <a16:creationId xmlns:a16="http://schemas.microsoft.com/office/drawing/2014/main" id="{7A1D888B-6F53-E4CB-6374-B39B3C5CDCCB}"/>
                </a:ext>
              </a:extLst>
            </p:cNvPr>
            <p:cNvSpPr/>
            <p:nvPr/>
          </p:nvSpPr>
          <p:spPr>
            <a:xfrm>
              <a:off x="6816107"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6" name="Arrow: Chevron 25">
              <a:extLst>
                <a:ext uri="{FF2B5EF4-FFF2-40B4-BE49-F238E27FC236}">
                  <a16:creationId xmlns:a16="http://schemas.microsoft.com/office/drawing/2014/main" id="{EEE90E2C-11C3-9344-0C35-ED29BE2E84C7}"/>
                </a:ext>
              </a:extLst>
            </p:cNvPr>
            <p:cNvSpPr/>
            <p:nvPr/>
          </p:nvSpPr>
          <p:spPr>
            <a:xfrm>
              <a:off x="921718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6003536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70D87-C5E0-9340-EBE8-8B237BED735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FA2D3CE-AF7A-09E8-9F68-51B5EF8AD643}"/>
              </a:ext>
            </a:extLst>
          </p:cNvPr>
          <p:cNvGraphicFramePr>
            <a:graphicFrameLocks noChangeAspect="1"/>
          </p:cNvGraphicFramePr>
          <p:nvPr>
            <p:custDataLst>
              <p:tags r:id="rId1"/>
            </p:custDataLst>
            <p:extLst>
              <p:ext uri="{D42A27DB-BD31-4B8C-83A1-F6EECF244321}">
                <p14:modId xmlns:p14="http://schemas.microsoft.com/office/powerpoint/2010/main" val="1177467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DFA2D3CE-AF7A-09E8-9F68-51B5EF8AD64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D09E484-6391-6342-28A2-B89147905D64}"/>
              </a:ext>
            </a:extLst>
          </p:cNvPr>
          <p:cNvSpPr>
            <a:spLocks noGrp="1"/>
          </p:cNvSpPr>
          <p:nvPr>
            <p:ph type="title"/>
          </p:nvPr>
        </p:nvSpPr>
        <p:spPr>
          <a:xfrm>
            <a:off x="358337" y="271427"/>
            <a:ext cx="11470125" cy="369332"/>
          </a:xfrm>
        </p:spPr>
        <p:txBody>
          <a:bodyPr vert="horz"/>
          <a:lstStyle/>
          <a:p>
            <a:r>
              <a:rPr lang="en-US" sz="2400"/>
              <a:t>High &amp; Medium Priority Evidence Gaps: Advanced/Metastatic ESCC</a:t>
            </a:r>
          </a:p>
        </p:txBody>
      </p:sp>
      <p:graphicFrame>
        <p:nvGraphicFramePr>
          <p:cNvPr id="9" name="Table 8">
            <a:extLst>
              <a:ext uri="{FF2B5EF4-FFF2-40B4-BE49-F238E27FC236}">
                <a16:creationId xmlns:a16="http://schemas.microsoft.com/office/drawing/2014/main" id="{6016289B-0171-D878-F8CF-2A224C51BD0A}"/>
              </a:ext>
            </a:extLst>
          </p:cNvPr>
          <p:cNvGraphicFramePr>
            <a:graphicFrameLocks noGrp="1"/>
          </p:cNvGraphicFramePr>
          <p:nvPr>
            <p:extLst>
              <p:ext uri="{D42A27DB-BD31-4B8C-83A1-F6EECF244321}">
                <p14:modId xmlns:p14="http://schemas.microsoft.com/office/powerpoint/2010/main" val="715572445"/>
              </p:ext>
            </p:extLst>
          </p:nvPr>
        </p:nvGraphicFramePr>
        <p:xfrm>
          <a:off x="358336" y="1376891"/>
          <a:ext cx="11550453" cy="4674219"/>
        </p:xfrm>
        <a:graphic>
          <a:graphicData uri="http://schemas.openxmlformats.org/drawingml/2006/table">
            <a:tbl>
              <a:tblPr firstRow="1" bandRow="1">
                <a:tableStyleId>{073A0DAA-6AF3-43AB-8588-CEC1D06C72B9}</a:tableStyleId>
              </a:tblPr>
              <a:tblGrid>
                <a:gridCol w="1188000">
                  <a:extLst>
                    <a:ext uri="{9D8B030D-6E8A-4147-A177-3AD203B41FA5}">
                      <a16:colId xmlns:a16="http://schemas.microsoft.com/office/drawing/2014/main" val="4274197813"/>
                    </a:ext>
                  </a:extLst>
                </a:gridCol>
                <a:gridCol w="2602115">
                  <a:extLst>
                    <a:ext uri="{9D8B030D-6E8A-4147-A177-3AD203B41FA5}">
                      <a16:colId xmlns:a16="http://schemas.microsoft.com/office/drawing/2014/main" val="23286241"/>
                    </a:ext>
                  </a:extLst>
                </a:gridCol>
                <a:gridCol w="416338">
                  <a:extLst>
                    <a:ext uri="{9D8B030D-6E8A-4147-A177-3AD203B41FA5}">
                      <a16:colId xmlns:a16="http://schemas.microsoft.com/office/drawing/2014/main" val="2895660287"/>
                    </a:ext>
                  </a:extLst>
                </a:gridCol>
                <a:gridCol w="612000">
                  <a:extLst>
                    <a:ext uri="{9D8B030D-6E8A-4147-A177-3AD203B41FA5}">
                      <a16:colId xmlns:a16="http://schemas.microsoft.com/office/drawing/2014/main" val="1026857134"/>
                    </a:ext>
                  </a:extLst>
                </a:gridCol>
                <a:gridCol w="5544000">
                  <a:extLst>
                    <a:ext uri="{9D8B030D-6E8A-4147-A177-3AD203B41FA5}">
                      <a16:colId xmlns:a16="http://schemas.microsoft.com/office/drawing/2014/main" val="1645646756"/>
                    </a:ext>
                  </a:extLst>
                </a:gridCol>
                <a:gridCol w="1188000">
                  <a:extLst>
                    <a:ext uri="{9D8B030D-6E8A-4147-A177-3AD203B41FA5}">
                      <a16:colId xmlns:a16="http://schemas.microsoft.com/office/drawing/2014/main" val="2764266381"/>
                    </a:ext>
                  </a:extLst>
                </a:gridCol>
              </a:tblGrid>
              <a:tr h="268383">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Advanced/Metastatic ESCC</a:t>
                      </a:r>
                      <a:endParaRPr lang="en-US" sz="1200" b="1" i="1">
                        <a:solidFill>
                          <a:schemeClr val="bg1"/>
                        </a:solidFill>
                      </a:endParaRPr>
                    </a:p>
                  </a:txBody>
                  <a:tcPr anchor="ctr">
                    <a:solidFill>
                      <a:schemeClr val="accent5">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chemeClr val="accent1"/>
                    </a:solidFill>
                  </a:tcPr>
                </a:tc>
                <a:extLst>
                  <a:ext uri="{0D108BD9-81ED-4DB2-BD59-A6C34878D82A}">
                    <a16:rowId xmlns:a16="http://schemas.microsoft.com/office/drawing/2014/main" val="933506041"/>
                  </a:ext>
                </a:extLst>
              </a:tr>
              <a:tr h="268383">
                <a:tc>
                  <a:txBody>
                    <a:bodyPr/>
                    <a:lstStyle/>
                    <a:p>
                      <a:pPr algn="ctr"/>
                      <a:r>
                        <a:rPr lang="en-US" sz="1200" b="1">
                          <a:solidFill>
                            <a:schemeClr val="bg1"/>
                          </a:solidFill>
                        </a:rPr>
                        <a:t>Key Markets</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High Priority Gaps</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accent5">
                        <a:lumMod val="50000"/>
                      </a:schemeClr>
                    </a:solidFill>
                  </a:tcPr>
                </a:tc>
                <a:extLst>
                  <a:ext uri="{0D108BD9-81ED-4DB2-BD59-A6C34878D82A}">
                    <a16:rowId xmlns:a16="http://schemas.microsoft.com/office/drawing/2014/main" val="3378915935"/>
                  </a:ext>
                </a:extLst>
              </a:tr>
              <a:tr h="648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1" kern="1200">
                        <a:solidFill>
                          <a:schemeClr val="bg2">
                            <a:lumMod val="50000"/>
                          </a:schemeClr>
                        </a:solidFill>
                        <a:latin typeface="+mn-lt"/>
                        <a:ea typeface="+mn-ea"/>
                        <a:cs typeface="+mn-cs"/>
                      </a:endParaRP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a:solidFill>
                            <a:schemeClr val="tx1"/>
                          </a:solidFill>
                          <a:latin typeface="+mn-lt"/>
                          <a:ea typeface="+mn-ea"/>
                          <a:cs typeface="+mn-cs"/>
                        </a:rPr>
                        <a:t>[1L]: </a:t>
                      </a:r>
                      <a:r>
                        <a:rPr lang="en-GB" sz="1000" b="1" i="0" kern="1200">
                          <a:solidFill>
                            <a:schemeClr val="tx1"/>
                          </a:solidFill>
                          <a:latin typeface="+mn-lt"/>
                          <a:ea typeface="+mn-ea"/>
                          <a:cs typeface="+mn-cs"/>
                        </a:rPr>
                        <a:t>Need for safety and efficacy data supporting tislelizumab </a:t>
                      </a:r>
                      <a:r>
                        <a:rPr lang="en-GB" sz="1000" i="0" kern="1200">
                          <a:solidFill>
                            <a:schemeClr val="tx1"/>
                          </a:solidFill>
                          <a:latin typeface="+mn-lt"/>
                          <a:ea typeface="+mn-ea"/>
                          <a:cs typeface="+mn-cs"/>
                        </a:rPr>
                        <a:t>(150mg Q2W and 300mg Q4W) </a:t>
                      </a:r>
                      <a:r>
                        <a:rPr lang="en-GB" sz="1000" b="1" i="0" kern="1200">
                          <a:solidFill>
                            <a:schemeClr val="tx1"/>
                          </a:solidFill>
                          <a:latin typeface="+mn-lt"/>
                          <a:ea typeface="+mn-ea"/>
                          <a:cs typeface="+mn-cs"/>
                        </a:rPr>
                        <a:t>+ FOLFOX </a:t>
                      </a:r>
                      <a:r>
                        <a:rPr lang="en-GB" sz="1000" b="0" i="0" kern="1200">
                          <a:solidFill>
                            <a:schemeClr val="tx1"/>
                          </a:solidFill>
                          <a:latin typeface="+mn-lt"/>
                          <a:ea typeface="+mn-ea"/>
                          <a:cs typeface="+mn-cs"/>
                        </a:rPr>
                        <a:t>in</a:t>
                      </a:r>
                      <a:r>
                        <a:rPr lang="en-GB" sz="1000" b="1" i="0" kern="1200">
                          <a:solidFill>
                            <a:schemeClr val="tx1"/>
                          </a:solidFill>
                          <a:latin typeface="+mn-lt"/>
                          <a:ea typeface="+mn-ea"/>
                          <a:cs typeface="+mn-cs"/>
                        </a:rPr>
                        <a:t> </a:t>
                      </a:r>
                      <a:r>
                        <a:rPr lang="en-GB" sz="1000" i="0" kern="1200">
                          <a:solidFill>
                            <a:schemeClr val="tx1"/>
                          </a:solidFill>
                          <a:latin typeface="+mn-lt"/>
                          <a:ea typeface="+mn-ea"/>
                          <a:cs typeface="+mn-cs"/>
                        </a:rPr>
                        <a:t>a JP population greater than 5 pts</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Generating safety and efficacy data for tislelizumab + FOLFOX would support regulatory approval and clinical uptake, as FOLFOX is the SoC </a:t>
                      </a:r>
                      <a:r>
                        <a:rPr lang="en-US" sz="1000" err="1"/>
                        <a:t>CTx</a:t>
                      </a:r>
                      <a:r>
                        <a:rPr lang="en-US" sz="1000"/>
                        <a:t> backbone in Japan, where local data are required for approval. Such local data would help secure broad market access, potentially strengthening reimbursement negotiations with payers.</a:t>
                      </a:r>
                      <a:endParaRPr lang="en-US" sz="1000" b="1">
                        <a:highlight>
                          <a:srgbClr val="FFFF00"/>
                        </a:highlight>
                      </a:endParaRPr>
                    </a:p>
                  </a:txBody>
                  <a:tcPr anchor="ctr">
                    <a:solidFill>
                      <a:srgbClr val="E7E7E7"/>
                    </a:solidFill>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tc>
                <a:extLst>
                  <a:ext uri="{0D108BD9-81ED-4DB2-BD59-A6C34878D82A}">
                    <a16:rowId xmlns:a16="http://schemas.microsoft.com/office/drawing/2014/main" val="1667024452"/>
                  </a:ext>
                </a:extLst>
              </a:tr>
              <a:tr h="64800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2</a:t>
                      </a:r>
                    </a:p>
                  </a:txBody>
                  <a:tcPr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41361170"/>
                  </a:ext>
                </a:extLst>
              </a:tr>
              <a:tr h="504000">
                <a:tc rowSpan="3">
                  <a:txBody>
                    <a:bodyPr/>
                    <a:lstStyle/>
                    <a:p>
                      <a:endParaRPr lang="en-US" sz="1000"/>
                    </a:p>
                  </a:txBody>
                  <a:tcPr anchor="ctr">
                    <a:solidFill>
                      <a:srgbClr val="CBCBCB"/>
                    </a:solidFill>
                  </a:tcPr>
                </a:tc>
                <a:tc rowSpan="3">
                  <a:txBody>
                    <a:bodyPr/>
                    <a:lstStyle/>
                    <a:p>
                      <a:r>
                        <a:rPr lang="en-GB" sz="1000" b="1" strike="noStrike">
                          <a:effectLst/>
                        </a:rPr>
                        <a:t>Clinical evidence in patients with </a:t>
                      </a:r>
                      <a:r>
                        <a:rPr lang="en-GB" sz="1000" b="1" strike="noStrike" err="1">
                          <a:effectLst/>
                        </a:rPr>
                        <a:t>esophageal</a:t>
                      </a:r>
                      <a:r>
                        <a:rPr lang="en-GB" sz="1000" b="1" strike="noStrike">
                          <a:effectLst/>
                        </a:rPr>
                        <a:t> adenocarcinoma </a:t>
                      </a:r>
                      <a:r>
                        <a:rPr lang="en-GB" sz="1000" strike="noStrike">
                          <a:effectLst/>
                        </a:rPr>
                        <a:t>to supplement the current squamous-only study population</a:t>
                      </a:r>
                      <a:endParaRPr lang="en-GB" sz="1000" strike="noStrike"/>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highlight>
                          <a:srgbClr val="00FFFF"/>
                        </a:highlight>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1,2</a:t>
                      </a:r>
                    </a:p>
                  </a:txBody>
                  <a:tcPr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Current studies are limited to squamous histology only while additional data in esophageal adenocarcinoma would broaden the potential market for tislelizumab. Such clinical evidence would enable </a:t>
                      </a:r>
                      <a:r>
                        <a:rPr lang="en-US" sz="1000" err="1"/>
                        <a:t>BeOne</a:t>
                      </a:r>
                      <a:r>
                        <a:rPr lang="en-US" sz="1000"/>
                        <a:t> to maintain and continue to build solid tumor leadership through expanding the eligible ESCC patient population for tislelizumab. </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2595247571"/>
                  </a:ext>
                </a:extLst>
              </a:tr>
              <a:tr h="50400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highlight>
                          <a:srgbClr val="00FFFF"/>
                        </a:highlight>
                      </a:endParaRPr>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1,2</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357676072"/>
                  </a:ext>
                </a:extLst>
              </a:tr>
              <a:tr h="50400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highlight>
                          <a:srgbClr val="00FFFF"/>
                        </a:highlight>
                      </a:endParaRPr>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1,4</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025767569"/>
                  </a:ext>
                </a:extLst>
              </a:tr>
              <a:tr h="345579">
                <a:tc>
                  <a:txBody>
                    <a:bodyPr/>
                    <a:lstStyle/>
                    <a:p>
                      <a:pPr algn="ctr"/>
                      <a:r>
                        <a:rPr lang="en-US" sz="1200" b="1">
                          <a:solidFill>
                            <a:schemeClr val="bg1"/>
                          </a:solidFill>
                        </a:rPr>
                        <a:t>Key Markets</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Medium Priority Gaps</a:t>
                      </a:r>
                    </a:p>
                  </a:txBody>
                  <a:tcPr anchor="c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accent5">
                        <a:lumMod val="50000"/>
                      </a:schemeClr>
                    </a:solidFill>
                  </a:tcPr>
                </a:tc>
                <a:extLst>
                  <a:ext uri="{0D108BD9-81ED-4DB2-BD59-A6C34878D82A}">
                    <a16:rowId xmlns:a16="http://schemas.microsoft.com/office/drawing/2014/main" val="2890180195"/>
                  </a:ext>
                </a:extLst>
              </a:tr>
              <a:tr h="972000">
                <a:tc>
                  <a:txBody>
                    <a:bodyPr/>
                    <a:lstStyle/>
                    <a:p>
                      <a:endParaRPr lang="en-US" sz="10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[1L]: Need for exploratory biomarker data in patients with </a:t>
                      </a:r>
                      <a:r>
                        <a:rPr lang="en-GB" sz="1000" b="1"/>
                        <a:t>early and long- lasting response </a:t>
                      </a:r>
                      <a:r>
                        <a:rPr lang="en-GB" sz="1000"/>
                        <a:t>to tislelizumab</a:t>
                      </a:r>
                      <a:endParaRPr lang="en-US" sz="1000"/>
                    </a:p>
                    <a:p>
                      <a:endParaRPr lang="en-US" sz="1000" strike="sngStrike">
                        <a:solidFill>
                          <a:srgbClr val="C00000"/>
                        </a:solidFill>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strike="sngStrike">
                        <a:solidFill>
                          <a:schemeClr val="accent1"/>
                        </a:solidFill>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1, 2</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Identifying predictive biomarkers in patients with early and long-lasting response to tislelizumab would help refine patient section and maximize treatment response rates, driving tislelizumab’s competitive differentiation via a more personalized treatment approach.</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solidFill>
                      <a:srgbClr val="E7E7E7"/>
                    </a:solidFill>
                  </a:tcPr>
                </a:tc>
                <a:extLst>
                  <a:ext uri="{0D108BD9-81ED-4DB2-BD59-A6C34878D82A}">
                    <a16:rowId xmlns:a16="http://schemas.microsoft.com/office/drawing/2014/main" val="1488911755"/>
                  </a:ext>
                </a:extLst>
              </a:tr>
            </a:tbl>
          </a:graphicData>
        </a:graphic>
      </p:graphicFrame>
      <p:pic>
        <p:nvPicPr>
          <p:cNvPr id="10" name="Graphic 9">
            <a:extLst>
              <a:ext uri="{FF2B5EF4-FFF2-40B4-BE49-F238E27FC236}">
                <a16:creationId xmlns:a16="http://schemas.microsoft.com/office/drawing/2014/main" id="{4021F39D-6BB1-5CCF-D7E2-C55FFAB84B95}"/>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68389" y="3878159"/>
            <a:ext cx="329184" cy="329184"/>
          </a:xfrm>
          <a:prstGeom prst="rect">
            <a:avLst/>
          </a:prstGeom>
        </p:spPr>
      </p:pic>
      <p:pic>
        <p:nvPicPr>
          <p:cNvPr id="15" name="Picture 14" descr="A red circle with white circle in center&#10;&#10;AI-generated content may be incorrect.">
            <a:extLst>
              <a:ext uri="{FF2B5EF4-FFF2-40B4-BE49-F238E27FC236}">
                <a16:creationId xmlns:a16="http://schemas.microsoft.com/office/drawing/2014/main" id="{3EB58AA6-2B24-DDC0-F66E-7357FBE7E1F7}"/>
              </a:ext>
            </a:extLst>
          </p:cNvPr>
          <p:cNvPicPr>
            <a:picLocks noChangeAspect="1"/>
          </p:cNvPicPr>
          <p:nvPr/>
        </p:nvPicPr>
        <p:blipFill>
          <a:blip r:embed="rId7"/>
          <a:stretch>
            <a:fillRect/>
          </a:stretch>
        </p:blipFill>
        <p:spPr>
          <a:xfrm>
            <a:off x="768389" y="2405441"/>
            <a:ext cx="329184" cy="332023"/>
          </a:xfrm>
          <a:prstGeom prst="rect">
            <a:avLst/>
          </a:prstGeom>
        </p:spPr>
      </p:pic>
      <p:pic>
        <p:nvPicPr>
          <p:cNvPr id="62" name="Graphic 61">
            <a:extLst>
              <a:ext uri="{FF2B5EF4-FFF2-40B4-BE49-F238E27FC236}">
                <a16:creationId xmlns:a16="http://schemas.microsoft.com/office/drawing/2014/main" id="{C5C7A990-DEB6-8688-9C9C-5B71E293001B}"/>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5563" y="3847343"/>
            <a:ext cx="288000" cy="288000"/>
          </a:xfrm>
          <a:prstGeom prst="rect">
            <a:avLst/>
          </a:prstGeom>
        </p:spPr>
      </p:pic>
      <p:sp>
        <p:nvSpPr>
          <p:cNvPr id="64" name="Left Bracket 63">
            <a:extLst>
              <a:ext uri="{FF2B5EF4-FFF2-40B4-BE49-F238E27FC236}">
                <a16:creationId xmlns:a16="http://schemas.microsoft.com/office/drawing/2014/main" id="{9821787B-AAFD-8E25-2C1F-1505E447B4EF}"/>
              </a:ext>
            </a:extLst>
          </p:cNvPr>
          <p:cNvSpPr/>
          <p:nvPr/>
        </p:nvSpPr>
        <p:spPr>
          <a:xfrm>
            <a:off x="274776" y="1957343"/>
            <a:ext cx="84879" cy="4068000"/>
          </a:xfrm>
          <a:prstGeom prst="leftBracket">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32" name="Group 31">
            <a:extLst>
              <a:ext uri="{FF2B5EF4-FFF2-40B4-BE49-F238E27FC236}">
                <a16:creationId xmlns:a16="http://schemas.microsoft.com/office/drawing/2014/main" id="{F8D42401-1B8F-4C2F-0222-74AB8CE47104}"/>
              </a:ext>
            </a:extLst>
          </p:cNvPr>
          <p:cNvGrpSpPr/>
          <p:nvPr/>
        </p:nvGrpSpPr>
        <p:grpSpPr>
          <a:xfrm>
            <a:off x="644313" y="5348038"/>
            <a:ext cx="577336" cy="329184"/>
            <a:chOff x="644313" y="5789770"/>
            <a:chExt cx="577336" cy="329184"/>
          </a:xfrm>
        </p:grpSpPr>
        <p:pic>
          <p:nvPicPr>
            <p:cNvPr id="39" name="Graphic 38">
              <a:extLst>
                <a:ext uri="{FF2B5EF4-FFF2-40B4-BE49-F238E27FC236}">
                  <a16:creationId xmlns:a16="http://schemas.microsoft.com/office/drawing/2014/main" id="{B406F41C-8947-C9AC-A00A-A610675355D8}"/>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44313" y="5789770"/>
              <a:ext cx="329184" cy="329184"/>
            </a:xfrm>
            <a:prstGeom prst="rect">
              <a:avLst/>
            </a:prstGeom>
          </p:spPr>
        </p:pic>
        <p:pic>
          <p:nvPicPr>
            <p:cNvPr id="40" name="Picture 39">
              <a:extLst>
                <a:ext uri="{FF2B5EF4-FFF2-40B4-BE49-F238E27FC236}">
                  <a16:creationId xmlns:a16="http://schemas.microsoft.com/office/drawing/2014/main" id="{585E3CE5-E28C-565E-F00F-6F8F7AE27067}"/>
                </a:ext>
              </a:extLst>
            </p:cNvPr>
            <p:cNvPicPr>
              <a:picLocks noChangeAspect="1"/>
            </p:cNvPicPr>
            <p:nvPr/>
          </p:nvPicPr>
          <p:blipFill rotWithShape="1">
            <a:blip r:embed="rId10"/>
            <a:srcRect l="14865" t="17319" r="20459" b="14006"/>
            <a:stretch/>
          </p:blipFill>
          <p:spPr>
            <a:xfrm>
              <a:off x="892465" y="5789770"/>
              <a:ext cx="329184" cy="329184"/>
            </a:xfrm>
            <a:prstGeom prst="ellipse">
              <a:avLst/>
            </a:prstGeom>
          </p:spPr>
        </p:pic>
      </p:grpSp>
      <p:pic>
        <p:nvPicPr>
          <p:cNvPr id="41" name="Picture 2" descr="European Society for Medical Oncology (ESMO) - YouTube">
            <a:extLst>
              <a:ext uri="{FF2B5EF4-FFF2-40B4-BE49-F238E27FC236}">
                <a16:creationId xmlns:a16="http://schemas.microsoft.com/office/drawing/2014/main" id="{38D36774-4C4E-E432-E667-8B3BAD6A287F}"/>
              </a:ext>
            </a:extLst>
          </p:cNvPr>
          <p:cNvPicPr>
            <a:picLocks noChangeAspect="1"/>
          </p:cNvPicPr>
          <p:nvPr/>
        </p:nvPicPr>
        <p:blipFill rotWithShape="1">
          <a:blip r:embed="rId11">
            <a:extLst>
              <a:ext uri="{28A0092B-C50C-407E-A947-70E740481C1C}">
                <a14:useLocalDpi xmlns:a14="http://schemas.microsoft.com/office/drawing/2010/main" val="0"/>
              </a:ext>
            </a:extLst>
          </a:blip>
          <a:srcRect/>
          <a:stretch/>
        </p:blipFill>
        <p:spPr bwMode="auto">
          <a:xfrm>
            <a:off x="3592561" y="5763958"/>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Group 41">
            <a:extLst>
              <a:ext uri="{FF2B5EF4-FFF2-40B4-BE49-F238E27FC236}">
                <a16:creationId xmlns:a16="http://schemas.microsoft.com/office/drawing/2014/main" id="{5AE4B803-052A-8340-1236-025AF1240608}"/>
              </a:ext>
            </a:extLst>
          </p:cNvPr>
          <p:cNvGrpSpPr/>
          <p:nvPr/>
        </p:nvGrpSpPr>
        <p:grpSpPr>
          <a:xfrm>
            <a:off x="4870792" y="687287"/>
            <a:ext cx="7084890" cy="582211"/>
            <a:chOff x="1328347" y="687287"/>
            <a:chExt cx="7084890" cy="582211"/>
          </a:xfrm>
        </p:grpSpPr>
        <p:grpSp>
          <p:nvGrpSpPr>
            <p:cNvPr id="2" name="Group 1">
              <a:extLst>
                <a:ext uri="{FF2B5EF4-FFF2-40B4-BE49-F238E27FC236}">
                  <a16:creationId xmlns:a16="http://schemas.microsoft.com/office/drawing/2014/main" id="{0E8E20E8-8E46-B808-BDC2-CD3D6F323986}"/>
                </a:ext>
              </a:extLst>
            </p:cNvPr>
            <p:cNvGrpSpPr/>
            <p:nvPr/>
          </p:nvGrpSpPr>
          <p:grpSpPr>
            <a:xfrm>
              <a:off x="1328347" y="687287"/>
              <a:ext cx="6454552" cy="582211"/>
              <a:chOff x="5034616" y="687287"/>
              <a:chExt cx="6454552" cy="582211"/>
            </a:xfrm>
          </p:grpSpPr>
          <p:grpSp>
            <p:nvGrpSpPr>
              <p:cNvPr id="11" name="Group 10">
                <a:extLst>
                  <a:ext uri="{FF2B5EF4-FFF2-40B4-BE49-F238E27FC236}">
                    <a16:creationId xmlns:a16="http://schemas.microsoft.com/office/drawing/2014/main" id="{B6A098FF-0306-E123-559D-3E0A24C778B3}"/>
                  </a:ext>
                </a:extLst>
              </p:cNvPr>
              <p:cNvGrpSpPr/>
              <p:nvPr/>
            </p:nvGrpSpPr>
            <p:grpSpPr>
              <a:xfrm>
                <a:off x="5034616" y="730889"/>
                <a:ext cx="4876763" cy="538609"/>
                <a:chOff x="7315237" y="702314"/>
                <a:chExt cx="4876763" cy="538609"/>
              </a:xfrm>
            </p:grpSpPr>
            <p:sp>
              <p:nvSpPr>
                <p:cNvPr id="26" name="TextBox 25">
                  <a:extLst>
                    <a:ext uri="{FF2B5EF4-FFF2-40B4-BE49-F238E27FC236}">
                      <a16:creationId xmlns:a16="http://schemas.microsoft.com/office/drawing/2014/main" id="{E591A142-ABC8-1B6A-CFC5-67240EF340AE}"/>
                    </a:ext>
                  </a:extLst>
                </p:cNvPr>
                <p:cNvSpPr txBox="1"/>
                <p:nvPr/>
              </p:nvSpPr>
              <p:spPr>
                <a:xfrm>
                  <a:off x="7315237" y="917758"/>
                  <a:ext cx="3033400"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nvGrpSpPr>
                <p:cNvPr id="25" name="Group 24">
                  <a:extLst>
                    <a:ext uri="{FF2B5EF4-FFF2-40B4-BE49-F238E27FC236}">
                      <a16:creationId xmlns:a16="http://schemas.microsoft.com/office/drawing/2014/main" id="{578F92A8-97A9-31C3-B894-64D7579EEAD8}"/>
                    </a:ext>
                  </a:extLst>
                </p:cNvPr>
                <p:cNvGrpSpPr/>
                <p:nvPr/>
              </p:nvGrpSpPr>
              <p:grpSpPr>
                <a:xfrm>
                  <a:off x="7636378" y="702314"/>
                  <a:ext cx="4555622" cy="538609"/>
                  <a:chOff x="8842110" y="702314"/>
                  <a:chExt cx="4555622" cy="538609"/>
                </a:xfrm>
              </p:grpSpPr>
              <p:sp>
                <p:nvSpPr>
                  <p:cNvPr id="27" name="TextBox 26">
                    <a:extLst>
                      <a:ext uri="{FF2B5EF4-FFF2-40B4-BE49-F238E27FC236}">
                        <a16:creationId xmlns:a16="http://schemas.microsoft.com/office/drawing/2014/main" id="{60F4125D-39EA-51EA-412C-6FC4AB6B6856}"/>
                      </a:ext>
                    </a:extLst>
                  </p:cNvPr>
                  <p:cNvSpPr txBox="1"/>
                  <p:nvPr/>
                </p:nvSpPr>
                <p:spPr>
                  <a:xfrm>
                    <a:off x="8842110" y="702314"/>
                    <a:ext cx="4555622"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Poppins"/>
                      <a:ea typeface="+mn-ea"/>
                      <a:cs typeface="+mn-cs"/>
                    </a:endParaRPr>
                  </a:p>
                  <a:p>
                    <a:pPr lvl="0">
                      <a:spcAft>
                        <a:spcPts val="100"/>
                      </a:spcAf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lang="en-US" sz="900">
                        <a:solidFill>
                          <a:srgbClr val="000000"/>
                        </a:solidFill>
                      </a:rPr>
                      <a:t> Gaps for which tactics were developed during WS (May ‘25)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28" name="Graphic 27">
                    <a:extLst>
                      <a:ext uri="{FF2B5EF4-FFF2-40B4-BE49-F238E27FC236}">
                        <a16:creationId xmlns:a16="http://schemas.microsoft.com/office/drawing/2014/main" id="{5C0E22E4-723D-FC14-104B-86F1D977429B}"/>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9142249" y="950352"/>
                    <a:ext cx="216000" cy="216000"/>
                  </a:xfrm>
                  <a:prstGeom prst="rect">
                    <a:avLst/>
                  </a:prstGeom>
                </p:spPr>
              </p:pic>
            </p:grpSp>
          </p:grpSp>
          <p:grpSp>
            <p:nvGrpSpPr>
              <p:cNvPr id="12" name="Group 11">
                <a:extLst>
                  <a:ext uri="{FF2B5EF4-FFF2-40B4-BE49-F238E27FC236}">
                    <a16:creationId xmlns:a16="http://schemas.microsoft.com/office/drawing/2014/main" id="{9CADE68A-BD58-661D-D511-DAB59A50B96D}"/>
                  </a:ext>
                </a:extLst>
              </p:cNvPr>
              <p:cNvGrpSpPr/>
              <p:nvPr/>
            </p:nvGrpSpPr>
            <p:grpSpPr>
              <a:xfrm>
                <a:off x="5034617" y="687287"/>
                <a:ext cx="6454551" cy="323165"/>
                <a:chOff x="9702263" y="10164"/>
                <a:chExt cx="6636476" cy="323165"/>
              </a:xfrm>
            </p:grpSpPr>
            <p:sp>
              <p:nvSpPr>
                <p:cNvPr id="13" name="TextBox 12">
                  <a:extLst>
                    <a:ext uri="{FF2B5EF4-FFF2-40B4-BE49-F238E27FC236}">
                      <a16:creationId xmlns:a16="http://schemas.microsoft.com/office/drawing/2014/main" id="{9188F5EA-ABE7-FFC2-6725-3AB4B19F9F88}"/>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4" name="Rectangle 13">
                  <a:extLst>
                    <a:ext uri="{FF2B5EF4-FFF2-40B4-BE49-F238E27FC236}">
                      <a16:creationId xmlns:a16="http://schemas.microsoft.com/office/drawing/2014/main" id="{A01835B6-14B5-3938-1D82-3A83B95D6F34}"/>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6" name="Rectangle 15">
                  <a:extLst>
                    <a:ext uri="{FF2B5EF4-FFF2-40B4-BE49-F238E27FC236}">
                      <a16:creationId xmlns:a16="http://schemas.microsoft.com/office/drawing/2014/main" id="{8F29CDF7-DCE1-2AE5-F8A5-2A007691A282}"/>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4" name="Rectangle 23">
                  <a:extLst>
                    <a:ext uri="{FF2B5EF4-FFF2-40B4-BE49-F238E27FC236}">
                      <a16:creationId xmlns:a16="http://schemas.microsoft.com/office/drawing/2014/main" id="{0B764052-9309-6A6A-DDBA-4455DE99284A}"/>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grpSp>
          <p:nvGrpSpPr>
            <p:cNvPr id="31" name="Group 30">
              <a:extLst>
                <a:ext uri="{FF2B5EF4-FFF2-40B4-BE49-F238E27FC236}">
                  <a16:creationId xmlns:a16="http://schemas.microsoft.com/office/drawing/2014/main" id="{8B10B4D9-B1AE-73A6-3C36-3F6F20307483}"/>
                </a:ext>
              </a:extLst>
            </p:cNvPr>
            <p:cNvGrpSpPr/>
            <p:nvPr/>
          </p:nvGrpSpPr>
          <p:grpSpPr>
            <a:xfrm>
              <a:off x="5801410" y="906238"/>
              <a:ext cx="2611827" cy="323165"/>
              <a:chOff x="4632673" y="844327"/>
              <a:chExt cx="2611827" cy="323165"/>
            </a:xfrm>
          </p:grpSpPr>
          <p:sp>
            <p:nvSpPr>
              <p:cNvPr id="35" name="TextBox 34">
                <a:extLst>
                  <a:ext uri="{FF2B5EF4-FFF2-40B4-BE49-F238E27FC236}">
                    <a16:creationId xmlns:a16="http://schemas.microsoft.com/office/drawing/2014/main" id="{575FE66F-D05B-7967-37F3-4471A4150752}"/>
                  </a:ext>
                </a:extLst>
              </p:cNvPr>
              <p:cNvSpPr txBox="1"/>
              <p:nvPr/>
            </p:nvSpPr>
            <p:spPr>
              <a:xfrm>
                <a:off x="4943241" y="844327"/>
                <a:ext cx="2301259" cy="323165"/>
              </a:xfrm>
              <a:prstGeom prst="rect">
                <a:avLst/>
              </a:prstGeom>
              <a:noFill/>
            </p:spPr>
            <p:txBody>
              <a:bodyPr wrap="square" lIns="91440" tIns="91440" rIns="91440" bIns="91440" rtlCol="0">
                <a:spAutoFit/>
              </a:bodyPr>
              <a:lstStyle/>
              <a:p>
                <a:pPr lvl="0">
                  <a:spcAft>
                    <a:spcPts val="600"/>
                  </a:spcAft>
                  <a:defRPr/>
                </a:pP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36" name="Picture 2" descr="European Society for Medical Oncology (ESMO) - YouTube">
                <a:extLst>
                  <a:ext uri="{FF2B5EF4-FFF2-40B4-BE49-F238E27FC236}">
                    <a16:creationId xmlns:a16="http://schemas.microsoft.com/office/drawing/2014/main" id="{DF8A4E4E-26EA-5A9C-9C7D-B793FCB77679}"/>
                  </a:ext>
                </a:extLst>
              </p:cNvPr>
              <p:cNvPicPr>
                <a:picLocks noChangeAspect="1"/>
              </p:cNvPicPr>
              <p:nvPr/>
            </p:nvPicPr>
            <p:blipFill rotWithShape="1">
              <a:blip r:embed="rId11">
                <a:extLst>
                  <a:ext uri="{28A0092B-C50C-407E-A947-70E740481C1C}">
                    <a14:useLocalDpi xmlns:a14="http://schemas.microsoft.com/office/drawing/2010/main" val="0"/>
                  </a:ext>
                </a:extLst>
              </a:blip>
              <a:srcRect/>
              <a:stretch/>
            </p:blipFill>
            <p:spPr bwMode="auto">
              <a:xfrm>
                <a:off x="4632673" y="947560"/>
                <a:ext cx="396000" cy="14668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6" name="Footer Placeholder 3">
            <a:extLst>
              <a:ext uri="{FF2B5EF4-FFF2-40B4-BE49-F238E27FC236}">
                <a16:creationId xmlns:a16="http://schemas.microsoft.com/office/drawing/2014/main" id="{99C83DA5-35C3-6AB3-5FB6-1345C10DE31F}"/>
              </a:ext>
            </a:extLst>
          </p:cNvPr>
          <p:cNvSpPr>
            <a:spLocks noGrp="1"/>
          </p:cNvSpPr>
          <p:nvPr>
            <p:ph type="ftr" sz="quarter" idx="10"/>
          </p:nvPr>
        </p:nvSpPr>
        <p:spPr>
          <a:xfrm>
            <a:off x="358337" y="6452157"/>
            <a:ext cx="8464388" cy="365760"/>
          </a:xfrm>
        </p:spPr>
        <p:txBody>
          <a:bodyPr/>
          <a:lstStyle/>
          <a:p>
            <a:pPr>
              <a:defRPr/>
            </a:pPr>
            <a:r>
              <a:rPr lang="en-US"/>
              <a:t>Note:</a:t>
            </a:r>
            <a:r>
              <a:rPr lang="en-GB"/>
              <a:t> * Medical Objectives: </a:t>
            </a:r>
            <a:r>
              <a:rPr lang="en-GB" b="1"/>
              <a:t>Drive Differentiation:</a:t>
            </a:r>
            <a:r>
              <a:rPr lang="en-GB"/>
              <a:t> 1. Evidence-Based Differentiation 2. Communicate One Scientific Story 3. Competitive Medical Mindset 4. </a:t>
            </a:r>
            <a:r>
              <a:rPr lang="en-GB" err="1"/>
              <a:t>BeOne</a:t>
            </a:r>
            <a:r>
              <a:rPr lang="en-GB"/>
              <a:t> Experience; </a:t>
            </a:r>
            <a:r>
              <a:rPr lang="en-GB" b="1"/>
              <a:t>Secure Broad Access: </a:t>
            </a:r>
            <a:r>
              <a:rPr lang="en-GB"/>
              <a:t>1. Integrated Evidence Generation 2. Support Market Access 3. Expanded Access Program; </a:t>
            </a:r>
            <a:r>
              <a:rPr lang="en-GB" b="1"/>
              <a:t>Build Solid </a:t>
            </a:r>
            <a:r>
              <a:rPr lang="en-GB" b="1" err="1"/>
              <a:t>Tumor</a:t>
            </a:r>
            <a:r>
              <a:rPr lang="en-GB" b="1"/>
              <a:t> Leadership: </a:t>
            </a:r>
            <a:r>
              <a:rPr lang="en-GB"/>
              <a:t>1. KOL Engagement and Advocacy 2. Research Collaboration 3. Solid </a:t>
            </a:r>
            <a:r>
              <a:rPr lang="en-GB" err="1"/>
              <a:t>Tumor</a:t>
            </a:r>
            <a:r>
              <a:rPr lang="en-GB"/>
              <a:t> Awareness 4. Maintain and Continue to Build</a:t>
            </a:r>
            <a:endParaRPr lang="en-US"/>
          </a:p>
          <a:p>
            <a:pPr lvl="0">
              <a:defRPr/>
            </a:pPr>
            <a:r>
              <a:rPr lang="en-US">
                <a:solidFill>
                  <a:srgbClr val="000000">
                    <a:lumMod val="65000"/>
                    <a:lumOff val="35000"/>
                  </a:srgbClr>
                </a:solidFill>
              </a:rPr>
              <a:t>Abbreviations: </a:t>
            </a:r>
            <a:r>
              <a:rPr lang="en-US" err="1">
                <a:solidFill>
                  <a:srgbClr val="000000">
                    <a:lumMod val="65000"/>
                    <a:lumOff val="35000"/>
                  </a:srgbClr>
                </a:solidFill>
              </a:rPr>
              <a:t>CTx</a:t>
            </a:r>
            <a:r>
              <a:rPr lang="en-US">
                <a:solidFill>
                  <a:srgbClr val="000000">
                    <a:lumMod val="65000"/>
                    <a:lumOff val="35000"/>
                  </a:srgbClr>
                </a:solidFill>
              </a:rPr>
              <a:t>: Chemotherapy; ESCC: Esophageal Squamous Cell Carcinoma; FOLFOX: Folinic Acid-Fluorouracil-Oxaliplatin; KOL: Key Opinion Leader; SIs: Strategic Imperatives; SoC: Standard of Care</a:t>
            </a:r>
            <a:endParaRPr kumimoji="0" lang="en-US" sz="700" b="0" i="0" u="none" strike="noStrike" kern="1200" cap="none" spc="0" normalizeH="0" baseline="0" noProof="0">
              <a:ln>
                <a:noFill/>
              </a:ln>
              <a:solidFill>
                <a:srgbClr val="000000">
                  <a:lumMod val="65000"/>
                  <a:lumOff val="35000"/>
                </a:srgbClr>
              </a:solidFill>
              <a:effectLst/>
              <a:highlight>
                <a:srgbClr val="FFFF00"/>
              </a:highlight>
              <a:uLnTx/>
              <a:uFillTx/>
              <a:latin typeface="Poppins"/>
              <a:ea typeface="+mn-ea"/>
              <a:cs typeface="+mn-cs"/>
            </a:endParaRPr>
          </a:p>
        </p:txBody>
      </p:sp>
      <p:grpSp>
        <p:nvGrpSpPr>
          <p:cNvPr id="44" name="Group 43">
            <a:extLst>
              <a:ext uri="{FF2B5EF4-FFF2-40B4-BE49-F238E27FC236}">
                <a16:creationId xmlns:a16="http://schemas.microsoft.com/office/drawing/2014/main" id="{29D4DD67-DCEC-5ACE-8F93-9B71745C77DC}"/>
              </a:ext>
            </a:extLst>
          </p:cNvPr>
          <p:cNvGrpSpPr/>
          <p:nvPr/>
        </p:nvGrpSpPr>
        <p:grpSpPr>
          <a:xfrm>
            <a:off x="-9526" y="-7584"/>
            <a:ext cx="11686057" cy="180000"/>
            <a:chOff x="-9526" y="-7584"/>
            <a:chExt cx="11686057" cy="180000"/>
          </a:xfrm>
        </p:grpSpPr>
        <p:sp>
          <p:nvSpPr>
            <p:cNvPr id="45" name="Rectangle 44">
              <a:extLst>
                <a:ext uri="{FF2B5EF4-FFF2-40B4-BE49-F238E27FC236}">
                  <a16:creationId xmlns:a16="http://schemas.microsoft.com/office/drawing/2014/main" id="{DC646D7A-9CA2-9A54-C0D1-39EAD85AD4BC}"/>
                </a:ext>
              </a:extLst>
            </p:cNvPr>
            <p:cNvSpPr/>
            <p:nvPr/>
          </p:nvSpPr>
          <p:spPr>
            <a:xfrm>
              <a:off x="-9526" y="-7584"/>
              <a:ext cx="1916893" cy="180000"/>
            </a:xfrm>
            <a:prstGeom prst="rect">
              <a:avLst/>
            </a:prstGeom>
            <a:solidFill>
              <a:srgbClr val="52191D"/>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47" name="Arrow: Pentagon 46">
              <a:extLst>
                <a:ext uri="{FF2B5EF4-FFF2-40B4-BE49-F238E27FC236}">
                  <a16:creationId xmlns:a16="http://schemas.microsoft.com/office/drawing/2014/main" id="{378F53C5-29E2-5C78-3026-8B9FEF39F506}"/>
                </a:ext>
              </a:extLst>
            </p:cNvPr>
            <p:cNvSpPr/>
            <p:nvPr/>
          </p:nvSpPr>
          <p:spPr>
            <a:xfrm>
              <a:off x="1907367"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48" name="Arrow: Chevron 47">
              <a:extLst>
                <a:ext uri="{FF2B5EF4-FFF2-40B4-BE49-F238E27FC236}">
                  <a16:creationId xmlns:a16="http://schemas.microsoft.com/office/drawing/2014/main" id="{6FD81AB0-8ECE-793B-C07F-E2B4C7CC1F1D}"/>
                </a:ext>
              </a:extLst>
            </p:cNvPr>
            <p:cNvSpPr/>
            <p:nvPr/>
          </p:nvSpPr>
          <p:spPr>
            <a:xfrm>
              <a:off x="4423162"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49" name="Arrow: Chevron 48">
              <a:extLst>
                <a:ext uri="{FF2B5EF4-FFF2-40B4-BE49-F238E27FC236}">
                  <a16:creationId xmlns:a16="http://schemas.microsoft.com/office/drawing/2014/main" id="{78B32376-E9F9-1957-9645-54F2B7CFF195}"/>
                </a:ext>
              </a:extLst>
            </p:cNvPr>
            <p:cNvSpPr/>
            <p:nvPr/>
          </p:nvSpPr>
          <p:spPr>
            <a:xfrm>
              <a:off x="6816107"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50" name="Arrow: Chevron 49">
              <a:extLst>
                <a:ext uri="{FF2B5EF4-FFF2-40B4-BE49-F238E27FC236}">
                  <a16:creationId xmlns:a16="http://schemas.microsoft.com/office/drawing/2014/main" id="{FF9F5E63-09A2-570F-397F-0F331412FB0C}"/>
                </a:ext>
              </a:extLst>
            </p:cNvPr>
            <p:cNvSpPr/>
            <p:nvPr/>
          </p:nvSpPr>
          <p:spPr>
            <a:xfrm>
              <a:off x="921718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762411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DEA45-E9C9-3D01-FBCF-DA3D277323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05FDEE4-ECCD-4525-4528-3266EC87E0D6}"/>
              </a:ext>
            </a:extLst>
          </p:cNvPr>
          <p:cNvGraphicFramePr>
            <a:graphicFrameLocks noChangeAspect="1"/>
          </p:cNvGraphicFramePr>
          <p:nvPr>
            <p:custDataLst>
              <p:tags r:id="rId1"/>
            </p:custDataLst>
            <p:extLst>
              <p:ext uri="{D42A27DB-BD31-4B8C-83A1-F6EECF244321}">
                <p14:modId xmlns:p14="http://schemas.microsoft.com/office/powerpoint/2010/main" val="3738653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E05FDEE4-ECCD-4525-4528-3266EC87E0D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EFBCDCF-7051-2E63-FC44-BB6F74C566FA}"/>
              </a:ext>
            </a:extLst>
          </p:cNvPr>
          <p:cNvSpPr>
            <a:spLocks noGrp="1"/>
          </p:cNvSpPr>
          <p:nvPr>
            <p:ph type="title"/>
          </p:nvPr>
        </p:nvSpPr>
        <p:spPr>
          <a:xfrm>
            <a:off x="358337" y="271427"/>
            <a:ext cx="11470125" cy="369332"/>
          </a:xfrm>
        </p:spPr>
        <p:txBody>
          <a:bodyPr vert="horz"/>
          <a:lstStyle/>
          <a:p>
            <a:r>
              <a:rPr lang="en-US" sz="2400"/>
              <a:t>Low Priority Evidence Gaps: Advanced/Metastatic ESCC</a:t>
            </a:r>
          </a:p>
        </p:txBody>
      </p:sp>
      <p:sp>
        <p:nvSpPr>
          <p:cNvPr id="4" name="Footer Placeholder 3">
            <a:extLst>
              <a:ext uri="{FF2B5EF4-FFF2-40B4-BE49-F238E27FC236}">
                <a16:creationId xmlns:a16="http://schemas.microsoft.com/office/drawing/2014/main" id="{A1B01638-30CA-C968-970F-1FA75E19F9ED}"/>
              </a:ext>
            </a:extLst>
          </p:cNvPr>
          <p:cNvSpPr>
            <a:spLocks noGrp="1"/>
          </p:cNvSpPr>
          <p:nvPr>
            <p:ph type="ftr" sz="quarter" idx="10"/>
          </p:nvPr>
        </p:nvSpPr>
        <p:spPr>
          <a:xfrm>
            <a:off x="358336" y="6382490"/>
            <a:ext cx="8530483" cy="365760"/>
          </a:xfrm>
        </p:spPr>
        <p:txBody>
          <a:bodyPr/>
          <a:lstStyle/>
          <a:p>
            <a:pPr>
              <a:defRPr/>
            </a:pPr>
            <a:r>
              <a:rPr lang="en-US">
                <a:solidFill>
                  <a:schemeClr val="bg1">
                    <a:lumMod val="50000"/>
                  </a:schemeClr>
                </a:solidFill>
              </a:rPr>
              <a:t>Note: 1. The “</a:t>
            </a:r>
            <a:r>
              <a:rPr lang="en-US" b="1">
                <a:solidFill>
                  <a:schemeClr val="bg1">
                    <a:lumMod val="50000"/>
                  </a:schemeClr>
                </a:solidFill>
              </a:rPr>
              <a:t>Tactic Identifier</a:t>
            </a:r>
            <a:r>
              <a:rPr lang="en-US">
                <a:solidFill>
                  <a:schemeClr val="bg1">
                    <a:lumMod val="50000"/>
                  </a:schemeClr>
                </a:solidFill>
              </a:rPr>
              <a:t>” is a numbering systems that catalogs all currently ongoing/planned evidence generation activities, as denoted by the HEOR publications, PRO publications, and post-hoc analysis proposal trackers. Additional information for each tactic can be found in the Appendix section, identified by its corresponding Tactic Identifier number</a:t>
            </a:r>
          </a:p>
          <a:p>
            <a:pPr>
              <a:defRPr/>
            </a:pPr>
            <a:r>
              <a:rPr lang="en-US">
                <a:solidFill>
                  <a:schemeClr val="bg1">
                    <a:lumMod val="50000"/>
                  </a:schemeClr>
                </a:solidFill>
              </a:rPr>
              <a:t>Abbreviations: </a:t>
            </a:r>
            <a:r>
              <a:rPr lang="en-US" err="1">
                <a:solidFill>
                  <a:srgbClr val="000000">
                    <a:lumMod val="65000"/>
                    <a:lumOff val="35000"/>
                  </a:srgbClr>
                </a:solidFill>
              </a:rPr>
              <a:t>CTx</a:t>
            </a:r>
            <a:r>
              <a:rPr lang="en-US">
                <a:solidFill>
                  <a:srgbClr val="000000">
                    <a:lumMod val="65000"/>
                    <a:lumOff val="35000"/>
                  </a:srgbClr>
                </a:solidFill>
              </a:rPr>
              <a:t>: Chemotherapy; ESCC: Esophageal Squamous Cell Carcinoma; FOLFOX: Folinic Acid-Fluorouracil-Oxaliplatin; HCP: Healthcare Professional; HTA: Health Tech Assessment; I-O: immuno-oncology; RWE: Real World Evidence</a:t>
            </a:r>
            <a:endParaRPr lang="en-US">
              <a:solidFill>
                <a:schemeClr val="bg1">
                  <a:lumMod val="50000"/>
                </a:schemeClr>
              </a:solidFill>
            </a:endParaRPr>
          </a:p>
        </p:txBody>
      </p:sp>
      <p:graphicFrame>
        <p:nvGraphicFramePr>
          <p:cNvPr id="9" name="Table 8">
            <a:extLst>
              <a:ext uri="{FF2B5EF4-FFF2-40B4-BE49-F238E27FC236}">
                <a16:creationId xmlns:a16="http://schemas.microsoft.com/office/drawing/2014/main" id="{34C98880-2DB8-6A82-12BC-44EFBF17F677}"/>
              </a:ext>
            </a:extLst>
          </p:cNvPr>
          <p:cNvGraphicFramePr>
            <a:graphicFrameLocks noGrp="1"/>
          </p:cNvGraphicFramePr>
          <p:nvPr>
            <p:extLst>
              <p:ext uri="{D42A27DB-BD31-4B8C-83A1-F6EECF244321}">
                <p14:modId xmlns:p14="http://schemas.microsoft.com/office/powerpoint/2010/main" val="2349910066"/>
              </p:ext>
            </p:extLst>
          </p:nvPr>
        </p:nvGraphicFramePr>
        <p:xfrm>
          <a:off x="358337" y="828832"/>
          <a:ext cx="11484000" cy="5396771"/>
        </p:xfrm>
        <a:graphic>
          <a:graphicData uri="http://schemas.openxmlformats.org/drawingml/2006/table">
            <a:tbl>
              <a:tblPr firstRow="1" bandRow="1">
                <a:tableStyleId>{073A0DAA-6AF3-43AB-8588-CEC1D06C72B9}</a:tableStyleId>
              </a:tblPr>
              <a:tblGrid>
                <a:gridCol w="1260000">
                  <a:extLst>
                    <a:ext uri="{9D8B030D-6E8A-4147-A177-3AD203B41FA5}">
                      <a16:colId xmlns:a16="http://schemas.microsoft.com/office/drawing/2014/main" val="4274197813"/>
                    </a:ext>
                  </a:extLst>
                </a:gridCol>
                <a:gridCol w="7344000">
                  <a:extLst>
                    <a:ext uri="{9D8B030D-6E8A-4147-A177-3AD203B41FA5}">
                      <a16:colId xmlns:a16="http://schemas.microsoft.com/office/drawing/2014/main" val="3409405350"/>
                    </a:ext>
                  </a:extLst>
                </a:gridCol>
                <a:gridCol w="1296000">
                  <a:extLst>
                    <a:ext uri="{9D8B030D-6E8A-4147-A177-3AD203B41FA5}">
                      <a16:colId xmlns:a16="http://schemas.microsoft.com/office/drawing/2014/main" val="1289286208"/>
                    </a:ext>
                  </a:extLst>
                </a:gridCol>
                <a:gridCol w="1584000">
                  <a:extLst>
                    <a:ext uri="{9D8B030D-6E8A-4147-A177-3AD203B41FA5}">
                      <a16:colId xmlns:a16="http://schemas.microsoft.com/office/drawing/2014/main" val="3333996433"/>
                    </a:ext>
                  </a:extLst>
                </a:gridCol>
              </a:tblGrid>
              <a:tr h="2880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Advanced/Metastatic ESCC</a:t>
                      </a:r>
                      <a:endParaRPr lang="en-US" sz="1200" b="1" i="1">
                        <a:solidFill>
                          <a:schemeClr val="bg1"/>
                        </a:solidFill>
                      </a:endParaRPr>
                    </a:p>
                  </a:txBody>
                  <a:tcPr anchor="ctr">
                    <a:solidFill>
                      <a:schemeClr val="accent5">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Low Priority Gaps</a:t>
                      </a:r>
                    </a:p>
                  </a:txBody>
                  <a:tcPr anchor="ct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r>
                        <a:rPr lang="en-GB" sz="1200" b="1" i="0" kern="1200" baseline="30000">
                          <a:solidFill>
                            <a:schemeClr val="bg1"/>
                          </a:solidFill>
                          <a:latin typeface="+mn-lt"/>
                          <a:ea typeface="+mn-ea"/>
                          <a:cs typeface="+mn-cs"/>
                        </a:rPr>
                        <a:t>1</a:t>
                      </a:r>
                      <a:endParaRPr lang="en-GB" sz="1200" b="1" i="0" kern="1200">
                        <a:solidFill>
                          <a:schemeClr val="bg1"/>
                        </a:solidFill>
                        <a:latin typeface="+mn-lt"/>
                        <a:ea typeface="+mn-ea"/>
                        <a:cs typeface="+mn-cs"/>
                      </a:endParaRPr>
                    </a:p>
                  </a:txBody>
                  <a:tcPr anchor="ctr">
                    <a:solidFill>
                      <a:schemeClr val="accent5">
                        <a:lumMod val="50000"/>
                      </a:schemeClr>
                    </a:solidFill>
                  </a:tcPr>
                </a:tc>
                <a:extLst>
                  <a:ext uri="{0D108BD9-81ED-4DB2-BD59-A6C34878D82A}">
                    <a16:rowId xmlns:a16="http://schemas.microsoft.com/office/drawing/2014/main" val="1667024452"/>
                  </a:ext>
                </a:extLst>
              </a:tr>
              <a:tr h="597269">
                <a:tc>
                  <a:txBody>
                    <a:bodyPr/>
                    <a:lstStyle/>
                    <a:p>
                      <a:endParaRPr lang="en-US" sz="1200"/>
                    </a:p>
                  </a:txBody>
                  <a:tcPr anchor="ctr">
                    <a:solidFill>
                      <a:srgbClr val="E7E7E7"/>
                    </a:solidFill>
                  </a:tcPr>
                </a:tc>
                <a:tc>
                  <a:txBody>
                    <a:bodyPr/>
                    <a:lstStyle/>
                    <a:p>
                      <a:r>
                        <a:rPr kumimoji="0" lang="en-US" sz="1000" b="1" i="0" u="none" strike="noStrike" kern="1200" cap="none" spc="0" normalizeH="0" baseline="0" noProof="0">
                          <a:ln>
                            <a:noFill/>
                          </a:ln>
                          <a:solidFill>
                            <a:schemeClr val="tx1"/>
                          </a:solidFill>
                          <a:effectLst/>
                          <a:uLnTx/>
                          <a:uFillTx/>
                          <a:latin typeface="+mn-lt"/>
                          <a:ea typeface="+mn-ea"/>
                          <a:cs typeface="+mn-cs"/>
                        </a:rPr>
                        <a:t>Need for locally relevant economic evidence, including </a:t>
                      </a:r>
                      <a:r>
                        <a:rPr kumimoji="0" lang="en-US" sz="1000" b="0" i="0" u="none" strike="noStrike" kern="1200" cap="none" spc="0" normalizeH="0" baseline="0" noProof="0">
                          <a:ln>
                            <a:noFill/>
                          </a:ln>
                          <a:solidFill>
                            <a:schemeClr val="tx1"/>
                          </a:solidFill>
                          <a:effectLst/>
                          <a:uLnTx/>
                          <a:uFillTx/>
                          <a:latin typeface="+mn-lt"/>
                          <a:ea typeface="+mn-ea"/>
                          <a:cs typeface="+mn-cs"/>
                        </a:rPr>
                        <a:t>cost-effectiveness, </a:t>
                      </a:r>
                      <a:r>
                        <a:rPr lang="en-US" sz="1000">
                          <a:solidFill>
                            <a:schemeClr val="tx1"/>
                          </a:solidFill>
                          <a:latin typeface="+mn-lt"/>
                        </a:rPr>
                        <a:t>budget impact, and societal cost data, to inform reimbursement</a:t>
                      </a:r>
                      <a:r>
                        <a:rPr kumimoji="0" lang="en-US" sz="1000" b="0" i="0" u="none" strike="noStrike" kern="1200" cap="none" spc="0" normalizeH="0" baseline="0" noProof="0">
                          <a:ln>
                            <a:noFill/>
                          </a:ln>
                          <a:solidFill>
                            <a:schemeClr val="tx1"/>
                          </a:solidFill>
                          <a:effectLst/>
                          <a:uLnTx/>
                          <a:uFillTx/>
                          <a:latin typeface="+mn-lt"/>
                          <a:ea typeface="+mn-ea"/>
                          <a:cs typeface="+mn-cs"/>
                        </a:rPr>
                        <a:t>/pricing</a:t>
                      </a:r>
                      <a:endParaRPr lang="en-US" sz="1000">
                        <a:solidFill>
                          <a:schemeClr val="tx1"/>
                        </a:solidFill>
                      </a:endParaRPr>
                    </a:p>
                  </a:txBody>
                  <a:tcPr anchor="ctr">
                    <a:solidFill>
                      <a:srgbClr val="E7E7E7"/>
                    </a:solidFill>
                  </a:tcPr>
                </a:tc>
                <a:tc rowSpan="5">
                  <a:txBody>
                    <a:bodyPr/>
                    <a:lstStyle/>
                    <a:p>
                      <a:pPr algn="ctr"/>
                      <a:r>
                        <a:rPr lang="en-US" sz="1000">
                          <a:solidFill>
                            <a:schemeClr val="tx1"/>
                          </a:solidFill>
                        </a:rPr>
                        <a:t>At-Close or Near-Close</a:t>
                      </a:r>
                    </a:p>
                  </a:txBody>
                  <a:tcPr anchor="ctr"/>
                </a:tc>
                <a:tc>
                  <a:txBody>
                    <a:bodyPr/>
                    <a:lstStyle/>
                    <a:p>
                      <a:r>
                        <a:rPr lang="en-US" sz="1000">
                          <a:solidFill>
                            <a:schemeClr val="tx1"/>
                          </a:solidFill>
                        </a:rPr>
                        <a:t>E:13</a:t>
                      </a:r>
                    </a:p>
                  </a:txBody>
                  <a:tcPr anchor="ctr"/>
                </a:tc>
                <a:extLst>
                  <a:ext uri="{0D108BD9-81ED-4DB2-BD59-A6C34878D82A}">
                    <a16:rowId xmlns:a16="http://schemas.microsoft.com/office/drawing/2014/main" val="3650212084"/>
                  </a:ext>
                </a:extLst>
              </a:tr>
              <a:tr h="441960">
                <a:tc>
                  <a:txBody>
                    <a:bodyPr/>
                    <a:lstStyle/>
                    <a:p>
                      <a:endParaRPr lang="en-US" sz="12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Need for pharmacokinetics, clinical trial and/or RWE </a:t>
                      </a:r>
                      <a:r>
                        <a:rPr kumimoji="0" lang="en-US" sz="1000" b="1" i="0" u="none" strike="noStrike" kern="1200" cap="none" spc="0" normalizeH="0" baseline="0" noProof="0">
                          <a:ln>
                            <a:noFill/>
                          </a:ln>
                          <a:solidFill>
                            <a:schemeClr val="tx1"/>
                          </a:solidFill>
                          <a:effectLst/>
                          <a:uLnTx/>
                          <a:uFillTx/>
                          <a:latin typeface="+mn-lt"/>
                          <a:ea typeface="+mn-ea"/>
                          <a:cs typeface="+mn-cs"/>
                        </a:rPr>
                        <a:t>to support a flexible dosing schedule</a:t>
                      </a: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E:4</a:t>
                      </a:r>
                    </a:p>
                  </a:txBody>
                  <a:tcPr anchor="ctr"/>
                </a:tc>
                <a:extLst>
                  <a:ext uri="{0D108BD9-81ED-4DB2-BD59-A6C34878D82A}">
                    <a16:rowId xmlns:a16="http://schemas.microsoft.com/office/drawing/2014/main" val="1689691190"/>
                  </a:ext>
                </a:extLst>
              </a:tr>
              <a:tr h="132080">
                <a:tc rowSpan="2">
                  <a:txBody>
                    <a:bodyPr/>
                    <a:lstStyle/>
                    <a:p>
                      <a:endParaRPr lang="en-US" sz="1200"/>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mn-lt"/>
                          <a:ea typeface="+mn-ea"/>
                          <a:cs typeface="+mn-cs"/>
                        </a:rPr>
                        <a:t>[1L]: Objection handling to support appropriateness of Paclitaxel </a:t>
                      </a:r>
                      <a:r>
                        <a:rPr kumimoji="0" lang="en-US" sz="1000" b="0" i="0" u="none" strike="noStrike" kern="1200" cap="none" spc="0" normalizeH="0" baseline="0" noProof="0">
                          <a:ln>
                            <a:noFill/>
                          </a:ln>
                          <a:solidFill>
                            <a:schemeClr val="tx1"/>
                          </a:solidFill>
                          <a:effectLst/>
                          <a:uLnTx/>
                          <a:uFillTx/>
                          <a:latin typeface="+mn-lt"/>
                          <a:ea typeface="+mn-ea"/>
                          <a:cs typeface="+mn-cs"/>
                        </a:rPr>
                        <a:t>+ platinum as a control arm in RN-306</a:t>
                      </a:r>
                      <a:endParaRPr kumimoji="0" lang="en-US" sz="1000" b="1" i="0" u="none" strike="noStrike" kern="1200" cap="none" spc="0" normalizeH="0" baseline="0" noProof="0">
                        <a:ln>
                          <a:noFill/>
                        </a:ln>
                        <a:solidFill>
                          <a:schemeClr val="tx1"/>
                        </a:solidFill>
                        <a:effectLst/>
                        <a:uLnTx/>
                        <a:uFillTx/>
                        <a:latin typeface="+mn-lt"/>
                        <a:ea typeface="+mn-ea"/>
                        <a:cs typeface="+mn-cs"/>
                      </a:endParaRPr>
                    </a:p>
                  </a:txBody>
                  <a:tcPr anchor="ctr"/>
                </a:tc>
                <a:tc vMerge="1">
                  <a:txBody>
                    <a:bodyPr/>
                    <a:lstStyle/>
                    <a:p>
                      <a:endParaRPr 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extLst>
                  <a:ext uri="{0D108BD9-81ED-4DB2-BD59-A6C34878D82A}">
                    <a16:rowId xmlns:a16="http://schemas.microsoft.com/office/drawing/2014/main" val="627366077"/>
                  </a:ext>
                </a:extLst>
              </a:tr>
              <a:tr h="370840">
                <a:tc vMerge="1">
                  <a:txBody>
                    <a:bodyPr/>
                    <a:lstStyle/>
                    <a:p>
                      <a:endParaRPr lang="en-US" sz="1200"/>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mn-lt"/>
                          <a:ea typeface="+mn-ea"/>
                          <a:cs typeface="+mn-cs"/>
                        </a:rPr>
                        <a:t>[1L]: Objection handling to support appropriateness of Paclitaxel </a:t>
                      </a:r>
                      <a:r>
                        <a:rPr kumimoji="0" lang="en-US" sz="1000" b="0" i="0" u="none" strike="noStrike" kern="1200" cap="none" spc="0" normalizeH="0" baseline="0" noProof="0">
                          <a:ln>
                            <a:noFill/>
                          </a:ln>
                          <a:solidFill>
                            <a:schemeClr val="tx1"/>
                          </a:solidFill>
                          <a:effectLst/>
                          <a:uLnTx/>
                          <a:uFillTx/>
                          <a:latin typeface="+mn-lt"/>
                          <a:ea typeface="+mn-ea"/>
                          <a:cs typeface="+mn-cs"/>
                        </a:rPr>
                        <a:t>+ platinum as a control arm in RN-306</a:t>
                      </a: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E:4; E:7</a:t>
                      </a:r>
                    </a:p>
                  </a:txBody>
                  <a:tcPr anchor="ctr">
                    <a:solidFill>
                      <a:srgbClr val="E7E7E7"/>
                    </a:solidFill>
                  </a:tcPr>
                </a:tc>
                <a:extLst>
                  <a:ext uri="{0D108BD9-81ED-4DB2-BD59-A6C34878D82A}">
                    <a16:rowId xmlns:a16="http://schemas.microsoft.com/office/drawing/2014/main" val="2089004083"/>
                  </a:ext>
                </a:extLst>
              </a:tr>
              <a:tr h="69850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solidFill>
                            <a:schemeClr val="tx1"/>
                          </a:solidFill>
                          <a:latin typeface="+mn-lt"/>
                        </a:rPr>
                        <a:t>Need for </a:t>
                      </a:r>
                      <a:r>
                        <a:rPr lang="en-GB" sz="1000" b="1">
                          <a:solidFill>
                            <a:schemeClr val="tx1"/>
                          </a:solidFill>
                          <a:latin typeface="+mn-lt"/>
                        </a:rPr>
                        <a:t>local data for tislelizumab + </a:t>
                      </a:r>
                      <a:r>
                        <a:rPr lang="en-GB" sz="1000" b="1" err="1">
                          <a:solidFill>
                            <a:schemeClr val="tx1"/>
                          </a:solidFill>
                          <a:latin typeface="+mn-lt"/>
                        </a:rPr>
                        <a:t>CTx</a:t>
                      </a:r>
                      <a:r>
                        <a:rPr lang="en-GB" sz="1000" b="1">
                          <a:solidFill>
                            <a:schemeClr val="tx1"/>
                          </a:solidFill>
                          <a:latin typeface="+mn-lt"/>
                        </a:rPr>
                        <a:t> </a:t>
                      </a:r>
                      <a:r>
                        <a:rPr lang="en-GB" sz="1000">
                          <a:solidFill>
                            <a:schemeClr val="tx1"/>
                          </a:solidFill>
                          <a:latin typeface="+mn-lt"/>
                        </a:rPr>
                        <a:t>to support HCP uptake </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lang="en-US" sz="1000" b="0" i="0" kern="1200">
                        <a:solidFill>
                          <a:schemeClr val="tx1"/>
                        </a:solidFill>
                        <a:highlight>
                          <a:srgbClr val="FFFF00"/>
                        </a:highlight>
                        <a:latin typeface="+mn-lt"/>
                        <a:ea typeface="+mn-ea"/>
                        <a:cs typeface="+mn-cs"/>
                      </a:endParaRPr>
                    </a:p>
                  </a:txBody>
                  <a:tcPr anchor="ctr">
                    <a:solidFill>
                      <a:srgbClr val="CBCBCB"/>
                    </a:solidFill>
                  </a:tcPr>
                </a:tc>
                <a:extLst>
                  <a:ext uri="{0D108BD9-81ED-4DB2-BD59-A6C34878D82A}">
                    <a16:rowId xmlns:a16="http://schemas.microsoft.com/office/drawing/2014/main" val="3538672583"/>
                  </a:ext>
                </a:extLst>
              </a:tr>
              <a:tr h="37084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Need for </a:t>
                      </a:r>
                      <a:r>
                        <a:rPr kumimoji="0" lang="en-US" sz="1000" b="1" i="0" u="none" strike="noStrike" kern="1200" cap="none" spc="0" normalizeH="0" baseline="0" noProof="0">
                          <a:ln>
                            <a:noFill/>
                          </a:ln>
                          <a:solidFill>
                            <a:schemeClr val="tx1"/>
                          </a:solidFill>
                          <a:effectLst/>
                          <a:uLnTx/>
                          <a:uFillTx/>
                          <a:latin typeface="+mn-lt"/>
                          <a:ea typeface="+mn-ea"/>
                          <a:cs typeface="+mn-cs"/>
                        </a:rPr>
                        <a:t>RWE on long-term follow-up across subgroups to complement </a:t>
                      </a:r>
                      <a:r>
                        <a:rPr kumimoji="0" lang="en-US" sz="1000" b="0" i="0" u="none" strike="noStrike" kern="1200" cap="none" spc="0" normalizeH="0" baseline="0" noProof="0">
                          <a:ln>
                            <a:noFill/>
                          </a:ln>
                          <a:solidFill>
                            <a:schemeClr val="tx1"/>
                          </a:solidFill>
                          <a:effectLst/>
                          <a:uLnTx/>
                          <a:uFillTx/>
                          <a:latin typeface="+mn-lt"/>
                          <a:ea typeface="+mn-ea"/>
                          <a:cs typeface="+mn-cs"/>
                        </a:rPr>
                        <a:t>limited clinical trial data</a:t>
                      </a:r>
                      <a:endParaRPr kumimoji="0" lang="en-US" sz="1000" b="1" i="0" u="none" strike="noStrike" kern="1200" cap="none" spc="0" normalizeH="0" baseline="0" noProof="0">
                        <a:ln>
                          <a:noFill/>
                        </a:ln>
                        <a:solidFill>
                          <a:schemeClr val="tx1"/>
                        </a:solidFill>
                        <a:effectLst/>
                        <a:uLnTx/>
                        <a:uFillTx/>
                        <a:latin typeface="+mn-lt"/>
                        <a:ea typeface="+mn-ea"/>
                        <a:cs typeface="+mn-cs"/>
                      </a:endParaRPr>
                    </a:p>
                  </a:txBody>
                  <a:tcPr anchor="ctr">
                    <a:solidFill>
                      <a:srgbClr val="E7E7E7"/>
                    </a:solidFill>
                  </a:tcPr>
                </a:tc>
                <a:tc rowSpan="5"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solidFill>
                      <a:srgbClr val="CBCBCB"/>
                    </a:solidFill>
                  </a:tcPr>
                </a:tc>
                <a:tc rowSpan="5"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2167303273"/>
                  </a:ext>
                </a:extLst>
              </a:tr>
              <a:tr h="37084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Need for clinical effectiveness RWE in local</a:t>
                      </a:r>
                      <a:r>
                        <a:rPr lang="en-US" sz="1000">
                          <a:solidFill>
                            <a:schemeClr val="tx1"/>
                          </a:solidFill>
                          <a:latin typeface="+mn-lt"/>
                        </a:rPr>
                        <a:t> / regional</a:t>
                      </a:r>
                      <a:r>
                        <a:rPr kumimoji="0" lang="en-US" sz="1000" b="0" i="0" u="none" strike="noStrike" kern="1200" cap="none" spc="0" normalizeH="0" baseline="0" noProof="0">
                          <a:ln>
                            <a:noFill/>
                          </a:ln>
                          <a:solidFill>
                            <a:schemeClr val="tx1"/>
                          </a:solidFill>
                          <a:effectLst/>
                          <a:uLnTx/>
                          <a:uFillTx/>
                          <a:latin typeface="+mn-lt"/>
                          <a:ea typeface="+mn-ea"/>
                          <a:cs typeface="+mn-cs"/>
                        </a:rPr>
                        <a:t> populations for </a:t>
                      </a:r>
                      <a:r>
                        <a:rPr kumimoji="0" lang="en-US" sz="1000" b="1" i="0" u="none" strike="noStrike" kern="1200" cap="none" spc="0" normalizeH="0" baseline="0" noProof="0">
                          <a:ln>
                            <a:noFill/>
                          </a:ln>
                          <a:solidFill>
                            <a:schemeClr val="tx1"/>
                          </a:solidFill>
                          <a:effectLst/>
                          <a:uLnTx/>
                          <a:uFillTx/>
                          <a:latin typeface="+mn-lt"/>
                          <a:ea typeface="+mn-ea"/>
                          <a:cs typeface="+mn-cs"/>
                        </a:rPr>
                        <a:t>markets where HTA authorities require it </a:t>
                      </a:r>
                      <a:r>
                        <a:rPr kumimoji="0" lang="en-US" sz="1000" b="0" i="0" u="none" strike="noStrike" kern="1200" cap="none" spc="0" normalizeH="0" baseline="0" noProof="0">
                          <a:ln>
                            <a:noFill/>
                          </a:ln>
                          <a:solidFill>
                            <a:schemeClr val="tx1"/>
                          </a:solidFill>
                          <a:effectLst/>
                          <a:uLnTx/>
                          <a:uFillTx/>
                          <a:latin typeface="+mn-lt"/>
                          <a:ea typeface="+mn-ea"/>
                          <a:cs typeface="+mn-cs"/>
                        </a:rPr>
                        <a:t>to gain approval /</a:t>
                      </a:r>
                      <a:r>
                        <a:rPr lang="en-US" sz="1000">
                          <a:solidFill>
                            <a:schemeClr val="tx1"/>
                          </a:solidFill>
                          <a:latin typeface="+mn-lt"/>
                        </a:rPr>
                        <a:t> </a:t>
                      </a:r>
                      <a:r>
                        <a:rPr kumimoji="0" lang="en-US" sz="1000" b="0" i="0" u="none" strike="noStrike" kern="1200" cap="none" spc="0" normalizeH="0" baseline="0" noProof="0">
                          <a:ln>
                            <a:noFill/>
                          </a:ln>
                          <a:solidFill>
                            <a:schemeClr val="tx1"/>
                          </a:solidFill>
                          <a:effectLst/>
                          <a:uLnTx/>
                          <a:uFillTx/>
                          <a:latin typeface="+mn-lt"/>
                          <a:ea typeface="+mn-ea"/>
                          <a:cs typeface="+mn-cs"/>
                        </a:rPr>
                        <a:t>reimbursement</a:t>
                      </a:r>
                    </a:p>
                  </a:txBody>
                  <a:tcPr anchor="ctr">
                    <a:solidFill>
                      <a:srgbClr val="CBCBCB"/>
                    </a:solidFill>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455304346"/>
                  </a:ext>
                </a:extLst>
              </a:tr>
              <a:tr h="37084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Need for </a:t>
                      </a:r>
                      <a:r>
                        <a:rPr kumimoji="0" lang="en-GB" sz="1000" b="1" i="0" u="none" strike="noStrike" kern="1200" cap="none" spc="0" normalizeH="0" baseline="0" noProof="0">
                          <a:ln>
                            <a:noFill/>
                          </a:ln>
                          <a:solidFill>
                            <a:schemeClr val="tx1"/>
                          </a:solidFill>
                          <a:effectLst/>
                          <a:uLnTx/>
                          <a:uFillTx/>
                          <a:latin typeface="+mn-lt"/>
                          <a:ea typeface="+mn-ea"/>
                          <a:cs typeface="+mn-cs"/>
                        </a:rPr>
                        <a:t>data</a:t>
                      </a:r>
                      <a:r>
                        <a:rPr kumimoji="0" lang="en-GB" sz="1000" b="0" i="0" u="none" strike="noStrike" kern="1200" cap="none" spc="0" normalizeH="0" baseline="0" noProof="0">
                          <a:ln>
                            <a:noFill/>
                          </a:ln>
                          <a:solidFill>
                            <a:schemeClr val="tx1"/>
                          </a:solidFill>
                          <a:effectLst/>
                          <a:uLnTx/>
                          <a:uFillTx/>
                          <a:latin typeface="+mn-lt"/>
                          <a:ea typeface="+mn-ea"/>
                          <a:cs typeface="+mn-cs"/>
                        </a:rPr>
                        <a:t> on the potential </a:t>
                      </a:r>
                      <a:r>
                        <a:rPr kumimoji="0" lang="en-GB" sz="1000" b="1" i="0" u="none" strike="noStrike" kern="1200" cap="none" spc="0" normalizeH="0" baseline="0" noProof="0">
                          <a:ln>
                            <a:noFill/>
                          </a:ln>
                          <a:solidFill>
                            <a:schemeClr val="tx1"/>
                          </a:solidFill>
                          <a:effectLst/>
                          <a:uLnTx/>
                          <a:uFillTx/>
                          <a:latin typeface="+mn-lt"/>
                          <a:ea typeface="+mn-ea"/>
                          <a:cs typeface="+mn-cs"/>
                        </a:rPr>
                        <a:t>correlation between type II diabetes and the response to immune checkpoint inhibitors</a:t>
                      </a:r>
                      <a:endParaRPr kumimoji="0" lang="en-US" sz="1000" b="1" i="0" u="none" strike="noStrike" kern="1200" cap="none" spc="0" normalizeH="0" baseline="0" noProof="0">
                        <a:ln>
                          <a:noFill/>
                        </a:ln>
                        <a:solidFill>
                          <a:schemeClr val="tx1"/>
                        </a:solidFill>
                        <a:effectLst/>
                        <a:uLnTx/>
                        <a:uFillTx/>
                        <a:latin typeface="+mn-lt"/>
                        <a:ea typeface="+mn-ea"/>
                        <a:cs typeface="+mn-cs"/>
                      </a:endParaRPr>
                    </a:p>
                  </a:txBody>
                  <a:tcPr anchor="ctr">
                    <a:solidFill>
                      <a:srgbClr val="E7E7E7"/>
                    </a:solidFill>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2098498911"/>
                  </a:ext>
                </a:extLst>
              </a:tr>
              <a:tr h="37084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chemeClr val="tx1"/>
                          </a:solidFill>
                          <a:effectLst/>
                          <a:uLnTx/>
                          <a:uFillTx/>
                          <a:latin typeface="+mn-lt"/>
                          <a:ea typeface="+mn-ea"/>
                          <a:cs typeface="+mn-cs"/>
                        </a:rPr>
                        <a:t>[1L]: </a:t>
                      </a:r>
                      <a:r>
                        <a:rPr kumimoji="0" lang="en-GB" sz="1000" b="0" i="0" u="none" strike="noStrike" kern="1200" cap="none" spc="0" normalizeH="0" baseline="0" noProof="0">
                          <a:ln>
                            <a:noFill/>
                          </a:ln>
                          <a:solidFill>
                            <a:schemeClr val="tx1"/>
                          </a:solidFill>
                          <a:effectLst/>
                          <a:uLnTx/>
                          <a:uFillTx/>
                          <a:latin typeface="+mn-lt"/>
                          <a:ea typeface="+mn-ea"/>
                          <a:cs typeface="+mn-cs"/>
                        </a:rPr>
                        <a:t>Need for efficacy data in </a:t>
                      </a:r>
                      <a:r>
                        <a:rPr kumimoji="0" lang="en-GB" sz="1000" b="1" i="0" u="none" strike="noStrike" kern="1200" cap="none" spc="0" normalizeH="0" baseline="0" noProof="0">
                          <a:ln>
                            <a:noFill/>
                          </a:ln>
                          <a:solidFill>
                            <a:schemeClr val="tx1"/>
                          </a:solidFill>
                          <a:effectLst/>
                          <a:uLnTx/>
                          <a:uFillTx/>
                          <a:latin typeface="+mn-lt"/>
                          <a:ea typeface="+mn-ea"/>
                          <a:cs typeface="+mn-cs"/>
                        </a:rPr>
                        <a:t>novel </a:t>
                      </a:r>
                      <a:r>
                        <a:rPr lang="en-GB" sz="1000" b="1">
                          <a:solidFill>
                            <a:schemeClr val="tx1"/>
                          </a:solidFill>
                          <a:latin typeface="+mn-lt"/>
                        </a:rPr>
                        <a:t>tislelizumab</a:t>
                      </a:r>
                      <a:r>
                        <a:rPr kumimoji="0" lang="en-GB" sz="1000" b="1" i="0" u="none" strike="noStrike" kern="1200" cap="none" spc="0" normalizeH="0" baseline="0" noProof="0">
                          <a:ln>
                            <a:noFill/>
                          </a:ln>
                          <a:solidFill>
                            <a:schemeClr val="tx1"/>
                          </a:solidFill>
                          <a:effectLst/>
                          <a:uLnTx/>
                          <a:uFillTx/>
                          <a:latin typeface="+mn-lt"/>
                          <a:ea typeface="+mn-ea"/>
                          <a:cs typeface="+mn-cs"/>
                        </a:rPr>
                        <a:t>+IO combinations </a:t>
                      </a:r>
                      <a:r>
                        <a:rPr kumimoji="0" lang="en-GB" sz="1000" b="0" i="0" u="none" strike="noStrike" kern="1200" cap="none" spc="0" normalizeH="0" baseline="0" noProof="0">
                          <a:ln>
                            <a:noFill/>
                          </a:ln>
                          <a:solidFill>
                            <a:schemeClr val="tx1"/>
                          </a:solidFill>
                          <a:effectLst/>
                          <a:uLnTx/>
                          <a:uFillTx/>
                          <a:latin typeface="+mn-lt"/>
                          <a:ea typeface="+mn-ea"/>
                          <a:cs typeface="+mn-cs"/>
                        </a:rPr>
                        <a:t>(e.g., with biomarker-driven targeted therapies) to support differentiation</a:t>
                      </a:r>
                      <a:endParaRPr kumimoji="0" lang="en-US" sz="1000" i="0" u="none" strike="noStrike" kern="1200" cap="none" spc="0" normalizeH="0" baseline="0" noProof="0">
                        <a:ln>
                          <a:noFill/>
                        </a:ln>
                        <a:solidFill>
                          <a:schemeClr val="tx1"/>
                        </a:solidFill>
                        <a:effectLst/>
                        <a:uLnTx/>
                        <a:uFillTx/>
                        <a:latin typeface="+mn-lt"/>
                        <a:ea typeface="+mn-ea"/>
                        <a:cs typeface="+mn-cs"/>
                      </a:endParaRPr>
                    </a:p>
                  </a:txBody>
                  <a:tcPr anchor="ctr">
                    <a:solidFill>
                      <a:srgbClr val="CBCBCB"/>
                    </a:solidFill>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2918179077"/>
                  </a:ext>
                </a:extLst>
              </a:tr>
              <a:tr h="37084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[2L+] Need for data </a:t>
                      </a:r>
                      <a:r>
                        <a:rPr kumimoji="0" lang="en-GB" sz="1000" b="1" i="0" u="none" strike="noStrike" kern="1200" cap="none" spc="0" normalizeH="0" baseline="0" noProof="0">
                          <a:ln>
                            <a:noFill/>
                          </a:ln>
                          <a:solidFill>
                            <a:schemeClr val="tx1"/>
                          </a:solidFill>
                          <a:effectLst/>
                          <a:uLnTx/>
                          <a:uFillTx/>
                          <a:latin typeface="+mn-lt"/>
                          <a:ea typeface="+mn-ea"/>
                          <a:cs typeface="+mn-cs"/>
                        </a:rPr>
                        <a:t>in IO-experienced populations (post-IO combinations)</a:t>
                      </a:r>
                      <a:endParaRPr kumimoji="0" lang="en-US" sz="1000" i="0" u="none" strike="noStrike" kern="1200" cap="none" spc="0" normalizeH="0" baseline="0" noProof="0">
                        <a:ln>
                          <a:noFill/>
                        </a:ln>
                        <a:solidFill>
                          <a:schemeClr val="tx1"/>
                        </a:solidFill>
                        <a:effectLst/>
                        <a:uLnTx/>
                        <a:uFillTx/>
                        <a:latin typeface="+mn-lt"/>
                        <a:ea typeface="+mn-ea"/>
                        <a:cs typeface="+mn-cs"/>
                      </a:endParaRPr>
                    </a:p>
                  </a:txBody>
                  <a:tcPr anchor="ctr">
                    <a:solidFill>
                      <a:srgbClr val="E7E7E7"/>
                    </a:solidFill>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33168072"/>
                  </a:ext>
                </a:extLst>
              </a:tr>
              <a:tr h="649722">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kern="1200" cap="none" spc="0" normalizeH="0" baseline="0" noProof="0">
                          <a:ln>
                            <a:noFill/>
                          </a:ln>
                          <a:solidFill>
                            <a:schemeClr val="tx1"/>
                          </a:solidFill>
                          <a:effectLst/>
                          <a:uLnTx/>
                          <a:uFillTx/>
                          <a:latin typeface="+mn-lt"/>
                          <a:ea typeface="+mn-ea"/>
                          <a:cs typeface="+mn-cs"/>
                        </a:rPr>
                        <a:t>[1L]: </a:t>
                      </a:r>
                      <a:r>
                        <a:rPr kumimoji="0" lang="en-US" sz="1000" b="0" i="0" u="none" kern="1200" cap="none" spc="0" normalizeH="0" baseline="0" noProof="0">
                          <a:ln>
                            <a:noFill/>
                          </a:ln>
                          <a:solidFill>
                            <a:schemeClr val="tx1"/>
                          </a:solidFill>
                          <a:effectLst/>
                          <a:uLnTx/>
                          <a:uFillTx/>
                          <a:latin typeface="+mn-lt"/>
                          <a:ea typeface="+mn-ea"/>
                          <a:cs typeface="+mn-cs"/>
                        </a:rPr>
                        <a:t>Need for </a:t>
                      </a:r>
                      <a:r>
                        <a:rPr kumimoji="0" lang="en-US" sz="1000" b="1" i="0" u="none" kern="1200" cap="none" spc="0" normalizeH="0" baseline="0" noProof="0">
                          <a:ln>
                            <a:noFill/>
                          </a:ln>
                          <a:solidFill>
                            <a:schemeClr val="tx1"/>
                          </a:solidFill>
                          <a:effectLst/>
                          <a:uLnTx/>
                          <a:uFillTx/>
                          <a:latin typeface="+mn-lt"/>
                          <a:ea typeface="+mn-ea"/>
                          <a:cs typeface="+mn-cs"/>
                        </a:rPr>
                        <a:t>data for FOLFOX + tislelizumab in ESCC</a:t>
                      </a:r>
                    </a:p>
                  </a:txBody>
                  <a:tcPr anchor="ctr">
                    <a:solidFill>
                      <a:srgbClr val="CBCBCB"/>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Deprioritized </a:t>
                      </a:r>
                    </a:p>
                  </a:txBody>
                  <a:tcPr anchor="ctr">
                    <a:solidFill>
                      <a:srgbClr val="CBCBCB"/>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305358003"/>
                  </a:ext>
                </a:extLst>
              </a:tr>
            </a:tbl>
          </a:graphicData>
        </a:graphic>
      </p:graphicFrame>
      <p:pic>
        <p:nvPicPr>
          <p:cNvPr id="22" name="Graphic 21">
            <a:extLst>
              <a:ext uri="{FF2B5EF4-FFF2-40B4-BE49-F238E27FC236}">
                <a16:creationId xmlns:a16="http://schemas.microsoft.com/office/drawing/2014/main" id="{B2B1F3ED-6631-F590-31CE-2ADD9BBD4F16}"/>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7221" y="3659150"/>
            <a:ext cx="329184" cy="329184"/>
          </a:xfrm>
          <a:prstGeom prst="rect">
            <a:avLst/>
          </a:prstGeom>
        </p:spPr>
      </p:pic>
      <p:pic>
        <p:nvPicPr>
          <p:cNvPr id="27" name="Picture 26">
            <a:extLst>
              <a:ext uri="{FF2B5EF4-FFF2-40B4-BE49-F238E27FC236}">
                <a16:creationId xmlns:a16="http://schemas.microsoft.com/office/drawing/2014/main" id="{42D4D80A-D273-A037-13DA-B2EC3E5FD0E7}"/>
              </a:ext>
            </a:extLst>
          </p:cNvPr>
          <p:cNvPicPr>
            <a:picLocks noChangeAspect="1"/>
          </p:cNvPicPr>
          <p:nvPr/>
        </p:nvPicPr>
        <p:blipFill>
          <a:blip r:embed="rId7"/>
          <a:stretch>
            <a:fillRect/>
          </a:stretch>
        </p:blipFill>
        <p:spPr>
          <a:xfrm>
            <a:off x="820937" y="4441913"/>
            <a:ext cx="301752" cy="301752"/>
          </a:xfrm>
          <a:prstGeom prst="rect">
            <a:avLst/>
          </a:prstGeom>
        </p:spPr>
      </p:pic>
      <p:grpSp>
        <p:nvGrpSpPr>
          <p:cNvPr id="29" name="Group 28">
            <a:extLst>
              <a:ext uri="{FF2B5EF4-FFF2-40B4-BE49-F238E27FC236}">
                <a16:creationId xmlns:a16="http://schemas.microsoft.com/office/drawing/2014/main" id="{7AAAE7BB-FCE7-FA90-8D90-431276739BD0}"/>
              </a:ext>
            </a:extLst>
          </p:cNvPr>
          <p:cNvGrpSpPr/>
          <p:nvPr/>
        </p:nvGrpSpPr>
        <p:grpSpPr>
          <a:xfrm>
            <a:off x="746193" y="4064272"/>
            <a:ext cx="451241" cy="301752"/>
            <a:chOff x="788598" y="3957420"/>
            <a:chExt cx="451241" cy="301752"/>
          </a:xfrm>
        </p:grpSpPr>
        <p:pic>
          <p:nvPicPr>
            <p:cNvPr id="31" name="Picture 30" descr="A blue circle with yellow stars in center&#10;&#10;Description automatically generated">
              <a:extLst>
                <a:ext uri="{FF2B5EF4-FFF2-40B4-BE49-F238E27FC236}">
                  <a16:creationId xmlns:a16="http://schemas.microsoft.com/office/drawing/2014/main" id="{2AB7A02E-71D0-247A-FE08-D20EE453DF5B}"/>
                </a:ext>
              </a:extLst>
            </p:cNvPr>
            <p:cNvPicPr>
              <a:picLocks noChangeAspect="1"/>
            </p:cNvPicPr>
            <p:nvPr/>
          </p:nvPicPr>
          <p:blipFill>
            <a:blip r:embed="rId8"/>
            <a:stretch>
              <a:fillRect/>
            </a:stretch>
          </p:blipFill>
          <p:spPr>
            <a:xfrm>
              <a:off x="788598" y="3957420"/>
              <a:ext cx="301752" cy="301752"/>
            </a:xfrm>
            <a:prstGeom prst="rect">
              <a:avLst/>
            </a:prstGeom>
            <a:ln>
              <a:noFill/>
            </a:ln>
          </p:spPr>
        </p:pic>
        <p:pic>
          <p:nvPicPr>
            <p:cNvPr id="32" name="Picture 31">
              <a:extLst>
                <a:ext uri="{FF2B5EF4-FFF2-40B4-BE49-F238E27FC236}">
                  <a16:creationId xmlns:a16="http://schemas.microsoft.com/office/drawing/2014/main" id="{3C94BECA-944A-2645-8C94-452C549EB479}"/>
                </a:ext>
              </a:extLst>
            </p:cNvPr>
            <p:cNvPicPr>
              <a:picLocks noChangeAspect="1"/>
            </p:cNvPicPr>
            <p:nvPr/>
          </p:nvPicPr>
          <p:blipFill rotWithShape="1">
            <a:blip r:embed="rId9"/>
            <a:srcRect l="14865" t="17319" r="20459" b="14006"/>
            <a:stretch/>
          </p:blipFill>
          <p:spPr>
            <a:xfrm>
              <a:off x="938087" y="3957420"/>
              <a:ext cx="301752" cy="301752"/>
            </a:xfrm>
            <a:prstGeom prst="ellipse">
              <a:avLst/>
            </a:prstGeom>
          </p:spPr>
        </p:pic>
      </p:grpSp>
      <p:sp>
        <p:nvSpPr>
          <p:cNvPr id="67" name="Oval 66">
            <a:extLst>
              <a:ext uri="{FF2B5EF4-FFF2-40B4-BE49-F238E27FC236}">
                <a16:creationId xmlns:a16="http://schemas.microsoft.com/office/drawing/2014/main" id="{64CC6222-CAF0-63B0-25CB-6BA5D5B30723}"/>
              </a:ext>
            </a:extLst>
          </p:cNvPr>
          <p:cNvSpPr/>
          <p:nvPr/>
        </p:nvSpPr>
        <p:spPr>
          <a:xfrm>
            <a:off x="820937" y="4837476"/>
            <a:ext cx="301752" cy="301752"/>
          </a:xfrm>
          <a:prstGeom prst="ellipse">
            <a:avLst/>
          </a:prstGeom>
          <a:blipFill>
            <a:blip r:embed="rId10"/>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68" name="Oval 67">
            <a:extLst>
              <a:ext uri="{FF2B5EF4-FFF2-40B4-BE49-F238E27FC236}">
                <a16:creationId xmlns:a16="http://schemas.microsoft.com/office/drawing/2014/main" id="{8634B657-482C-38E0-8939-D82C3384A31A}"/>
              </a:ext>
            </a:extLst>
          </p:cNvPr>
          <p:cNvSpPr/>
          <p:nvPr/>
        </p:nvSpPr>
        <p:spPr>
          <a:xfrm>
            <a:off x="820937" y="5235473"/>
            <a:ext cx="301752" cy="301752"/>
          </a:xfrm>
          <a:prstGeom prst="ellipse">
            <a:avLst/>
          </a:prstGeom>
          <a:blipFill>
            <a:blip r:embed="rId10"/>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grpSp>
        <p:nvGrpSpPr>
          <p:cNvPr id="28" name="Group 27">
            <a:extLst>
              <a:ext uri="{FF2B5EF4-FFF2-40B4-BE49-F238E27FC236}">
                <a16:creationId xmlns:a16="http://schemas.microsoft.com/office/drawing/2014/main" id="{7ABA5B58-666F-6A6F-C66F-0DE3E25937D7}"/>
              </a:ext>
            </a:extLst>
          </p:cNvPr>
          <p:cNvGrpSpPr/>
          <p:nvPr/>
        </p:nvGrpSpPr>
        <p:grpSpPr>
          <a:xfrm>
            <a:off x="660939" y="5577049"/>
            <a:ext cx="621749" cy="614111"/>
            <a:chOff x="702223" y="5611281"/>
            <a:chExt cx="621749" cy="614111"/>
          </a:xfrm>
        </p:grpSpPr>
        <p:pic>
          <p:nvPicPr>
            <p:cNvPr id="5" name="Picture 4" descr="A red circle with white circle in center&#10;&#10;AI-generated content may be incorrect.">
              <a:extLst>
                <a:ext uri="{FF2B5EF4-FFF2-40B4-BE49-F238E27FC236}">
                  <a16:creationId xmlns:a16="http://schemas.microsoft.com/office/drawing/2014/main" id="{32A51F41-7CBA-7E2C-B2DE-4BDED084B17F}"/>
                </a:ext>
              </a:extLst>
            </p:cNvPr>
            <p:cNvPicPr>
              <a:picLocks noChangeAspect="1"/>
            </p:cNvPicPr>
            <p:nvPr/>
          </p:nvPicPr>
          <p:blipFill>
            <a:blip r:embed="rId11"/>
            <a:stretch>
              <a:fillRect/>
            </a:stretch>
          </p:blipFill>
          <p:spPr>
            <a:xfrm>
              <a:off x="1008504" y="5921038"/>
              <a:ext cx="301752" cy="304354"/>
            </a:xfrm>
            <a:prstGeom prst="rect">
              <a:avLst/>
            </a:prstGeom>
          </p:spPr>
        </p:pic>
        <p:pic>
          <p:nvPicPr>
            <p:cNvPr id="7" name="Picture 6" descr="A flag in a circle&#10;&#10;AI-generated content may be incorrect.">
              <a:extLst>
                <a:ext uri="{FF2B5EF4-FFF2-40B4-BE49-F238E27FC236}">
                  <a16:creationId xmlns:a16="http://schemas.microsoft.com/office/drawing/2014/main" id="{835DEC59-8184-C1A2-4F88-26A0ACA5727E}"/>
                </a:ext>
              </a:extLst>
            </p:cNvPr>
            <p:cNvPicPr>
              <a:picLocks noChangeAspect="1"/>
            </p:cNvPicPr>
            <p:nvPr/>
          </p:nvPicPr>
          <p:blipFill>
            <a:blip r:embed="rId12"/>
            <a:stretch>
              <a:fillRect/>
            </a:stretch>
          </p:blipFill>
          <p:spPr>
            <a:xfrm>
              <a:off x="702223" y="5922339"/>
              <a:ext cx="301752" cy="301752"/>
            </a:xfrm>
            <a:prstGeom prst="rect">
              <a:avLst/>
            </a:prstGeom>
          </p:spPr>
        </p:pic>
        <p:pic>
          <p:nvPicPr>
            <p:cNvPr id="8" name="Picture 2">
              <a:extLst>
                <a:ext uri="{FF2B5EF4-FFF2-40B4-BE49-F238E27FC236}">
                  <a16:creationId xmlns:a16="http://schemas.microsoft.com/office/drawing/2014/main" id="{7DD2FEAF-36C4-0A3A-C662-C2A324A7DF0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4788" y="5611281"/>
              <a:ext cx="329184" cy="32918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Images de Drapeau France – Téléchargement gratuit sur Freepik">
              <a:extLst>
                <a:ext uri="{FF2B5EF4-FFF2-40B4-BE49-F238E27FC236}">
                  <a16:creationId xmlns:a16="http://schemas.microsoft.com/office/drawing/2014/main" id="{6BD16A78-A476-EF85-6781-FD9236EC85FA}"/>
                </a:ext>
              </a:extLst>
            </p:cNvPr>
            <p:cNvPicPr>
              <a:picLocks noChangeAspect="1"/>
            </p:cNvPicPr>
            <p:nvPr/>
          </p:nvPicPr>
          <p:blipFill>
            <a:blip r:embed="rId14"/>
            <a:srcRect l="11407" t="10853" r="9208" b="9418"/>
            <a:stretch/>
          </p:blipFill>
          <p:spPr>
            <a:xfrm>
              <a:off x="703758" y="5625046"/>
              <a:ext cx="306345" cy="301655"/>
            </a:xfrm>
            <a:prstGeom prst="ellipse">
              <a:avLst/>
            </a:prstGeom>
          </p:spPr>
        </p:pic>
      </p:grpSp>
      <p:grpSp>
        <p:nvGrpSpPr>
          <p:cNvPr id="34" name="Group 33">
            <a:extLst>
              <a:ext uri="{FF2B5EF4-FFF2-40B4-BE49-F238E27FC236}">
                <a16:creationId xmlns:a16="http://schemas.microsoft.com/office/drawing/2014/main" id="{7EBA79C4-961F-BA92-7B2B-7D698C8DECAE}"/>
              </a:ext>
            </a:extLst>
          </p:cNvPr>
          <p:cNvGrpSpPr/>
          <p:nvPr/>
        </p:nvGrpSpPr>
        <p:grpSpPr>
          <a:xfrm>
            <a:off x="691186" y="1422602"/>
            <a:ext cx="561255" cy="532025"/>
            <a:chOff x="712041" y="1651632"/>
            <a:chExt cx="561255" cy="532025"/>
          </a:xfrm>
        </p:grpSpPr>
        <p:sp>
          <p:nvSpPr>
            <p:cNvPr id="13" name="Oval 12">
              <a:extLst>
                <a:ext uri="{FF2B5EF4-FFF2-40B4-BE49-F238E27FC236}">
                  <a16:creationId xmlns:a16="http://schemas.microsoft.com/office/drawing/2014/main" id="{F2EEDF38-2C96-2086-D7DD-2156F86FE785}"/>
                </a:ext>
              </a:extLst>
            </p:cNvPr>
            <p:cNvSpPr/>
            <p:nvPr/>
          </p:nvSpPr>
          <p:spPr>
            <a:xfrm>
              <a:off x="998976" y="1896282"/>
              <a:ext cx="274320" cy="274320"/>
            </a:xfrm>
            <a:prstGeom prst="ellipse">
              <a:avLst/>
            </a:prstGeom>
            <a:blipFill>
              <a:blip r:embed="rId1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pic>
          <p:nvPicPr>
            <p:cNvPr id="14" name="Picture 13" descr="A blue circle with yellow stars in center&#10;&#10;Description automatically generated">
              <a:extLst>
                <a:ext uri="{FF2B5EF4-FFF2-40B4-BE49-F238E27FC236}">
                  <a16:creationId xmlns:a16="http://schemas.microsoft.com/office/drawing/2014/main" id="{E1ABDF47-F869-5282-B1FA-ABF783789A71}"/>
                </a:ext>
              </a:extLst>
            </p:cNvPr>
            <p:cNvPicPr>
              <a:picLocks noChangeAspect="1"/>
            </p:cNvPicPr>
            <p:nvPr/>
          </p:nvPicPr>
          <p:blipFill>
            <a:blip r:embed="rId8"/>
            <a:stretch>
              <a:fillRect/>
            </a:stretch>
          </p:blipFill>
          <p:spPr>
            <a:xfrm>
              <a:off x="712041" y="1909337"/>
              <a:ext cx="288137" cy="274320"/>
            </a:xfrm>
            <a:prstGeom prst="rect">
              <a:avLst/>
            </a:prstGeom>
            <a:ln>
              <a:noFill/>
            </a:ln>
          </p:spPr>
        </p:pic>
        <p:pic>
          <p:nvPicPr>
            <p:cNvPr id="15" name="Picture 14">
              <a:extLst>
                <a:ext uri="{FF2B5EF4-FFF2-40B4-BE49-F238E27FC236}">
                  <a16:creationId xmlns:a16="http://schemas.microsoft.com/office/drawing/2014/main" id="{B263405F-93F9-6B5E-E32D-EE932E5851F4}"/>
                </a:ext>
              </a:extLst>
            </p:cNvPr>
            <p:cNvPicPr>
              <a:picLocks noChangeAspect="1"/>
            </p:cNvPicPr>
            <p:nvPr/>
          </p:nvPicPr>
          <p:blipFill rotWithShape="1">
            <a:blip r:embed="rId9"/>
            <a:srcRect l="14865" t="17319" r="20459" b="14006"/>
            <a:stretch/>
          </p:blipFill>
          <p:spPr>
            <a:xfrm>
              <a:off x="842635" y="1651632"/>
              <a:ext cx="301752" cy="287282"/>
            </a:xfrm>
            <a:prstGeom prst="ellipse">
              <a:avLst/>
            </a:prstGeom>
          </p:spPr>
        </p:pic>
      </p:grpSp>
      <p:grpSp>
        <p:nvGrpSpPr>
          <p:cNvPr id="33" name="Group 32">
            <a:extLst>
              <a:ext uri="{FF2B5EF4-FFF2-40B4-BE49-F238E27FC236}">
                <a16:creationId xmlns:a16="http://schemas.microsoft.com/office/drawing/2014/main" id="{09723F61-248F-FDB6-7C55-BDF0D66CBFD9}"/>
              </a:ext>
            </a:extLst>
          </p:cNvPr>
          <p:cNvGrpSpPr/>
          <p:nvPr/>
        </p:nvGrpSpPr>
        <p:grpSpPr>
          <a:xfrm>
            <a:off x="680803" y="3011594"/>
            <a:ext cx="582021" cy="552830"/>
            <a:chOff x="718707" y="2147120"/>
            <a:chExt cx="582021" cy="552830"/>
          </a:xfrm>
        </p:grpSpPr>
        <p:pic>
          <p:nvPicPr>
            <p:cNvPr id="17" name="Picture 16" descr="A blue circle with yellow stars in center&#10;&#10;Description automatically generated">
              <a:extLst>
                <a:ext uri="{FF2B5EF4-FFF2-40B4-BE49-F238E27FC236}">
                  <a16:creationId xmlns:a16="http://schemas.microsoft.com/office/drawing/2014/main" id="{B155C43B-5EB4-20D1-1F54-8DEFC0A736A3}"/>
                </a:ext>
              </a:extLst>
            </p:cNvPr>
            <p:cNvPicPr>
              <a:picLocks noChangeAspect="1"/>
            </p:cNvPicPr>
            <p:nvPr/>
          </p:nvPicPr>
          <p:blipFill>
            <a:blip r:embed="rId8"/>
            <a:stretch>
              <a:fillRect/>
            </a:stretch>
          </p:blipFill>
          <p:spPr>
            <a:xfrm>
              <a:off x="718707" y="2407818"/>
              <a:ext cx="274804" cy="274320"/>
            </a:xfrm>
            <a:prstGeom prst="rect">
              <a:avLst/>
            </a:prstGeom>
            <a:ln>
              <a:noFill/>
            </a:ln>
          </p:spPr>
        </p:pic>
        <p:pic>
          <p:nvPicPr>
            <p:cNvPr id="18" name="Graphic 17">
              <a:extLst>
                <a:ext uri="{FF2B5EF4-FFF2-40B4-BE49-F238E27FC236}">
                  <a16:creationId xmlns:a16="http://schemas.microsoft.com/office/drawing/2014/main" id="{F8B1DD1C-A03E-D814-0749-3A2FF07DE00C}"/>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28920" y="2147120"/>
              <a:ext cx="329184" cy="329184"/>
            </a:xfrm>
            <a:prstGeom prst="rect">
              <a:avLst/>
            </a:prstGeom>
          </p:spPr>
        </p:pic>
        <p:pic>
          <p:nvPicPr>
            <p:cNvPr id="19" name="Picture 18">
              <a:extLst>
                <a:ext uri="{FF2B5EF4-FFF2-40B4-BE49-F238E27FC236}">
                  <a16:creationId xmlns:a16="http://schemas.microsoft.com/office/drawing/2014/main" id="{5CC3D727-F706-868A-D2F6-8706812C291F}"/>
                </a:ext>
              </a:extLst>
            </p:cNvPr>
            <p:cNvPicPr>
              <a:picLocks noChangeAspect="1"/>
            </p:cNvPicPr>
            <p:nvPr/>
          </p:nvPicPr>
          <p:blipFill rotWithShape="1">
            <a:blip r:embed="rId9"/>
            <a:srcRect l="14865" t="17319" r="20459" b="14006"/>
            <a:stretch/>
          </p:blipFill>
          <p:spPr>
            <a:xfrm>
              <a:off x="998976" y="2398730"/>
              <a:ext cx="301752" cy="301220"/>
            </a:xfrm>
            <a:prstGeom prst="ellipse">
              <a:avLst/>
            </a:prstGeom>
          </p:spPr>
        </p:pic>
      </p:grpSp>
      <p:pic>
        <p:nvPicPr>
          <p:cNvPr id="20" name="Picture 19">
            <a:extLst>
              <a:ext uri="{FF2B5EF4-FFF2-40B4-BE49-F238E27FC236}">
                <a16:creationId xmlns:a16="http://schemas.microsoft.com/office/drawing/2014/main" id="{F4F77637-9103-592E-8647-84F8D8B67DF6}"/>
              </a:ext>
            </a:extLst>
          </p:cNvPr>
          <p:cNvPicPr>
            <a:picLocks noChangeAspect="1"/>
          </p:cNvPicPr>
          <p:nvPr/>
        </p:nvPicPr>
        <p:blipFill rotWithShape="1">
          <a:blip r:embed="rId16"/>
          <a:srcRect l="16667" r="16667"/>
          <a:stretch/>
        </p:blipFill>
        <p:spPr>
          <a:xfrm>
            <a:off x="820937" y="2083726"/>
            <a:ext cx="301752" cy="301752"/>
          </a:xfrm>
          <a:prstGeom prst="ellipse">
            <a:avLst/>
          </a:prstGeom>
        </p:spPr>
      </p:pic>
      <p:pic>
        <p:nvPicPr>
          <p:cNvPr id="21" name="Graphic 20">
            <a:extLst>
              <a:ext uri="{FF2B5EF4-FFF2-40B4-BE49-F238E27FC236}">
                <a16:creationId xmlns:a16="http://schemas.microsoft.com/office/drawing/2014/main" id="{4F33801C-DE82-D29A-A36F-6A22136A0AED}"/>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7221" y="2510936"/>
            <a:ext cx="329184" cy="329184"/>
          </a:xfrm>
          <a:prstGeom prst="rect">
            <a:avLst/>
          </a:prstGeom>
        </p:spPr>
      </p:pic>
      <p:grpSp>
        <p:nvGrpSpPr>
          <p:cNvPr id="37" name="Group 36">
            <a:extLst>
              <a:ext uri="{FF2B5EF4-FFF2-40B4-BE49-F238E27FC236}">
                <a16:creationId xmlns:a16="http://schemas.microsoft.com/office/drawing/2014/main" id="{FC815B2D-E34A-2EC4-FF58-47EEF0AFB1FA}"/>
              </a:ext>
            </a:extLst>
          </p:cNvPr>
          <p:cNvGrpSpPr/>
          <p:nvPr/>
        </p:nvGrpSpPr>
        <p:grpSpPr>
          <a:xfrm>
            <a:off x="-9526" y="-7584"/>
            <a:ext cx="11686057" cy="180000"/>
            <a:chOff x="-9526" y="-7584"/>
            <a:chExt cx="11686057" cy="180000"/>
          </a:xfrm>
        </p:grpSpPr>
        <p:sp>
          <p:nvSpPr>
            <p:cNvPr id="38" name="Rectangle 37">
              <a:extLst>
                <a:ext uri="{FF2B5EF4-FFF2-40B4-BE49-F238E27FC236}">
                  <a16:creationId xmlns:a16="http://schemas.microsoft.com/office/drawing/2014/main" id="{019A8DC3-C1DB-B05E-7265-8A8297932AB6}"/>
                </a:ext>
              </a:extLst>
            </p:cNvPr>
            <p:cNvSpPr/>
            <p:nvPr/>
          </p:nvSpPr>
          <p:spPr>
            <a:xfrm>
              <a:off x="-9526" y="-7584"/>
              <a:ext cx="1916893" cy="180000"/>
            </a:xfrm>
            <a:prstGeom prst="rect">
              <a:avLst/>
            </a:prstGeom>
            <a:solidFill>
              <a:srgbClr val="52191D"/>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39" name="Arrow: Pentagon 38">
              <a:extLst>
                <a:ext uri="{FF2B5EF4-FFF2-40B4-BE49-F238E27FC236}">
                  <a16:creationId xmlns:a16="http://schemas.microsoft.com/office/drawing/2014/main" id="{444D072D-BDEF-CA8A-0DFB-74B5A1896878}"/>
                </a:ext>
              </a:extLst>
            </p:cNvPr>
            <p:cNvSpPr/>
            <p:nvPr/>
          </p:nvSpPr>
          <p:spPr>
            <a:xfrm>
              <a:off x="1907367"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40" name="Arrow: Chevron 39">
              <a:extLst>
                <a:ext uri="{FF2B5EF4-FFF2-40B4-BE49-F238E27FC236}">
                  <a16:creationId xmlns:a16="http://schemas.microsoft.com/office/drawing/2014/main" id="{015970C8-3E40-45E4-E34A-F7B183BDDEB4}"/>
                </a:ext>
              </a:extLst>
            </p:cNvPr>
            <p:cNvSpPr/>
            <p:nvPr/>
          </p:nvSpPr>
          <p:spPr>
            <a:xfrm>
              <a:off x="4423162"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41" name="Arrow: Chevron 40">
              <a:extLst>
                <a:ext uri="{FF2B5EF4-FFF2-40B4-BE49-F238E27FC236}">
                  <a16:creationId xmlns:a16="http://schemas.microsoft.com/office/drawing/2014/main" id="{55EA85CC-E01E-F6BB-DDA4-8FB5E42C3844}"/>
                </a:ext>
              </a:extLst>
            </p:cNvPr>
            <p:cNvSpPr/>
            <p:nvPr/>
          </p:nvSpPr>
          <p:spPr>
            <a:xfrm>
              <a:off x="6816107"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42" name="Arrow: Chevron 41">
              <a:extLst>
                <a:ext uri="{FF2B5EF4-FFF2-40B4-BE49-F238E27FC236}">
                  <a16:creationId xmlns:a16="http://schemas.microsoft.com/office/drawing/2014/main" id="{008024ED-1083-118D-5B1D-835E01FF728C}"/>
                </a:ext>
              </a:extLst>
            </p:cNvPr>
            <p:cNvSpPr/>
            <p:nvPr/>
          </p:nvSpPr>
          <p:spPr>
            <a:xfrm>
              <a:off x="921718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3701323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79807-D6AD-64C8-D6AB-D27AC98B57A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FCA3166-4CD8-79BB-7A8A-6204EAC8C1F3}"/>
              </a:ext>
            </a:extLst>
          </p:cNvPr>
          <p:cNvGraphicFramePr>
            <a:graphicFrameLocks noChangeAspect="1"/>
          </p:cNvGraphicFramePr>
          <p:nvPr>
            <p:custDataLst>
              <p:tags r:id="rId1"/>
            </p:custDataLst>
            <p:extLst>
              <p:ext uri="{D42A27DB-BD31-4B8C-83A1-F6EECF244321}">
                <p14:modId xmlns:p14="http://schemas.microsoft.com/office/powerpoint/2010/main" val="24315558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CFCA3166-4CD8-79BB-7A8A-6204EAC8C1F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0" name="Table 29">
            <a:extLst>
              <a:ext uri="{FF2B5EF4-FFF2-40B4-BE49-F238E27FC236}">
                <a16:creationId xmlns:a16="http://schemas.microsoft.com/office/drawing/2014/main" id="{F7DE7D17-A032-0AE9-414E-F9DBD6232A75}"/>
              </a:ext>
            </a:extLst>
          </p:cNvPr>
          <p:cNvGraphicFramePr>
            <a:graphicFrameLocks noGrp="1"/>
          </p:cNvGraphicFramePr>
          <p:nvPr>
            <p:extLst>
              <p:ext uri="{D42A27DB-BD31-4B8C-83A1-F6EECF244321}">
                <p14:modId xmlns:p14="http://schemas.microsoft.com/office/powerpoint/2010/main" val="4194999709"/>
              </p:ext>
            </p:extLst>
          </p:nvPr>
        </p:nvGraphicFramePr>
        <p:xfrm>
          <a:off x="358335" y="1376891"/>
          <a:ext cx="11510865" cy="5007720"/>
        </p:xfrm>
        <a:graphic>
          <a:graphicData uri="http://schemas.openxmlformats.org/drawingml/2006/table">
            <a:tbl>
              <a:tblPr firstRow="1" bandRow="1">
                <a:tableStyleId>{073A0DAA-6AF3-43AB-8588-CEC1D06C72B9}</a:tableStyleId>
              </a:tblPr>
              <a:tblGrid>
                <a:gridCol w="2522025">
                  <a:extLst>
                    <a:ext uri="{9D8B030D-6E8A-4147-A177-3AD203B41FA5}">
                      <a16:colId xmlns:a16="http://schemas.microsoft.com/office/drawing/2014/main" val="458559696"/>
                    </a:ext>
                  </a:extLst>
                </a:gridCol>
                <a:gridCol w="972000">
                  <a:extLst>
                    <a:ext uri="{9D8B030D-6E8A-4147-A177-3AD203B41FA5}">
                      <a16:colId xmlns:a16="http://schemas.microsoft.com/office/drawing/2014/main" val="2721855406"/>
                    </a:ext>
                  </a:extLst>
                </a:gridCol>
                <a:gridCol w="1152000">
                  <a:extLst>
                    <a:ext uri="{9D8B030D-6E8A-4147-A177-3AD203B41FA5}">
                      <a16:colId xmlns:a16="http://schemas.microsoft.com/office/drawing/2014/main" val="2800079537"/>
                    </a:ext>
                  </a:extLst>
                </a:gridCol>
                <a:gridCol w="2016000">
                  <a:extLst>
                    <a:ext uri="{9D8B030D-6E8A-4147-A177-3AD203B41FA5}">
                      <a16:colId xmlns:a16="http://schemas.microsoft.com/office/drawing/2014/main" val="2491557635"/>
                    </a:ext>
                  </a:extLst>
                </a:gridCol>
                <a:gridCol w="982980">
                  <a:extLst>
                    <a:ext uri="{9D8B030D-6E8A-4147-A177-3AD203B41FA5}">
                      <a16:colId xmlns:a16="http://schemas.microsoft.com/office/drawing/2014/main" val="3673164344"/>
                    </a:ext>
                  </a:extLst>
                </a:gridCol>
                <a:gridCol w="1165860">
                  <a:extLst>
                    <a:ext uri="{9D8B030D-6E8A-4147-A177-3AD203B41FA5}">
                      <a16:colId xmlns:a16="http://schemas.microsoft.com/office/drawing/2014/main" val="2326480619"/>
                    </a:ext>
                  </a:extLst>
                </a:gridCol>
                <a:gridCol w="288000">
                  <a:extLst>
                    <a:ext uri="{9D8B030D-6E8A-4147-A177-3AD203B41FA5}">
                      <a16:colId xmlns:a16="http://schemas.microsoft.com/office/drawing/2014/main" val="249887115"/>
                    </a:ext>
                  </a:extLst>
                </a:gridCol>
                <a:gridCol w="2412000">
                  <a:extLst>
                    <a:ext uri="{9D8B030D-6E8A-4147-A177-3AD203B41FA5}">
                      <a16:colId xmlns:a16="http://schemas.microsoft.com/office/drawing/2014/main" val="393198505"/>
                    </a:ext>
                  </a:extLst>
                </a:gridCol>
              </a:tblGrid>
              <a:tr h="241902">
                <a:tc gridSpan="8">
                  <a:txBody>
                    <a:bodyPr/>
                    <a:lstStyle/>
                    <a:p>
                      <a:pPr algn="ctr"/>
                      <a:r>
                        <a:rPr lang="en-US" sz="1000"/>
                        <a:t>Advanced/Metastatic ESCC</a:t>
                      </a:r>
                      <a:endParaRPr lang="en-US"/>
                    </a:p>
                  </a:txBody>
                  <a:tcPr marL="45720" marR="45720" anchor="ctr">
                    <a:solidFill>
                      <a:schemeClr val="accent5">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544280">
                <a:tc>
                  <a:txBody>
                    <a:bodyPr/>
                    <a:lstStyle/>
                    <a:p>
                      <a:pPr algn="ctr"/>
                      <a:r>
                        <a:rPr lang="en-US" sz="1000" b="1">
                          <a:solidFill>
                            <a:schemeClr val="bg1"/>
                          </a:solidFill>
                        </a:rPr>
                        <a:t>Evidence Gap</a:t>
                      </a:r>
                    </a:p>
                  </a:txBody>
                  <a:tcPr marL="45720" marR="45720" anchor="ctr">
                    <a:solidFill>
                      <a:schemeClr val="accent5">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Tactic Type</a:t>
                      </a:r>
                    </a:p>
                  </a:txBody>
                  <a:tcPr marL="45720" marR="45720" anchor="ctr">
                    <a:solidFill>
                      <a:schemeClr val="accent5">
                        <a:lumMod val="50000"/>
                      </a:schemeClr>
                    </a:solidFill>
                  </a:tcPr>
                </a:tc>
                <a:tc>
                  <a:txBody>
                    <a:bodyPr/>
                    <a:lstStyle/>
                    <a:p>
                      <a:pPr algn="ctr"/>
                      <a:r>
                        <a:rPr lang="en-US" sz="1000" b="1">
                          <a:solidFill>
                            <a:schemeClr val="bg1"/>
                          </a:solidFill>
                        </a:rPr>
                        <a:t>New Tactic</a:t>
                      </a:r>
                    </a:p>
                  </a:txBody>
                  <a:tcPr marL="45720" marR="45720" anchor="ctr">
                    <a:solidFill>
                      <a:schemeClr val="accent5">
                        <a:lumMod val="50000"/>
                      </a:schemeClr>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chemeClr val="accent5">
                        <a:lumMod val="50000"/>
                      </a:schemeClr>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chemeClr val="accent5">
                        <a:lumMod val="50000"/>
                      </a:schemeClr>
                    </a:solidFill>
                  </a:tcPr>
                </a:tc>
                <a:tc>
                  <a:txBody>
                    <a:bodyPr/>
                    <a:lstStyle/>
                    <a:p>
                      <a:pPr algn="ctr"/>
                      <a:r>
                        <a:rPr lang="en-US" sz="1000" b="1" kern="1200">
                          <a:solidFill>
                            <a:schemeClr val="bg1"/>
                          </a:solidFill>
                          <a:latin typeface="+mn-lt"/>
                          <a:ea typeface="+mn-ea"/>
                          <a:cs typeface="+mn-cs"/>
                        </a:rPr>
                        <a:t>Impact on External Stakeholders</a:t>
                      </a:r>
                    </a:p>
                  </a:txBody>
                  <a:tcPr marL="45720" marR="45720" anchor="ctr">
                    <a:solidFill>
                      <a:schemeClr val="accent5">
                        <a:lumMod val="50000"/>
                      </a:schemeClr>
                    </a:solidFill>
                  </a:tcPr>
                </a:tc>
                <a:tc>
                  <a:txBody>
                    <a:bodyPr/>
                    <a:lstStyle/>
                    <a:p>
                      <a:pPr algn="ctr"/>
                      <a:r>
                        <a:rPr lang="en-US" sz="1000" b="1" kern="1200">
                          <a:solidFill>
                            <a:schemeClr val="bg1"/>
                          </a:solidFill>
                          <a:latin typeface="+mn-lt"/>
                          <a:ea typeface="+mn-ea"/>
                          <a:cs typeface="+mn-cs"/>
                        </a:rPr>
                        <a:t>SIs</a:t>
                      </a:r>
                    </a:p>
                  </a:txBody>
                  <a:tcPr marL="45720" marR="45720" anchor="ctr">
                    <a:solidFill>
                      <a:schemeClr val="accent5">
                        <a:lumMod val="50000"/>
                      </a:schemeClr>
                    </a:solidFill>
                  </a:tcPr>
                </a:tc>
                <a:tc>
                  <a:txBody>
                    <a:bodyPr/>
                    <a:lstStyle/>
                    <a:p>
                      <a:pPr marL="0" algn="ctr" defTabSz="914400" rtl="0" eaLnBrk="1" latinLnBrk="0" hangingPunct="1"/>
                      <a:r>
                        <a:rPr lang="en-US" sz="1000" b="1" kern="1200">
                          <a:solidFill>
                            <a:schemeClr val="bg1"/>
                          </a:solidFill>
                          <a:latin typeface="+mn-lt"/>
                          <a:ea typeface="+mn-ea"/>
                          <a:cs typeface="+mn-cs"/>
                        </a:rPr>
                        <a:t>Medical Objective &amp; Impact</a:t>
                      </a:r>
                    </a:p>
                  </a:txBody>
                  <a:tcPr marL="45720" marR="45720" anchor="ctr">
                    <a:solidFill>
                      <a:schemeClr val="accent5">
                        <a:lumMod val="50000"/>
                      </a:schemeClr>
                    </a:solidFill>
                  </a:tcPr>
                </a:tc>
                <a:extLst>
                  <a:ext uri="{0D108BD9-81ED-4DB2-BD59-A6C34878D82A}">
                    <a16:rowId xmlns:a16="http://schemas.microsoft.com/office/drawing/2014/main" val="3378915935"/>
                  </a:ext>
                </a:extLst>
              </a:tr>
              <a:tr h="49961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i="0" kern="1200">
                          <a:solidFill>
                            <a:schemeClr val="tx1"/>
                          </a:solidFill>
                          <a:latin typeface="+mn-lt"/>
                          <a:ea typeface="+mn-ea"/>
                          <a:cs typeface="+mn-cs"/>
                        </a:rPr>
                        <a:t>[1L]: </a:t>
                      </a:r>
                      <a:r>
                        <a:rPr lang="en-GB" sz="900" b="1" i="0" kern="1200">
                          <a:solidFill>
                            <a:schemeClr val="tx1"/>
                          </a:solidFill>
                          <a:latin typeface="+mn-lt"/>
                          <a:ea typeface="+mn-ea"/>
                          <a:cs typeface="+mn-cs"/>
                        </a:rPr>
                        <a:t>Need for safety and efficacy data supporting tislelizumab </a:t>
                      </a:r>
                      <a:r>
                        <a:rPr lang="en-GB" sz="900" i="0" kern="1200">
                          <a:solidFill>
                            <a:schemeClr val="tx1"/>
                          </a:solidFill>
                          <a:latin typeface="+mn-lt"/>
                          <a:ea typeface="+mn-ea"/>
                          <a:cs typeface="+mn-cs"/>
                        </a:rPr>
                        <a:t>(150mg Q2W and 300mg Q4W) </a:t>
                      </a:r>
                      <a:r>
                        <a:rPr lang="en-GB" sz="900" b="1" i="0" kern="1200">
                          <a:solidFill>
                            <a:schemeClr val="tx1"/>
                          </a:solidFill>
                          <a:latin typeface="+mn-lt"/>
                          <a:ea typeface="+mn-ea"/>
                          <a:cs typeface="+mn-cs"/>
                        </a:rPr>
                        <a:t>+ FOLFOX in </a:t>
                      </a:r>
                      <a:r>
                        <a:rPr lang="en-GB" sz="900" i="0" kern="1200">
                          <a:solidFill>
                            <a:schemeClr val="tx1"/>
                          </a:solidFill>
                          <a:latin typeface="+mn-lt"/>
                          <a:ea typeface="+mn-ea"/>
                          <a:cs typeface="+mn-cs"/>
                        </a:rPr>
                        <a:t>a JP population greater than 5 pts</a:t>
                      </a:r>
                    </a:p>
                  </a:txBody>
                  <a:tcPr marL="45720" marR="45720" anchor="ctr">
                    <a:solidFill>
                      <a:srgbClr val="E7E7E7"/>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i="1"/>
                        <a:t>To be closed by R&amp;D</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Interventional study (RN-216) for ESCC label expansion in Japan</a:t>
                      </a:r>
                      <a:r>
                        <a:rPr lang="en-US" sz="900" baseline="30000"/>
                        <a:t>1</a:t>
                      </a:r>
                      <a:endParaRPr lang="en-US" sz="900"/>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t>Primary Endpoints: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PK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Safety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Efficacy (ORR by IRC)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t>Secondary Endpoints: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6 months PFS (by IRC) rate</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Regulators </a:t>
                      </a:r>
                      <a:endParaRPr lang="en-GB" sz="900"/>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900"/>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Evidence-Based Differentiation</a:t>
                      </a:r>
                    </a:p>
                  </a:txBody>
                  <a:tcPr marL="45720" marR="45720" anchor="ctr">
                    <a:solidFill>
                      <a:srgbClr val="E7E7E7"/>
                    </a:solidFill>
                  </a:tcPr>
                </a:tc>
                <a:extLst>
                  <a:ext uri="{0D108BD9-81ED-4DB2-BD59-A6C34878D82A}">
                    <a16:rowId xmlns:a16="http://schemas.microsoft.com/office/drawing/2014/main" val="1667024452"/>
                  </a:ext>
                </a:extLst>
              </a:tr>
              <a:tr h="54358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900"/>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Integrated Evidence Generation</a:t>
                      </a:r>
                    </a:p>
                  </a:txBody>
                  <a:tcPr marL="45720" marR="45720" anchor="ctr">
                    <a:solidFill>
                      <a:srgbClr val="E7E7E7"/>
                    </a:solidFill>
                  </a:tcPr>
                </a:tc>
                <a:extLst>
                  <a:ext uri="{0D108BD9-81ED-4DB2-BD59-A6C34878D82A}">
                    <a16:rowId xmlns:a16="http://schemas.microsoft.com/office/drawing/2014/main" val="3277171095"/>
                  </a:ext>
                </a:extLst>
              </a:tr>
              <a:tr h="392555">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strike="noStrike">
                          <a:effectLst/>
                        </a:rPr>
                        <a:t>Clinical evidence in patients with </a:t>
                      </a:r>
                      <a:r>
                        <a:rPr lang="en-GB" sz="900" b="1" strike="noStrike" err="1">
                          <a:effectLst/>
                        </a:rPr>
                        <a:t>esophageal</a:t>
                      </a:r>
                      <a:r>
                        <a:rPr lang="en-GB" sz="900" b="1" strike="noStrike">
                          <a:effectLst/>
                        </a:rPr>
                        <a:t> adenocarcinoma </a:t>
                      </a:r>
                      <a:r>
                        <a:rPr lang="en-GB" sz="900" strike="noStrike">
                          <a:effectLst/>
                        </a:rPr>
                        <a:t>to supplement the current squamous-only study population</a:t>
                      </a:r>
                      <a:endParaRPr lang="en-US" sz="900" b="1"/>
                    </a:p>
                  </a:txBody>
                  <a:tcPr marL="45720" marR="45720" anchor="ctr">
                    <a:solidFill>
                      <a:srgbClr val="CBCBCB"/>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i="0" strike="noStrike" kern="1200">
                        <a:solidFill>
                          <a:schemeClr val="tx1"/>
                        </a:solidFill>
                        <a:highlight>
                          <a:srgbClr val="FFFF00"/>
                        </a:highlight>
                        <a:latin typeface="+mn-lt"/>
                        <a:ea typeface="+mn-ea"/>
                        <a:cs typeface="+mn-cs"/>
                      </a:endParaRP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strike="noStrike"/>
                        <a:t>Broadening of a potential US IIT study to the EU population</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i="0" strike="noStrike" kern="1200">
                          <a:solidFill>
                            <a:schemeClr val="tx1"/>
                          </a:solidFill>
                          <a:latin typeface="+mn-lt"/>
                          <a:ea typeface="+mn-ea"/>
                          <a:cs typeface="+mn-cs"/>
                        </a:rPr>
                        <a:t>Primary Endpoints: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Identify biomarker-driven defined subgroups and corresponding active systemic therapies that would result in a 5-year organ preservation rate of 20%</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i="0" strike="noStrike" kern="1200">
                          <a:solidFill>
                            <a:schemeClr val="tx1"/>
                          </a:solidFill>
                          <a:latin typeface="+mn-lt"/>
                          <a:ea typeface="+mn-ea"/>
                          <a:cs typeface="+mn-cs"/>
                        </a:rPr>
                        <a:t>Secondary Endpoints: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EFS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Tumor regression grade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Toxicity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clinical/ translational model pathCR</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i="0" strike="noStrike" kern="1200">
                        <a:solidFill>
                          <a:schemeClr val="tx1"/>
                        </a:solidFill>
                        <a:highlight>
                          <a:srgbClr val="00FFFF"/>
                        </a:highlight>
                        <a:latin typeface="+mn-lt"/>
                        <a:ea typeface="+mn-ea"/>
                        <a:cs typeface="+mn-cs"/>
                      </a:endParaRPr>
                    </a:p>
                  </a:txBody>
                  <a:tcPr marL="45720" marR="45720" anchor="ctr">
                    <a:solidFill>
                      <a:srgbClr val="CBCBCB"/>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HCPs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Patients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Regulators</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i="0" strike="noStrike" kern="1200">
                        <a:solidFill>
                          <a:schemeClr val="tx1"/>
                        </a:solidFill>
                        <a:highlight>
                          <a:srgbClr val="FFFF00"/>
                        </a:highligh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Evidence-Based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Communicate One Scientific Story</a:t>
                      </a:r>
                    </a:p>
                  </a:txBody>
                  <a:tcPr marL="45720" marR="45720" anchor="ctr">
                    <a:solidFill>
                      <a:srgbClr val="CBCBCB"/>
                    </a:solidFill>
                  </a:tcPr>
                </a:tc>
                <a:extLst>
                  <a:ext uri="{0D108BD9-81ED-4DB2-BD59-A6C34878D82A}">
                    <a16:rowId xmlns:a16="http://schemas.microsoft.com/office/drawing/2014/main" val="3405772558"/>
                  </a:ext>
                </a:extLst>
              </a:tr>
              <a:tr h="39255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i="0" strike="noStrike" kern="1200">
                        <a:solidFill>
                          <a:schemeClr val="tx1"/>
                        </a:solidFill>
                        <a:highlight>
                          <a:srgbClr val="FFFF00"/>
                        </a:highlight>
                        <a:latin typeface="+mn-lt"/>
                        <a:ea typeface="+mn-ea"/>
                        <a:cs typeface="+mn-cs"/>
                      </a:endParaRPr>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Integrated Evidence Generation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Support Market Access</a:t>
                      </a:r>
                      <a:endParaRPr lang="en-US"/>
                    </a:p>
                  </a:txBody>
                  <a:tcPr marL="45720" marR="45720" anchor="ctr">
                    <a:solidFill>
                      <a:srgbClr val="CBCBCB"/>
                    </a:solidFill>
                  </a:tcPr>
                </a:tc>
                <a:extLst>
                  <a:ext uri="{0D108BD9-81ED-4DB2-BD59-A6C34878D82A}">
                    <a16:rowId xmlns:a16="http://schemas.microsoft.com/office/drawing/2014/main" val="493769543"/>
                  </a:ext>
                </a:extLst>
              </a:tr>
              <a:tr h="121058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endParaRPr lang="en-US"/>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KOL Engagement &amp; Advocacy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Maintain and Continue to Build</a:t>
                      </a:r>
                    </a:p>
                  </a:txBody>
                  <a:tcPr marL="45720" marR="45720" anchor="ctr">
                    <a:solidFill>
                      <a:srgbClr val="CBCBCB"/>
                    </a:solidFill>
                  </a:tcPr>
                </a:tc>
                <a:extLst>
                  <a:ext uri="{0D108BD9-81ED-4DB2-BD59-A6C34878D82A}">
                    <a16:rowId xmlns:a16="http://schemas.microsoft.com/office/drawing/2014/main" val="103096158"/>
                  </a:ext>
                </a:extLst>
              </a:tr>
              <a:tr h="11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a:t>[1L]: Need for exploratory biomarker data in patients with early and long- lasting response </a:t>
                      </a:r>
                      <a:r>
                        <a:rPr lang="en-GB" sz="900"/>
                        <a:t>to tislelizumab</a:t>
                      </a:r>
                      <a:endParaRPr lang="en-US" sz="900"/>
                    </a:p>
                  </a:txBody>
                  <a:tcPr marL="45720" marR="45720"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Post-hoc analysis of RN-306 &amp; validate via follow-up study (if applicable)</a:t>
                      </a: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For early responders, look at biomarkers</a:t>
                      </a: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highlight>
                          <a:srgbClr val="FFFF00"/>
                        </a:highlight>
                        <a:latin typeface="+mn-lt"/>
                        <a:ea typeface="+mn-ea"/>
                        <a:cs typeface="+mn-cs"/>
                      </a:endParaRP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Patients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900">
                        <a:effectLst/>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Evidence-Based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Communicate One Scientific Story</a:t>
                      </a:r>
                    </a:p>
                  </a:txBody>
                  <a:tcPr marL="45720" marR="45720" anchor="ctr">
                    <a:solidFill>
                      <a:srgbClr val="E7E7E7"/>
                    </a:solidFill>
                  </a:tcPr>
                </a:tc>
                <a:extLst>
                  <a:ext uri="{0D108BD9-81ED-4DB2-BD59-A6C34878D82A}">
                    <a16:rowId xmlns:a16="http://schemas.microsoft.com/office/drawing/2014/main" val="3628501332"/>
                  </a:ext>
                </a:extLst>
              </a:tr>
            </a:tbl>
          </a:graphicData>
        </a:graphic>
      </p:graphicFrame>
      <p:sp>
        <p:nvSpPr>
          <p:cNvPr id="3" name="Title 2">
            <a:extLst>
              <a:ext uri="{FF2B5EF4-FFF2-40B4-BE49-F238E27FC236}">
                <a16:creationId xmlns:a16="http://schemas.microsoft.com/office/drawing/2014/main" id="{CEF20ED7-B617-DDDA-7E48-375F6A6F157C}"/>
              </a:ext>
            </a:extLst>
          </p:cNvPr>
          <p:cNvSpPr>
            <a:spLocks noGrp="1"/>
          </p:cNvSpPr>
          <p:nvPr>
            <p:ph type="title"/>
          </p:nvPr>
        </p:nvSpPr>
        <p:spPr>
          <a:xfrm>
            <a:off x="358337" y="271427"/>
            <a:ext cx="11470125" cy="369332"/>
          </a:xfrm>
        </p:spPr>
        <p:txBody>
          <a:bodyPr vert="horz"/>
          <a:lstStyle/>
          <a:p>
            <a:r>
              <a:rPr lang="en-US" sz="2400"/>
              <a:t>Tactics: Advanced/Metastatic ESCC</a:t>
            </a:r>
          </a:p>
        </p:txBody>
      </p:sp>
      <p:pic>
        <p:nvPicPr>
          <p:cNvPr id="31" name="Graphic 30">
            <a:extLst>
              <a:ext uri="{FF2B5EF4-FFF2-40B4-BE49-F238E27FC236}">
                <a16:creationId xmlns:a16="http://schemas.microsoft.com/office/drawing/2014/main" id="{A087706E-5CDD-E938-2A2D-C533327D07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05194" y="5739678"/>
            <a:ext cx="290512" cy="290512"/>
          </a:xfrm>
          <a:prstGeom prst="rect">
            <a:avLst/>
          </a:prstGeom>
        </p:spPr>
      </p:pic>
      <p:pic>
        <p:nvPicPr>
          <p:cNvPr id="4" name="Picture 3" descr="A red circle with white circle in center&#10;&#10;AI-generated content may be incorrect.">
            <a:extLst>
              <a:ext uri="{FF2B5EF4-FFF2-40B4-BE49-F238E27FC236}">
                <a16:creationId xmlns:a16="http://schemas.microsoft.com/office/drawing/2014/main" id="{8698B1B0-EBD2-06DA-B1CF-4E0036E8420B}"/>
              </a:ext>
            </a:extLst>
          </p:cNvPr>
          <p:cNvPicPr>
            <a:picLocks noChangeAspect="1"/>
          </p:cNvPicPr>
          <p:nvPr/>
        </p:nvPicPr>
        <p:blipFill>
          <a:blip r:embed="rId8"/>
          <a:stretch>
            <a:fillRect/>
          </a:stretch>
        </p:blipFill>
        <p:spPr>
          <a:xfrm>
            <a:off x="7353697" y="2592639"/>
            <a:ext cx="301752" cy="304355"/>
          </a:xfrm>
          <a:prstGeom prst="rect">
            <a:avLst/>
          </a:prstGeom>
        </p:spPr>
      </p:pic>
      <p:grpSp>
        <p:nvGrpSpPr>
          <p:cNvPr id="15" name="Group 14">
            <a:extLst>
              <a:ext uri="{FF2B5EF4-FFF2-40B4-BE49-F238E27FC236}">
                <a16:creationId xmlns:a16="http://schemas.microsoft.com/office/drawing/2014/main" id="{773F68DC-F918-C955-E3E9-F57EA8940F2C}"/>
              </a:ext>
            </a:extLst>
          </p:cNvPr>
          <p:cNvGrpSpPr/>
          <p:nvPr/>
        </p:nvGrpSpPr>
        <p:grpSpPr>
          <a:xfrm>
            <a:off x="7232201" y="5720342"/>
            <a:ext cx="544744" cy="329184"/>
            <a:chOff x="7250051" y="5567968"/>
            <a:chExt cx="544744" cy="329184"/>
          </a:xfrm>
        </p:grpSpPr>
        <p:pic>
          <p:nvPicPr>
            <p:cNvPr id="32" name="Graphic 31">
              <a:extLst>
                <a:ext uri="{FF2B5EF4-FFF2-40B4-BE49-F238E27FC236}">
                  <a16:creationId xmlns:a16="http://schemas.microsoft.com/office/drawing/2014/main" id="{FFA520E3-A965-5D1D-CBD5-5C8C686FC726}"/>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250051" y="5567968"/>
              <a:ext cx="329184" cy="329184"/>
            </a:xfrm>
            <a:prstGeom prst="rect">
              <a:avLst/>
            </a:prstGeom>
          </p:spPr>
        </p:pic>
        <p:pic>
          <p:nvPicPr>
            <p:cNvPr id="29" name="Picture 28">
              <a:extLst>
                <a:ext uri="{FF2B5EF4-FFF2-40B4-BE49-F238E27FC236}">
                  <a16:creationId xmlns:a16="http://schemas.microsoft.com/office/drawing/2014/main" id="{CD16633A-1588-D47F-E1DF-9DA226DEE5F3}"/>
                </a:ext>
              </a:extLst>
            </p:cNvPr>
            <p:cNvPicPr>
              <a:picLocks noChangeAspect="1"/>
            </p:cNvPicPr>
            <p:nvPr/>
          </p:nvPicPr>
          <p:blipFill rotWithShape="1">
            <a:blip r:embed="rId11"/>
            <a:srcRect l="14865" t="17319" r="20459" b="14006"/>
            <a:stretch/>
          </p:blipFill>
          <p:spPr>
            <a:xfrm>
              <a:off x="7465611" y="5567968"/>
              <a:ext cx="329184" cy="329184"/>
            </a:xfrm>
            <a:prstGeom prst="ellipse">
              <a:avLst/>
            </a:prstGeom>
          </p:spPr>
        </p:pic>
      </p:grpSp>
      <p:pic>
        <p:nvPicPr>
          <p:cNvPr id="35" name="Graphic 34">
            <a:extLst>
              <a:ext uri="{FF2B5EF4-FFF2-40B4-BE49-F238E27FC236}">
                <a16:creationId xmlns:a16="http://schemas.microsoft.com/office/drawing/2014/main" id="{25DC3CE7-A0A3-3DC0-8778-8C10346B50DA}"/>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339981" y="4079960"/>
            <a:ext cx="329184" cy="329184"/>
          </a:xfrm>
          <a:prstGeom prst="rect">
            <a:avLst/>
          </a:prstGeom>
        </p:spPr>
      </p:pic>
      <p:sp>
        <p:nvSpPr>
          <p:cNvPr id="20" name="Rectangle 19">
            <a:extLst>
              <a:ext uri="{FF2B5EF4-FFF2-40B4-BE49-F238E27FC236}">
                <a16:creationId xmlns:a16="http://schemas.microsoft.com/office/drawing/2014/main" id="{E5148BDA-4E19-D4E2-71B4-EFB79AD97811}"/>
              </a:ext>
            </a:extLst>
          </p:cNvPr>
          <p:cNvSpPr/>
          <p:nvPr/>
        </p:nvSpPr>
        <p:spPr>
          <a:xfrm>
            <a:off x="126749" y="2171093"/>
            <a:ext cx="222533" cy="3024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sp>
        <p:nvSpPr>
          <p:cNvPr id="37" name="Rectangle 36">
            <a:extLst>
              <a:ext uri="{FF2B5EF4-FFF2-40B4-BE49-F238E27FC236}">
                <a16:creationId xmlns:a16="http://schemas.microsoft.com/office/drawing/2014/main" id="{33D1BACC-29B7-FC6A-781B-2CDD9EAA463B}"/>
              </a:ext>
            </a:extLst>
          </p:cNvPr>
          <p:cNvSpPr/>
          <p:nvPr/>
        </p:nvSpPr>
        <p:spPr>
          <a:xfrm>
            <a:off x="122270" y="5213810"/>
            <a:ext cx="228725" cy="1152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Medium Priority</a:t>
            </a:r>
          </a:p>
        </p:txBody>
      </p:sp>
      <p:grpSp>
        <p:nvGrpSpPr>
          <p:cNvPr id="38" name="Group 37">
            <a:extLst>
              <a:ext uri="{FF2B5EF4-FFF2-40B4-BE49-F238E27FC236}">
                <a16:creationId xmlns:a16="http://schemas.microsoft.com/office/drawing/2014/main" id="{E9E06EBC-4E9C-65A1-1090-910756A6BB31}"/>
              </a:ext>
            </a:extLst>
          </p:cNvPr>
          <p:cNvGrpSpPr/>
          <p:nvPr/>
        </p:nvGrpSpPr>
        <p:grpSpPr>
          <a:xfrm>
            <a:off x="5387787" y="634600"/>
            <a:ext cx="6454551" cy="323165"/>
            <a:chOff x="9702263" y="10164"/>
            <a:chExt cx="6636476" cy="323165"/>
          </a:xfrm>
        </p:grpSpPr>
        <p:sp>
          <p:nvSpPr>
            <p:cNvPr id="39" name="TextBox 38">
              <a:extLst>
                <a:ext uri="{FF2B5EF4-FFF2-40B4-BE49-F238E27FC236}">
                  <a16:creationId xmlns:a16="http://schemas.microsoft.com/office/drawing/2014/main" id="{B98A54AA-1A72-22A1-5B87-F9A58FD50D87}"/>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40" name="Rectangle 39">
              <a:extLst>
                <a:ext uri="{FF2B5EF4-FFF2-40B4-BE49-F238E27FC236}">
                  <a16:creationId xmlns:a16="http://schemas.microsoft.com/office/drawing/2014/main" id="{CFBF9FA0-AC55-925E-EB80-17BD2A293FB5}"/>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1" name="Rectangle 40">
              <a:extLst>
                <a:ext uri="{FF2B5EF4-FFF2-40B4-BE49-F238E27FC236}">
                  <a16:creationId xmlns:a16="http://schemas.microsoft.com/office/drawing/2014/main" id="{55B8E654-5CA0-1439-5C29-B578C1C2AAF1}"/>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2" name="Rectangle 41">
              <a:extLst>
                <a:ext uri="{FF2B5EF4-FFF2-40B4-BE49-F238E27FC236}">
                  <a16:creationId xmlns:a16="http://schemas.microsoft.com/office/drawing/2014/main" id="{CE9E5F83-4145-7881-6CB0-A4539AF0F289}"/>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50" name="Footer Placeholder 3">
            <a:extLst>
              <a:ext uri="{FF2B5EF4-FFF2-40B4-BE49-F238E27FC236}">
                <a16:creationId xmlns:a16="http://schemas.microsoft.com/office/drawing/2014/main" id="{E44A3BD7-34C8-23A2-0455-CB6174FBD257}"/>
              </a:ext>
            </a:extLst>
          </p:cNvPr>
          <p:cNvSpPr txBox="1">
            <a:spLocks/>
          </p:cNvSpPr>
          <p:nvPr/>
        </p:nvSpPr>
        <p:spPr>
          <a:xfrm>
            <a:off x="358336" y="6360168"/>
            <a:ext cx="1060383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latin typeface="Poppins"/>
              </a:rPr>
              <a:t>Note</a:t>
            </a:r>
            <a:r>
              <a:rPr lang="en-US">
                <a:solidFill>
                  <a:srgbClr val="000000">
                    <a:lumMod val="65000"/>
                    <a:lumOff val="35000"/>
                  </a:srgbClr>
                </a:solidFill>
              </a:rPr>
              <a:t>: :  1. RN-216 addresses two open gaps in 1L GC/GEJ and 1L ESCC indications to expand tislelizumab label in Japan </a:t>
            </a:r>
          </a:p>
          <a:p>
            <a:pPr>
              <a:defRPr/>
            </a:pPr>
            <a:r>
              <a:rPr lang="en-US">
                <a:solidFill>
                  <a:srgbClr val="000000">
                    <a:lumMod val="65000"/>
                    <a:lumOff val="35000"/>
                  </a:srgbClr>
                </a:solidFill>
              </a:rPr>
              <a:t>Abbreviations: ESCC: Esophageal Squamous Cell Carcinoma; FOLFOX: Folinic Acid-Fluorouracil-Oxaliplatin; </a:t>
            </a:r>
            <a:r>
              <a:rPr lang="en-US"/>
              <a:t>HCPs: Healthcare Professionals, </a:t>
            </a:r>
            <a:r>
              <a:rPr lang="en-US">
                <a:solidFill>
                  <a:srgbClr val="000000">
                    <a:lumMod val="65000"/>
                    <a:lumOff val="35000"/>
                  </a:srgbClr>
                </a:solidFill>
              </a:rPr>
              <a:t>HEOR: Health Economics Outcomes Research; IIT: Investigator Initiated Trials; IRC: Independent Review Committee; KOL: Key Opinion Leader; </a:t>
            </a:r>
            <a:r>
              <a:rPr lang="en-US" err="1">
                <a:solidFill>
                  <a:srgbClr val="000000">
                    <a:lumMod val="65000"/>
                    <a:lumOff val="35000"/>
                  </a:srgbClr>
                </a:solidFill>
              </a:rPr>
              <a:t>pathCR</a:t>
            </a:r>
            <a:r>
              <a:rPr lang="en-US">
                <a:solidFill>
                  <a:srgbClr val="000000">
                    <a:lumMod val="65000"/>
                    <a:lumOff val="35000"/>
                  </a:srgbClr>
                </a:solidFill>
              </a:rPr>
              <a:t>: Pathological Clinical Response; PK: Pharmacokinetics; RWE: Real World Evidence; SIs: Strategic Imperatives; TAP: Tumor Area Positivity</a:t>
            </a:r>
            <a:endParaRPr lang="en-US">
              <a:solidFill>
                <a:srgbClr val="000000">
                  <a:lumMod val="65000"/>
                  <a:lumOff val="35000"/>
                </a:srgbClr>
              </a:solidFill>
              <a:highlight>
                <a:srgbClr val="FFFF00"/>
              </a:highlight>
              <a:latin typeface="Poppins"/>
            </a:endParaRPr>
          </a:p>
        </p:txBody>
      </p:sp>
      <p:sp>
        <p:nvSpPr>
          <p:cNvPr id="21" name="Footer Placeholder 3">
            <a:extLst>
              <a:ext uri="{FF2B5EF4-FFF2-40B4-BE49-F238E27FC236}">
                <a16:creationId xmlns:a16="http://schemas.microsoft.com/office/drawing/2014/main" id="{7635C364-E023-4089-E785-9E3E5908AA46}"/>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22" name="Graphic 21">
            <a:extLst>
              <a:ext uri="{FF2B5EF4-FFF2-40B4-BE49-F238E27FC236}">
                <a16:creationId xmlns:a16="http://schemas.microsoft.com/office/drawing/2014/main" id="{906CA54A-E63D-A63B-5BBA-93474462A34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37570" y="958197"/>
            <a:ext cx="274320" cy="274320"/>
          </a:xfrm>
          <a:prstGeom prst="rect">
            <a:avLst/>
          </a:prstGeom>
        </p:spPr>
      </p:pic>
      <p:pic>
        <p:nvPicPr>
          <p:cNvPr id="23" name="Graphic 22">
            <a:extLst>
              <a:ext uri="{FF2B5EF4-FFF2-40B4-BE49-F238E27FC236}">
                <a16:creationId xmlns:a16="http://schemas.microsoft.com/office/drawing/2014/main" id="{6985FA36-B268-993D-0F5B-8B9CF0B83FD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24487" y="958197"/>
            <a:ext cx="274320" cy="274320"/>
          </a:xfrm>
          <a:prstGeom prst="rect">
            <a:avLst/>
          </a:prstGeom>
        </p:spPr>
      </p:pic>
      <p:pic>
        <p:nvPicPr>
          <p:cNvPr id="24" name="Graphic 23">
            <a:extLst>
              <a:ext uri="{FF2B5EF4-FFF2-40B4-BE49-F238E27FC236}">
                <a16:creationId xmlns:a16="http://schemas.microsoft.com/office/drawing/2014/main" id="{CC7877F6-EBF6-8214-1A37-1856978B3F6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14007" y="958197"/>
            <a:ext cx="274320" cy="274320"/>
          </a:xfrm>
          <a:prstGeom prst="rect">
            <a:avLst/>
          </a:prstGeom>
        </p:spPr>
      </p:pic>
      <p:pic>
        <p:nvPicPr>
          <p:cNvPr id="25" name="Graphic 24">
            <a:extLst>
              <a:ext uri="{FF2B5EF4-FFF2-40B4-BE49-F238E27FC236}">
                <a16:creationId xmlns:a16="http://schemas.microsoft.com/office/drawing/2014/main" id="{E8175A92-D15D-F33A-8765-608C5DCDDB0F}"/>
              </a:ext>
            </a:extLst>
          </p:cNvPr>
          <p:cNvPicPr>
            <a:picLocks/>
          </p:cNvPicPr>
          <p:nvPr/>
        </p:nvPicPr>
        <p:blipFill>
          <a:blip r:embed="rId16">
            <a:extLst>
              <a:ext uri="{96DAC541-7B7A-43D3-8B79-37D633B846F1}">
                <asvg:svgBlip xmlns:asvg="http://schemas.microsoft.com/office/drawing/2016/SVG/main" r:embed="rId17"/>
              </a:ext>
            </a:extLst>
          </a:blip>
          <a:stretch>
            <a:fillRect/>
          </a:stretch>
        </p:blipFill>
        <p:spPr>
          <a:xfrm>
            <a:off x="8194014" y="958557"/>
            <a:ext cx="273600" cy="273600"/>
          </a:xfrm>
          <a:prstGeom prst="rect">
            <a:avLst/>
          </a:prstGeom>
        </p:spPr>
      </p:pic>
      <p:grpSp>
        <p:nvGrpSpPr>
          <p:cNvPr id="5" name="Group 4">
            <a:extLst>
              <a:ext uri="{FF2B5EF4-FFF2-40B4-BE49-F238E27FC236}">
                <a16:creationId xmlns:a16="http://schemas.microsoft.com/office/drawing/2014/main" id="{AF678E72-2B77-51C1-D611-18FC3C1C6F79}"/>
              </a:ext>
            </a:extLst>
          </p:cNvPr>
          <p:cNvGrpSpPr/>
          <p:nvPr/>
        </p:nvGrpSpPr>
        <p:grpSpPr>
          <a:xfrm>
            <a:off x="-9526" y="-7584"/>
            <a:ext cx="11686057" cy="180000"/>
            <a:chOff x="-9526" y="-7584"/>
            <a:chExt cx="11686057" cy="180000"/>
          </a:xfrm>
        </p:grpSpPr>
        <p:sp>
          <p:nvSpPr>
            <p:cNvPr id="8" name="Rectangle 7">
              <a:extLst>
                <a:ext uri="{FF2B5EF4-FFF2-40B4-BE49-F238E27FC236}">
                  <a16:creationId xmlns:a16="http://schemas.microsoft.com/office/drawing/2014/main" id="{805E6BFD-66BB-8957-6E85-3B70BA53C5B2}"/>
                </a:ext>
              </a:extLst>
            </p:cNvPr>
            <p:cNvSpPr/>
            <p:nvPr/>
          </p:nvSpPr>
          <p:spPr>
            <a:xfrm>
              <a:off x="-9526" y="-7584"/>
              <a:ext cx="1916893" cy="180000"/>
            </a:xfrm>
            <a:prstGeom prst="rect">
              <a:avLst/>
            </a:prstGeom>
            <a:solidFill>
              <a:srgbClr val="52191D"/>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26" name="Arrow: Pentagon 25">
              <a:extLst>
                <a:ext uri="{FF2B5EF4-FFF2-40B4-BE49-F238E27FC236}">
                  <a16:creationId xmlns:a16="http://schemas.microsoft.com/office/drawing/2014/main" id="{62F37786-EBF5-AEEB-B769-541082374C56}"/>
                </a:ext>
              </a:extLst>
            </p:cNvPr>
            <p:cNvSpPr/>
            <p:nvPr/>
          </p:nvSpPr>
          <p:spPr>
            <a:xfrm>
              <a:off x="1907367"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7" name="Arrow: Chevron 26">
              <a:extLst>
                <a:ext uri="{FF2B5EF4-FFF2-40B4-BE49-F238E27FC236}">
                  <a16:creationId xmlns:a16="http://schemas.microsoft.com/office/drawing/2014/main" id="{497A3E3B-4C96-13A7-959C-CEB67C2B5534}"/>
                </a:ext>
              </a:extLst>
            </p:cNvPr>
            <p:cNvSpPr/>
            <p:nvPr/>
          </p:nvSpPr>
          <p:spPr>
            <a:xfrm>
              <a:off x="4423162"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8" name="Arrow: Chevron 27">
              <a:extLst>
                <a:ext uri="{FF2B5EF4-FFF2-40B4-BE49-F238E27FC236}">
                  <a16:creationId xmlns:a16="http://schemas.microsoft.com/office/drawing/2014/main" id="{4F74926C-CF46-B5DA-782E-5FA0FD1FDE87}"/>
                </a:ext>
              </a:extLst>
            </p:cNvPr>
            <p:cNvSpPr/>
            <p:nvPr/>
          </p:nvSpPr>
          <p:spPr>
            <a:xfrm>
              <a:off x="6816107"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3" name="Arrow: Chevron 32">
              <a:extLst>
                <a:ext uri="{FF2B5EF4-FFF2-40B4-BE49-F238E27FC236}">
                  <a16:creationId xmlns:a16="http://schemas.microsoft.com/office/drawing/2014/main" id="{A4C71590-47D5-5272-75B8-736479C0FE69}"/>
                </a:ext>
              </a:extLst>
            </p:cNvPr>
            <p:cNvSpPr/>
            <p:nvPr/>
          </p:nvSpPr>
          <p:spPr>
            <a:xfrm>
              <a:off x="921718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pic>
        <p:nvPicPr>
          <p:cNvPr id="2" name="Graphic 1">
            <a:extLst>
              <a:ext uri="{FF2B5EF4-FFF2-40B4-BE49-F238E27FC236}">
                <a16:creationId xmlns:a16="http://schemas.microsoft.com/office/drawing/2014/main" id="{83101406-8B6A-FC44-B34A-286EC98F1C7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21386" y="4107392"/>
            <a:ext cx="274320" cy="274320"/>
          </a:xfrm>
          <a:prstGeom prst="rect">
            <a:avLst/>
          </a:prstGeom>
        </p:spPr>
      </p:pic>
    </p:spTree>
    <p:extLst>
      <p:ext uri="{BB962C8B-B14F-4D97-AF65-F5344CB8AC3E}">
        <p14:creationId xmlns:p14="http://schemas.microsoft.com/office/powerpoint/2010/main" val="363219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9F64C-C151-E565-4248-96749520847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2718F3E-0319-E1E5-75B0-B35A97A9FDC7}"/>
              </a:ext>
            </a:extLst>
          </p:cNvPr>
          <p:cNvGraphicFramePr>
            <a:graphicFrameLocks noChangeAspect="1"/>
          </p:cNvGraphicFramePr>
          <p:nvPr>
            <p:custDataLst>
              <p:tags r:id="rId1"/>
            </p:custDataLst>
            <p:extLst>
              <p:ext uri="{D42A27DB-BD31-4B8C-83A1-F6EECF244321}">
                <p14:modId xmlns:p14="http://schemas.microsoft.com/office/powerpoint/2010/main" val="304829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D2718F3E-0319-E1E5-75B0-B35A97A9FDC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B2BC263D-C16B-F990-DC2F-71CBC0F9D297}"/>
              </a:ext>
            </a:extLst>
          </p:cNvPr>
          <p:cNvSpPr>
            <a:spLocks noGrp="1"/>
          </p:cNvSpPr>
          <p:nvPr>
            <p:ph type="title"/>
          </p:nvPr>
        </p:nvSpPr>
        <p:spPr>
          <a:xfrm>
            <a:off x="358337" y="271427"/>
            <a:ext cx="11470125" cy="369332"/>
          </a:xfrm>
        </p:spPr>
        <p:txBody>
          <a:bodyPr vert="horz"/>
          <a:lstStyle/>
          <a:p>
            <a:r>
              <a:rPr lang="en-US" sz="2400"/>
              <a:t>Implementation Roadmap: Advanced/Metastatic ESCC (1/2)</a:t>
            </a:r>
          </a:p>
        </p:txBody>
      </p:sp>
      <p:graphicFrame>
        <p:nvGraphicFramePr>
          <p:cNvPr id="17" name="Table 16">
            <a:extLst>
              <a:ext uri="{FF2B5EF4-FFF2-40B4-BE49-F238E27FC236}">
                <a16:creationId xmlns:a16="http://schemas.microsoft.com/office/drawing/2014/main" id="{87BDBE24-9C81-ACC6-37CD-8D49BDE04553}"/>
              </a:ext>
            </a:extLst>
          </p:cNvPr>
          <p:cNvGraphicFramePr>
            <a:graphicFrameLocks noGrp="1"/>
          </p:cNvGraphicFramePr>
          <p:nvPr>
            <p:extLst>
              <p:ext uri="{D42A27DB-BD31-4B8C-83A1-F6EECF244321}">
                <p14:modId xmlns:p14="http://schemas.microsoft.com/office/powerpoint/2010/main" val="108915308"/>
              </p:ext>
            </p:extLst>
          </p:nvPr>
        </p:nvGraphicFramePr>
        <p:xfrm>
          <a:off x="358335" y="1376893"/>
          <a:ext cx="11491211" cy="4877776"/>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792000">
                  <a:extLst>
                    <a:ext uri="{9D8B030D-6E8A-4147-A177-3AD203B41FA5}">
                      <a16:colId xmlns:a16="http://schemas.microsoft.com/office/drawing/2014/main" val="2800079537"/>
                    </a:ext>
                  </a:extLst>
                </a:gridCol>
                <a:gridCol w="828000">
                  <a:extLst>
                    <a:ext uri="{9D8B030D-6E8A-4147-A177-3AD203B41FA5}">
                      <a16:colId xmlns:a16="http://schemas.microsoft.com/office/drawing/2014/main" val="3138473051"/>
                    </a:ext>
                  </a:extLst>
                </a:gridCol>
                <a:gridCol w="252000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319444">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Advanced/Metastatic ESCC</a:t>
                      </a:r>
                    </a:p>
                  </a:txBody>
                  <a:tcPr anchor="ctr">
                    <a:solidFill>
                      <a:schemeClr val="accent5">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319444">
                <a:tc rowSpan="3">
                  <a:txBody>
                    <a:bodyPr/>
                    <a:lstStyle/>
                    <a:p>
                      <a:pPr algn="ctr"/>
                      <a:r>
                        <a:rPr lang="en-US" sz="900" b="1">
                          <a:solidFill>
                            <a:schemeClr val="bg1"/>
                          </a:solidFill>
                        </a:rPr>
                        <a:t>Evidence Gaps</a:t>
                      </a:r>
                    </a:p>
                  </a:txBody>
                  <a:tcPr anchor="ctr">
                    <a:solidFill>
                      <a:schemeClr val="accent5">
                        <a:lumMod val="50000"/>
                      </a:schemeClr>
                    </a:solidFill>
                  </a:tcPr>
                </a:tc>
                <a:tc rowSpan="3">
                  <a:txBody>
                    <a:bodyPr/>
                    <a:lstStyle/>
                    <a:p>
                      <a:pPr algn="ctr"/>
                      <a:r>
                        <a:rPr lang="en-US" sz="900" b="1">
                          <a:solidFill>
                            <a:schemeClr val="bg1"/>
                          </a:solidFill>
                        </a:rPr>
                        <a:t>Tactic Type</a:t>
                      </a:r>
                    </a:p>
                  </a:txBody>
                  <a:tcPr anchor="ctr">
                    <a:solidFill>
                      <a:schemeClr val="accent5">
                        <a:lumMod val="50000"/>
                      </a:schemeClr>
                    </a:solidFill>
                  </a:tcPr>
                </a:tc>
                <a:tc rowSpan="3">
                  <a:txBody>
                    <a:bodyPr/>
                    <a:lstStyle/>
                    <a:p>
                      <a:pPr algn="ctr"/>
                      <a:r>
                        <a:rPr lang="en-US" sz="900" b="1">
                          <a:solidFill>
                            <a:schemeClr val="bg1"/>
                          </a:solidFill>
                        </a:rPr>
                        <a:t>Key Market (s)</a:t>
                      </a:r>
                    </a:p>
                  </a:txBody>
                  <a:tcPr anchor="ctr">
                    <a:solidFill>
                      <a:schemeClr val="accent5">
                        <a:lumMod val="50000"/>
                      </a:schemeClr>
                    </a:solidFill>
                  </a:tcPr>
                </a:tc>
                <a:tc rowSpan="3">
                  <a:txBody>
                    <a:bodyPr/>
                    <a:lstStyle/>
                    <a:p>
                      <a:pPr algn="ctr"/>
                      <a:r>
                        <a:rPr lang="en-US" sz="900" b="1">
                          <a:solidFill>
                            <a:schemeClr val="bg1"/>
                          </a:solidFill>
                        </a:rPr>
                        <a:t>Other Assumptions/ Dependencies</a:t>
                      </a:r>
                    </a:p>
                  </a:txBody>
                  <a:tcPr anchor="ctr">
                    <a:solidFill>
                      <a:schemeClr val="accent5">
                        <a:lumMod val="50000"/>
                      </a:schemeClr>
                    </a:solidFill>
                  </a:tcPr>
                </a:tc>
                <a:tc gridSpan="9">
                  <a:txBody>
                    <a:bodyPr/>
                    <a:lstStyle/>
                    <a:p>
                      <a:pPr algn="ctr"/>
                      <a:r>
                        <a:rPr lang="en-US" sz="900" b="1" kern="1200">
                          <a:solidFill>
                            <a:schemeClr val="bg1"/>
                          </a:solidFill>
                          <a:latin typeface="+mn-lt"/>
                          <a:ea typeface="+mn-ea"/>
                          <a:cs typeface="+mn-cs"/>
                        </a:rPr>
                        <a:t>Evidence Roadmap</a:t>
                      </a:r>
                    </a:p>
                  </a:txBody>
                  <a:tcPr anchor="ctr">
                    <a:solidFill>
                      <a:schemeClr val="accent5">
                        <a:lumMod val="50000"/>
                      </a:schemeClr>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31944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chemeClr val="accent5">
                        <a:lumMod val="50000"/>
                      </a:schemeClr>
                    </a:solidFill>
                  </a:tcPr>
                </a:tc>
                <a:tc gridSpan="2">
                  <a:txBody>
                    <a:bodyPr/>
                    <a:lstStyle/>
                    <a:p>
                      <a:pPr algn="ctr"/>
                      <a:r>
                        <a:rPr lang="en-US" sz="900" b="1" kern="1200">
                          <a:solidFill>
                            <a:schemeClr val="bg1"/>
                          </a:solidFill>
                          <a:latin typeface="+mn-lt"/>
                          <a:ea typeface="+mn-ea"/>
                          <a:cs typeface="+mn-cs"/>
                        </a:rPr>
                        <a:t>2026</a:t>
                      </a:r>
                    </a:p>
                  </a:txBody>
                  <a:tcPr anchor="ctr">
                    <a:solidFill>
                      <a:schemeClr val="accent5">
                        <a:lumMod val="50000"/>
                      </a:schemeClr>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chemeClr val="accent5">
                        <a:lumMod val="50000"/>
                      </a:schemeClr>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chemeClr val="accent5">
                        <a:lumMod val="50000"/>
                      </a:schemeClr>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chemeClr val="accent5">
                        <a:lumMod val="50000"/>
                      </a:schemeClr>
                    </a:solidFill>
                  </a:tcPr>
                </a:tc>
                <a:tc hMerge="1">
                  <a:txBody>
                    <a:bodyPr/>
                    <a:lstStyle/>
                    <a:p>
                      <a:endParaRPr lang="en-US"/>
                    </a:p>
                  </a:txBody>
                  <a:tcPr/>
                </a:tc>
                <a:extLst>
                  <a:ext uri="{0D108BD9-81ED-4DB2-BD59-A6C34878D82A}">
                    <a16:rowId xmlns:a16="http://schemas.microsoft.com/office/drawing/2014/main" val="2912067414"/>
                  </a:ext>
                </a:extLst>
              </a:tr>
              <a:tr h="31944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H2</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H1</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H2</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H1</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H2</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H1</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H2</a:t>
                      </a:r>
                    </a:p>
                  </a:txBody>
                  <a:tcPr anchor="ctr">
                    <a:solidFill>
                      <a:schemeClr val="accent5">
                        <a:lumMod val="50000"/>
                      </a:schemeClr>
                    </a:solidFill>
                  </a:tcPr>
                </a:tc>
                <a:extLst>
                  <a:ext uri="{0D108BD9-81ED-4DB2-BD59-A6C34878D82A}">
                    <a16:rowId xmlns:a16="http://schemas.microsoft.com/office/drawing/2014/main" val="618320798"/>
                  </a:ext>
                </a:extLst>
              </a:tr>
              <a:tr h="21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i="0" kern="1200">
                          <a:solidFill>
                            <a:schemeClr val="tx1"/>
                          </a:solidFill>
                          <a:latin typeface="+mn-lt"/>
                          <a:ea typeface="+mn-ea"/>
                          <a:cs typeface="+mn-cs"/>
                        </a:rPr>
                        <a:t>[1L]: </a:t>
                      </a:r>
                      <a:r>
                        <a:rPr lang="en-GB" sz="900" b="1" i="0" kern="1200">
                          <a:solidFill>
                            <a:schemeClr val="tx1"/>
                          </a:solidFill>
                          <a:latin typeface="+mn-lt"/>
                          <a:ea typeface="+mn-ea"/>
                          <a:cs typeface="+mn-cs"/>
                        </a:rPr>
                        <a:t>Need for safety and efficacy data supporting tislelizumab </a:t>
                      </a:r>
                      <a:r>
                        <a:rPr lang="en-GB" sz="900" i="0" kern="1200">
                          <a:solidFill>
                            <a:schemeClr val="tx1"/>
                          </a:solidFill>
                          <a:latin typeface="+mn-lt"/>
                          <a:ea typeface="+mn-ea"/>
                          <a:cs typeface="+mn-cs"/>
                        </a:rPr>
                        <a:t>(150mg Q2W and 300mg Q4W) </a:t>
                      </a:r>
                      <a:r>
                        <a:rPr lang="en-GB" sz="900" b="1" i="0" kern="1200">
                          <a:solidFill>
                            <a:schemeClr val="tx1"/>
                          </a:solidFill>
                          <a:latin typeface="+mn-lt"/>
                          <a:ea typeface="+mn-ea"/>
                          <a:cs typeface="+mn-cs"/>
                        </a:rPr>
                        <a:t>+ FOLFOX in </a:t>
                      </a:r>
                      <a:r>
                        <a:rPr lang="en-GB" sz="900" i="0" kern="1200">
                          <a:solidFill>
                            <a:schemeClr val="tx1"/>
                          </a:solidFill>
                          <a:latin typeface="+mn-lt"/>
                          <a:ea typeface="+mn-ea"/>
                          <a:cs typeface="+mn-cs"/>
                        </a:rPr>
                        <a:t>a JP population greater than 5 pts</a:t>
                      </a:r>
                    </a:p>
                  </a:txBody>
                  <a:tcPr anchor="ctr">
                    <a:solidFill>
                      <a:srgbClr val="E7E7E7"/>
                    </a:solidFill>
                  </a:tcPr>
                </a:tc>
                <a:tc>
                  <a:txBody>
                    <a:bodyPr/>
                    <a:lstStyle/>
                    <a:p>
                      <a:pPr algn="ctr"/>
                      <a:r>
                        <a:rPr lang="en-GB" sz="900" i="1"/>
                        <a:t>To be closed by R&amp;D</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i="0" kern="1200">
                          <a:solidFill>
                            <a:schemeClr val="tx1"/>
                          </a:solidFill>
                          <a:latin typeface="+mn-lt"/>
                          <a:ea typeface="+mn-ea"/>
                          <a:cs typeface="+mn-cs"/>
                        </a:rPr>
                        <a:t>Timeline outlines “Base case” </a:t>
                      </a:r>
                      <a:r>
                        <a:rPr lang="en-GB" sz="900" i="0" kern="1200">
                          <a:solidFill>
                            <a:schemeClr val="tx1"/>
                          </a:solidFill>
                          <a:latin typeface="+mn-lt"/>
                          <a:ea typeface="+mn-ea"/>
                          <a:cs typeface="+mn-cs"/>
                        </a:rPr>
                        <a:t>scenario; </a:t>
                      </a:r>
                      <a:r>
                        <a:rPr lang="en-GB" sz="900" b="1" i="0" kern="1200">
                          <a:solidFill>
                            <a:schemeClr val="tx1"/>
                          </a:solidFill>
                          <a:latin typeface="+mn-lt"/>
                          <a:ea typeface="+mn-ea"/>
                          <a:cs typeface="+mn-cs"/>
                        </a:rPr>
                        <a:t>best case scenario </a:t>
                      </a:r>
                      <a:r>
                        <a:rPr lang="en-GB" sz="900" i="0" kern="1200">
                          <a:solidFill>
                            <a:schemeClr val="tx1"/>
                          </a:solidFill>
                          <a:latin typeface="+mn-lt"/>
                          <a:ea typeface="+mn-ea"/>
                          <a:cs typeface="+mn-cs"/>
                        </a:rPr>
                        <a:t>anticipates </a:t>
                      </a:r>
                      <a:r>
                        <a:rPr lang="en-GB" sz="900" b="1" i="0" kern="1200">
                          <a:solidFill>
                            <a:schemeClr val="tx1"/>
                          </a:solidFill>
                          <a:latin typeface="+mn-lt"/>
                          <a:ea typeface="+mn-ea"/>
                          <a:cs typeface="+mn-cs"/>
                        </a:rPr>
                        <a:t>PMDA approval in Q4 2028</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i="0" kern="1200">
                          <a:solidFill>
                            <a:schemeClr val="tx1"/>
                          </a:solidFill>
                          <a:latin typeface="+mn-lt"/>
                          <a:ea typeface="+mn-ea"/>
                          <a:cs typeface="+mn-cs"/>
                        </a:rPr>
                        <a:t>PMDA may reject current proposal </a:t>
                      </a:r>
                      <a:r>
                        <a:rPr lang="en-GB" sz="900" i="0" kern="1200">
                          <a:solidFill>
                            <a:schemeClr val="tx1"/>
                          </a:solidFill>
                          <a:latin typeface="+mn-lt"/>
                          <a:ea typeface="+mn-ea"/>
                          <a:cs typeface="+mn-cs"/>
                        </a:rPr>
                        <a:t>or request a fully powered study due to limited evidence of FOLFOX use in 1L ESCC; proposal rejection means loss of the opportunity to add alternative dosing to the ESCC label</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0" i="0" kern="1200">
                          <a:solidFill>
                            <a:schemeClr val="tx1"/>
                          </a:solidFill>
                          <a:latin typeface="+mn-lt"/>
                          <a:ea typeface="+mn-ea"/>
                          <a:cs typeface="+mn-cs"/>
                        </a:rPr>
                        <a:t>PMDA may require for </a:t>
                      </a:r>
                      <a:r>
                        <a:rPr lang="en-GB" sz="900" b="1" i="0" kern="1200">
                          <a:solidFill>
                            <a:schemeClr val="tx1"/>
                          </a:solidFill>
                          <a:latin typeface="+mn-lt"/>
                          <a:ea typeface="+mn-ea"/>
                          <a:cs typeface="+mn-cs"/>
                        </a:rPr>
                        <a:t>two separate studies for ESCC and GC label</a:t>
                      </a:r>
                      <a:r>
                        <a:rPr lang="en-GB" sz="900" b="0" i="0" kern="1200">
                          <a:solidFill>
                            <a:schemeClr val="tx1"/>
                          </a:solidFill>
                          <a:latin typeface="+mn-lt"/>
                          <a:ea typeface="+mn-ea"/>
                          <a:cs typeface="+mn-cs"/>
                        </a:rPr>
                        <a:t>; </a:t>
                      </a:r>
                      <a:r>
                        <a:rPr lang="en-GB" sz="900" b="1" i="0" kern="1200">
                          <a:solidFill>
                            <a:schemeClr val="tx1"/>
                          </a:solidFill>
                          <a:latin typeface="+mn-lt"/>
                          <a:ea typeface="+mn-ea"/>
                          <a:cs typeface="+mn-cs"/>
                        </a:rPr>
                        <a:t>1L GC indication to be prioritized</a:t>
                      </a:r>
                      <a:r>
                        <a:rPr lang="en-GB" sz="900" b="0" i="0" kern="1200">
                          <a:solidFill>
                            <a:schemeClr val="tx1"/>
                          </a:solidFill>
                          <a:latin typeface="+mn-lt"/>
                          <a:ea typeface="+mn-ea"/>
                          <a:cs typeface="+mn-cs"/>
                        </a:rPr>
                        <a:t> if budget restraints for 2 separate studies</a:t>
                      </a:r>
                      <a:r>
                        <a:rPr lang="en-GB" sz="900" b="0" i="0" kern="1200" baseline="30000">
                          <a:solidFill>
                            <a:schemeClr val="tx1"/>
                          </a:solidFill>
                          <a:latin typeface="+mn-lt"/>
                          <a:ea typeface="+mn-ea"/>
                          <a:cs typeface="+mn-cs"/>
                        </a:rPr>
                        <a:t>1</a:t>
                      </a:r>
                      <a:endParaRPr lang="en-GB" sz="900" i="0" kern="1200">
                        <a:solidFill>
                          <a:schemeClr val="tx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1093785624"/>
                  </a:ext>
                </a:extLst>
              </a:tr>
              <a:tr h="147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strike="noStrike">
                          <a:effectLst/>
                        </a:rPr>
                        <a:t>Clinical evidence in patients with </a:t>
                      </a:r>
                      <a:r>
                        <a:rPr lang="en-GB" sz="900" b="1" strike="noStrike" err="1">
                          <a:effectLst/>
                        </a:rPr>
                        <a:t>esophageal</a:t>
                      </a:r>
                      <a:r>
                        <a:rPr lang="en-GB" sz="900" b="1" strike="noStrike">
                          <a:effectLst/>
                        </a:rPr>
                        <a:t> adenocarcinoma </a:t>
                      </a:r>
                      <a:r>
                        <a:rPr lang="en-GB" sz="900" strike="noStrike">
                          <a:effectLst/>
                        </a:rPr>
                        <a:t>to supplement the current squamous-only study population</a:t>
                      </a:r>
                      <a:endParaRPr lang="en-GB" sz="900" strike="noStrike"/>
                    </a:p>
                  </a:txBody>
                  <a:tcPr anchor="ctr">
                    <a:solidFill>
                      <a:srgbClr val="CBCBCB"/>
                    </a:solidFill>
                  </a:tcPr>
                </a:tc>
                <a:tc>
                  <a:txBody>
                    <a:bodyPr/>
                    <a:lstStyle/>
                    <a:p>
                      <a:pPr algn="ctr"/>
                      <a:endParaRPr lang="en-GB" sz="9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An existing study in the US (AACR-ADOPT-GEA) may address this high-priority gap identified in the EU</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The study is expected to generate </a:t>
                      </a:r>
                      <a:r>
                        <a:rPr lang="en-GB" sz="900" b="1"/>
                        <a:t>prospective data</a:t>
                      </a:r>
                      <a:r>
                        <a:rPr lang="en-GB" sz="900"/>
                        <a:t>, which could be highly relevant for EU stakeholders and evidence needs</a:t>
                      </a:r>
                      <a:endParaRPr lang="en-GB" sz="900" i="0" kern="1200">
                        <a:solidFill>
                          <a:schemeClr val="tx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2184458379"/>
                  </a:ext>
                </a:extLst>
              </a:tr>
            </a:tbl>
          </a:graphicData>
        </a:graphic>
      </p:graphicFrame>
      <p:pic>
        <p:nvPicPr>
          <p:cNvPr id="18" name="Picture 17" descr="A red circle with white circle in center&#10;&#10;AI-generated content may be incorrect.">
            <a:extLst>
              <a:ext uri="{FF2B5EF4-FFF2-40B4-BE49-F238E27FC236}">
                <a16:creationId xmlns:a16="http://schemas.microsoft.com/office/drawing/2014/main" id="{C83F3772-CF47-78E3-E0FC-09FB7755C7AC}"/>
              </a:ext>
            </a:extLst>
          </p:cNvPr>
          <p:cNvPicPr>
            <a:picLocks noChangeAspect="1"/>
          </p:cNvPicPr>
          <p:nvPr/>
        </p:nvPicPr>
        <p:blipFill>
          <a:blip r:embed="rId6"/>
          <a:stretch>
            <a:fillRect/>
          </a:stretch>
        </p:blipFill>
        <p:spPr>
          <a:xfrm>
            <a:off x="3125375" y="3650044"/>
            <a:ext cx="301752" cy="304354"/>
          </a:xfrm>
          <a:prstGeom prst="rect">
            <a:avLst/>
          </a:prstGeom>
        </p:spPr>
      </p:pic>
      <p:sp>
        <p:nvSpPr>
          <p:cNvPr id="12" name="Rectangle 11">
            <a:extLst>
              <a:ext uri="{FF2B5EF4-FFF2-40B4-BE49-F238E27FC236}">
                <a16:creationId xmlns:a16="http://schemas.microsoft.com/office/drawing/2014/main" id="{BB887038-C66B-418B-A0CD-E56707EE4B16}"/>
              </a:ext>
            </a:extLst>
          </p:cNvPr>
          <p:cNvSpPr/>
          <p:nvPr/>
        </p:nvSpPr>
        <p:spPr>
          <a:xfrm>
            <a:off x="135802" y="2661719"/>
            <a:ext cx="222533" cy="3600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pic>
        <p:nvPicPr>
          <p:cNvPr id="14" name="Graphic 13">
            <a:extLst>
              <a:ext uri="{FF2B5EF4-FFF2-40B4-BE49-F238E27FC236}">
                <a16:creationId xmlns:a16="http://schemas.microsoft.com/office/drawing/2014/main" id="{AEF70E7C-CFC0-0CD2-B5DA-53AB2EB12A35}"/>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3111659" y="5377664"/>
            <a:ext cx="329184" cy="329184"/>
          </a:xfrm>
          <a:prstGeom prst="rect">
            <a:avLst/>
          </a:prstGeom>
        </p:spPr>
      </p:pic>
      <p:sp>
        <p:nvSpPr>
          <p:cNvPr id="49" name="TextBox 48">
            <a:extLst>
              <a:ext uri="{FF2B5EF4-FFF2-40B4-BE49-F238E27FC236}">
                <a16:creationId xmlns:a16="http://schemas.microsoft.com/office/drawing/2014/main" id="{9D716159-5774-FD48-8351-725A8BA30E6A}"/>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grpSp>
        <p:nvGrpSpPr>
          <p:cNvPr id="63" name="Group 62">
            <a:extLst>
              <a:ext uri="{FF2B5EF4-FFF2-40B4-BE49-F238E27FC236}">
                <a16:creationId xmlns:a16="http://schemas.microsoft.com/office/drawing/2014/main" id="{65B9E04D-6301-F194-69C0-F88B0FCEF777}"/>
              </a:ext>
            </a:extLst>
          </p:cNvPr>
          <p:cNvGrpSpPr/>
          <p:nvPr/>
        </p:nvGrpSpPr>
        <p:grpSpPr>
          <a:xfrm>
            <a:off x="8446122" y="668447"/>
            <a:ext cx="3358520" cy="323165"/>
            <a:chOff x="8469297" y="935394"/>
            <a:chExt cx="3358520" cy="323165"/>
          </a:xfrm>
        </p:grpSpPr>
        <p:sp>
          <p:nvSpPr>
            <p:cNvPr id="64" name="TextBox 63">
              <a:extLst>
                <a:ext uri="{FF2B5EF4-FFF2-40B4-BE49-F238E27FC236}">
                  <a16:creationId xmlns:a16="http://schemas.microsoft.com/office/drawing/2014/main" id="{F17C7441-8B00-A4BD-7FEE-17B48B7DAD08}"/>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65" name="Isosceles Triangle 64">
              <a:extLst>
                <a:ext uri="{FF2B5EF4-FFF2-40B4-BE49-F238E27FC236}">
                  <a16:creationId xmlns:a16="http://schemas.microsoft.com/office/drawing/2014/main" id="{40C67AD9-936D-2E74-824A-A872EEB5C38D}"/>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6" name="Star: 5 Points 65">
              <a:extLst>
                <a:ext uri="{FF2B5EF4-FFF2-40B4-BE49-F238E27FC236}">
                  <a16:creationId xmlns:a16="http://schemas.microsoft.com/office/drawing/2014/main" id="{B26BA856-B084-A93A-251E-3D5A9BD55A33}"/>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7" name="Arrow: Pentagon 66">
              <a:extLst>
                <a:ext uri="{FF2B5EF4-FFF2-40B4-BE49-F238E27FC236}">
                  <a16:creationId xmlns:a16="http://schemas.microsoft.com/office/drawing/2014/main" id="{A939FFB5-7919-4809-03AA-9960BE651B46}"/>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68" name="TextBox 67">
              <a:extLst>
                <a:ext uri="{FF2B5EF4-FFF2-40B4-BE49-F238E27FC236}">
                  <a16:creationId xmlns:a16="http://schemas.microsoft.com/office/drawing/2014/main" id="{DC74FD7D-5F42-30D2-BAAA-6BD82B66E7FE}"/>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69" name="TextBox 68">
              <a:extLst>
                <a:ext uri="{FF2B5EF4-FFF2-40B4-BE49-F238E27FC236}">
                  <a16:creationId xmlns:a16="http://schemas.microsoft.com/office/drawing/2014/main" id="{B7620DDE-E390-366D-2A95-695D5F692416}"/>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70" name="Footer Placeholder 3">
            <a:extLst>
              <a:ext uri="{FF2B5EF4-FFF2-40B4-BE49-F238E27FC236}">
                <a16:creationId xmlns:a16="http://schemas.microsoft.com/office/drawing/2014/main" id="{C6981158-6233-3F20-8F2B-4F0C8B9CCEEE}"/>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sp>
        <p:nvSpPr>
          <p:cNvPr id="78" name="Footer Placeholder 3">
            <a:extLst>
              <a:ext uri="{FF2B5EF4-FFF2-40B4-BE49-F238E27FC236}">
                <a16:creationId xmlns:a16="http://schemas.microsoft.com/office/drawing/2014/main" id="{AE131903-B0B4-47E2-41DE-E27D0C9F1181}"/>
              </a:ext>
            </a:extLst>
          </p:cNvPr>
          <p:cNvSpPr txBox="1">
            <a:spLocks/>
          </p:cNvSpPr>
          <p:nvPr/>
        </p:nvSpPr>
        <p:spPr>
          <a:xfrm>
            <a:off x="358336" y="6360168"/>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1. RN-216 trial aims to address two open gaps in 1L GC/GEJ and 1L ESCC indications to expand tislelizumab label in Japan </a:t>
            </a:r>
          </a:p>
          <a:p>
            <a:pPr>
              <a:defRPr/>
            </a:pPr>
            <a:r>
              <a:rPr lang="en-US">
                <a:solidFill>
                  <a:srgbClr val="000000">
                    <a:lumMod val="65000"/>
                    <a:lumOff val="35000"/>
                  </a:srgbClr>
                </a:solidFill>
              </a:rPr>
              <a:t>Abbreviations: </a:t>
            </a:r>
            <a:r>
              <a:rPr lang="en-US" err="1">
                <a:solidFill>
                  <a:srgbClr val="000000">
                    <a:lumMod val="65000"/>
                    <a:lumOff val="35000"/>
                  </a:srgbClr>
                </a:solidFill>
              </a:rPr>
              <a:t>eFPI</a:t>
            </a:r>
            <a:r>
              <a:rPr lang="en-US">
                <a:solidFill>
                  <a:srgbClr val="000000">
                    <a:lumMod val="65000"/>
                    <a:lumOff val="35000"/>
                  </a:srgbClr>
                </a:solidFill>
              </a:rPr>
              <a:t>: estimated First Patient In; </a:t>
            </a:r>
            <a:r>
              <a:rPr lang="en-US" err="1">
                <a:solidFill>
                  <a:srgbClr val="000000">
                    <a:lumMod val="65000"/>
                    <a:lumOff val="35000"/>
                  </a:srgbClr>
                </a:solidFill>
              </a:rPr>
              <a:t>eLPI</a:t>
            </a:r>
            <a:r>
              <a:rPr lang="en-US">
                <a:solidFill>
                  <a:srgbClr val="000000">
                    <a:lumMod val="65000"/>
                    <a:lumOff val="35000"/>
                  </a:srgbClr>
                </a:solidFill>
              </a:rPr>
              <a:t>: estimated Last Patient In; </a:t>
            </a:r>
            <a:r>
              <a:rPr lang="en-US" err="1">
                <a:solidFill>
                  <a:srgbClr val="000000">
                    <a:lumMod val="65000"/>
                    <a:lumOff val="35000"/>
                  </a:srgbClr>
                </a:solidFill>
              </a:rPr>
              <a:t>eLPO</a:t>
            </a:r>
            <a:r>
              <a:rPr lang="en-US">
                <a:solidFill>
                  <a:srgbClr val="000000">
                    <a:lumMod val="65000"/>
                    <a:lumOff val="35000"/>
                  </a:srgbClr>
                </a:solidFill>
              </a:rPr>
              <a:t>: estimated Last Patient Out; ESCC: Esophageal Squamous Cell Carcinoma; FOLFOX: Folinic Acid-Fluorouracil-Oxaliplatin; FSE: First Subject Enrolled; HEOR: Health Economics Outcomes Research; IIT: Investigator Initiated Trials; LSE: Last Subject Enrolled; PMDA: Pharmaceuticals and Medical Devices Agency; RWE: Real World Evidence</a:t>
            </a:r>
            <a:endParaRPr lang="en-US">
              <a:solidFill>
                <a:srgbClr val="000000">
                  <a:lumMod val="65000"/>
                  <a:lumOff val="35000"/>
                </a:srgbClr>
              </a:solidFill>
              <a:highlight>
                <a:srgbClr val="FFFF00"/>
              </a:highlight>
              <a:latin typeface="Poppins"/>
            </a:endParaRPr>
          </a:p>
        </p:txBody>
      </p:sp>
      <p:sp>
        <p:nvSpPr>
          <p:cNvPr id="2" name="Footer Placeholder 3">
            <a:extLst>
              <a:ext uri="{FF2B5EF4-FFF2-40B4-BE49-F238E27FC236}">
                <a16:creationId xmlns:a16="http://schemas.microsoft.com/office/drawing/2014/main" id="{27984420-1E4A-66EE-FBB2-D0DB1ECEC7A2}"/>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4" name="Graphic 3">
            <a:extLst>
              <a:ext uri="{FF2B5EF4-FFF2-40B4-BE49-F238E27FC236}">
                <a16:creationId xmlns:a16="http://schemas.microsoft.com/office/drawing/2014/main" id="{77B7DB0A-C282-AB1A-485E-5F84CF37BF6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7570" y="958197"/>
            <a:ext cx="274320" cy="274320"/>
          </a:xfrm>
          <a:prstGeom prst="rect">
            <a:avLst/>
          </a:prstGeom>
        </p:spPr>
      </p:pic>
      <p:pic>
        <p:nvPicPr>
          <p:cNvPr id="7" name="Graphic 6">
            <a:extLst>
              <a:ext uri="{FF2B5EF4-FFF2-40B4-BE49-F238E27FC236}">
                <a16:creationId xmlns:a16="http://schemas.microsoft.com/office/drawing/2014/main" id="{BD8C8DC2-308D-CCE1-7F3D-7E5ED59F9B6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4487" y="958197"/>
            <a:ext cx="274320" cy="274320"/>
          </a:xfrm>
          <a:prstGeom prst="rect">
            <a:avLst/>
          </a:prstGeom>
        </p:spPr>
      </p:pic>
      <p:pic>
        <p:nvPicPr>
          <p:cNvPr id="8" name="Graphic 7">
            <a:extLst>
              <a:ext uri="{FF2B5EF4-FFF2-40B4-BE49-F238E27FC236}">
                <a16:creationId xmlns:a16="http://schemas.microsoft.com/office/drawing/2014/main" id="{28728D3D-94DD-F830-C585-10B19128CAF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14007" y="958197"/>
            <a:ext cx="274320" cy="274320"/>
          </a:xfrm>
          <a:prstGeom prst="rect">
            <a:avLst/>
          </a:prstGeom>
        </p:spPr>
      </p:pic>
      <p:pic>
        <p:nvPicPr>
          <p:cNvPr id="9" name="Graphic 8">
            <a:extLst>
              <a:ext uri="{FF2B5EF4-FFF2-40B4-BE49-F238E27FC236}">
                <a16:creationId xmlns:a16="http://schemas.microsoft.com/office/drawing/2014/main" id="{65ABF717-F6FB-2BA2-B242-EF91227AF831}"/>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8194014" y="958557"/>
            <a:ext cx="273600" cy="273600"/>
          </a:xfrm>
          <a:prstGeom prst="rect">
            <a:avLst/>
          </a:prstGeom>
        </p:spPr>
      </p:pic>
      <p:grpSp>
        <p:nvGrpSpPr>
          <p:cNvPr id="10" name="Group 9">
            <a:extLst>
              <a:ext uri="{FF2B5EF4-FFF2-40B4-BE49-F238E27FC236}">
                <a16:creationId xmlns:a16="http://schemas.microsoft.com/office/drawing/2014/main" id="{605D5673-EF2D-8650-1C47-172EA2E02B3E}"/>
              </a:ext>
            </a:extLst>
          </p:cNvPr>
          <p:cNvGrpSpPr/>
          <p:nvPr/>
        </p:nvGrpSpPr>
        <p:grpSpPr>
          <a:xfrm>
            <a:off x="-9526" y="-7584"/>
            <a:ext cx="11686057" cy="180000"/>
            <a:chOff x="-9526" y="-7584"/>
            <a:chExt cx="11686057" cy="180000"/>
          </a:xfrm>
        </p:grpSpPr>
        <p:sp>
          <p:nvSpPr>
            <p:cNvPr id="15" name="Rectangle 14">
              <a:extLst>
                <a:ext uri="{FF2B5EF4-FFF2-40B4-BE49-F238E27FC236}">
                  <a16:creationId xmlns:a16="http://schemas.microsoft.com/office/drawing/2014/main" id="{87562380-7DA2-54D3-0162-A967821E59B1}"/>
                </a:ext>
              </a:extLst>
            </p:cNvPr>
            <p:cNvSpPr/>
            <p:nvPr/>
          </p:nvSpPr>
          <p:spPr>
            <a:xfrm>
              <a:off x="-9526" y="-7584"/>
              <a:ext cx="1916893" cy="180000"/>
            </a:xfrm>
            <a:prstGeom prst="rect">
              <a:avLst/>
            </a:prstGeom>
            <a:solidFill>
              <a:srgbClr val="52191D"/>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16" name="Arrow: Pentagon 15">
              <a:extLst>
                <a:ext uri="{FF2B5EF4-FFF2-40B4-BE49-F238E27FC236}">
                  <a16:creationId xmlns:a16="http://schemas.microsoft.com/office/drawing/2014/main" id="{3C3DCE1A-35E8-326A-A283-116009DD8DA2}"/>
                </a:ext>
              </a:extLst>
            </p:cNvPr>
            <p:cNvSpPr/>
            <p:nvPr/>
          </p:nvSpPr>
          <p:spPr>
            <a:xfrm>
              <a:off x="1907367"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0" name="Arrow: Chevron 19">
              <a:extLst>
                <a:ext uri="{FF2B5EF4-FFF2-40B4-BE49-F238E27FC236}">
                  <a16:creationId xmlns:a16="http://schemas.microsoft.com/office/drawing/2014/main" id="{CA0523A4-A39E-6FE1-15A2-29B96EA4CFA7}"/>
                </a:ext>
              </a:extLst>
            </p:cNvPr>
            <p:cNvSpPr/>
            <p:nvPr/>
          </p:nvSpPr>
          <p:spPr>
            <a:xfrm>
              <a:off x="4423162"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1" name="Arrow: Chevron 20">
              <a:extLst>
                <a:ext uri="{FF2B5EF4-FFF2-40B4-BE49-F238E27FC236}">
                  <a16:creationId xmlns:a16="http://schemas.microsoft.com/office/drawing/2014/main" id="{0B6C927B-0891-9EF7-6E24-C37624C95936}"/>
                </a:ext>
              </a:extLst>
            </p:cNvPr>
            <p:cNvSpPr/>
            <p:nvPr/>
          </p:nvSpPr>
          <p:spPr>
            <a:xfrm>
              <a:off x="6816107"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2" name="Arrow: Chevron 21">
              <a:extLst>
                <a:ext uri="{FF2B5EF4-FFF2-40B4-BE49-F238E27FC236}">
                  <a16:creationId xmlns:a16="http://schemas.microsoft.com/office/drawing/2014/main" id="{2F921336-64E7-15EA-6E88-5DFD21CA01F2}"/>
                </a:ext>
              </a:extLst>
            </p:cNvPr>
            <p:cNvSpPr/>
            <p:nvPr/>
          </p:nvSpPr>
          <p:spPr>
            <a:xfrm>
              <a:off x="921718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
        <p:nvSpPr>
          <p:cNvPr id="23" name="Arrow: Pentagon 22">
            <a:extLst>
              <a:ext uri="{FF2B5EF4-FFF2-40B4-BE49-F238E27FC236}">
                <a16:creationId xmlns:a16="http://schemas.microsoft.com/office/drawing/2014/main" id="{C85EC436-C520-471D-D007-B8574B3383BF}"/>
              </a:ext>
            </a:extLst>
          </p:cNvPr>
          <p:cNvSpPr/>
          <p:nvPr/>
        </p:nvSpPr>
        <p:spPr>
          <a:xfrm>
            <a:off x="6985841" y="3636426"/>
            <a:ext cx="3636000" cy="1913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err="1">
              <a:solidFill>
                <a:schemeClr val="bg1"/>
              </a:solidFill>
            </a:endParaRPr>
          </a:p>
        </p:txBody>
      </p:sp>
      <p:sp>
        <p:nvSpPr>
          <p:cNvPr id="24" name="Isosceles Triangle 23">
            <a:extLst>
              <a:ext uri="{FF2B5EF4-FFF2-40B4-BE49-F238E27FC236}">
                <a16:creationId xmlns:a16="http://schemas.microsoft.com/office/drawing/2014/main" id="{B15BA481-C386-A283-F5EB-5AABB23498F4}"/>
              </a:ext>
            </a:extLst>
          </p:cNvPr>
          <p:cNvSpPr/>
          <p:nvPr/>
        </p:nvSpPr>
        <p:spPr>
          <a:xfrm>
            <a:off x="8388021" y="3622221"/>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5" name="TextBox 24">
            <a:extLst>
              <a:ext uri="{FF2B5EF4-FFF2-40B4-BE49-F238E27FC236}">
                <a16:creationId xmlns:a16="http://schemas.microsoft.com/office/drawing/2014/main" id="{601AD3C1-F48F-476B-107D-F8D5E0CE2B24}"/>
              </a:ext>
            </a:extLst>
          </p:cNvPr>
          <p:cNvSpPr txBox="1"/>
          <p:nvPr/>
        </p:nvSpPr>
        <p:spPr>
          <a:xfrm>
            <a:off x="7503671" y="3829609"/>
            <a:ext cx="1107183" cy="461665"/>
          </a:xfrm>
          <a:prstGeom prst="rect">
            <a:avLst/>
          </a:prstGeom>
          <a:noFill/>
        </p:spPr>
        <p:txBody>
          <a:bodyPr wrap="square" lIns="91440" tIns="91440" rIns="91440" bIns="91440" rtlCol="0" anchor="ctr">
            <a:spAutoFit/>
          </a:bodyPr>
          <a:lstStyle/>
          <a:p>
            <a:pPr algn="ctr"/>
            <a:r>
              <a:rPr lang="en-US" sz="900"/>
              <a:t>PK Endpoints</a:t>
            </a:r>
          </a:p>
          <a:p>
            <a:pPr algn="ctr"/>
            <a:r>
              <a:rPr lang="en-US" sz="900"/>
              <a:t>(April 2027)</a:t>
            </a:r>
          </a:p>
        </p:txBody>
      </p:sp>
      <p:sp>
        <p:nvSpPr>
          <p:cNvPr id="26" name="Isosceles Triangle 25">
            <a:extLst>
              <a:ext uri="{FF2B5EF4-FFF2-40B4-BE49-F238E27FC236}">
                <a16:creationId xmlns:a16="http://schemas.microsoft.com/office/drawing/2014/main" id="{C9EEB863-C23C-3808-A94C-4DDCDADF8C57}"/>
              </a:ext>
            </a:extLst>
          </p:cNvPr>
          <p:cNvSpPr/>
          <p:nvPr/>
        </p:nvSpPr>
        <p:spPr>
          <a:xfrm>
            <a:off x="8803841" y="3622221"/>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7" name="TextBox 26">
            <a:extLst>
              <a:ext uri="{FF2B5EF4-FFF2-40B4-BE49-F238E27FC236}">
                <a16:creationId xmlns:a16="http://schemas.microsoft.com/office/drawing/2014/main" id="{3C85A68B-D001-3444-2047-3F6DEFCEAD1B}"/>
              </a:ext>
            </a:extLst>
          </p:cNvPr>
          <p:cNvSpPr txBox="1"/>
          <p:nvPr/>
        </p:nvSpPr>
        <p:spPr>
          <a:xfrm>
            <a:off x="8423848" y="3760359"/>
            <a:ext cx="1008000" cy="600164"/>
          </a:xfrm>
          <a:prstGeom prst="rect">
            <a:avLst/>
          </a:prstGeom>
          <a:noFill/>
        </p:spPr>
        <p:txBody>
          <a:bodyPr wrap="square" lIns="91440" tIns="91440" rIns="91440" bIns="91440" rtlCol="0" anchor="ctr">
            <a:spAutoFit/>
          </a:bodyPr>
          <a:lstStyle/>
          <a:p>
            <a:pPr algn="ctr"/>
            <a:r>
              <a:rPr lang="en-US" sz="900"/>
              <a:t>Efficacy Endpoints</a:t>
            </a:r>
          </a:p>
          <a:p>
            <a:pPr algn="ctr"/>
            <a:r>
              <a:rPr lang="en-US" sz="900"/>
              <a:t>(August 2027)</a:t>
            </a:r>
          </a:p>
        </p:txBody>
      </p:sp>
      <p:sp>
        <p:nvSpPr>
          <p:cNvPr id="28" name="Star: 5 Points 27">
            <a:extLst>
              <a:ext uri="{FF2B5EF4-FFF2-40B4-BE49-F238E27FC236}">
                <a16:creationId xmlns:a16="http://schemas.microsoft.com/office/drawing/2014/main" id="{F8D1CE76-93AA-A934-F26D-96B50E1EFCD1}"/>
              </a:ext>
            </a:extLst>
          </p:cNvPr>
          <p:cNvSpPr/>
          <p:nvPr/>
        </p:nvSpPr>
        <p:spPr>
          <a:xfrm>
            <a:off x="9401101" y="3628946"/>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9" name="TextBox 28">
            <a:extLst>
              <a:ext uri="{FF2B5EF4-FFF2-40B4-BE49-F238E27FC236}">
                <a16:creationId xmlns:a16="http://schemas.microsoft.com/office/drawing/2014/main" id="{95168EB5-EC80-8CF3-5A59-F14922C8FD10}"/>
              </a:ext>
            </a:extLst>
          </p:cNvPr>
          <p:cNvSpPr txBox="1"/>
          <p:nvPr/>
        </p:nvSpPr>
        <p:spPr>
          <a:xfrm>
            <a:off x="9304501" y="3829609"/>
            <a:ext cx="892539" cy="461665"/>
          </a:xfrm>
          <a:prstGeom prst="rect">
            <a:avLst/>
          </a:prstGeom>
          <a:noFill/>
        </p:spPr>
        <p:txBody>
          <a:bodyPr wrap="square" lIns="91440" tIns="91440" rIns="91440" bIns="91440" rtlCol="0" anchor="ctr">
            <a:spAutoFit/>
          </a:bodyPr>
          <a:lstStyle/>
          <a:p>
            <a:pPr algn="ctr"/>
            <a:r>
              <a:rPr lang="en-US" sz="900"/>
              <a:t>Submission</a:t>
            </a:r>
          </a:p>
          <a:p>
            <a:pPr algn="ctr"/>
            <a:r>
              <a:rPr lang="en-US" sz="900"/>
              <a:t>(Q1 2028)</a:t>
            </a:r>
          </a:p>
        </p:txBody>
      </p:sp>
      <p:sp>
        <p:nvSpPr>
          <p:cNvPr id="30" name="Star: 5 Points 29">
            <a:extLst>
              <a:ext uri="{FF2B5EF4-FFF2-40B4-BE49-F238E27FC236}">
                <a16:creationId xmlns:a16="http://schemas.microsoft.com/office/drawing/2014/main" id="{47B4943C-4474-349C-569B-7D5BCAF34D5B}"/>
              </a:ext>
            </a:extLst>
          </p:cNvPr>
          <p:cNvSpPr/>
          <p:nvPr/>
        </p:nvSpPr>
        <p:spPr>
          <a:xfrm>
            <a:off x="10580327" y="3622221"/>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1" name="TextBox 30">
            <a:extLst>
              <a:ext uri="{FF2B5EF4-FFF2-40B4-BE49-F238E27FC236}">
                <a16:creationId xmlns:a16="http://schemas.microsoft.com/office/drawing/2014/main" id="{6B037FCF-2AE3-63E5-BF63-12B26D25B922}"/>
              </a:ext>
            </a:extLst>
          </p:cNvPr>
          <p:cNvSpPr txBox="1"/>
          <p:nvPr/>
        </p:nvSpPr>
        <p:spPr>
          <a:xfrm>
            <a:off x="10241061" y="3829609"/>
            <a:ext cx="892539" cy="461665"/>
          </a:xfrm>
          <a:prstGeom prst="rect">
            <a:avLst/>
          </a:prstGeom>
          <a:noFill/>
        </p:spPr>
        <p:txBody>
          <a:bodyPr wrap="square" lIns="91440" tIns="91440" rIns="91440" bIns="91440" rtlCol="0" anchor="ctr">
            <a:spAutoFit/>
          </a:bodyPr>
          <a:lstStyle/>
          <a:p>
            <a:pPr algn="ctr"/>
            <a:r>
              <a:rPr lang="en-US" sz="900"/>
              <a:t>Approval</a:t>
            </a:r>
          </a:p>
          <a:p>
            <a:pPr algn="ctr"/>
            <a:r>
              <a:rPr lang="en-US" sz="900"/>
              <a:t>(Q1 2029)</a:t>
            </a:r>
          </a:p>
        </p:txBody>
      </p:sp>
      <p:sp>
        <p:nvSpPr>
          <p:cNvPr id="32" name="TextBox 31">
            <a:extLst>
              <a:ext uri="{FF2B5EF4-FFF2-40B4-BE49-F238E27FC236}">
                <a16:creationId xmlns:a16="http://schemas.microsoft.com/office/drawing/2014/main" id="{F62B5B4A-8BEB-4CB3-E101-BCD73976209F}"/>
              </a:ext>
            </a:extLst>
          </p:cNvPr>
          <p:cNvSpPr txBox="1"/>
          <p:nvPr/>
        </p:nvSpPr>
        <p:spPr>
          <a:xfrm>
            <a:off x="6994846" y="3263377"/>
            <a:ext cx="1188000" cy="230832"/>
          </a:xfrm>
          <a:prstGeom prst="rect">
            <a:avLst/>
          </a:prstGeom>
          <a:noFill/>
        </p:spPr>
        <p:txBody>
          <a:bodyPr wrap="square">
            <a:spAutoFit/>
          </a:bodyPr>
          <a:lstStyle/>
          <a:p>
            <a:pPr algn="ctr"/>
            <a:r>
              <a:rPr lang="en-GB" sz="900">
                <a:effectLst/>
              </a:rPr>
              <a:t>Enrolment </a:t>
            </a:r>
            <a:endParaRPr lang="en-GB" sz="900"/>
          </a:p>
        </p:txBody>
      </p:sp>
      <p:sp>
        <p:nvSpPr>
          <p:cNvPr id="33" name="TextBox 32">
            <a:extLst>
              <a:ext uri="{FF2B5EF4-FFF2-40B4-BE49-F238E27FC236}">
                <a16:creationId xmlns:a16="http://schemas.microsoft.com/office/drawing/2014/main" id="{A47E6CB2-6A1F-CCE3-4D63-74F44EF8D34F}"/>
              </a:ext>
            </a:extLst>
          </p:cNvPr>
          <p:cNvSpPr txBox="1"/>
          <p:nvPr/>
        </p:nvSpPr>
        <p:spPr>
          <a:xfrm>
            <a:off x="9473162" y="3254119"/>
            <a:ext cx="1262496" cy="230832"/>
          </a:xfrm>
          <a:prstGeom prst="rect">
            <a:avLst/>
          </a:prstGeom>
          <a:noFill/>
        </p:spPr>
        <p:txBody>
          <a:bodyPr wrap="square">
            <a:spAutoFit/>
          </a:bodyPr>
          <a:lstStyle/>
          <a:p>
            <a:pPr algn="ctr"/>
            <a:r>
              <a:rPr lang="en-GB" sz="900"/>
              <a:t>Regulatory Review</a:t>
            </a:r>
          </a:p>
        </p:txBody>
      </p:sp>
      <p:sp>
        <p:nvSpPr>
          <p:cNvPr id="34" name="Left Bracket 33">
            <a:extLst>
              <a:ext uri="{FF2B5EF4-FFF2-40B4-BE49-F238E27FC236}">
                <a16:creationId xmlns:a16="http://schemas.microsoft.com/office/drawing/2014/main" id="{120721B0-83E9-2747-88AC-40B6051FD20B}"/>
              </a:ext>
            </a:extLst>
          </p:cNvPr>
          <p:cNvSpPr/>
          <p:nvPr/>
        </p:nvSpPr>
        <p:spPr>
          <a:xfrm rot="5400000" flipV="1">
            <a:off x="7565987" y="2948056"/>
            <a:ext cx="45719" cy="118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36" name="Left Bracket 35">
            <a:extLst>
              <a:ext uri="{FF2B5EF4-FFF2-40B4-BE49-F238E27FC236}">
                <a16:creationId xmlns:a16="http://schemas.microsoft.com/office/drawing/2014/main" id="{9A98EF41-4B69-4C44-5B01-1597701643EC}"/>
              </a:ext>
            </a:extLst>
          </p:cNvPr>
          <p:cNvSpPr/>
          <p:nvPr/>
        </p:nvSpPr>
        <p:spPr>
          <a:xfrm rot="5400000" flipV="1">
            <a:off x="10081551" y="2941823"/>
            <a:ext cx="45719" cy="118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38" name="TextBox 37">
            <a:extLst>
              <a:ext uri="{FF2B5EF4-FFF2-40B4-BE49-F238E27FC236}">
                <a16:creationId xmlns:a16="http://schemas.microsoft.com/office/drawing/2014/main" id="{6A880DDC-2513-5C69-881A-02CB5C0C70C3}"/>
              </a:ext>
            </a:extLst>
          </p:cNvPr>
          <p:cNvSpPr txBox="1"/>
          <p:nvPr/>
        </p:nvSpPr>
        <p:spPr>
          <a:xfrm>
            <a:off x="6449102" y="3101083"/>
            <a:ext cx="828001" cy="461665"/>
          </a:xfrm>
          <a:prstGeom prst="rect">
            <a:avLst/>
          </a:prstGeom>
          <a:noFill/>
        </p:spPr>
        <p:txBody>
          <a:bodyPr wrap="square" lIns="91440" tIns="91440" rIns="91440" bIns="91440" rtlCol="0" anchor="ctr">
            <a:spAutoFit/>
          </a:bodyPr>
          <a:lstStyle/>
          <a:p>
            <a:pPr algn="ctr"/>
            <a:r>
              <a:rPr lang="en-US" sz="900"/>
              <a:t>FSE</a:t>
            </a:r>
          </a:p>
          <a:p>
            <a:pPr algn="ctr"/>
            <a:r>
              <a:rPr lang="en-US" sz="900"/>
              <a:t>(Feb 2026)</a:t>
            </a:r>
          </a:p>
        </p:txBody>
      </p:sp>
      <p:sp>
        <p:nvSpPr>
          <p:cNvPr id="39" name="TextBox 38">
            <a:extLst>
              <a:ext uri="{FF2B5EF4-FFF2-40B4-BE49-F238E27FC236}">
                <a16:creationId xmlns:a16="http://schemas.microsoft.com/office/drawing/2014/main" id="{39223476-90A4-56BC-8A3D-04CE36A73CBD}"/>
              </a:ext>
            </a:extLst>
          </p:cNvPr>
          <p:cNvSpPr txBox="1"/>
          <p:nvPr/>
        </p:nvSpPr>
        <p:spPr>
          <a:xfrm>
            <a:off x="7868451" y="3101083"/>
            <a:ext cx="828001" cy="461665"/>
          </a:xfrm>
          <a:prstGeom prst="rect">
            <a:avLst/>
          </a:prstGeom>
          <a:noFill/>
        </p:spPr>
        <p:txBody>
          <a:bodyPr wrap="square" lIns="91440" tIns="91440" rIns="91440" bIns="91440" rtlCol="0" anchor="ctr">
            <a:spAutoFit/>
          </a:bodyPr>
          <a:lstStyle/>
          <a:p>
            <a:pPr algn="ctr"/>
            <a:r>
              <a:rPr lang="en-US" sz="900"/>
              <a:t>LSE</a:t>
            </a:r>
          </a:p>
          <a:p>
            <a:pPr algn="ctr"/>
            <a:r>
              <a:rPr lang="en-US" sz="900"/>
              <a:t>(Feb 2027)</a:t>
            </a:r>
          </a:p>
        </p:txBody>
      </p:sp>
      <p:sp>
        <p:nvSpPr>
          <p:cNvPr id="5" name="Arrow: Pentagon 4">
            <a:extLst>
              <a:ext uri="{FF2B5EF4-FFF2-40B4-BE49-F238E27FC236}">
                <a16:creationId xmlns:a16="http://schemas.microsoft.com/office/drawing/2014/main" id="{D7332FF7-0169-6487-A295-133CD9BD1043}"/>
              </a:ext>
            </a:extLst>
          </p:cNvPr>
          <p:cNvSpPr/>
          <p:nvPr/>
        </p:nvSpPr>
        <p:spPr>
          <a:xfrm>
            <a:off x="6863102" y="5400058"/>
            <a:ext cx="5040000" cy="216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sp>
        <p:nvSpPr>
          <p:cNvPr id="41" name="Left Bracket 40">
            <a:extLst>
              <a:ext uri="{FF2B5EF4-FFF2-40B4-BE49-F238E27FC236}">
                <a16:creationId xmlns:a16="http://schemas.microsoft.com/office/drawing/2014/main" id="{8D2BB0A7-423D-6A36-A85F-C0B245C60AAF}"/>
              </a:ext>
            </a:extLst>
          </p:cNvPr>
          <p:cNvSpPr/>
          <p:nvPr/>
        </p:nvSpPr>
        <p:spPr>
          <a:xfrm rot="5400000" flipV="1">
            <a:off x="9293466" y="2851488"/>
            <a:ext cx="51714" cy="4914927"/>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2" name="TextBox 41">
            <a:extLst>
              <a:ext uri="{FF2B5EF4-FFF2-40B4-BE49-F238E27FC236}">
                <a16:creationId xmlns:a16="http://schemas.microsoft.com/office/drawing/2014/main" id="{55CA3D0E-81BB-1F49-2586-341BAA048E66}"/>
              </a:ext>
            </a:extLst>
          </p:cNvPr>
          <p:cNvSpPr txBox="1">
            <a:spLocks noChangeAspect="1"/>
          </p:cNvSpPr>
          <p:nvPr/>
        </p:nvSpPr>
        <p:spPr>
          <a:xfrm>
            <a:off x="7124558" y="5026671"/>
            <a:ext cx="4009042" cy="230832"/>
          </a:xfrm>
          <a:prstGeom prst="rect">
            <a:avLst/>
          </a:prstGeom>
          <a:noFill/>
        </p:spPr>
        <p:txBody>
          <a:bodyPr wrap="square">
            <a:spAutoFit/>
          </a:bodyPr>
          <a:lstStyle/>
          <a:p>
            <a:pPr algn="ctr"/>
            <a:r>
              <a:rPr lang="en-GB" sz="900">
                <a:effectLst/>
              </a:rPr>
              <a:t>IIT study duration in 2029+</a:t>
            </a:r>
            <a:endParaRPr lang="en-GB" sz="900"/>
          </a:p>
        </p:txBody>
      </p:sp>
      <p:sp>
        <p:nvSpPr>
          <p:cNvPr id="46" name="Arrow: Pentagon 45">
            <a:extLst>
              <a:ext uri="{FF2B5EF4-FFF2-40B4-BE49-F238E27FC236}">
                <a16:creationId xmlns:a16="http://schemas.microsoft.com/office/drawing/2014/main" id="{051A1E5D-42A1-5BE7-AADE-EC2FBB433B6B}"/>
              </a:ext>
            </a:extLst>
          </p:cNvPr>
          <p:cNvSpPr/>
          <p:nvPr/>
        </p:nvSpPr>
        <p:spPr>
          <a:xfrm>
            <a:off x="11796000" y="5400058"/>
            <a:ext cx="396000" cy="216000"/>
          </a:xfrm>
          <a:prstGeom prst="homePlate">
            <a:avLst/>
          </a:prstGeom>
          <a:pattFill prst="ltDnDiag">
            <a:fgClr>
              <a:schemeClr val="accent2">
                <a:lumMod val="75000"/>
                <a:lumOff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sp>
        <p:nvSpPr>
          <p:cNvPr id="47" name="TextBox 46">
            <a:extLst>
              <a:ext uri="{FF2B5EF4-FFF2-40B4-BE49-F238E27FC236}">
                <a16:creationId xmlns:a16="http://schemas.microsoft.com/office/drawing/2014/main" id="{EEF515B6-23A2-CD01-72D6-1C553C9D5D52}"/>
              </a:ext>
            </a:extLst>
          </p:cNvPr>
          <p:cNvSpPr txBox="1"/>
          <p:nvPr/>
        </p:nvSpPr>
        <p:spPr>
          <a:xfrm>
            <a:off x="6527791" y="4885643"/>
            <a:ext cx="828001" cy="461665"/>
          </a:xfrm>
          <a:prstGeom prst="rect">
            <a:avLst/>
          </a:prstGeom>
          <a:noFill/>
        </p:spPr>
        <p:txBody>
          <a:bodyPr wrap="square" lIns="91440" tIns="91440" rIns="91440" bIns="91440" rtlCol="0" anchor="ctr">
            <a:spAutoFit/>
          </a:bodyPr>
          <a:lstStyle/>
          <a:p>
            <a:pPr algn="ctr"/>
            <a:r>
              <a:rPr lang="en-US" sz="900" err="1"/>
              <a:t>eFPI</a:t>
            </a:r>
            <a:endParaRPr lang="en-US" sz="900"/>
          </a:p>
          <a:p>
            <a:pPr algn="ctr"/>
            <a:r>
              <a:rPr lang="en-US" sz="900"/>
              <a:t>(Q1 2026)</a:t>
            </a:r>
          </a:p>
        </p:txBody>
      </p:sp>
      <p:sp>
        <p:nvSpPr>
          <p:cNvPr id="48" name="TextBox 47">
            <a:extLst>
              <a:ext uri="{FF2B5EF4-FFF2-40B4-BE49-F238E27FC236}">
                <a16:creationId xmlns:a16="http://schemas.microsoft.com/office/drawing/2014/main" id="{C3EC076C-992D-811D-88CC-49AD9AA396CA}"/>
              </a:ext>
            </a:extLst>
          </p:cNvPr>
          <p:cNvSpPr txBox="1"/>
          <p:nvPr/>
        </p:nvSpPr>
        <p:spPr>
          <a:xfrm>
            <a:off x="10424202" y="4875143"/>
            <a:ext cx="828001" cy="461665"/>
          </a:xfrm>
          <a:prstGeom prst="rect">
            <a:avLst/>
          </a:prstGeom>
          <a:noFill/>
        </p:spPr>
        <p:txBody>
          <a:bodyPr wrap="square" lIns="91440" tIns="91440" rIns="91440" bIns="91440" rtlCol="0" anchor="ctr">
            <a:spAutoFit/>
          </a:bodyPr>
          <a:lstStyle/>
          <a:p>
            <a:pPr algn="ctr"/>
            <a:r>
              <a:rPr lang="en-US" sz="900" err="1"/>
              <a:t>eLPI</a:t>
            </a:r>
            <a:endParaRPr lang="en-US" sz="900"/>
          </a:p>
          <a:p>
            <a:pPr algn="ctr"/>
            <a:r>
              <a:rPr lang="en-US" sz="900"/>
              <a:t>(Q2 2029)</a:t>
            </a:r>
          </a:p>
        </p:txBody>
      </p:sp>
      <p:sp>
        <p:nvSpPr>
          <p:cNvPr id="50" name="TextBox 49">
            <a:extLst>
              <a:ext uri="{FF2B5EF4-FFF2-40B4-BE49-F238E27FC236}">
                <a16:creationId xmlns:a16="http://schemas.microsoft.com/office/drawing/2014/main" id="{D7582B2B-4293-A928-F132-D9EBABE34280}"/>
              </a:ext>
            </a:extLst>
          </p:cNvPr>
          <p:cNvSpPr txBox="1"/>
          <p:nvPr/>
        </p:nvSpPr>
        <p:spPr>
          <a:xfrm>
            <a:off x="11471610" y="4901730"/>
            <a:ext cx="828001" cy="461665"/>
          </a:xfrm>
          <a:prstGeom prst="rect">
            <a:avLst/>
          </a:prstGeom>
          <a:noFill/>
        </p:spPr>
        <p:txBody>
          <a:bodyPr wrap="square" lIns="91440" tIns="91440" rIns="91440" bIns="91440" rtlCol="0" anchor="ctr">
            <a:spAutoFit/>
          </a:bodyPr>
          <a:lstStyle/>
          <a:p>
            <a:pPr algn="ctr"/>
            <a:r>
              <a:rPr lang="en-US" sz="900" err="1"/>
              <a:t>eLPO</a:t>
            </a:r>
            <a:endParaRPr lang="en-US" sz="900"/>
          </a:p>
          <a:p>
            <a:pPr algn="ctr"/>
            <a:r>
              <a:rPr lang="en-US" sz="900"/>
              <a:t>(Q2 2033)</a:t>
            </a:r>
          </a:p>
        </p:txBody>
      </p:sp>
      <p:sp>
        <p:nvSpPr>
          <p:cNvPr id="53" name="Isosceles Triangle 52">
            <a:extLst>
              <a:ext uri="{FF2B5EF4-FFF2-40B4-BE49-F238E27FC236}">
                <a16:creationId xmlns:a16="http://schemas.microsoft.com/office/drawing/2014/main" id="{D95ECBA7-169C-0843-FB3E-89552DA25D11}"/>
              </a:ext>
            </a:extLst>
          </p:cNvPr>
          <p:cNvSpPr/>
          <p:nvPr/>
        </p:nvSpPr>
        <p:spPr>
          <a:xfrm>
            <a:off x="9258903" y="5425210"/>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4" name="TextBox 53">
            <a:extLst>
              <a:ext uri="{FF2B5EF4-FFF2-40B4-BE49-F238E27FC236}">
                <a16:creationId xmlns:a16="http://schemas.microsoft.com/office/drawing/2014/main" id="{E0F2A703-1705-5545-F8D5-63B221760995}"/>
              </a:ext>
            </a:extLst>
          </p:cNvPr>
          <p:cNvSpPr txBox="1"/>
          <p:nvPr/>
        </p:nvSpPr>
        <p:spPr>
          <a:xfrm>
            <a:off x="8750315" y="5563348"/>
            <a:ext cx="1197175" cy="323165"/>
          </a:xfrm>
          <a:prstGeom prst="rect">
            <a:avLst/>
          </a:prstGeom>
          <a:noFill/>
        </p:spPr>
        <p:txBody>
          <a:bodyPr wrap="square" lIns="91440" tIns="91440" rIns="91440" bIns="91440" rtlCol="0" anchor="ctr">
            <a:spAutoFit/>
          </a:bodyPr>
          <a:lstStyle/>
          <a:p>
            <a:pPr algn="ctr"/>
            <a:r>
              <a:rPr lang="en-US" sz="900"/>
              <a:t>Interim Analysis</a:t>
            </a:r>
          </a:p>
        </p:txBody>
      </p:sp>
      <p:pic>
        <p:nvPicPr>
          <p:cNvPr id="57" name="Graphic 56">
            <a:extLst>
              <a:ext uri="{FF2B5EF4-FFF2-40B4-BE49-F238E27FC236}">
                <a16:creationId xmlns:a16="http://schemas.microsoft.com/office/drawing/2014/main" id="{EC1E6A83-785B-E314-0EF2-97D24BAE073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39296" y="5399065"/>
            <a:ext cx="274320" cy="274320"/>
          </a:xfrm>
          <a:prstGeom prst="rect">
            <a:avLst/>
          </a:prstGeom>
        </p:spPr>
      </p:pic>
    </p:spTree>
    <p:extLst>
      <p:ext uri="{BB962C8B-B14F-4D97-AF65-F5344CB8AC3E}">
        <p14:creationId xmlns:p14="http://schemas.microsoft.com/office/powerpoint/2010/main" val="1090822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2A97E-574C-0F4B-1C88-FB7E82E434A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BB8DE60-2A42-B537-D56D-394EE2EB289D}"/>
              </a:ext>
            </a:extLst>
          </p:cNvPr>
          <p:cNvGraphicFramePr>
            <a:graphicFrameLocks noChangeAspect="1"/>
          </p:cNvGraphicFramePr>
          <p:nvPr>
            <p:custDataLst>
              <p:tags r:id="rId1"/>
            </p:custDataLst>
            <p:extLst>
              <p:ext uri="{D42A27DB-BD31-4B8C-83A1-F6EECF244321}">
                <p14:modId xmlns:p14="http://schemas.microsoft.com/office/powerpoint/2010/main" val="31675504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9BB8DE60-2A42-B537-D56D-394EE2EB28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C3D62E1-0EF5-2516-48A3-F2794DA572BA}"/>
              </a:ext>
            </a:extLst>
          </p:cNvPr>
          <p:cNvSpPr>
            <a:spLocks noGrp="1"/>
          </p:cNvSpPr>
          <p:nvPr>
            <p:ph type="title"/>
          </p:nvPr>
        </p:nvSpPr>
        <p:spPr>
          <a:xfrm>
            <a:off x="358337" y="271427"/>
            <a:ext cx="11470125" cy="369332"/>
          </a:xfrm>
        </p:spPr>
        <p:txBody>
          <a:bodyPr vert="horz"/>
          <a:lstStyle/>
          <a:p>
            <a:r>
              <a:rPr lang="en-US" sz="2400"/>
              <a:t>Implementation Roadmap: Advanced/Metastatic ESCC (2/2)</a:t>
            </a:r>
          </a:p>
        </p:txBody>
      </p:sp>
      <p:graphicFrame>
        <p:nvGraphicFramePr>
          <p:cNvPr id="17" name="Table 16">
            <a:extLst>
              <a:ext uri="{FF2B5EF4-FFF2-40B4-BE49-F238E27FC236}">
                <a16:creationId xmlns:a16="http://schemas.microsoft.com/office/drawing/2014/main" id="{634973A1-F6FB-4F8B-1A21-D94DA4B41804}"/>
              </a:ext>
            </a:extLst>
          </p:cNvPr>
          <p:cNvGraphicFramePr>
            <a:graphicFrameLocks noGrp="1"/>
          </p:cNvGraphicFramePr>
          <p:nvPr>
            <p:extLst>
              <p:ext uri="{D42A27DB-BD31-4B8C-83A1-F6EECF244321}">
                <p14:modId xmlns:p14="http://schemas.microsoft.com/office/powerpoint/2010/main" val="3321912298"/>
              </p:ext>
            </p:extLst>
          </p:nvPr>
        </p:nvGraphicFramePr>
        <p:xfrm>
          <a:off x="358335" y="1376894"/>
          <a:ext cx="11497185" cy="4750932"/>
        </p:xfrm>
        <a:graphic>
          <a:graphicData uri="http://schemas.openxmlformats.org/drawingml/2006/table">
            <a:tbl>
              <a:tblPr firstRow="1" bandRow="1">
                <a:tableStyleId>{073A0DAA-6AF3-43AB-8588-CEC1D06C72B9}</a:tableStyleId>
              </a:tblPr>
              <a:tblGrid>
                <a:gridCol w="1692000">
                  <a:extLst>
                    <a:ext uri="{9D8B030D-6E8A-4147-A177-3AD203B41FA5}">
                      <a16:colId xmlns:a16="http://schemas.microsoft.com/office/drawing/2014/main" val="4210984082"/>
                    </a:ext>
                  </a:extLst>
                </a:gridCol>
                <a:gridCol w="756000">
                  <a:extLst>
                    <a:ext uri="{9D8B030D-6E8A-4147-A177-3AD203B41FA5}">
                      <a16:colId xmlns:a16="http://schemas.microsoft.com/office/drawing/2014/main" val="2800079537"/>
                    </a:ext>
                  </a:extLst>
                </a:gridCol>
                <a:gridCol w="828000">
                  <a:extLst>
                    <a:ext uri="{9D8B030D-6E8A-4147-A177-3AD203B41FA5}">
                      <a16:colId xmlns:a16="http://schemas.microsoft.com/office/drawing/2014/main" val="3138473051"/>
                    </a:ext>
                  </a:extLst>
                </a:gridCol>
                <a:gridCol w="259200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323733">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Advanced/Metastatic ESCC</a:t>
                      </a:r>
                    </a:p>
                  </a:txBody>
                  <a:tcPr anchor="ctr">
                    <a:solidFill>
                      <a:schemeClr val="accent5">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323733">
                <a:tc rowSpan="3">
                  <a:txBody>
                    <a:bodyPr/>
                    <a:lstStyle/>
                    <a:p>
                      <a:pPr algn="ctr"/>
                      <a:r>
                        <a:rPr lang="en-US" sz="900" b="1">
                          <a:solidFill>
                            <a:schemeClr val="bg1"/>
                          </a:solidFill>
                        </a:rPr>
                        <a:t>Evidence Gaps</a:t>
                      </a:r>
                    </a:p>
                  </a:txBody>
                  <a:tcPr anchor="ctr">
                    <a:solidFill>
                      <a:schemeClr val="accent5">
                        <a:lumMod val="50000"/>
                      </a:schemeClr>
                    </a:solidFill>
                  </a:tcPr>
                </a:tc>
                <a:tc rowSpan="3">
                  <a:txBody>
                    <a:bodyPr/>
                    <a:lstStyle/>
                    <a:p>
                      <a:pPr algn="ctr"/>
                      <a:r>
                        <a:rPr lang="en-US" sz="900" b="1">
                          <a:solidFill>
                            <a:schemeClr val="bg1"/>
                          </a:solidFill>
                        </a:rPr>
                        <a:t>Tactic Type</a:t>
                      </a:r>
                    </a:p>
                  </a:txBody>
                  <a:tcPr anchor="ctr">
                    <a:solidFill>
                      <a:schemeClr val="accent5">
                        <a:lumMod val="50000"/>
                      </a:schemeClr>
                    </a:solidFill>
                  </a:tcPr>
                </a:tc>
                <a:tc rowSpan="3">
                  <a:txBody>
                    <a:bodyPr/>
                    <a:lstStyle/>
                    <a:p>
                      <a:pPr algn="ctr"/>
                      <a:r>
                        <a:rPr lang="en-US" sz="900" b="1">
                          <a:solidFill>
                            <a:schemeClr val="bg1"/>
                          </a:solidFill>
                        </a:rPr>
                        <a:t>Key Markets</a:t>
                      </a:r>
                    </a:p>
                  </a:txBody>
                  <a:tcPr anchor="ctr">
                    <a:solidFill>
                      <a:schemeClr val="accent5">
                        <a:lumMod val="50000"/>
                      </a:schemeClr>
                    </a:solidFill>
                  </a:tcPr>
                </a:tc>
                <a:tc rowSpan="3">
                  <a:txBody>
                    <a:bodyPr/>
                    <a:lstStyle/>
                    <a:p>
                      <a:pPr algn="ctr"/>
                      <a:r>
                        <a:rPr lang="en-US" sz="900" b="1">
                          <a:solidFill>
                            <a:schemeClr val="bg1"/>
                          </a:solidFill>
                        </a:rPr>
                        <a:t>Other Assumptions/ Dependencies</a:t>
                      </a:r>
                    </a:p>
                  </a:txBody>
                  <a:tcPr anchor="ctr">
                    <a:solidFill>
                      <a:schemeClr val="accent5">
                        <a:lumMod val="50000"/>
                      </a:schemeClr>
                    </a:solidFill>
                  </a:tcPr>
                </a:tc>
                <a:tc gridSpan="9">
                  <a:txBody>
                    <a:bodyPr/>
                    <a:lstStyle/>
                    <a:p>
                      <a:pPr algn="ctr"/>
                      <a:r>
                        <a:rPr lang="en-US" sz="900" b="1" kern="1200">
                          <a:solidFill>
                            <a:schemeClr val="bg1"/>
                          </a:solidFill>
                          <a:latin typeface="+mn-lt"/>
                          <a:ea typeface="+mn-ea"/>
                          <a:cs typeface="+mn-cs"/>
                        </a:rPr>
                        <a:t>Evidence Roadmap</a:t>
                      </a:r>
                    </a:p>
                  </a:txBody>
                  <a:tcPr anchor="ctr">
                    <a:solidFill>
                      <a:schemeClr val="accent5">
                        <a:lumMod val="50000"/>
                      </a:schemeClr>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32373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chemeClr val="accent5">
                        <a:lumMod val="50000"/>
                      </a:schemeClr>
                    </a:solidFill>
                  </a:tcPr>
                </a:tc>
                <a:tc gridSpan="2">
                  <a:txBody>
                    <a:bodyPr/>
                    <a:lstStyle/>
                    <a:p>
                      <a:pPr algn="ctr"/>
                      <a:r>
                        <a:rPr lang="en-US" sz="900" b="1" kern="1200">
                          <a:solidFill>
                            <a:schemeClr val="bg1"/>
                          </a:solidFill>
                          <a:latin typeface="+mn-lt"/>
                          <a:ea typeface="+mn-ea"/>
                          <a:cs typeface="+mn-cs"/>
                        </a:rPr>
                        <a:t>2026</a:t>
                      </a:r>
                    </a:p>
                  </a:txBody>
                  <a:tcPr anchor="ctr">
                    <a:solidFill>
                      <a:schemeClr val="accent5">
                        <a:lumMod val="50000"/>
                      </a:schemeClr>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chemeClr val="accent5">
                        <a:lumMod val="50000"/>
                      </a:schemeClr>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chemeClr val="accent5">
                        <a:lumMod val="50000"/>
                      </a:schemeClr>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chemeClr val="accent5">
                        <a:lumMod val="50000"/>
                      </a:schemeClr>
                    </a:solidFill>
                  </a:tcPr>
                </a:tc>
                <a:tc hMerge="1">
                  <a:txBody>
                    <a:bodyPr/>
                    <a:lstStyle/>
                    <a:p>
                      <a:endParaRPr lang="en-US"/>
                    </a:p>
                  </a:txBody>
                  <a:tcPr/>
                </a:tc>
                <a:extLst>
                  <a:ext uri="{0D108BD9-81ED-4DB2-BD59-A6C34878D82A}">
                    <a16:rowId xmlns:a16="http://schemas.microsoft.com/office/drawing/2014/main" val="2912067414"/>
                  </a:ext>
                </a:extLst>
              </a:tr>
              <a:tr h="32373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H2</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H1</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H2</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H1</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H2</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H1</a:t>
                      </a:r>
                    </a:p>
                  </a:txBody>
                  <a:tcPr anchor="ctr">
                    <a:solidFill>
                      <a:schemeClr val="accent5">
                        <a:lumMod val="50000"/>
                      </a:schemeClr>
                    </a:solidFill>
                  </a:tcPr>
                </a:tc>
                <a:tc>
                  <a:txBody>
                    <a:bodyPr/>
                    <a:lstStyle/>
                    <a:p>
                      <a:pPr algn="ctr"/>
                      <a:r>
                        <a:rPr lang="en-US" sz="900" b="1" kern="1200">
                          <a:solidFill>
                            <a:schemeClr val="bg1"/>
                          </a:solidFill>
                          <a:latin typeface="+mn-lt"/>
                          <a:ea typeface="+mn-ea"/>
                          <a:cs typeface="+mn-cs"/>
                        </a:rPr>
                        <a:t>H2</a:t>
                      </a:r>
                    </a:p>
                  </a:txBody>
                  <a:tcPr anchor="ctr">
                    <a:solidFill>
                      <a:schemeClr val="accent5">
                        <a:lumMod val="50000"/>
                      </a:schemeClr>
                    </a:solidFill>
                  </a:tcPr>
                </a:tc>
                <a:extLst>
                  <a:ext uri="{0D108BD9-81ED-4DB2-BD59-A6C34878D82A}">
                    <a16:rowId xmlns:a16="http://schemas.microsoft.com/office/drawing/2014/main" val="618320798"/>
                  </a:ext>
                </a:extLst>
              </a:tr>
              <a:tr h="345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effectLst/>
                        </a:rPr>
                        <a:t>[1L]: Need for </a:t>
                      </a:r>
                      <a:r>
                        <a:rPr lang="en-GB" sz="900" b="1">
                          <a:effectLst/>
                        </a:rPr>
                        <a:t>exploratory biomarker data in patients with early and long- lasting response</a:t>
                      </a:r>
                      <a:r>
                        <a:rPr lang="en-GB" sz="900">
                          <a:effectLst/>
                        </a:rPr>
                        <a:t> to tislelizumab</a:t>
                      </a:r>
                      <a:endParaRPr lang="en-GB" sz="9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nchor="ctr">
                    <a:solidFill>
                      <a:srgbClr val="E7E7E7"/>
                    </a:solidFill>
                  </a:tcPr>
                </a:tc>
                <a:tc>
                  <a:txBody>
                    <a:bodyPr/>
                    <a:lstStyle/>
                    <a:p>
                      <a:pPr marL="171450" indent="-171450">
                        <a:buFont typeface="Wingdings" panose="05000000000000000000" pitchFamily="2" charset="2"/>
                        <a:buChar char="§"/>
                      </a:pPr>
                      <a:r>
                        <a:rPr lang="en-GB" sz="900" b="1"/>
                        <a:t>Timelines based on CN Medical Affairs</a:t>
                      </a:r>
                    </a:p>
                    <a:p>
                      <a:pPr marL="171450" indent="-171450">
                        <a:buFont typeface="Wingdings" panose="05000000000000000000" pitchFamily="2" charset="2"/>
                        <a:buChar char="§"/>
                      </a:pPr>
                      <a:r>
                        <a:rPr lang="en-GB" sz="900" b="0"/>
                        <a:t>Two key populations identified</a:t>
                      </a:r>
                      <a:r>
                        <a:rPr lang="en-GB" sz="900" b="1"/>
                        <a:t>: early responders and patients with long-lasting responses.</a:t>
                      </a:r>
                      <a:endParaRPr lang="en-GB" sz="900"/>
                    </a:p>
                    <a:p>
                      <a:pPr marL="628650" lvl="1" indent="-171450">
                        <a:buFont typeface="Wingdings" panose="05000000000000000000" pitchFamily="2" charset="2"/>
                        <a:buChar char="Ø"/>
                      </a:pPr>
                      <a:r>
                        <a:rPr lang="en-GB" sz="900"/>
                        <a:t>For </a:t>
                      </a:r>
                      <a:r>
                        <a:rPr lang="en-GB" sz="900" b="1"/>
                        <a:t>early responders</a:t>
                      </a:r>
                      <a:r>
                        <a:rPr lang="en-GB" sz="900"/>
                        <a:t>, a well-defined group, an abstract has been submitted to ESMO GI. This </a:t>
                      </a:r>
                      <a:r>
                        <a:rPr lang="en-GB" sz="900" b="1"/>
                        <a:t>allows for retrospective biomarker analysis, which is expected to start within the next few weeks</a:t>
                      </a:r>
                    </a:p>
                    <a:p>
                      <a:pPr marL="628650" lvl="1" indent="-171450">
                        <a:buFont typeface="Wingdings" panose="05000000000000000000" pitchFamily="2" charset="2"/>
                        <a:buChar char="Ø"/>
                      </a:pPr>
                      <a:r>
                        <a:rPr lang="en-GB" sz="900"/>
                        <a:t>For </a:t>
                      </a:r>
                      <a:r>
                        <a:rPr lang="en-GB" sz="900" b="1"/>
                        <a:t>long-duration responders</a:t>
                      </a:r>
                      <a:r>
                        <a:rPr lang="en-GB" sz="900"/>
                        <a:t>, further definition is required before proceeding.</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128032648"/>
                  </a:ext>
                </a:extLst>
              </a:tr>
            </a:tbl>
          </a:graphicData>
        </a:graphic>
      </p:graphicFrame>
      <p:grpSp>
        <p:nvGrpSpPr>
          <p:cNvPr id="2" name="Group 1">
            <a:extLst>
              <a:ext uri="{FF2B5EF4-FFF2-40B4-BE49-F238E27FC236}">
                <a16:creationId xmlns:a16="http://schemas.microsoft.com/office/drawing/2014/main" id="{1ABF0D6D-EFFB-9B7A-6A6A-ED942CCE8763}"/>
              </a:ext>
            </a:extLst>
          </p:cNvPr>
          <p:cNvGrpSpPr/>
          <p:nvPr/>
        </p:nvGrpSpPr>
        <p:grpSpPr>
          <a:xfrm>
            <a:off x="2948635" y="4179897"/>
            <a:ext cx="537885" cy="329184"/>
            <a:chOff x="2948635" y="5011099"/>
            <a:chExt cx="537885" cy="329184"/>
          </a:xfrm>
        </p:grpSpPr>
        <p:pic>
          <p:nvPicPr>
            <p:cNvPr id="40" name="Graphic 39">
              <a:extLst>
                <a:ext uri="{FF2B5EF4-FFF2-40B4-BE49-F238E27FC236}">
                  <a16:creationId xmlns:a16="http://schemas.microsoft.com/office/drawing/2014/main" id="{CDB16AF4-23C8-6CD5-2557-29E8A42B5F74}"/>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2948635" y="5011099"/>
              <a:ext cx="329184" cy="329184"/>
            </a:xfrm>
            <a:prstGeom prst="rect">
              <a:avLst/>
            </a:prstGeom>
          </p:spPr>
        </p:pic>
        <p:pic>
          <p:nvPicPr>
            <p:cNvPr id="41" name="Picture 40">
              <a:extLst>
                <a:ext uri="{FF2B5EF4-FFF2-40B4-BE49-F238E27FC236}">
                  <a16:creationId xmlns:a16="http://schemas.microsoft.com/office/drawing/2014/main" id="{6902BA78-B304-2BCC-4F89-6629C6A06512}"/>
                </a:ext>
              </a:extLst>
            </p:cNvPr>
            <p:cNvPicPr>
              <a:picLocks noChangeAspect="1"/>
            </p:cNvPicPr>
            <p:nvPr/>
          </p:nvPicPr>
          <p:blipFill rotWithShape="1">
            <a:blip r:embed="rId7"/>
            <a:srcRect l="14865" t="17319" r="20459" b="14006"/>
            <a:stretch/>
          </p:blipFill>
          <p:spPr>
            <a:xfrm>
              <a:off x="3157336" y="5011099"/>
              <a:ext cx="329184" cy="329184"/>
            </a:xfrm>
            <a:prstGeom prst="ellipse">
              <a:avLst/>
            </a:prstGeom>
          </p:spPr>
        </p:pic>
      </p:grpSp>
      <p:sp>
        <p:nvSpPr>
          <p:cNvPr id="42" name="Rectangle 41">
            <a:extLst>
              <a:ext uri="{FF2B5EF4-FFF2-40B4-BE49-F238E27FC236}">
                <a16:creationId xmlns:a16="http://schemas.microsoft.com/office/drawing/2014/main" id="{3EACA265-9798-3D32-4DEF-9592736F1BDA}"/>
              </a:ext>
            </a:extLst>
          </p:cNvPr>
          <p:cNvSpPr/>
          <p:nvPr/>
        </p:nvSpPr>
        <p:spPr>
          <a:xfrm>
            <a:off x="135802" y="2670772"/>
            <a:ext cx="222533" cy="3456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Medium Priority Gaps </a:t>
            </a:r>
          </a:p>
        </p:txBody>
      </p:sp>
      <p:sp>
        <p:nvSpPr>
          <p:cNvPr id="43" name="Arrow: Pentagon 42">
            <a:extLst>
              <a:ext uri="{FF2B5EF4-FFF2-40B4-BE49-F238E27FC236}">
                <a16:creationId xmlns:a16="http://schemas.microsoft.com/office/drawing/2014/main" id="{5E093AB4-8F39-5D88-AD0A-F3161E780AAE}"/>
              </a:ext>
            </a:extLst>
          </p:cNvPr>
          <p:cNvSpPr/>
          <p:nvPr/>
        </p:nvSpPr>
        <p:spPr>
          <a:xfrm>
            <a:off x="6468850" y="4049105"/>
            <a:ext cx="1512000" cy="324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r>
              <a:rPr lang="en-US">
                <a:solidFill>
                  <a:schemeClr val="bg1"/>
                </a:solidFill>
              </a:rPr>
              <a:t>Early Responders   </a:t>
            </a:r>
          </a:p>
        </p:txBody>
      </p:sp>
      <p:sp>
        <p:nvSpPr>
          <p:cNvPr id="44" name="Isosceles Triangle 43">
            <a:extLst>
              <a:ext uri="{FF2B5EF4-FFF2-40B4-BE49-F238E27FC236}">
                <a16:creationId xmlns:a16="http://schemas.microsoft.com/office/drawing/2014/main" id="{2AE42DE1-A83A-7343-4A8F-6C809336348C}"/>
              </a:ext>
            </a:extLst>
          </p:cNvPr>
          <p:cNvSpPr/>
          <p:nvPr/>
        </p:nvSpPr>
        <p:spPr>
          <a:xfrm>
            <a:off x="7382009" y="4344489"/>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5" name="Star: 5 Points 44">
            <a:extLst>
              <a:ext uri="{FF2B5EF4-FFF2-40B4-BE49-F238E27FC236}">
                <a16:creationId xmlns:a16="http://schemas.microsoft.com/office/drawing/2014/main" id="{68CC2849-42CD-703D-DAED-C85B894FC6F2}"/>
              </a:ext>
            </a:extLst>
          </p:cNvPr>
          <p:cNvSpPr/>
          <p:nvPr/>
        </p:nvSpPr>
        <p:spPr>
          <a:xfrm>
            <a:off x="7833023" y="4098346"/>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8" name="TextBox 47">
            <a:extLst>
              <a:ext uri="{FF2B5EF4-FFF2-40B4-BE49-F238E27FC236}">
                <a16:creationId xmlns:a16="http://schemas.microsoft.com/office/drawing/2014/main" id="{3B95EB14-1023-39D2-1EE3-BE48A130FF93}"/>
              </a:ext>
            </a:extLst>
          </p:cNvPr>
          <p:cNvSpPr txBox="1"/>
          <p:nvPr/>
        </p:nvSpPr>
        <p:spPr>
          <a:xfrm>
            <a:off x="7659869" y="4303858"/>
            <a:ext cx="1188856" cy="646331"/>
          </a:xfrm>
          <a:prstGeom prst="rect">
            <a:avLst/>
          </a:prstGeom>
          <a:noFill/>
        </p:spPr>
        <p:txBody>
          <a:bodyPr wrap="square" lIns="91440" tIns="91440" rIns="91440" bIns="91440" rtlCol="0">
            <a:spAutoFit/>
          </a:bodyPr>
          <a:lstStyle/>
          <a:p>
            <a:pPr algn="ctr"/>
            <a:r>
              <a:rPr lang="en-US" sz="1000"/>
              <a:t>ESMO GI 2026 - Manuscript TBD</a:t>
            </a:r>
          </a:p>
          <a:p>
            <a:pPr algn="ctr"/>
            <a:endParaRPr lang="en-US" sz="1000"/>
          </a:p>
        </p:txBody>
      </p:sp>
      <p:pic>
        <p:nvPicPr>
          <p:cNvPr id="56" name="Graphic 55">
            <a:extLst>
              <a:ext uri="{FF2B5EF4-FFF2-40B4-BE49-F238E27FC236}">
                <a16:creationId xmlns:a16="http://schemas.microsoft.com/office/drawing/2014/main" id="{EA18A809-2B3D-6430-5A2B-4EA48535F44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16217" y="4207329"/>
            <a:ext cx="274320" cy="274320"/>
          </a:xfrm>
          <a:prstGeom prst="rect">
            <a:avLst/>
          </a:prstGeom>
        </p:spPr>
      </p:pic>
      <p:sp>
        <p:nvSpPr>
          <p:cNvPr id="46" name="TextBox 45">
            <a:extLst>
              <a:ext uri="{FF2B5EF4-FFF2-40B4-BE49-F238E27FC236}">
                <a16:creationId xmlns:a16="http://schemas.microsoft.com/office/drawing/2014/main" id="{49BCC411-C4C1-206F-7C01-C17E36C8DD21}"/>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grpSp>
        <p:nvGrpSpPr>
          <p:cNvPr id="69" name="Group 68">
            <a:extLst>
              <a:ext uri="{FF2B5EF4-FFF2-40B4-BE49-F238E27FC236}">
                <a16:creationId xmlns:a16="http://schemas.microsoft.com/office/drawing/2014/main" id="{B97893E0-D523-B479-1189-F0DCA050D273}"/>
              </a:ext>
            </a:extLst>
          </p:cNvPr>
          <p:cNvGrpSpPr/>
          <p:nvPr/>
        </p:nvGrpSpPr>
        <p:grpSpPr>
          <a:xfrm>
            <a:off x="8446122" y="668447"/>
            <a:ext cx="3358520" cy="323165"/>
            <a:chOff x="8469297" y="935394"/>
            <a:chExt cx="3358520" cy="323165"/>
          </a:xfrm>
        </p:grpSpPr>
        <p:sp>
          <p:nvSpPr>
            <p:cNvPr id="70" name="TextBox 69">
              <a:extLst>
                <a:ext uri="{FF2B5EF4-FFF2-40B4-BE49-F238E27FC236}">
                  <a16:creationId xmlns:a16="http://schemas.microsoft.com/office/drawing/2014/main" id="{E96A8B72-DD9D-83EA-AC51-BD35E46AC7C7}"/>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71" name="Isosceles Triangle 70">
              <a:extLst>
                <a:ext uri="{FF2B5EF4-FFF2-40B4-BE49-F238E27FC236}">
                  <a16:creationId xmlns:a16="http://schemas.microsoft.com/office/drawing/2014/main" id="{53EDE744-443C-23BA-0FA2-F3C444D190BF}"/>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72" name="Star: 5 Points 71">
              <a:extLst>
                <a:ext uri="{FF2B5EF4-FFF2-40B4-BE49-F238E27FC236}">
                  <a16:creationId xmlns:a16="http://schemas.microsoft.com/office/drawing/2014/main" id="{A63B2F44-4361-08E3-EC87-4C268F1F3F68}"/>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73" name="Arrow: Pentagon 72">
              <a:extLst>
                <a:ext uri="{FF2B5EF4-FFF2-40B4-BE49-F238E27FC236}">
                  <a16:creationId xmlns:a16="http://schemas.microsoft.com/office/drawing/2014/main" id="{8098F82D-7966-3BB5-CC27-0B352A7FAD07}"/>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74" name="TextBox 73">
              <a:extLst>
                <a:ext uri="{FF2B5EF4-FFF2-40B4-BE49-F238E27FC236}">
                  <a16:creationId xmlns:a16="http://schemas.microsoft.com/office/drawing/2014/main" id="{62B352F6-E63B-25F2-2E48-D5F7797E6859}"/>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75" name="TextBox 74">
              <a:extLst>
                <a:ext uri="{FF2B5EF4-FFF2-40B4-BE49-F238E27FC236}">
                  <a16:creationId xmlns:a16="http://schemas.microsoft.com/office/drawing/2014/main" id="{D31A054E-0B79-C534-E715-A97EEA596A33}"/>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76" name="Footer Placeholder 3">
            <a:extLst>
              <a:ext uri="{FF2B5EF4-FFF2-40B4-BE49-F238E27FC236}">
                <a16:creationId xmlns:a16="http://schemas.microsoft.com/office/drawing/2014/main" id="{C74E8938-CC0F-63CF-29C2-5BD6FDA9216F}"/>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sp>
        <p:nvSpPr>
          <p:cNvPr id="84" name="Left Bracket 83">
            <a:extLst>
              <a:ext uri="{FF2B5EF4-FFF2-40B4-BE49-F238E27FC236}">
                <a16:creationId xmlns:a16="http://schemas.microsoft.com/office/drawing/2014/main" id="{94A8F27C-A425-40D9-5BF4-7DD88D457133}"/>
              </a:ext>
            </a:extLst>
          </p:cNvPr>
          <p:cNvSpPr/>
          <p:nvPr/>
        </p:nvSpPr>
        <p:spPr>
          <a:xfrm rot="5400000" flipV="1">
            <a:off x="6964887" y="3464680"/>
            <a:ext cx="45719" cy="100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85" name="TextBox 84">
            <a:extLst>
              <a:ext uri="{FF2B5EF4-FFF2-40B4-BE49-F238E27FC236}">
                <a16:creationId xmlns:a16="http://schemas.microsoft.com/office/drawing/2014/main" id="{90C946BB-2507-F343-ADC9-4B687194EC5E}"/>
              </a:ext>
            </a:extLst>
          </p:cNvPr>
          <p:cNvSpPr txBox="1"/>
          <p:nvPr/>
        </p:nvSpPr>
        <p:spPr>
          <a:xfrm>
            <a:off x="6268014" y="3691750"/>
            <a:ext cx="1439463" cy="215444"/>
          </a:xfrm>
          <a:prstGeom prst="rect">
            <a:avLst/>
          </a:prstGeom>
          <a:noFill/>
        </p:spPr>
        <p:txBody>
          <a:bodyPr wrap="square">
            <a:spAutoFit/>
          </a:bodyPr>
          <a:lstStyle/>
          <a:p>
            <a:pPr algn="ctr"/>
            <a:r>
              <a:rPr lang="en-GB" sz="800"/>
              <a:t>Retrospective analysis</a:t>
            </a:r>
          </a:p>
        </p:txBody>
      </p:sp>
      <p:sp>
        <p:nvSpPr>
          <p:cNvPr id="86" name="Footer Placeholder 3">
            <a:extLst>
              <a:ext uri="{FF2B5EF4-FFF2-40B4-BE49-F238E27FC236}">
                <a16:creationId xmlns:a16="http://schemas.microsoft.com/office/drawing/2014/main" id="{B897E82D-7928-0E97-46D2-68A4A29D8002}"/>
              </a:ext>
            </a:extLst>
          </p:cNvPr>
          <p:cNvSpPr txBox="1">
            <a:spLocks/>
          </p:cNvSpPr>
          <p:nvPr/>
        </p:nvSpPr>
        <p:spPr>
          <a:xfrm>
            <a:off x="358336" y="6360168"/>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latin typeface="Poppins"/>
              </a:rPr>
              <a:t>Note</a:t>
            </a:r>
            <a:r>
              <a:rPr lang="en-US">
                <a:solidFill>
                  <a:srgbClr val="000000">
                    <a:lumMod val="65000"/>
                    <a:lumOff val="35000"/>
                  </a:srgbClr>
                </a:solidFill>
              </a:rPr>
              <a:t>: ESCC: Esophageal Squamous Cell Carcinoma; HEOR: Health Economics Outcomes Research; IIT: Investigator Initiated Trials; RWE: Real World Evidence</a:t>
            </a:r>
            <a:endParaRPr lang="en-US">
              <a:solidFill>
                <a:srgbClr val="000000">
                  <a:lumMod val="65000"/>
                  <a:lumOff val="35000"/>
                </a:srgbClr>
              </a:solidFill>
              <a:highlight>
                <a:srgbClr val="FFFF00"/>
              </a:highlight>
              <a:latin typeface="Poppins"/>
            </a:endParaRPr>
          </a:p>
        </p:txBody>
      </p:sp>
      <p:sp>
        <p:nvSpPr>
          <p:cNvPr id="15" name="Footer Placeholder 3">
            <a:extLst>
              <a:ext uri="{FF2B5EF4-FFF2-40B4-BE49-F238E27FC236}">
                <a16:creationId xmlns:a16="http://schemas.microsoft.com/office/drawing/2014/main" id="{2D2E9E5D-A689-EB7E-4650-8B40A42A2003}"/>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9" name="Graphic 18">
            <a:extLst>
              <a:ext uri="{FF2B5EF4-FFF2-40B4-BE49-F238E27FC236}">
                <a16:creationId xmlns:a16="http://schemas.microsoft.com/office/drawing/2014/main" id="{22EC8F9F-68D0-F6FA-BDA1-8FE186563C0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37570" y="958197"/>
            <a:ext cx="274320" cy="274320"/>
          </a:xfrm>
          <a:prstGeom prst="rect">
            <a:avLst/>
          </a:prstGeom>
        </p:spPr>
      </p:pic>
      <p:pic>
        <p:nvPicPr>
          <p:cNvPr id="20" name="Graphic 19">
            <a:extLst>
              <a:ext uri="{FF2B5EF4-FFF2-40B4-BE49-F238E27FC236}">
                <a16:creationId xmlns:a16="http://schemas.microsoft.com/office/drawing/2014/main" id="{3FD44ABB-521E-60BE-F178-CC34C04E406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24487" y="958197"/>
            <a:ext cx="274320" cy="274320"/>
          </a:xfrm>
          <a:prstGeom prst="rect">
            <a:avLst/>
          </a:prstGeom>
        </p:spPr>
      </p:pic>
      <p:pic>
        <p:nvPicPr>
          <p:cNvPr id="21" name="Graphic 20">
            <a:extLst>
              <a:ext uri="{FF2B5EF4-FFF2-40B4-BE49-F238E27FC236}">
                <a16:creationId xmlns:a16="http://schemas.microsoft.com/office/drawing/2014/main" id="{63809505-89AE-B69E-0CFC-AF871ED55E5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14007" y="958197"/>
            <a:ext cx="274320" cy="274320"/>
          </a:xfrm>
          <a:prstGeom prst="rect">
            <a:avLst/>
          </a:prstGeom>
        </p:spPr>
      </p:pic>
      <p:pic>
        <p:nvPicPr>
          <p:cNvPr id="22" name="Graphic 21">
            <a:extLst>
              <a:ext uri="{FF2B5EF4-FFF2-40B4-BE49-F238E27FC236}">
                <a16:creationId xmlns:a16="http://schemas.microsoft.com/office/drawing/2014/main" id="{D14456B7-F11E-CE90-2BC7-DC6D5BF6D912}"/>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8194014" y="958557"/>
            <a:ext cx="273600" cy="273600"/>
          </a:xfrm>
          <a:prstGeom prst="rect">
            <a:avLst/>
          </a:prstGeom>
        </p:spPr>
      </p:pic>
      <p:grpSp>
        <p:nvGrpSpPr>
          <p:cNvPr id="5" name="Group 4">
            <a:extLst>
              <a:ext uri="{FF2B5EF4-FFF2-40B4-BE49-F238E27FC236}">
                <a16:creationId xmlns:a16="http://schemas.microsoft.com/office/drawing/2014/main" id="{24BDFAEF-4C61-F041-F39A-6F30BDCAC136}"/>
              </a:ext>
            </a:extLst>
          </p:cNvPr>
          <p:cNvGrpSpPr/>
          <p:nvPr/>
        </p:nvGrpSpPr>
        <p:grpSpPr>
          <a:xfrm>
            <a:off x="-9526" y="-7584"/>
            <a:ext cx="11686057" cy="180000"/>
            <a:chOff x="-9526" y="-7584"/>
            <a:chExt cx="11686057" cy="180000"/>
          </a:xfrm>
        </p:grpSpPr>
        <p:sp>
          <p:nvSpPr>
            <p:cNvPr id="7" name="Rectangle 6">
              <a:extLst>
                <a:ext uri="{FF2B5EF4-FFF2-40B4-BE49-F238E27FC236}">
                  <a16:creationId xmlns:a16="http://schemas.microsoft.com/office/drawing/2014/main" id="{F7814E25-85F2-5ED7-8BB4-B0F48999DAB4}"/>
                </a:ext>
              </a:extLst>
            </p:cNvPr>
            <p:cNvSpPr/>
            <p:nvPr/>
          </p:nvSpPr>
          <p:spPr>
            <a:xfrm>
              <a:off x="-9526" y="-7584"/>
              <a:ext cx="1916893" cy="180000"/>
            </a:xfrm>
            <a:prstGeom prst="rect">
              <a:avLst/>
            </a:prstGeom>
            <a:solidFill>
              <a:srgbClr val="52191D"/>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11" name="Arrow: Pentagon 10">
              <a:extLst>
                <a:ext uri="{FF2B5EF4-FFF2-40B4-BE49-F238E27FC236}">
                  <a16:creationId xmlns:a16="http://schemas.microsoft.com/office/drawing/2014/main" id="{46282609-36FF-1BC4-038C-B92E91EFFF35}"/>
                </a:ext>
              </a:extLst>
            </p:cNvPr>
            <p:cNvSpPr/>
            <p:nvPr/>
          </p:nvSpPr>
          <p:spPr>
            <a:xfrm>
              <a:off x="1907367"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3" name="Arrow: Chevron 22">
              <a:extLst>
                <a:ext uri="{FF2B5EF4-FFF2-40B4-BE49-F238E27FC236}">
                  <a16:creationId xmlns:a16="http://schemas.microsoft.com/office/drawing/2014/main" id="{336E7F9E-BEA0-9609-68DA-621032BEED09}"/>
                </a:ext>
              </a:extLst>
            </p:cNvPr>
            <p:cNvSpPr/>
            <p:nvPr/>
          </p:nvSpPr>
          <p:spPr>
            <a:xfrm>
              <a:off x="4423162"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4" name="Arrow: Chevron 23">
              <a:extLst>
                <a:ext uri="{FF2B5EF4-FFF2-40B4-BE49-F238E27FC236}">
                  <a16:creationId xmlns:a16="http://schemas.microsoft.com/office/drawing/2014/main" id="{30A8ADC1-7A7D-38A5-1499-78E37CF8C800}"/>
                </a:ext>
              </a:extLst>
            </p:cNvPr>
            <p:cNvSpPr/>
            <p:nvPr/>
          </p:nvSpPr>
          <p:spPr>
            <a:xfrm>
              <a:off x="6816107"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5" name="Arrow: Chevron 24">
              <a:extLst>
                <a:ext uri="{FF2B5EF4-FFF2-40B4-BE49-F238E27FC236}">
                  <a16:creationId xmlns:a16="http://schemas.microsoft.com/office/drawing/2014/main" id="{3A54BC04-3DA4-73DD-E843-D1B3C446059A}"/>
                </a:ext>
              </a:extLst>
            </p:cNvPr>
            <p:cNvSpPr/>
            <p:nvPr/>
          </p:nvSpPr>
          <p:spPr>
            <a:xfrm>
              <a:off x="921718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20216930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9BA00-7360-FE21-DD38-1000C2B98DC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F5D405D-2282-6C4C-9157-FE1D5286C253}"/>
              </a:ext>
            </a:extLst>
          </p:cNvPr>
          <p:cNvGraphicFramePr>
            <a:graphicFrameLocks noChangeAspect="1"/>
          </p:cNvGraphicFramePr>
          <p:nvPr>
            <p:custDataLst>
              <p:tags r:id="rId1"/>
            </p:custDataLst>
            <p:extLst>
              <p:ext uri="{D42A27DB-BD31-4B8C-83A1-F6EECF244321}">
                <p14:modId xmlns:p14="http://schemas.microsoft.com/office/powerpoint/2010/main" val="3371252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3F5D405D-2282-6C4C-9157-FE1D5286C25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FB1551C-4E21-4365-61D8-63ED7FA0DB9C}"/>
              </a:ext>
            </a:extLst>
          </p:cNvPr>
          <p:cNvSpPr>
            <a:spLocks noGrp="1"/>
          </p:cNvSpPr>
          <p:nvPr>
            <p:ph type="ctrTitle"/>
          </p:nvPr>
        </p:nvSpPr>
        <p:spPr>
          <a:xfrm>
            <a:off x="336165" y="3000231"/>
            <a:ext cx="9609346" cy="738664"/>
          </a:xfrm>
        </p:spPr>
        <p:txBody>
          <a:bodyPr vert="horz"/>
          <a:lstStyle/>
          <a:p>
            <a:r>
              <a:rPr lang="en-US" b="1"/>
              <a:t>Advanced/Metastatic GC/GEJ</a:t>
            </a:r>
          </a:p>
        </p:txBody>
      </p:sp>
      <p:pic>
        <p:nvPicPr>
          <p:cNvPr id="5" name="Graphic 4">
            <a:hlinkClick r:id="rId5" action="ppaction://hlinksldjump"/>
            <a:extLst>
              <a:ext uri="{FF2B5EF4-FFF2-40B4-BE49-F238E27FC236}">
                <a16:creationId xmlns:a16="http://schemas.microsoft.com/office/drawing/2014/main" id="{FB7151F4-C76F-2915-6E22-CC6BFD8948A5}"/>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110002" y="6124703"/>
            <a:ext cx="720000" cy="720000"/>
          </a:xfrm>
          <a:prstGeom prst="rect">
            <a:avLst/>
          </a:prstGeom>
        </p:spPr>
      </p:pic>
    </p:spTree>
    <p:extLst>
      <p:ext uri="{BB962C8B-B14F-4D97-AF65-F5344CB8AC3E}">
        <p14:creationId xmlns:p14="http://schemas.microsoft.com/office/powerpoint/2010/main" val="4131016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D9DDF-676B-403D-6D5C-3781477D3C94}"/>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1ED7CE9-4DE7-C67D-F2AA-2DB787E4E69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4" imgH="456" progId="TCLayout.ActiveDocument.1">
                  <p:embed/>
                </p:oleObj>
              </mc:Choice>
              <mc:Fallback>
                <p:oleObj name="think-cell Slide" r:id="rId4" imgW="454" imgH="456" progId="TCLayout.ActiveDocument.1">
                  <p:embed/>
                  <p:pic>
                    <p:nvPicPr>
                      <p:cNvPr id="9" name="think-cell data - do not delete" hidden="1">
                        <a:extLst>
                          <a:ext uri="{FF2B5EF4-FFF2-40B4-BE49-F238E27FC236}">
                            <a16:creationId xmlns:a16="http://schemas.microsoft.com/office/drawing/2014/main" id="{A1ED7CE9-4DE7-C67D-F2AA-2DB787E4E69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EDDAB8D-15AB-F09C-BA8C-79F0B85629A7}"/>
              </a:ext>
            </a:extLst>
          </p:cNvPr>
          <p:cNvSpPr>
            <a:spLocks noGrp="1"/>
          </p:cNvSpPr>
          <p:nvPr>
            <p:ph type="title"/>
          </p:nvPr>
        </p:nvSpPr>
        <p:spPr>
          <a:xfrm>
            <a:off x="358337" y="271427"/>
            <a:ext cx="11470125" cy="369332"/>
          </a:xfrm>
        </p:spPr>
        <p:txBody>
          <a:bodyPr vert="horz"/>
          <a:lstStyle/>
          <a:p>
            <a:r>
              <a:rPr lang="en-US" sz="2400"/>
              <a:t>Evidence Gap Prioritization: Advanced/Metastatic GC/GEJ</a:t>
            </a:r>
          </a:p>
        </p:txBody>
      </p:sp>
      <p:sp>
        <p:nvSpPr>
          <p:cNvPr id="4" name="Footer Placeholder 3">
            <a:extLst>
              <a:ext uri="{FF2B5EF4-FFF2-40B4-BE49-F238E27FC236}">
                <a16:creationId xmlns:a16="http://schemas.microsoft.com/office/drawing/2014/main" id="{2AAC0902-D4AC-66E1-0269-A9BCBF45D0A5}"/>
              </a:ext>
            </a:extLst>
          </p:cNvPr>
          <p:cNvSpPr>
            <a:spLocks noGrp="1"/>
          </p:cNvSpPr>
          <p:nvPr>
            <p:ph type="ftr" sz="quarter" idx="10"/>
          </p:nvPr>
        </p:nvSpPr>
        <p:spPr>
          <a:xfrm>
            <a:off x="358336" y="6227807"/>
            <a:ext cx="8360361" cy="365760"/>
          </a:xfrm>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1. Key markets for each gap were determined based on materials audit, interview discussions and related pre-work, and insights gathered during the two-day workshops</a:t>
            </a: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Abbreviations: GC: Gastric Cancer; GEJ: Gastroesophageal Junction; OS2: Overall Survival 2; PD-1: Programmed Death-1; SOX: S-1 (Tegafur,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Gimeracil</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Oteracil</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potassium) Oxaliplatin</a:t>
            </a:r>
          </a:p>
        </p:txBody>
      </p:sp>
      <p:graphicFrame>
        <p:nvGraphicFramePr>
          <p:cNvPr id="21511" name="Table 21510">
            <a:extLst>
              <a:ext uri="{FF2B5EF4-FFF2-40B4-BE49-F238E27FC236}">
                <a16:creationId xmlns:a16="http://schemas.microsoft.com/office/drawing/2014/main" id="{F863F410-F8A2-090A-166A-7E95BD8B891D}"/>
              </a:ext>
            </a:extLst>
          </p:cNvPr>
          <p:cNvGraphicFramePr>
            <a:graphicFrameLocks noGrp="1"/>
          </p:cNvGraphicFramePr>
          <p:nvPr>
            <p:extLst>
              <p:ext uri="{D42A27DB-BD31-4B8C-83A1-F6EECF244321}">
                <p14:modId xmlns:p14="http://schemas.microsoft.com/office/powerpoint/2010/main" val="2461254908"/>
              </p:ext>
            </p:extLst>
          </p:nvPr>
        </p:nvGraphicFramePr>
        <p:xfrm>
          <a:off x="6096000" y="1739087"/>
          <a:ext cx="5774604" cy="4419800"/>
        </p:xfrm>
        <a:graphic>
          <a:graphicData uri="http://schemas.openxmlformats.org/drawingml/2006/table">
            <a:tbl>
              <a:tblPr firstRow="1" bandRow="1">
                <a:tableStyleId>{9DCAF9ED-07DC-4A11-8D7F-57B35C25682E}</a:tableStyleId>
              </a:tblPr>
              <a:tblGrid>
                <a:gridCol w="338604">
                  <a:extLst>
                    <a:ext uri="{9D8B030D-6E8A-4147-A177-3AD203B41FA5}">
                      <a16:colId xmlns:a16="http://schemas.microsoft.com/office/drawing/2014/main" val="1446160234"/>
                    </a:ext>
                  </a:extLst>
                </a:gridCol>
                <a:gridCol w="1116000">
                  <a:extLst>
                    <a:ext uri="{9D8B030D-6E8A-4147-A177-3AD203B41FA5}">
                      <a16:colId xmlns:a16="http://schemas.microsoft.com/office/drawing/2014/main" val="638213638"/>
                    </a:ext>
                  </a:extLst>
                </a:gridCol>
                <a:gridCol w="4320000">
                  <a:extLst>
                    <a:ext uri="{9D8B030D-6E8A-4147-A177-3AD203B41FA5}">
                      <a16:colId xmlns:a16="http://schemas.microsoft.com/office/drawing/2014/main" val="1680224606"/>
                    </a:ext>
                  </a:extLst>
                </a:gridCol>
              </a:tblGrid>
              <a:tr h="37084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Advanced/Metastatic GC/GEJ</a:t>
                      </a:r>
                      <a:endParaRPr lang="en-US" sz="1200" b="1" i="1">
                        <a:solidFill>
                          <a:schemeClr val="bg1"/>
                        </a:solidFill>
                      </a:endParaRPr>
                    </a:p>
                  </a:txBody>
                  <a:tcPr marL="51615" marR="51615" anchor="ctr">
                    <a:solidFill>
                      <a:schemeClr val="tx2">
                        <a:lumMod val="60000"/>
                        <a:lumOff val="40000"/>
                      </a:schemeClr>
                    </a:solidFill>
                  </a:tcPr>
                </a:tc>
                <a:tc hMerge="1">
                  <a:txBody>
                    <a:bodyPr/>
                    <a:lstStyle/>
                    <a:p>
                      <a:endParaRPr lang="en-GB"/>
                    </a:p>
                  </a:txBody>
                  <a:tcPr/>
                </a:tc>
                <a:tc hMerge="1">
                  <a:txBody>
                    <a:bodyPr/>
                    <a:lstStyle/>
                    <a:p>
                      <a:endParaRPr lang="en-US" sz="1200" b="1">
                        <a:solidFill>
                          <a:schemeClr val="bg1"/>
                        </a:solidFill>
                      </a:endParaRPr>
                    </a:p>
                  </a:txBody>
                  <a:tcPr marL="51615" marR="51615">
                    <a:solidFill>
                      <a:schemeClr val="accent1"/>
                    </a:solidFill>
                  </a:tcPr>
                </a:tc>
                <a:extLst>
                  <a:ext uri="{0D108BD9-81ED-4DB2-BD59-A6C34878D82A}">
                    <a16:rowId xmlns:a16="http://schemas.microsoft.com/office/drawing/2014/main" val="170152819"/>
                  </a:ext>
                </a:extLst>
              </a:tr>
              <a:tr h="370840">
                <a:tc>
                  <a:txBody>
                    <a:bodyPr/>
                    <a:lstStyle/>
                    <a:p>
                      <a:pPr algn="ctr"/>
                      <a:endParaRPr lang="en-US" sz="1200" b="1">
                        <a:solidFill>
                          <a:schemeClr val="bg1"/>
                        </a:solidFill>
                      </a:endParaRPr>
                    </a:p>
                  </a:txBody>
                  <a:tcPr marL="51615" marR="51615" anchor="ctr">
                    <a:solidFill>
                      <a:schemeClr val="tx2">
                        <a:lumMod val="60000"/>
                        <a:lumOff val="40000"/>
                      </a:schemeClr>
                    </a:solidFill>
                  </a:tcPr>
                </a:tc>
                <a:tc>
                  <a:txBody>
                    <a:bodyPr/>
                    <a:lstStyle/>
                    <a:p>
                      <a:pPr algn="ctr"/>
                      <a:r>
                        <a:rPr lang="en-US" sz="1200" b="1">
                          <a:solidFill>
                            <a:schemeClr val="bg1"/>
                          </a:solidFill>
                        </a:rPr>
                        <a:t>Key Markets</a:t>
                      </a:r>
                      <a:r>
                        <a:rPr lang="en-US" sz="1200" b="1" baseline="30000">
                          <a:solidFill>
                            <a:schemeClr val="bg1"/>
                          </a:solidFill>
                        </a:rPr>
                        <a:t>1</a:t>
                      </a:r>
                      <a:endParaRPr lang="en-US" sz="1200" b="1">
                        <a:solidFill>
                          <a:schemeClr val="bg1"/>
                        </a:solidFill>
                      </a:endParaRPr>
                    </a:p>
                  </a:txBody>
                  <a:tcPr marL="51615" marR="51615" anchor="ctr">
                    <a:solidFill>
                      <a:schemeClr val="tx2">
                        <a:lumMod val="60000"/>
                        <a:lumOff val="40000"/>
                      </a:schemeClr>
                    </a:solidFill>
                  </a:tcPr>
                </a:tc>
                <a:tc>
                  <a:txBody>
                    <a:bodyPr/>
                    <a:lstStyle/>
                    <a:p>
                      <a:pPr algn="ctr"/>
                      <a:r>
                        <a:rPr lang="en-US" sz="1200" b="1">
                          <a:solidFill>
                            <a:schemeClr val="bg1"/>
                          </a:solidFill>
                        </a:rPr>
                        <a:t>Evidence Gaps</a:t>
                      </a:r>
                    </a:p>
                  </a:txBody>
                  <a:tcPr marL="51615" marR="51615" anchor="ctr">
                    <a:solidFill>
                      <a:schemeClr val="tx2">
                        <a:lumMod val="60000"/>
                        <a:lumOff val="40000"/>
                      </a:schemeClr>
                    </a:solidFill>
                  </a:tcPr>
                </a:tc>
                <a:extLst>
                  <a:ext uri="{0D108BD9-81ED-4DB2-BD59-A6C34878D82A}">
                    <a16:rowId xmlns:a16="http://schemas.microsoft.com/office/drawing/2014/main" val="936799235"/>
                  </a:ext>
                </a:extLst>
              </a:tr>
              <a:tr h="432000">
                <a:tc>
                  <a:txBody>
                    <a:bodyPr/>
                    <a:lstStyle/>
                    <a:p>
                      <a:pPr algn="ctr"/>
                      <a:r>
                        <a:rPr lang="en-US" sz="1200" b="1">
                          <a:solidFill>
                            <a:schemeClr val="accent3"/>
                          </a:solidFill>
                        </a:rPr>
                        <a:t>7</a:t>
                      </a: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i="0" kern="1200">
                        <a:solidFill>
                          <a:schemeClr val="tx1"/>
                        </a:solidFill>
                        <a:latin typeface="+mn-lt"/>
                        <a:ea typeface="+mn-ea"/>
                        <a:cs typeface="+mn-cs"/>
                      </a:endParaRP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0" i="0" kern="1200">
                          <a:solidFill>
                            <a:schemeClr val="dk1"/>
                          </a:solidFill>
                          <a:effectLst/>
                          <a:latin typeface="+mn-lt"/>
                          <a:ea typeface="+mn-ea"/>
                          <a:cs typeface="+mn-cs"/>
                        </a:rPr>
                        <a:t>[1L]: Need for </a:t>
                      </a:r>
                      <a:r>
                        <a:rPr lang="en-GB" sz="1100" b="1" i="0" kern="1200">
                          <a:solidFill>
                            <a:schemeClr val="dk1"/>
                          </a:solidFill>
                          <a:effectLst/>
                          <a:latin typeface="+mn-lt"/>
                          <a:ea typeface="+mn-ea"/>
                          <a:cs typeface="+mn-cs"/>
                        </a:rPr>
                        <a:t>safety and efficacy data supporting tislelizumab </a:t>
                      </a:r>
                      <a:r>
                        <a:rPr lang="en-GB" sz="1100" b="0" i="0" kern="1200">
                          <a:solidFill>
                            <a:schemeClr val="dk1"/>
                          </a:solidFill>
                          <a:effectLst/>
                          <a:latin typeface="+mn-lt"/>
                          <a:ea typeface="+mn-ea"/>
                          <a:cs typeface="+mn-cs"/>
                        </a:rPr>
                        <a:t>(200mg at Q2W) </a:t>
                      </a:r>
                      <a:r>
                        <a:rPr lang="en-GB" sz="1100" b="1" i="0" kern="1200">
                          <a:solidFill>
                            <a:schemeClr val="dk1"/>
                          </a:solidFill>
                          <a:effectLst/>
                          <a:latin typeface="+mn-lt"/>
                          <a:ea typeface="+mn-ea"/>
                          <a:cs typeface="+mn-cs"/>
                        </a:rPr>
                        <a:t>+ SOX </a:t>
                      </a:r>
                      <a:r>
                        <a:rPr lang="en-GB" sz="1100" b="0" i="0" kern="1200">
                          <a:solidFill>
                            <a:schemeClr val="dk1"/>
                          </a:solidFill>
                          <a:effectLst/>
                          <a:latin typeface="+mn-lt"/>
                          <a:ea typeface="+mn-ea"/>
                          <a:cs typeface="+mn-cs"/>
                        </a:rPr>
                        <a:t>in a sizable JP population</a:t>
                      </a:r>
                    </a:p>
                  </a:txBody>
                  <a:tcPr marL="51615" marR="51615" anchor="ctr"/>
                </a:tc>
                <a:extLst>
                  <a:ext uri="{0D108BD9-81ED-4DB2-BD59-A6C34878D82A}">
                    <a16:rowId xmlns:a16="http://schemas.microsoft.com/office/drawing/2014/main" val="1655125714"/>
                  </a:ext>
                </a:extLst>
              </a:tr>
              <a:tr h="432000">
                <a:tc>
                  <a:txBody>
                    <a:bodyPr/>
                    <a:lstStyle/>
                    <a:p>
                      <a:pPr algn="ctr"/>
                      <a:r>
                        <a:rPr lang="en-US" sz="1200" b="1">
                          <a:solidFill>
                            <a:schemeClr val="accent3"/>
                          </a:solidFill>
                        </a:rPr>
                        <a:t>8</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200" kern="1200">
                          <a:solidFill>
                            <a:schemeClr val="dk1"/>
                          </a:solidFill>
                          <a:latin typeface="+mn-lt"/>
                          <a:ea typeface="+mn-ea"/>
                          <a:cs typeface="+mn-cs"/>
                        </a:rPr>
                        <a:t>Need for data on tislelizumab </a:t>
                      </a:r>
                      <a:r>
                        <a:rPr lang="en-GB" sz="1200" b="1" kern="1200">
                          <a:solidFill>
                            <a:schemeClr val="dk1"/>
                          </a:solidFill>
                          <a:latin typeface="+mn-lt"/>
                          <a:ea typeface="+mn-ea"/>
                          <a:cs typeface="+mn-cs"/>
                        </a:rPr>
                        <a:t>ability to prevent/delay peritoneal metastasis </a:t>
                      </a:r>
                    </a:p>
                  </a:txBody>
                  <a:tcPr marL="51615" marR="51615" anchor="ctr"/>
                </a:tc>
                <a:extLst>
                  <a:ext uri="{0D108BD9-81ED-4DB2-BD59-A6C34878D82A}">
                    <a16:rowId xmlns:a16="http://schemas.microsoft.com/office/drawing/2014/main" val="3121148714"/>
                  </a:ext>
                </a:extLst>
              </a:tr>
              <a:tr h="432000">
                <a:tc>
                  <a:txBody>
                    <a:bodyPr/>
                    <a:lstStyle/>
                    <a:p>
                      <a:pPr algn="ctr"/>
                      <a:r>
                        <a:rPr lang="en-US" sz="1200" b="1">
                          <a:solidFill>
                            <a:schemeClr val="accent3"/>
                          </a:solidFill>
                        </a:rPr>
                        <a:t>9</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200">
                          <a:effectLst/>
                        </a:rPr>
                        <a:t>Need for data at </a:t>
                      </a:r>
                      <a:r>
                        <a:rPr lang="en-GB" sz="1200" b="1">
                          <a:effectLst/>
                        </a:rPr>
                        <a:t>different PD-1 cut-offs (&gt;10%)</a:t>
                      </a:r>
                      <a:endParaRPr lang="en-GB" sz="1200" b="1"/>
                    </a:p>
                  </a:txBody>
                  <a:tcPr marL="51615" marR="51615" anchor="ctr"/>
                </a:tc>
                <a:extLst>
                  <a:ext uri="{0D108BD9-81ED-4DB2-BD59-A6C34878D82A}">
                    <a16:rowId xmlns:a16="http://schemas.microsoft.com/office/drawing/2014/main" val="95496973"/>
                  </a:ext>
                </a:extLst>
              </a:tr>
              <a:tr h="432000">
                <a:tc>
                  <a:txBody>
                    <a:bodyPr/>
                    <a:lstStyle/>
                    <a:p>
                      <a:pPr algn="ctr"/>
                      <a:r>
                        <a:rPr lang="en-US" sz="1200" b="1">
                          <a:solidFill>
                            <a:schemeClr val="accent3"/>
                          </a:solidFill>
                        </a:rPr>
                        <a:t>10</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200"/>
                        <a:t>Need for </a:t>
                      </a:r>
                      <a:r>
                        <a:rPr lang="en-GB" sz="1200" b="1"/>
                        <a:t>data on intraperitoneal administration of PD-1 inhibitors </a:t>
                      </a:r>
                      <a:r>
                        <a:rPr lang="en-GB" sz="1200"/>
                        <a:t>(combination of PD-1 inhibitors with intraperitoneal chemo or targeted therapies)</a:t>
                      </a:r>
                      <a:endParaRPr lang="en-US" sz="1200"/>
                    </a:p>
                  </a:txBody>
                  <a:tcPr marL="51615" marR="51615" anchor="ctr"/>
                </a:tc>
                <a:extLst>
                  <a:ext uri="{0D108BD9-81ED-4DB2-BD59-A6C34878D82A}">
                    <a16:rowId xmlns:a16="http://schemas.microsoft.com/office/drawing/2014/main" val="1415675298"/>
                  </a:ext>
                </a:extLst>
              </a:tr>
              <a:tr h="432000">
                <a:tc>
                  <a:txBody>
                    <a:bodyPr/>
                    <a:lstStyle/>
                    <a:p>
                      <a:pPr algn="ctr"/>
                      <a:r>
                        <a:rPr lang="en-US" sz="1200" b="1">
                          <a:solidFill>
                            <a:schemeClr val="accent3"/>
                          </a:solidFill>
                        </a:rPr>
                        <a:t>11</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200">
                          <a:solidFill>
                            <a:schemeClr val="tx1"/>
                          </a:solidFill>
                          <a:effectLst/>
                        </a:rPr>
                        <a:t>Need for </a:t>
                      </a:r>
                      <a:r>
                        <a:rPr lang="en-GB" sz="1200" b="1">
                          <a:solidFill>
                            <a:schemeClr val="tx1"/>
                          </a:solidFill>
                          <a:effectLst/>
                        </a:rPr>
                        <a:t>evidence quantifying efficacy benefit (e.g, via OS2) in later lines of therapy (2L+)</a:t>
                      </a:r>
                      <a:r>
                        <a:rPr lang="en-GB" sz="1200">
                          <a:solidFill>
                            <a:schemeClr val="tx1"/>
                          </a:solidFill>
                          <a:effectLst/>
                        </a:rPr>
                        <a:t> if tislelizumab used in earlier lines vs other PD-1</a:t>
                      </a:r>
                      <a:endParaRPr kumimoji="0" lang="en-GB" sz="1200" b="0" i="0" u="none" strike="noStrike" kern="1200" cap="none" spc="0" normalizeH="0" baseline="0" noProof="0">
                        <a:ln>
                          <a:noFill/>
                        </a:ln>
                        <a:solidFill>
                          <a:schemeClr val="tx1"/>
                        </a:solidFill>
                        <a:effectLst/>
                        <a:uLnTx/>
                        <a:uFillTx/>
                        <a:latin typeface="+mn-lt"/>
                        <a:ea typeface="+mn-ea"/>
                        <a:cs typeface="+mn-cs"/>
                      </a:endParaRPr>
                    </a:p>
                  </a:txBody>
                  <a:tcPr marL="51615" marR="51615" anchor="ctr"/>
                </a:tc>
                <a:extLst>
                  <a:ext uri="{0D108BD9-81ED-4DB2-BD59-A6C34878D82A}">
                    <a16:rowId xmlns:a16="http://schemas.microsoft.com/office/drawing/2014/main" val="4159095639"/>
                  </a:ext>
                </a:extLst>
              </a:tr>
              <a:tr h="432000">
                <a:tc>
                  <a:txBody>
                    <a:bodyPr/>
                    <a:lstStyle/>
                    <a:p>
                      <a:pPr algn="ctr"/>
                      <a:r>
                        <a:rPr lang="en-US" sz="1200" b="1">
                          <a:solidFill>
                            <a:schemeClr val="accent3"/>
                          </a:solidFill>
                        </a:rPr>
                        <a:t>12</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mn-lt"/>
                          <a:ea typeface="+mn-ea"/>
                          <a:cs typeface="+mn-cs"/>
                        </a:rPr>
                        <a:t>Data in </a:t>
                      </a:r>
                      <a:r>
                        <a:rPr kumimoji="0" lang="en-GB" sz="1200" b="1" i="0" u="none" strike="noStrike" kern="1200" cap="none" spc="0" normalizeH="0" baseline="0" noProof="0">
                          <a:ln>
                            <a:noFill/>
                          </a:ln>
                          <a:solidFill>
                            <a:schemeClr val="tx1"/>
                          </a:solidFill>
                          <a:effectLst/>
                          <a:uLnTx/>
                          <a:uFillTx/>
                          <a:latin typeface="+mn-lt"/>
                          <a:ea typeface="+mn-ea"/>
                          <a:cs typeface="+mn-cs"/>
                        </a:rPr>
                        <a:t>elderly/frail and populations </a:t>
                      </a:r>
                      <a:r>
                        <a:rPr kumimoji="0" lang="en-GB" sz="1200" b="0" i="0" u="none" strike="noStrike" kern="1200" cap="none" spc="0" normalizeH="0" baseline="0" noProof="0">
                          <a:ln>
                            <a:noFill/>
                          </a:ln>
                          <a:solidFill>
                            <a:schemeClr val="tx1"/>
                          </a:solidFill>
                          <a:effectLst/>
                          <a:uLnTx/>
                          <a:uFillTx/>
                          <a:latin typeface="+mn-lt"/>
                          <a:ea typeface="+mn-ea"/>
                          <a:cs typeface="+mn-cs"/>
                        </a:rPr>
                        <a:t>with comorbidities</a:t>
                      </a:r>
                      <a:endParaRPr lang="en-GB" sz="1200" i="0" kern="1200">
                        <a:solidFill>
                          <a:schemeClr val="bg1">
                            <a:lumMod val="50000"/>
                          </a:schemeClr>
                        </a:solidFill>
                        <a:latin typeface="+mn-lt"/>
                        <a:ea typeface="+mn-ea"/>
                        <a:cs typeface="+mn-cs"/>
                      </a:endParaRPr>
                    </a:p>
                  </a:txBody>
                  <a:tcPr marL="51615" marR="51615" anchor="ctr"/>
                </a:tc>
                <a:extLst>
                  <a:ext uri="{0D108BD9-81ED-4DB2-BD59-A6C34878D82A}">
                    <a16:rowId xmlns:a16="http://schemas.microsoft.com/office/drawing/2014/main" val="1328867481"/>
                  </a:ext>
                </a:extLst>
              </a:tr>
              <a:tr h="432000">
                <a:tc>
                  <a:txBody>
                    <a:bodyPr/>
                    <a:lstStyle/>
                    <a:p>
                      <a:pPr algn="ctr"/>
                      <a:r>
                        <a:rPr lang="en-US" sz="1200" b="1">
                          <a:solidFill>
                            <a:schemeClr val="accent3"/>
                          </a:solidFill>
                        </a:rPr>
                        <a:t>13</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Need for evidence of the </a:t>
                      </a:r>
                      <a:r>
                        <a:rPr kumimoji="0" lang="en-US" sz="1200" b="1" i="0" u="none" strike="noStrike" kern="1200" cap="none" spc="0" normalizeH="0" baseline="0" noProof="0">
                          <a:ln>
                            <a:noFill/>
                          </a:ln>
                          <a:solidFill>
                            <a:srgbClr val="000000"/>
                          </a:solidFill>
                          <a:effectLst/>
                          <a:uLnTx/>
                          <a:uFillTx/>
                          <a:latin typeface="+mn-lt"/>
                          <a:ea typeface="+mn-ea"/>
                          <a:cs typeface="+mn-cs"/>
                        </a:rPr>
                        <a:t>impact of external confounders </a:t>
                      </a:r>
                      <a:r>
                        <a:rPr kumimoji="0" lang="en-US" sz="1200" b="0" i="0" u="none" strike="noStrike" kern="1200" cap="none" spc="0" normalizeH="0" baseline="0" noProof="0">
                          <a:ln>
                            <a:noFill/>
                          </a:ln>
                          <a:solidFill>
                            <a:srgbClr val="000000"/>
                          </a:solidFill>
                          <a:effectLst/>
                          <a:uLnTx/>
                          <a:uFillTx/>
                          <a:latin typeface="+mn-lt"/>
                          <a:ea typeface="+mn-ea"/>
                          <a:cs typeface="+mn-cs"/>
                        </a:rPr>
                        <a:t>on the performance of </a:t>
                      </a:r>
                      <a:r>
                        <a:rPr kumimoji="0" lang="en-US" sz="1200" b="1" i="0" u="none" strike="noStrike" kern="1200" cap="none" spc="0" normalizeH="0" baseline="0" noProof="0">
                          <a:ln>
                            <a:noFill/>
                          </a:ln>
                          <a:solidFill>
                            <a:srgbClr val="000000"/>
                          </a:solidFill>
                          <a:effectLst/>
                          <a:uLnTx/>
                          <a:uFillTx/>
                          <a:latin typeface="+mn-lt"/>
                          <a:ea typeface="+mn-ea"/>
                          <a:cs typeface="+mn-cs"/>
                        </a:rPr>
                        <a:t>RN-305</a:t>
                      </a:r>
                    </a:p>
                  </a:txBody>
                  <a:tcPr marL="51615" marR="51615" anchor="ctr"/>
                </a:tc>
                <a:extLst>
                  <a:ext uri="{0D108BD9-81ED-4DB2-BD59-A6C34878D82A}">
                    <a16:rowId xmlns:a16="http://schemas.microsoft.com/office/drawing/2014/main" val="3317474773"/>
                  </a:ext>
                </a:extLst>
              </a:tr>
            </a:tbl>
          </a:graphicData>
        </a:graphic>
      </p:graphicFrame>
      <p:grpSp>
        <p:nvGrpSpPr>
          <p:cNvPr id="46" name="Group 45">
            <a:extLst>
              <a:ext uri="{FF2B5EF4-FFF2-40B4-BE49-F238E27FC236}">
                <a16:creationId xmlns:a16="http://schemas.microsoft.com/office/drawing/2014/main" id="{AF8CDBF5-330D-9A6F-9ECC-B53499529393}"/>
              </a:ext>
            </a:extLst>
          </p:cNvPr>
          <p:cNvGrpSpPr/>
          <p:nvPr/>
        </p:nvGrpSpPr>
        <p:grpSpPr>
          <a:xfrm>
            <a:off x="271709" y="1739088"/>
            <a:ext cx="5702261" cy="3731496"/>
            <a:chOff x="358337" y="1921968"/>
            <a:chExt cx="5702261" cy="3731496"/>
          </a:xfrm>
        </p:grpSpPr>
        <p:grpSp>
          <p:nvGrpSpPr>
            <p:cNvPr id="21" name="Group 20">
              <a:extLst>
                <a:ext uri="{FF2B5EF4-FFF2-40B4-BE49-F238E27FC236}">
                  <a16:creationId xmlns:a16="http://schemas.microsoft.com/office/drawing/2014/main" id="{5173C0AE-2B8D-B69A-2463-20D77731ACA0}"/>
                </a:ext>
              </a:extLst>
            </p:cNvPr>
            <p:cNvGrpSpPr/>
            <p:nvPr/>
          </p:nvGrpSpPr>
          <p:grpSpPr>
            <a:xfrm>
              <a:off x="358337" y="2353224"/>
              <a:ext cx="5702261" cy="3300240"/>
              <a:chOff x="5777720" y="2434279"/>
              <a:chExt cx="5702261" cy="3300240"/>
            </a:xfrm>
          </p:grpSpPr>
          <p:sp>
            <p:nvSpPr>
              <p:cNvPr id="22" name="Double flèche horizontale 8">
                <a:extLst>
                  <a:ext uri="{FF2B5EF4-FFF2-40B4-BE49-F238E27FC236}">
                    <a16:creationId xmlns:a16="http://schemas.microsoft.com/office/drawing/2014/main" id="{3525C9B9-C0BA-E467-7100-A32B40EDACE8}"/>
                  </a:ext>
                </a:extLst>
              </p:cNvPr>
              <p:cNvSpPr/>
              <p:nvPr/>
            </p:nvSpPr>
            <p:spPr>
              <a:xfrm>
                <a:off x="6223981" y="5388456"/>
                <a:ext cx="5256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7" name="ShapeNameChangedByPowerUser1">
                <a:extLst>
                  <a:ext uri="{FF2B5EF4-FFF2-40B4-BE49-F238E27FC236}">
                    <a16:creationId xmlns:a16="http://schemas.microsoft.com/office/drawing/2014/main" id="{5DE86BEA-665E-171B-411B-C5180E586A4B}"/>
                  </a:ext>
                </a:extLst>
              </p:cNvPr>
              <p:cNvSpPr txBox="1"/>
              <p:nvPr/>
            </p:nvSpPr>
            <p:spPr>
              <a:xfrm>
                <a:off x="7229722" y="5549853"/>
                <a:ext cx="3244518" cy="184666"/>
              </a:xfrm>
              <a:prstGeom prst="rect">
                <a:avLst/>
              </a:prstGeom>
              <a:solidFill>
                <a:schemeClr val="lt1"/>
              </a:solid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Urgency to Generate Evidence</a:t>
                </a:r>
              </a:p>
            </p:txBody>
          </p:sp>
          <p:sp>
            <p:nvSpPr>
              <p:cNvPr id="28" name="ShapeNameChangedByPowerUser1">
                <a:extLst>
                  <a:ext uri="{FF2B5EF4-FFF2-40B4-BE49-F238E27FC236}">
                    <a16:creationId xmlns:a16="http://schemas.microsoft.com/office/drawing/2014/main" id="{EE6FAA7A-D880-359E-EE50-009A66CD801A}"/>
                  </a:ext>
                </a:extLst>
              </p:cNvPr>
              <p:cNvSpPr/>
              <p:nvPr/>
            </p:nvSpPr>
            <p:spPr>
              <a:xfrm>
                <a:off x="8035550" y="2581275"/>
                <a:ext cx="1602541" cy="1273478"/>
              </a:xfrm>
              <a:prstGeom prst="rect">
                <a:avLst/>
              </a:prstGeom>
              <a:solidFill>
                <a:srgbClr val="8BD44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9" name="Rectangle à coins arrondis 3">
                <a:extLst>
                  <a:ext uri="{FF2B5EF4-FFF2-40B4-BE49-F238E27FC236}">
                    <a16:creationId xmlns:a16="http://schemas.microsoft.com/office/drawing/2014/main" id="{1E59E211-1A58-D383-934A-E57A315DE777}"/>
                  </a:ext>
                </a:extLst>
              </p:cNvPr>
              <p:cNvSpPr/>
              <p:nvPr/>
            </p:nvSpPr>
            <p:spPr>
              <a:xfrm>
                <a:off x="8035550" y="3996691"/>
                <a:ext cx="1602541" cy="1273478"/>
              </a:xfrm>
              <a:prstGeom prst="rect">
                <a:avLst/>
              </a:prstGeom>
              <a:solidFill>
                <a:srgbClr val="FFF03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1" name="Rectangle à coins arrondis 4">
                <a:extLst>
                  <a:ext uri="{FF2B5EF4-FFF2-40B4-BE49-F238E27FC236}">
                    <a16:creationId xmlns:a16="http://schemas.microsoft.com/office/drawing/2014/main" id="{3E1CEFBF-CDCA-BFE4-CFB2-03A41E1010D1}"/>
                  </a:ext>
                </a:extLst>
              </p:cNvPr>
              <p:cNvSpPr/>
              <p:nvPr/>
            </p:nvSpPr>
            <p:spPr>
              <a:xfrm>
                <a:off x="6348416" y="3996691"/>
                <a:ext cx="1602541" cy="1273478"/>
              </a:xfrm>
              <a:prstGeom prst="rect">
                <a:avLst/>
              </a:prstGeom>
              <a:solidFill>
                <a:srgbClr val="FFFF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5" name="ShapeNameChangedByPowerUser2">
                <a:extLst>
                  <a:ext uri="{FF2B5EF4-FFF2-40B4-BE49-F238E27FC236}">
                    <a16:creationId xmlns:a16="http://schemas.microsoft.com/office/drawing/2014/main" id="{95577A9B-9A94-33F5-5582-55B0616337CF}"/>
                  </a:ext>
                </a:extLst>
              </p:cNvPr>
              <p:cNvSpPr/>
              <p:nvPr/>
            </p:nvSpPr>
            <p:spPr>
              <a:xfrm>
                <a:off x="6348416" y="2581275"/>
                <a:ext cx="1602541" cy="1273478"/>
              </a:xfrm>
              <a:prstGeom prst="rect">
                <a:avLst/>
              </a:prstGeom>
              <a:solidFill>
                <a:srgbClr val="D3F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a:ln>
                    <a:noFill/>
                  </a:ln>
                  <a:solidFill>
                    <a:srgbClr val="000000"/>
                  </a:solidFill>
                  <a:effectLst/>
                  <a:uLnTx/>
                  <a:uFillTx/>
                  <a:latin typeface="Poppins"/>
                  <a:ea typeface="+mn-ea"/>
                  <a:cs typeface="+mn-cs"/>
                </a:endParaRPr>
              </a:p>
            </p:txBody>
          </p:sp>
          <p:sp>
            <p:nvSpPr>
              <p:cNvPr id="36" name="ShapeNameChangedByPowerUser1">
                <a:extLst>
                  <a:ext uri="{FF2B5EF4-FFF2-40B4-BE49-F238E27FC236}">
                    <a16:creationId xmlns:a16="http://schemas.microsoft.com/office/drawing/2014/main" id="{FED27A77-CB97-FDC7-E4E3-5DE47ED50B5A}"/>
                  </a:ext>
                </a:extLst>
              </p:cNvPr>
              <p:cNvSpPr/>
              <p:nvPr/>
            </p:nvSpPr>
            <p:spPr>
              <a:xfrm>
                <a:off x="9722684" y="2581275"/>
                <a:ext cx="1602541" cy="1273478"/>
              </a:xfrm>
              <a:prstGeom prst="rect">
                <a:avLst/>
              </a:prstGeom>
              <a:solidFill>
                <a:srgbClr val="125B1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Poppins"/>
                  <a:ea typeface="+mn-ea"/>
                  <a:cs typeface="+mn-cs"/>
                </a:endParaRPr>
              </a:p>
            </p:txBody>
          </p:sp>
          <p:sp>
            <p:nvSpPr>
              <p:cNvPr id="37" name="Rectangle à coins arrondis 3">
                <a:extLst>
                  <a:ext uri="{FF2B5EF4-FFF2-40B4-BE49-F238E27FC236}">
                    <a16:creationId xmlns:a16="http://schemas.microsoft.com/office/drawing/2014/main" id="{6A6B3ECA-1EE4-37F2-C73F-F6DB0F8EF72B}"/>
                  </a:ext>
                </a:extLst>
              </p:cNvPr>
              <p:cNvSpPr/>
              <p:nvPr/>
            </p:nvSpPr>
            <p:spPr>
              <a:xfrm>
                <a:off x="9722684" y="3996691"/>
                <a:ext cx="1602541" cy="1273478"/>
              </a:xfrm>
              <a:prstGeom prst="rect">
                <a:avLst/>
              </a:prstGeom>
              <a:solidFill>
                <a:srgbClr val="FFC03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8" name="Double flèche horizontale 8">
                <a:extLst>
                  <a:ext uri="{FF2B5EF4-FFF2-40B4-BE49-F238E27FC236}">
                    <a16:creationId xmlns:a16="http://schemas.microsoft.com/office/drawing/2014/main" id="{209B1EC5-A005-2706-266E-DE7CA057EFF8}"/>
                  </a:ext>
                </a:extLst>
              </p:cNvPr>
              <p:cNvSpPr/>
              <p:nvPr/>
            </p:nvSpPr>
            <p:spPr>
              <a:xfrm rot="16200000">
                <a:off x="4693981" y="3896557"/>
                <a:ext cx="3060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9" name="ZoneTexte 14">
                <a:extLst>
                  <a:ext uri="{FF2B5EF4-FFF2-40B4-BE49-F238E27FC236}">
                    <a16:creationId xmlns:a16="http://schemas.microsoft.com/office/drawing/2014/main" id="{1E161B03-DBA6-6DF3-A658-E3857CCB99C7}"/>
                  </a:ext>
                </a:extLst>
              </p:cNvPr>
              <p:cNvSpPr txBox="1"/>
              <p:nvPr/>
            </p:nvSpPr>
            <p:spPr>
              <a:xfrm rot="10800000">
                <a:off x="5777720" y="3071726"/>
                <a:ext cx="369332" cy="1785104"/>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Strategic Importance</a:t>
                </a:r>
              </a:p>
            </p:txBody>
          </p:sp>
          <p:sp>
            <p:nvSpPr>
              <p:cNvPr id="40" name="TextBox 39">
                <a:extLst>
                  <a:ext uri="{FF2B5EF4-FFF2-40B4-BE49-F238E27FC236}">
                    <a16:creationId xmlns:a16="http://schemas.microsoft.com/office/drawing/2014/main" id="{E73F8BEC-5E60-B511-D052-3BCC1427D2AD}"/>
                  </a:ext>
                </a:extLst>
              </p:cNvPr>
              <p:cNvSpPr txBox="1"/>
              <p:nvPr/>
            </p:nvSpPr>
            <p:spPr>
              <a:xfrm rot="16200000">
                <a:off x="6122391" y="3064126"/>
                <a:ext cx="790601"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High Priority</a:t>
                </a:r>
              </a:p>
            </p:txBody>
          </p:sp>
          <p:sp>
            <p:nvSpPr>
              <p:cNvPr id="41" name="TextBox 40">
                <a:extLst>
                  <a:ext uri="{FF2B5EF4-FFF2-40B4-BE49-F238E27FC236}">
                    <a16:creationId xmlns:a16="http://schemas.microsoft.com/office/drawing/2014/main" id="{BCB19569-F500-AE9B-DD0C-C3C134985D99}"/>
                  </a:ext>
                </a:extLst>
              </p:cNvPr>
              <p:cNvSpPr txBox="1"/>
              <p:nvPr/>
            </p:nvSpPr>
            <p:spPr>
              <a:xfrm>
                <a:off x="6489403" y="4984195"/>
                <a:ext cx="1348446"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(Long-term i.e., 2028+)</a:t>
                </a:r>
              </a:p>
            </p:txBody>
          </p:sp>
          <p:sp>
            <p:nvSpPr>
              <p:cNvPr id="42" name="TextBox 41">
                <a:extLst>
                  <a:ext uri="{FF2B5EF4-FFF2-40B4-BE49-F238E27FC236}">
                    <a16:creationId xmlns:a16="http://schemas.microsoft.com/office/drawing/2014/main" id="{48BDA807-8A29-BDCD-EFD7-33FA12EB5A71}"/>
                  </a:ext>
                </a:extLst>
              </p:cNvPr>
              <p:cNvSpPr txBox="1"/>
              <p:nvPr/>
            </p:nvSpPr>
            <p:spPr>
              <a:xfrm>
                <a:off x="7964194" y="4984195"/>
                <a:ext cx="1745251" cy="307777"/>
              </a:xfrm>
              <a:prstGeom prst="rect">
                <a:avLst/>
              </a:prstGeom>
              <a:noFill/>
            </p:spPr>
            <p:txBody>
              <a:bodyPr wrap="squar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(Medium-term i.e., 2027-2028)</a:t>
                </a:r>
              </a:p>
            </p:txBody>
          </p:sp>
          <p:sp>
            <p:nvSpPr>
              <p:cNvPr id="43" name="TextBox 42">
                <a:extLst>
                  <a:ext uri="{FF2B5EF4-FFF2-40B4-BE49-F238E27FC236}">
                    <a16:creationId xmlns:a16="http://schemas.microsoft.com/office/drawing/2014/main" id="{BFD9C8CB-F53D-E9A2-87F6-29233B22A499}"/>
                  </a:ext>
                </a:extLst>
              </p:cNvPr>
              <p:cNvSpPr txBox="1"/>
              <p:nvPr/>
            </p:nvSpPr>
            <p:spPr>
              <a:xfrm>
                <a:off x="9709445" y="4984195"/>
                <a:ext cx="1604927"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(Short-term i.e., 2025-2026)</a:t>
                </a:r>
              </a:p>
            </p:txBody>
          </p:sp>
          <p:sp>
            <p:nvSpPr>
              <p:cNvPr id="44" name="TextBox 43">
                <a:extLst>
                  <a:ext uri="{FF2B5EF4-FFF2-40B4-BE49-F238E27FC236}">
                    <a16:creationId xmlns:a16="http://schemas.microsoft.com/office/drawing/2014/main" id="{87DD8823-A7DC-A380-6884-B88C42BBCDFE}"/>
                  </a:ext>
                </a:extLst>
              </p:cNvPr>
              <p:cNvSpPr txBox="1"/>
              <p:nvPr/>
            </p:nvSpPr>
            <p:spPr>
              <a:xfrm rot="16200000">
                <a:off x="6028615" y="4431379"/>
                <a:ext cx="978153"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Medium Priority</a:t>
                </a:r>
              </a:p>
            </p:txBody>
          </p:sp>
        </p:grpSp>
        <p:sp>
          <p:nvSpPr>
            <p:cNvPr id="45" name="ZoneTexte 14">
              <a:extLst>
                <a:ext uri="{FF2B5EF4-FFF2-40B4-BE49-F238E27FC236}">
                  <a16:creationId xmlns:a16="http://schemas.microsoft.com/office/drawing/2014/main" id="{DA3113CE-3018-B4C1-A094-DD0D12870FD6}"/>
                </a:ext>
              </a:extLst>
            </p:cNvPr>
            <p:cNvSpPr txBox="1"/>
            <p:nvPr/>
          </p:nvSpPr>
          <p:spPr>
            <a:xfrm rot="16200000">
              <a:off x="2994024" y="1050896"/>
              <a:ext cx="430887" cy="2173031"/>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Poppins"/>
                  <a:ea typeface="+mn-ea"/>
                  <a:cs typeface="+mn-cs"/>
                </a:rPr>
                <a:t>Prioritization Matrix</a:t>
              </a:r>
            </a:p>
          </p:txBody>
        </p:sp>
      </p:grpSp>
      <p:sp>
        <p:nvSpPr>
          <p:cNvPr id="53" name="Rectangle 52">
            <a:extLst>
              <a:ext uri="{FF2B5EF4-FFF2-40B4-BE49-F238E27FC236}">
                <a16:creationId xmlns:a16="http://schemas.microsoft.com/office/drawing/2014/main" id="{C7C1821E-B26B-E464-070E-41EBB03DAD19}"/>
              </a:ext>
            </a:extLst>
          </p:cNvPr>
          <p:cNvSpPr/>
          <p:nvPr/>
        </p:nvSpPr>
        <p:spPr>
          <a:xfrm>
            <a:off x="2866128" y="2845036"/>
            <a:ext cx="435232" cy="24765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7</a:t>
            </a:r>
            <a:r>
              <a:rPr kumimoji="0" lang="en-GB" sz="1800" b="1" i="0" u="none" strike="noStrike" kern="1200" cap="none" spc="0" normalizeH="0" baseline="0" noProof="0">
                <a:ln>
                  <a:noFill/>
                </a:ln>
                <a:solidFill>
                  <a:srgbClr val="FFFFFF"/>
                </a:solidFill>
                <a:effectLst/>
                <a:uLnTx/>
                <a:uFillTx/>
                <a:latin typeface="Poppins"/>
                <a:ea typeface="+mn-ea"/>
                <a:cs typeface="+mn-cs"/>
              </a:rPr>
              <a:t>*</a:t>
            </a:r>
          </a:p>
        </p:txBody>
      </p:sp>
      <p:sp>
        <p:nvSpPr>
          <p:cNvPr id="54" name="Rectangle 53">
            <a:extLst>
              <a:ext uri="{FF2B5EF4-FFF2-40B4-BE49-F238E27FC236}">
                <a16:creationId xmlns:a16="http://schemas.microsoft.com/office/drawing/2014/main" id="{42DD8D76-E829-D46F-74B4-1F8357102487}"/>
              </a:ext>
            </a:extLst>
          </p:cNvPr>
          <p:cNvSpPr/>
          <p:nvPr/>
        </p:nvSpPr>
        <p:spPr>
          <a:xfrm>
            <a:off x="3385953" y="4209719"/>
            <a:ext cx="435232" cy="24765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10</a:t>
            </a:r>
          </a:p>
        </p:txBody>
      </p:sp>
      <p:sp>
        <p:nvSpPr>
          <p:cNvPr id="55" name="Rectangle 54">
            <a:extLst>
              <a:ext uri="{FF2B5EF4-FFF2-40B4-BE49-F238E27FC236}">
                <a16:creationId xmlns:a16="http://schemas.microsoft.com/office/drawing/2014/main" id="{9FA75B9B-3C10-C0D7-5C8F-4FEF77B19FEC}"/>
              </a:ext>
            </a:extLst>
          </p:cNvPr>
          <p:cNvSpPr/>
          <p:nvPr/>
        </p:nvSpPr>
        <p:spPr>
          <a:xfrm>
            <a:off x="4549854" y="2830254"/>
            <a:ext cx="435232" cy="24765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8</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grpSp>
        <p:nvGrpSpPr>
          <p:cNvPr id="21512" name="Group 21511">
            <a:extLst>
              <a:ext uri="{FF2B5EF4-FFF2-40B4-BE49-F238E27FC236}">
                <a16:creationId xmlns:a16="http://schemas.microsoft.com/office/drawing/2014/main" id="{CA86E709-C289-215C-7C3E-EFD163D329C4}"/>
              </a:ext>
            </a:extLst>
          </p:cNvPr>
          <p:cNvGrpSpPr/>
          <p:nvPr/>
        </p:nvGrpSpPr>
        <p:grpSpPr>
          <a:xfrm>
            <a:off x="360235" y="5515140"/>
            <a:ext cx="5448125" cy="689932"/>
            <a:chOff x="9702263" y="10164"/>
            <a:chExt cx="5601684" cy="689932"/>
          </a:xfrm>
        </p:grpSpPr>
        <p:sp>
          <p:nvSpPr>
            <p:cNvPr id="21513" name="TextBox 21512">
              <a:extLst>
                <a:ext uri="{FF2B5EF4-FFF2-40B4-BE49-F238E27FC236}">
                  <a16:creationId xmlns:a16="http://schemas.microsoft.com/office/drawing/2014/main" id="{811D2ACF-7CC9-A51F-0843-53763C8F0970}"/>
                </a:ext>
              </a:extLst>
            </p:cNvPr>
            <p:cNvSpPr txBox="1"/>
            <p:nvPr/>
          </p:nvSpPr>
          <p:spPr>
            <a:xfrm>
              <a:off x="9702263" y="10164"/>
              <a:ext cx="5601684" cy="689932"/>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Advanced/Metastatic GC/GEJ Gaps</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	* Awaiting JAPAC input to determine “Urgency to Generate Evidence”</a:t>
              </a:r>
            </a:p>
          </p:txBody>
        </p:sp>
        <p:sp>
          <p:nvSpPr>
            <p:cNvPr id="21514" name="Rectangle 21513">
              <a:extLst>
                <a:ext uri="{FF2B5EF4-FFF2-40B4-BE49-F238E27FC236}">
                  <a16:creationId xmlns:a16="http://schemas.microsoft.com/office/drawing/2014/main" id="{068EAF3E-FCC8-1F2D-87A9-9B0F0937E4E6}"/>
                </a:ext>
              </a:extLst>
            </p:cNvPr>
            <p:cNvSpPr/>
            <p:nvPr/>
          </p:nvSpPr>
          <p:spPr>
            <a:xfrm>
              <a:off x="10093327" y="327569"/>
              <a:ext cx="127734" cy="103786"/>
            </a:xfrm>
            <a:prstGeom prst="rect">
              <a:avLst/>
            </a:prstGeom>
            <a:solidFill>
              <a:schemeClr val="tx2">
                <a:lumMod val="60000"/>
                <a:lumOff val="40000"/>
              </a:schemeClr>
            </a:solid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21517" name="Rectangle 21516">
            <a:extLst>
              <a:ext uri="{FF2B5EF4-FFF2-40B4-BE49-F238E27FC236}">
                <a16:creationId xmlns:a16="http://schemas.microsoft.com/office/drawing/2014/main" id="{ADCCC5A5-C771-799A-372D-2EE9228C576A}"/>
              </a:ext>
            </a:extLst>
          </p:cNvPr>
          <p:cNvSpPr/>
          <p:nvPr/>
        </p:nvSpPr>
        <p:spPr>
          <a:xfrm>
            <a:off x="5065320" y="2830254"/>
            <a:ext cx="435232" cy="24765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9</a:t>
            </a:r>
          </a:p>
        </p:txBody>
      </p:sp>
      <p:sp>
        <p:nvSpPr>
          <p:cNvPr id="15" name="Rectangle 14">
            <a:extLst>
              <a:ext uri="{FF2B5EF4-FFF2-40B4-BE49-F238E27FC236}">
                <a16:creationId xmlns:a16="http://schemas.microsoft.com/office/drawing/2014/main" id="{7F796D7A-7CCC-FF3A-399D-4D63A9437CC0}"/>
              </a:ext>
            </a:extLst>
          </p:cNvPr>
          <p:cNvSpPr/>
          <p:nvPr/>
        </p:nvSpPr>
        <p:spPr>
          <a:xfrm>
            <a:off x="4601758" y="4211941"/>
            <a:ext cx="435232" cy="24765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12</a:t>
            </a:r>
          </a:p>
        </p:txBody>
      </p:sp>
      <p:sp>
        <p:nvSpPr>
          <p:cNvPr id="30" name="Oval 29">
            <a:extLst>
              <a:ext uri="{FF2B5EF4-FFF2-40B4-BE49-F238E27FC236}">
                <a16:creationId xmlns:a16="http://schemas.microsoft.com/office/drawing/2014/main" id="{EE99681C-0F40-FC1D-727C-AA23F7BB9DB3}"/>
              </a:ext>
            </a:extLst>
          </p:cNvPr>
          <p:cNvSpPr/>
          <p:nvPr/>
        </p:nvSpPr>
        <p:spPr>
          <a:xfrm>
            <a:off x="6844100" y="4134799"/>
            <a:ext cx="301752" cy="301752"/>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pic>
        <p:nvPicPr>
          <p:cNvPr id="32" name="Picture 31" descr="A red circle with white circle in center&#10;&#10;AI-generated content may be incorrect.">
            <a:extLst>
              <a:ext uri="{FF2B5EF4-FFF2-40B4-BE49-F238E27FC236}">
                <a16:creationId xmlns:a16="http://schemas.microsoft.com/office/drawing/2014/main" id="{29A8F69C-7C15-90FA-CBE2-51CE685B73FA}"/>
              </a:ext>
            </a:extLst>
          </p:cNvPr>
          <p:cNvPicPr>
            <a:picLocks noChangeAspect="1"/>
          </p:cNvPicPr>
          <p:nvPr/>
        </p:nvPicPr>
        <p:blipFill>
          <a:blip r:embed="rId7"/>
          <a:stretch>
            <a:fillRect/>
          </a:stretch>
        </p:blipFill>
        <p:spPr>
          <a:xfrm>
            <a:off x="6844100" y="2631018"/>
            <a:ext cx="301752" cy="304355"/>
          </a:xfrm>
          <a:prstGeom prst="rect">
            <a:avLst/>
          </a:prstGeom>
        </p:spPr>
      </p:pic>
      <p:pic>
        <p:nvPicPr>
          <p:cNvPr id="33" name="Graphic 32">
            <a:extLst>
              <a:ext uri="{FF2B5EF4-FFF2-40B4-BE49-F238E27FC236}">
                <a16:creationId xmlns:a16="http://schemas.microsoft.com/office/drawing/2014/main" id="{193F0BED-CC8A-A519-1179-5AC11D5112D9}"/>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830384" y="3608144"/>
            <a:ext cx="329184" cy="329184"/>
          </a:xfrm>
          <a:prstGeom prst="rect">
            <a:avLst/>
          </a:prstGeom>
        </p:spPr>
      </p:pic>
      <p:pic>
        <p:nvPicPr>
          <p:cNvPr id="34" name="Graphic 33">
            <a:extLst>
              <a:ext uri="{FF2B5EF4-FFF2-40B4-BE49-F238E27FC236}">
                <a16:creationId xmlns:a16="http://schemas.microsoft.com/office/drawing/2014/main" id="{6E420019-A859-1BE9-3652-75D12300B1E2}"/>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830384" y="4760007"/>
            <a:ext cx="329184" cy="329184"/>
          </a:xfrm>
          <a:prstGeom prst="rect">
            <a:avLst/>
          </a:prstGeom>
        </p:spPr>
      </p:pic>
      <p:pic>
        <p:nvPicPr>
          <p:cNvPr id="47" name="Graphic 46">
            <a:extLst>
              <a:ext uri="{FF2B5EF4-FFF2-40B4-BE49-F238E27FC236}">
                <a16:creationId xmlns:a16="http://schemas.microsoft.com/office/drawing/2014/main" id="{F66C4C77-2598-1753-BFC8-90A8D21526C6}"/>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830384" y="5323052"/>
            <a:ext cx="329184" cy="329184"/>
          </a:xfrm>
          <a:prstGeom prst="rect">
            <a:avLst/>
          </a:prstGeom>
        </p:spPr>
      </p:pic>
      <p:pic>
        <p:nvPicPr>
          <p:cNvPr id="48" name="Graphic 47">
            <a:extLst>
              <a:ext uri="{FF2B5EF4-FFF2-40B4-BE49-F238E27FC236}">
                <a16:creationId xmlns:a16="http://schemas.microsoft.com/office/drawing/2014/main" id="{7433D148-971B-8DBD-9202-A5CA267F6D84}"/>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830384" y="3144810"/>
            <a:ext cx="329184" cy="329184"/>
          </a:xfrm>
          <a:prstGeom prst="rect">
            <a:avLst/>
          </a:prstGeom>
        </p:spPr>
      </p:pic>
      <p:sp>
        <p:nvSpPr>
          <p:cNvPr id="49" name="Rectangle 48">
            <a:extLst>
              <a:ext uri="{FF2B5EF4-FFF2-40B4-BE49-F238E27FC236}">
                <a16:creationId xmlns:a16="http://schemas.microsoft.com/office/drawing/2014/main" id="{78C3C093-844E-384A-CFB3-25B211512261}"/>
              </a:ext>
            </a:extLst>
          </p:cNvPr>
          <p:cNvSpPr/>
          <p:nvPr/>
        </p:nvSpPr>
        <p:spPr>
          <a:xfrm>
            <a:off x="2866128" y="4207346"/>
            <a:ext cx="435232" cy="24765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11</a:t>
            </a:r>
          </a:p>
        </p:txBody>
      </p:sp>
      <p:grpSp>
        <p:nvGrpSpPr>
          <p:cNvPr id="2" name="Group 1">
            <a:extLst>
              <a:ext uri="{FF2B5EF4-FFF2-40B4-BE49-F238E27FC236}">
                <a16:creationId xmlns:a16="http://schemas.microsoft.com/office/drawing/2014/main" id="{F2416FF6-2A58-9CB8-237E-5A3ED9808909}"/>
              </a:ext>
            </a:extLst>
          </p:cNvPr>
          <p:cNvGrpSpPr/>
          <p:nvPr/>
        </p:nvGrpSpPr>
        <p:grpSpPr>
          <a:xfrm>
            <a:off x="-9526" y="-7584"/>
            <a:ext cx="11815014" cy="180000"/>
            <a:chOff x="-9526" y="-7584"/>
            <a:chExt cx="11815014" cy="180000"/>
          </a:xfrm>
        </p:grpSpPr>
        <p:sp>
          <p:nvSpPr>
            <p:cNvPr id="5" name="Rectangle 4">
              <a:extLst>
                <a:ext uri="{FF2B5EF4-FFF2-40B4-BE49-F238E27FC236}">
                  <a16:creationId xmlns:a16="http://schemas.microsoft.com/office/drawing/2014/main" id="{D5F540D4-4954-7FF3-A854-C52050349E12}"/>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6" name="Arrow: Pentagon 5">
              <a:extLst>
                <a:ext uri="{FF2B5EF4-FFF2-40B4-BE49-F238E27FC236}">
                  <a16:creationId xmlns:a16="http://schemas.microsoft.com/office/drawing/2014/main" id="{D54DDD97-622E-F891-7154-D8C7108194EE}"/>
                </a:ext>
              </a:extLst>
            </p:cNvPr>
            <p:cNvSpPr/>
            <p:nvPr/>
          </p:nvSpPr>
          <p:spPr>
            <a:xfrm>
              <a:off x="2036324"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7" name="Arrow: Chevron 6">
              <a:extLst>
                <a:ext uri="{FF2B5EF4-FFF2-40B4-BE49-F238E27FC236}">
                  <a16:creationId xmlns:a16="http://schemas.microsoft.com/office/drawing/2014/main" id="{92D565AB-3CF2-7F7B-A0F0-0F9129B360A5}"/>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8" name="Arrow: Chevron 7">
              <a:extLst>
                <a:ext uri="{FF2B5EF4-FFF2-40B4-BE49-F238E27FC236}">
                  <a16:creationId xmlns:a16="http://schemas.microsoft.com/office/drawing/2014/main" id="{D6D56A50-BC45-F001-2344-E67500A06EBE}"/>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0" name="Arrow: Chevron 9">
              <a:extLst>
                <a:ext uri="{FF2B5EF4-FFF2-40B4-BE49-F238E27FC236}">
                  <a16:creationId xmlns:a16="http://schemas.microsoft.com/office/drawing/2014/main" id="{13D0D1CC-A3B2-01CD-7EBE-98C824754418}"/>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pic>
        <p:nvPicPr>
          <p:cNvPr id="11" name="Graphic 10">
            <a:extLst>
              <a:ext uri="{FF2B5EF4-FFF2-40B4-BE49-F238E27FC236}">
                <a16:creationId xmlns:a16="http://schemas.microsoft.com/office/drawing/2014/main" id="{099601EB-3FCB-6DB1-FC39-B684C0BBE6E1}"/>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830384" y="5775765"/>
            <a:ext cx="329184" cy="329184"/>
          </a:xfrm>
          <a:prstGeom prst="rect">
            <a:avLst/>
          </a:prstGeom>
        </p:spPr>
      </p:pic>
      <p:sp>
        <p:nvSpPr>
          <p:cNvPr id="12" name="Rectangle 11">
            <a:extLst>
              <a:ext uri="{FF2B5EF4-FFF2-40B4-BE49-F238E27FC236}">
                <a16:creationId xmlns:a16="http://schemas.microsoft.com/office/drawing/2014/main" id="{BAFAEEED-CC52-8163-D3EC-187290128E6B}"/>
              </a:ext>
            </a:extLst>
          </p:cNvPr>
          <p:cNvSpPr/>
          <p:nvPr/>
        </p:nvSpPr>
        <p:spPr>
          <a:xfrm>
            <a:off x="5102183" y="4207346"/>
            <a:ext cx="435232" cy="24765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13</a:t>
            </a:r>
          </a:p>
        </p:txBody>
      </p:sp>
    </p:spTree>
    <p:extLst>
      <p:ext uri="{BB962C8B-B14F-4D97-AF65-F5344CB8AC3E}">
        <p14:creationId xmlns:p14="http://schemas.microsoft.com/office/powerpoint/2010/main" val="3205968097"/>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AF6E6-5891-01E0-746B-A538FE8E44F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5E5A3AD-7013-3D78-B707-95AC68B8A991}"/>
              </a:ext>
            </a:extLst>
          </p:cNvPr>
          <p:cNvGraphicFramePr>
            <a:graphicFrameLocks noChangeAspect="1"/>
          </p:cNvGraphicFramePr>
          <p:nvPr>
            <p:custDataLst>
              <p:tags r:id="rId1"/>
            </p:custDataLst>
            <p:extLst>
              <p:ext uri="{D42A27DB-BD31-4B8C-83A1-F6EECF244321}">
                <p14:modId xmlns:p14="http://schemas.microsoft.com/office/powerpoint/2010/main" val="37431853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A5E5A3AD-7013-3D78-B707-95AC68B8A9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2" name="Table 1">
            <a:extLst>
              <a:ext uri="{FF2B5EF4-FFF2-40B4-BE49-F238E27FC236}">
                <a16:creationId xmlns:a16="http://schemas.microsoft.com/office/drawing/2014/main" id="{21DE010A-47DA-E727-2133-E39E3856CF80}"/>
              </a:ext>
            </a:extLst>
          </p:cNvPr>
          <p:cNvGraphicFramePr>
            <a:graphicFrameLocks noGrp="1"/>
          </p:cNvGraphicFramePr>
          <p:nvPr>
            <p:extLst>
              <p:ext uri="{D42A27DB-BD31-4B8C-83A1-F6EECF244321}">
                <p14:modId xmlns:p14="http://schemas.microsoft.com/office/powerpoint/2010/main" val="2568689376"/>
              </p:ext>
            </p:extLst>
          </p:nvPr>
        </p:nvGraphicFramePr>
        <p:xfrm>
          <a:off x="358337" y="1370620"/>
          <a:ext cx="11484000" cy="2211816"/>
        </p:xfrm>
        <a:graphic>
          <a:graphicData uri="http://schemas.openxmlformats.org/drawingml/2006/table">
            <a:tbl>
              <a:tblPr firstRow="1" bandRow="1">
                <a:tableStyleId>{073A0DAA-6AF3-43AB-8588-CEC1D06C72B9}</a:tableStyleId>
              </a:tblPr>
              <a:tblGrid>
                <a:gridCol w="1404000">
                  <a:extLst>
                    <a:ext uri="{9D8B030D-6E8A-4147-A177-3AD203B41FA5}">
                      <a16:colId xmlns:a16="http://schemas.microsoft.com/office/drawing/2014/main" val="4274197813"/>
                    </a:ext>
                  </a:extLst>
                </a:gridCol>
                <a:gridCol w="7200000">
                  <a:extLst>
                    <a:ext uri="{9D8B030D-6E8A-4147-A177-3AD203B41FA5}">
                      <a16:colId xmlns:a16="http://schemas.microsoft.com/office/drawing/2014/main" val="3409405350"/>
                    </a:ext>
                  </a:extLst>
                </a:gridCol>
                <a:gridCol w="1296000">
                  <a:extLst>
                    <a:ext uri="{9D8B030D-6E8A-4147-A177-3AD203B41FA5}">
                      <a16:colId xmlns:a16="http://schemas.microsoft.com/office/drawing/2014/main" val="2876420961"/>
                    </a:ext>
                  </a:extLst>
                </a:gridCol>
                <a:gridCol w="1584000">
                  <a:extLst>
                    <a:ext uri="{9D8B030D-6E8A-4147-A177-3AD203B41FA5}">
                      <a16:colId xmlns:a16="http://schemas.microsoft.com/office/drawing/2014/main" val="3452719733"/>
                    </a:ext>
                  </a:extLst>
                </a:gridCol>
              </a:tblGrid>
              <a:tr h="2880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Advanced/Metastatic GC/GEJ</a:t>
                      </a:r>
                      <a:endParaRPr lang="en-US" sz="1200" b="1" i="1">
                        <a:solidFill>
                          <a:schemeClr val="bg1"/>
                        </a:solidFill>
                      </a:endParaRPr>
                    </a:p>
                  </a:txBody>
                  <a:tcPr anchor="ctr">
                    <a:solidFill>
                      <a:schemeClr val="tx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ESMO Gaps (Non-Exhaustive)*</a:t>
                      </a:r>
                    </a:p>
                  </a:txBody>
                  <a:tcPr anchor="ctr">
                    <a:solidFill>
                      <a:schemeClr val="tx1">
                        <a:lumMod val="95000"/>
                        <a:lumOff val="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p>
                  </a:txBody>
                  <a:tcPr anchor="ctr">
                    <a:solidFill>
                      <a:schemeClr val="tx2">
                        <a:lumMod val="60000"/>
                        <a:lumOff val="40000"/>
                      </a:schemeClr>
                    </a:solidFill>
                  </a:tcPr>
                </a:tc>
                <a:extLst>
                  <a:ext uri="{0D108BD9-81ED-4DB2-BD59-A6C34878D82A}">
                    <a16:rowId xmlns:a16="http://schemas.microsoft.com/office/drawing/2014/main" val="1667024452"/>
                  </a:ext>
                </a:extLst>
              </a:tr>
              <a:tr h="355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i="1" kern="1200">
                        <a:solidFill>
                          <a:schemeClr val="bg2">
                            <a:lumMod val="50000"/>
                          </a:schemeClr>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[1L]: Need for tislelizumab outcomes </a:t>
                      </a:r>
                      <a:r>
                        <a:rPr lang="en-US" sz="1000" b="1">
                          <a:solidFill>
                            <a:schemeClr val="tx1"/>
                          </a:solidFill>
                        </a:rPr>
                        <a:t>analysis on Asian vs non-Asian  populations </a:t>
                      </a:r>
                      <a:endParaRPr lang="en-US" sz="1000">
                        <a:solidFill>
                          <a:schemeClr val="tx1"/>
                        </a:solidFill>
                      </a:endParaRPr>
                    </a:p>
                  </a:txBody>
                  <a:tcPr anchor="ctr"/>
                </a:tc>
                <a:tc rowSpan="6">
                  <a:txBody>
                    <a:bodyPr/>
                    <a:lstStyle/>
                    <a:p>
                      <a:r>
                        <a:rPr lang="en-US" sz="1000">
                          <a:solidFill>
                            <a:schemeClr val="tx1"/>
                          </a:solidFill>
                        </a:rPr>
                        <a:t>At-Close or Near-Close</a:t>
                      </a:r>
                    </a:p>
                  </a:txBody>
                  <a:tcPr anchor="ctr"/>
                </a:tc>
                <a:tc>
                  <a:txBody>
                    <a:bodyPr/>
                    <a:lstStyle/>
                    <a:p>
                      <a:r>
                        <a:rPr lang="en-US" sz="1000">
                          <a:solidFill>
                            <a:schemeClr val="tx1"/>
                          </a:solidFill>
                        </a:rPr>
                        <a:t>G:9</a:t>
                      </a:r>
                    </a:p>
                  </a:txBody>
                  <a:tcPr anchor="ctr"/>
                </a:tc>
                <a:extLst>
                  <a:ext uri="{0D108BD9-81ED-4DB2-BD59-A6C34878D82A}">
                    <a16:rowId xmlns:a16="http://schemas.microsoft.com/office/drawing/2014/main" val="3107489342"/>
                  </a:ext>
                </a:extLst>
              </a:tr>
              <a:tr h="370840">
                <a:tc>
                  <a:txBody>
                    <a:bodyPr/>
                    <a:lstStyle/>
                    <a:p>
                      <a:endParaRPr lang="en-US" sz="12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chemeClr val="tx1"/>
                          </a:solidFill>
                        </a:rPr>
                        <a:t>Data correlating TAP to CPS </a:t>
                      </a:r>
                      <a:r>
                        <a:rPr lang="en-US" sz="1000">
                          <a:solidFill>
                            <a:schemeClr val="tx1"/>
                          </a:solidFill>
                        </a:rPr>
                        <a:t>to support educational efforts of HCPs unfamiliar with TAP </a:t>
                      </a:r>
                    </a:p>
                  </a:txBody>
                  <a:tcPr anchor="ctr"/>
                </a:tc>
                <a:tc vMerge="1">
                  <a:txBody>
                    <a:bodyPr/>
                    <a:lstStyle/>
                    <a:p>
                      <a:endParaRPr lang="en-US" sz="1000">
                        <a:solidFill>
                          <a:schemeClr val="tx1"/>
                        </a:solidFill>
                      </a:endParaRP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G:18</a:t>
                      </a:r>
                    </a:p>
                  </a:txBody>
                  <a:tcPr anchor="ctr"/>
                </a:tc>
                <a:extLst>
                  <a:ext uri="{0D108BD9-81ED-4DB2-BD59-A6C34878D82A}">
                    <a16:rowId xmlns:a16="http://schemas.microsoft.com/office/drawing/2014/main" val="2595247571"/>
                  </a:ext>
                </a:extLst>
              </a:tr>
              <a:tr h="0">
                <a:tc rowSpan="3">
                  <a:txBody>
                    <a:bodyPr/>
                    <a:lstStyle/>
                    <a:p>
                      <a:endParaRPr lang="en-US" sz="1200">
                        <a:solidFill>
                          <a:schemeClr val="tx1"/>
                        </a:solidFill>
                      </a:endParaRPr>
                    </a:p>
                  </a:txBody>
                  <a:tcPr anchor="ct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solidFill>
                            <a:schemeClr val="tx1"/>
                          </a:solidFill>
                        </a:rPr>
                        <a:t>Need for </a:t>
                      </a:r>
                      <a:r>
                        <a:rPr lang="en-GB" sz="1000" b="1">
                          <a:solidFill>
                            <a:schemeClr val="tx1"/>
                          </a:solidFill>
                        </a:rPr>
                        <a:t>updated insights on global treatment patterns, PD-L1 testing, </a:t>
                      </a:r>
                      <a:r>
                        <a:rPr lang="en-GB" sz="1000">
                          <a:solidFill>
                            <a:schemeClr val="tx1"/>
                          </a:solidFill>
                        </a:rPr>
                        <a:t>and treatment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a:solidFill>
                            <a:schemeClr val="tx1"/>
                          </a:solidFill>
                        </a:rPr>
                        <a:t>preferences</a:t>
                      </a:r>
                      <a:endParaRPr lang="en-US" sz="1000">
                        <a:solidFill>
                          <a:schemeClr val="tx1"/>
                        </a:solidFill>
                      </a:endParaRPr>
                    </a:p>
                  </a:txBody>
                  <a:tcPr anchor="ctr"/>
                </a:tc>
                <a:tc vMerge="1">
                  <a:txBody>
                    <a:bodyPr/>
                    <a:lstStyle/>
                    <a:p>
                      <a:endParaRPr lang="en-US" sz="1000">
                        <a:solidFill>
                          <a:schemeClr val="tx1"/>
                        </a:solidFill>
                      </a:endParaRPr>
                    </a:p>
                  </a:txBody>
                  <a:tcPr anchor="ctr"/>
                </a:tc>
                <a:tc vMerge="1">
                  <a:txBody>
                    <a:bodyPr/>
                    <a:lstStyle/>
                    <a:p>
                      <a:endParaRPr lang="en-US" sz="1000">
                        <a:solidFill>
                          <a:schemeClr val="tx1"/>
                        </a:solidFill>
                        <a:highlight>
                          <a:srgbClr val="FFC030"/>
                        </a:highlight>
                      </a:endParaRPr>
                    </a:p>
                  </a:txBody>
                  <a:tcPr anchor="ctr"/>
                </a:tc>
                <a:extLst>
                  <a:ext uri="{0D108BD9-81ED-4DB2-BD59-A6C34878D82A}">
                    <a16:rowId xmlns:a16="http://schemas.microsoft.com/office/drawing/2014/main" val="145713688"/>
                  </a:ext>
                </a:extLst>
              </a:tr>
              <a:tr h="37930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lang="en-US" sz="1000" b="0" i="0" kern="1200">
                        <a:solidFill>
                          <a:schemeClr val="tx1"/>
                        </a:solidFill>
                        <a:highlight>
                          <a:srgbClr val="FFFF00"/>
                        </a:highlight>
                        <a:latin typeface="+mn-lt"/>
                        <a:ea typeface="+mn-ea"/>
                        <a:cs typeface="+mn-cs"/>
                      </a:endParaRPr>
                    </a:p>
                  </a:txBody>
                  <a:tcPr anchor="ctr"/>
                </a:tc>
                <a:extLst>
                  <a:ext uri="{0D108BD9-81ED-4DB2-BD59-A6C34878D82A}">
                    <a16:rowId xmlns:a16="http://schemas.microsoft.com/office/drawing/2014/main" val="3703250064"/>
                  </a:ext>
                </a:extLst>
              </a:tr>
              <a:tr h="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lang="en-US" sz="1000" b="0" i="0" kern="1200">
                        <a:solidFill>
                          <a:schemeClr val="tx1"/>
                        </a:solidFill>
                        <a:highlight>
                          <a:srgbClr val="FFFF00"/>
                        </a:highlight>
                        <a:latin typeface="+mn-lt"/>
                        <a:ea typeface="+mn-ea"/>
                        <a:cs typeface="+mn-cs"/>
                      </a:endParaRPr>
                    </a:p>
                  </a:txBody>
                  <a:tcPr anchor="ctr"/>
                </a:tc>
                <a:extLst>
                  <a:ext uri="{0D108BD9-81ED-4DB2-BD59-A6C34878D82A}">
                    <a16:rowId xmlns:a16="http://schemas.microsoft.com/office/drawing/2014/main" val="1971230035"/>
                  </a:ext>
                </a:extLst>
              </a:tr>
              <a:tr h="370840">
                <a:tc>
                  <a:txBody>
                    <a:bodyPr/>
                    <a:lstStyle/>
                    <a:p>
                      <a:endParaRPr lang="en-US" sz="12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mn-lt"/>
                          <a:ea typeface="+mn-ea"/>
                          <a:cs typeface="+mn-cs"/>
                        </a:rPr>
                        <a:t>Need for clinical validation </a:t>
                      </a:r>
                      <a:r>
                        <a:rPr kumimoji="0" lang="en-US" sz="1000" b="0" i="0" u="none" strike="noStrike" kern="1200" cap="none" spc="0" normalizeH="0" baseline="0" noProof="0">
                          <a:ln>
                            <a:noFill/>
                          </a:ln>
                          <a:solidFill>
                            <a:schemeClr val="tx1"/>
                          </a:solidFill>
                          <a:effectLst/>
                          <a:uLnTx/>
                          <a:uFillTx/>
                          <a:latin typeface="+mn-lt"/>
                          <a:ea typeface="+mn-ea"/>
                          <a:cs typeface="+mn-cs"/>
                        </a:rPr>
                        <a:t>of VENTANA SP263 in 1% PD-(L)1 cut off</a:t>
                      </a:r>
                      <a:endParaRPr kumimoji="0" lang="en-GB" sz="1000" b="0" i="0" u="none" strike="noStrike" kern="1200" cap="none" spc="0" normalizeH="0" baseline="0" noProof="0">
                        <a:ln>
                          <a:noFill/>
                        </a:ln>
                        <a:solidFill>
                          <a:schemeClr val="tx1"/>
                        </a:solidFill>
                        <a:effectLst/>
                        <a:uLnTx/>
                        <a:uFillTx/>
                        <a:latin typeface="+mn-lt"/>
                        <a:ea typeface="+mn-ea"/>
                        <a:cs typeface="+mn-cs"/>
                      </a:endParaRPr>
                    </a:p>
                  </a:txBody>
                  <a:tcPr anchor="ctr"/>
                </a:tc>
                <a:tc vMerge="1">
                  <a:txBody>
                    <a:bodyPr/>
                    <a:lstStyle/>
                    <a:p>
                      <a:endParaRPr lang="en-US" sz="1000">
                        <a:solidFill>
                          <a:schemeClr val="tx1"/>
                        </a:solidFill>
                      </a:endParaRPr>
                    </a:p>
                  </a:txBody>
                  <a:tcPr anchor="ctr"/>
                </a:tc>
                <a:tc vMerge="1">
                  <a:txBody>
                    <a:bodyPr/>
                    <a:lstStyle/>
                    <a:p>
                      <a:endParaRPr lang="en-US" sz="1000">
                        <a:solidFill>
                          <a:schemeClr val="tx1"/>
                        </a:solidFill>
                        <a:highlight>
                          <a:srgbClr val="FFC030"/>
                        </a:highlight>
                      </a:endParaRPr>
                    </a:p>
                  </a:txBody>
                  <a:tcPr anchor="ctr"/>
                </a:tc>
                <a:extLst>
                  <a:ext uri="{0D108BD9-81ED-4DB2-BD59-A6C34878D82A}">
                    <a16:rowId xmlns:a16="http://schemas.microsoft.com/office/drawing/2014/main" val="4173716702"/>
                  </a:ext>
                </a:extLst>
              </a:tr>
            </a:tbl>
          </a:graphicData>
        </a:graphic>
      </p:graphicFrame>
      <p:sp>
        <p:nvSpPr>
          <p:cNvPr id="3" name="Title 2">
            <a:extLst>
              <a:ext uri="{FF2B5EF4-FFF2-40B4-BE49-F238E27FC236}">
                <a16:creationId xmlns:a16="http://schemas.microsoft.com/office/drawing/2014/main" id="{ECC8C9A9-311B-6B94-D863-6764456A10C3}"/>
              </a:ext>
            </a:extLst>
          </p:cNvPr>
          <p:cNvSpPr>
            <a:spLocks noGrp="1"/>
          </p:cNvSpPr>
          <p:nvPr>
            <p:ph type="title"/>
          </p:nvPr>
        </p:nvSpPr>
        <p:spPr>
          <a:xfrm>
            <a:off x="358337" y="271427"/>
            <a:ext cx="11470125" cy="369332"/>
          </a:xfrm>
        </p:spPr>
        <p:txBody>
          <a:bodyPr vert="horz"/>
          <a:lstStyle/>
          <a:p>
            <a:r>
              <a:rPr lang="en-US" sz="2400"/>
              <a:t>ESMO List of Evidence Gaps: Advanced/Metastatic GC/GEJ</a:t>
            </a:r>
          </a:p>
        </p:txBody>
      </p:sp>
      <p:grpSp>
        <p:nvGrpSpPr>
          <p:cNvPr id="5" name="Group 4">
            <a:extLst>
              <a:ext uri="{FF2B5EF4-FFF2-40B4-BE49-F238E27FC236}">
                <a16:creationId xmlns:a16="http://schemas.microsoft.com/office/drawing/2014/main" id="{4851DFCB-7204-B2B8-4ECE-84343E304B99}"/>
              </a:ext>
            </a:extLst>
          </p:cNvPr>
          <p:cNvGrpSpPr/>
          <p:nvPr/>
        </p:nvGrpSpPr>
        <p:grpSpPr>
          <a:xfrm>
            <a:off x="742757" y="1951185"/>
            <a:ext cx="547435" cy="329184"/>
            <a:chOff x="769686" y="2016731"/>
            <a:chExt cx="547435" cy="329184"/>
          </a:xfrm>
        </p:grpSpPr>
        <p:pic>
          <p:nvPicPr>
            <p:cNvPr id="7" name="Graphic 6">
              <a:extLst>
                <a:ext uri="{FF2B5EF4-FFF2-40B4-BE49-F238E27FC236}">
                  <a16:creationId xmlns:a16="http://schemas.microsoft.com/office/drawing/2014/main" id="{8985B6A2-9743-8400-0DEB-DBCDB959A748}"/>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69686" y="2016731"/>
              <a:ext cx="329184" cy="329184"/>
            </a:xfrm>
            <a:prstGeom prst="rect">
              <a:avLst/>
            </a:prstGeom>
          </p:spPr>
        </p:pic>
        <p:pic>
          <p:nvPicPr>
            <p:cNvPr id="8" name="Picture 7" descr="A blue circle with yellow stars in center&#10;&#10;Description automatically generated">
              <a:extLst>
                <a:ext uri="{FF2B5EF4-FFF2-40B4-BE49-F238E27FC236}">
                  <a16:creationId xmlns:a16="http://schemas.microsoft.com/office/drawing/2014/main" id="{420A8DC2-3B9A-6966-9FEE-E2F8B8483F51}"/>
                </a:ext>
              </a:extLst>
            </p:cNvPr>
            <p:cNvPicPr>
              <a:picLocks noChangeAspect="1"/>
            </p:cNvPicPr>
            <p:nvPr/>
          </p:nvPicPr>
          <p:blipFill>
            <a:blip r:embed="rId7"/>
            <a:stretch>
              <a:fillRect/>
            </a:stretch>
          </p:blipFill>
          <p:spPr>
            <a:xfrm>
              <a:off x="1015369" y="2030447"/>
              <a:ext cx="301752" cy="301752"/>
            </a:xfrm>
            <a:prstGeom prst="rect">
              <a:avLst/>
            </a:prstGeom>
            <a:ln>
              <a:noFill/>
            </a:ln>
          </p:spPr>
        </p:pic>
      </p:grpSp>
      <p:grpSp>
        <p:nvGrpSpPr>
          <p:cNvPr id="9" name="Group 8">
            <a:extLst>
              <a:ext uri="{FF2B5EF4-FFF2-40B4-BE49-F238E27FC236}">
                <a16:creationId xmlns:a16="http://schemas.microsoft.com/office/drawing/2014/main" id="{A9667465-6598-5352-EE94-F2C404D63C6B}"/>
              </a:ext>
            </a:extLst>
          </p:cNvPr>
          <p:cNvGrpSpPr/>
          <p:nvPr/>
        </p:nvGrpSpPr>
        <p:grpSpPr>
          <a:xfrm>
            <a:off x="742757" y="2327917"/>
            <a:ext cx="547435" cy="329184"/>
            <a:chOff x="783402" y="2377612"/>
            <a:chExt cx="547435" cy="329184"/>
          </a:xfrm>
        </p:grpSpPr>
        <p:pic>
          <p:nvPicPr>
            <p:cNvPr id="14" name="Picture 13" descr="A blue circle with yellow stars in center&#10;&#10;Description automatically generated">
              <a:extLst>
                <a:ext uri="{FF2B5EF4-FFF2-40B4-BE49-F238E27FC236}">
                  <a16:creationId xmlns:a16="http://schemas.microsoft.com/office/drawing/2014/main" id="{6298ED36-99CB-122E-738D-46B7583233BD}"/>
                </a:ext>
              </a:extLst>
            </p:cNvPr>
            <p:cNvPicPr>
              <a:picLocks noChangeAspect="1"/>
            </p:cNvPicPr>
            <p:nvPr/>
          </p:nvPicPr>
          <p:blipFill>
            <a:blip r:embed="rId7"/>
            <a:stretch>
              <a:fillRect/>
            </a:stretch>
          </p:blipFill>
          <p:spPr>
            <a:xfrm>
              <a:off x="783402" y="2391328"/>
              <a:ext cx="301752" cy="301752"/>
            </a:xfrm>
            <a:prstGeom prst="rect">
              <a:avLst/>
            </a:prstGeom>
            <a:ln>
              <a:noFill/>
            </a:ln>
          </p:spPr>
        </p:pic>
        <p:pic>
          <p:nvPicPr>
            <p:cNvPr id="16" name="Picture 15">
              <a:extLst>
                <a:ext uri="{FF2B5EF4-FFF2-40B4-BE49-F238E27FC236}">
                  <a16:creationId xmlns:a16="http://schemas.microsoft.com/office/drawing/2014/main" id="{F14F25D4-B4B4-3FA9-D671-F4BDBCA8B5BB}"/>
                </a:ext>
              </a:extLst>
            </p:cNvPr>
            <p:cNvPicPr>
              <a:picLocks noChangeAspect="1"/>
            </p:cNvPicPr>
            <p:nvPr/>
          </p:nvPicPr>
          <p:blipFill rotWithShape="1">
            <a:blip r:embed="rId8"/>
            <a:srcRect l="14865" t="17319" r="20459" b="14006"/>
            <a:stretch/>
          </p:blipFill>
          <p:spPr>
            <a:xfrm>
              <a:off x="1001653" y="2377612"/>
              <a:ext cx="329184" cy="329184"/>
            </a:xfrm>
            <a:prstGeom prst="ellipse">
              <a:avLst/>
            </a:prstGeom>
          </p:spPr>
        </p:pic>
      </p:grpSp>
      <p:pic>
        <p:nvPicPr>
          <p:cNvPr id="21" name="Graphic 20">
            <a:extLst>
              <a:ext uri="{FF2B5EF4-FFF2-40B4-BE49-F238E27FC236}">
                <a16:creationId xmlns:a16="http://schemas.microsoft.com/office/drawing/2014/main" id="{0E9149B7-B257-A206-02A0-AE67330B82E5}"/>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51882" y="2756729"/>
            <a:ext cx="329184" cy="329184"/>
          </a:xfrm>
          <a:prstGeom prst="rect">
            <a:avLst/>
          </a:prstGeom>
        </p:spPr>
      </p:pic>
      <p:pic>
        <p:nvPicPr>
          <p:cNvPr id="22" name="Graphic 21">
            <a:extLst>
              <a:ext uri="{FF2B5EF4-FFF2-40B4-BE49-F238E27FC236}">
                <a16:creationId xmlns:a16="http://schemas.microsoft.com/office/drawing/2014/main" id="{DCF14ED2-B98C-1BC9-7853-781A6C442249}"/>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51882" y="3224247"/>
            <a:ext cx="329184" cy="329184"/>
          </a:xfrm>
          <a:prstGeom prst="rect">
            <a:avLst/>
          </a:prstGeom>
        </p:spPr>
      </p:pic>
      <p:grpSp>
        <p:nvGrpSpPr>
          <p:cNvPr id="35" name="Group 34">
            <a:extLst>
              <a:ext uri="{FF2B5EF4-FFF2-40B4-BE49-F238E27FC236}">
                <a16:creationId xmlns:a16="http://schemas.microsoft.com/office/drawing/2014/main" id="{40D6A572-8909-FDC3-0328-C25F35DEED7B}"/>
              </a:ext>
            </a:extLst>
          </p:cNvPr>
          <p:cNvGrpSpPr/>
          <p:nvPr/>
        </p:nvGrpSpPr>
        <p:grpSpPr>
          <a:xfrm>
            <a:off x="8699856" y="910976"/>
            <a:ext cx="3142481" cy="323165"/>
            <a:chOff x="6459941" y="619466"/>
            <a:chExt cx="3142481" cy="323165"/>
          </a:xfrm>
        </p:grpSpPr>
        <p:sp>
          <p:nvSpPr>
            <p:cNvPr id="36" name="TextBox 35">
              <a:extLst>
                <a:ext uri="{FF2B5EF4-FFF2-40B4-BE49-F238E27FC236}">
                  <a16:creationId xmlns:a16="http://schemas.microsoft.com/office/drawing/2014/main" id="{3C888D08-CD33-7957-4B79-4494FADF4FED}"/>
                </a:ext>
              </a:extLst>
            </p:cNvPr>
            <p:cNvSpPr txBox="1"/>
            <p:nvPr/>
          </p:nvSpPr>
          <p:spPr>
            <a:xfrm>
              <a:off x="6459941" y="619466"/>
              <a:ext cx="3142481"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                    </a:t>
              </a: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37" name="Picture 2" descr="European Society for Medical Oncology (ESMO) - YouTube">
              <a:extLst>
                <a:ext uri="{FF2B5EF4-FFF2-40B4-BE49-F238E27FC236}">
                  <a16:creationId xmlns:a16="http://schemas.microsoft.com/office/drawing/2014/main" id="{3C0A9F45-1B90-264C-D082-2A4A886C9111}"/>
                </a:ext>
              </a:extLst>
            </p:cNvPr>
            <p:cNvPicPr>
              <a:picLocks noChangeAspect="1"/>
            </p:cNvPicPr>
            <p:nvPr/>
          </p:nvPicPr>
          <p:blipFill rotWithShape="1">
            <a:blip r:embed="rId9">
              <a:extLst>
                <a:ext uri="{28A0092B-C50C-407E-A947-70E740481C1C}">
                  <a14:useLocalDpi xmlns:a14="http://schemas.microsoft.com/office/drawing/2010/main" val="0"/>
                </a:ext>
              </a:extLst>
            </a:blip>
            <a:srcRect/>
            <a:stretch/>
          </p:blipFill>
          <p:spPr bwMode="auto">
            <a:xfrm>
              <a:off x="7063295" y="696165"/>
              <a:ext cx="396000" cy="146680"/>
            </a:xfrm>
            <a:prstGeom prst="rect">
              <a:avLst/>
            </a:prstGeom>
            <a:noFill/>
            <a:extLst>
              <a:ext uri="{909E8E84-426E-40DD-AFC4-6F175D3DCCD1}">
                <a14:hiddenFill xmlns:a14="http://schemas.microsoft.com/office/drawing/2010/main">
                  <a:solidFill>
                    <a:srgbClr val="FFFFFF"/>
                  </a:solidFill>
                </a14:hiddenFill>
              </a:ext>
            </a:extLst>
          </p:spPr>
        </p:pic>
      </p:grpSp>
      <p:pic>
        <p:nvPicPr>
          <p:cNvPr id="38" name="Picture 2" descr="European Society for Medical Oncology (ESMO) - YouTube">
            <a:extLst>
              <a:ext uri="{FF2B5EF4-FFF2-40B4-BE49-F238E27FC236}">
                <a16:creationId xmlns:a16="http://schemas.microsoft.com/office/drawing/2014/main" id="{97165B05-CF1C-97FD-939F-37D4FE0CDBB4}"/>
              </a:ext>
            </a:extLst>
          </p:cNvPr>
          <p:cNvPicPr>
            <a:picLocks noChangeAspect="1"/>
          </p:cNvPicPr>
          <p:nvPr/>
        </p:nvPicPr>
        <p:blipFill rotWithShape="1">
          <a:blip r:embed="rId9">
            <a:extLst>
              <a:ext uri="{28A0092B-C50C-407E-A947-70E740481C1C}">
                <a14:useLocalDpi xmlns:a14="http://schemas.microsoft.com/office/drawing/2010/main" val="0"/>
              </a:ext>
            </a:extLst>
          </a:blip>
          <a:srcRect/>
          <a:stretch/>
        </p:blipFill>
        <p:spPr bwMode="auto">
          <a:xfrm>
            <a:off x="8340618" y="2060744"/>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European Society for Medical Oncology (ESMO) - YouTube">
            <a:extLst>
              <a:ext uri="{FF2B5EF4-FFF2-40B4-BE49-F238E27FC236}">
                <a16:creationId xmlns:a16="http://schemas.microsoft.com/office/drawing/2014/main" id="{0A528281-55B5-445C-9BD9-471EBDE6A15F}"/>
              </a:ext>
            </a:extLst>
          </p:cNvPr>
          <p:cNvPicPr>
            <a:picLocks noChangeAspect="1"/>
          </p:cNvPicPr>
          <p:nvPr/>
        </p:nvPicPr>
        <p:blipFill rotWithShape="1">
          <a:blip r:embed="rId9">
            <a:extLst>
              <a:ext uri="{28A0092B-C50C-407E-A947-70E740481C1C}">
                <a14:useLocalDpi xmlns:a14="http://schemas.microsoft.com/office/drawing/2010/main" val="0"/>
              </a:ext>
            </a:extLst>
          </a:blip>
          <a:srcRect/>
          <a:stretch/>
        </p:blipFill>
        <p:spPr bwMode="auto">
          <a:xfrm>
            <a:off x="8340618" y="2454352"/>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European Society for Medical Oncology (ESMO) - YouTube">
            <a:extLst>
              <a:ext uri="{FF2B5EF4-FFF2-40B4-BE49-F238E27FC236}">
                <a16:creationId xmlns:a16="http://schemas.microsoft.com/office/drawing/2014/main" id="{41E6C143-0543-E1F0-2D3B-295ABC1D11E0}"/>
              </a:ext>
            </a:extLst>
          </p:cNvPr>
          <p:cNvPicPr>
            <a:picLocks noChangeAspect="1"/>
          </p:cNvPicPr>
          <p:nvPr/>
        </p:nvPicPr>
        <p:blipFill rotWithShape="1">
          <a:blip r:embed="rId9">
            <a:extLst>
              <a:ext uri="{28A0092B-C50C-407E-A947-70E740481C1C}">
                <a14:useLocalDpi xmlns:a14="http://schemas.microsoft.com/office/drawing/2010/main" val="0"/>
              </a:ext>
            </a:extLst>
          </a:blip>
          <a:srcRect/>
          <a:stretch/>
        </p:blipFill>
        <p:spPr bwMode="auto">
          <a:xfrm>
            <a:off x="8340617" y="2847960"/>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European Society for Medical Oncology (ESMO) - YouTube">
            <a:extLst>
              <a:ext uri="{FF2B5EF4-FFF2-40B4-BE49-F238E27FC236}">
                <a16:creationId xmlns:a16="http://schemas.microsoft.com/office/drawing/2014/main" id="{08F034CB-3C0A-A748-7BC8-8FEAC40A2DDA}"/>
              </a:ext>
            </a:extLst>
          </p:cNvPr>
          <p:cNvPicPr>
            <a:picLocks noChangeAspect="1"/>
          </p:cNvPicPr>
          <p:nvPr/>
        </p:nvPicPr>
        <p:blipFill rotWithShape="1">
          <a:blip r:embed="rId9">
            <a:extLst>
              <a:ext uri="{28A0092B-C50C-407E-A947-70E740481C1C}">
                <a14:useLocalDpi xmlns:a14="http://schemas.microsoft.com/office/drawing/2010/main" val="0"/>
              </a:ext>
            </a:extLst>
          </a:blip>
          <a:srcRect/>
          <a:stretch/>
        </p:blipFill>
        <p:spPr bwMode="auto">
          <a:xfrm>
            <a:off x="8340617" y="3241568"/>
            <a:ext cx="479885" cy="177750"/>
          </a:xfrm>
          <a:prstGeom prst="rect">
            <a:avLst/>
          </a:prstGeom>
          <a:noFill/>
          <a:extLst>
            <a:ext uri="{909E8E84-426E-40DD-AFC4-6F175D3DCCD1}">
              <a14:hiddenFill xmlns:a14="http://schemas.microsoft.com/office/drawing/2010/main">
                <a:solidFill>
                  <a:srgbClr val="FFFFFF"/>
                </a:solidFill>
              </a14:hiddenFill>
            </a:ext>
          </a:extLst>
        </p:spPr>
      </p:pic>
      <p:sp>
        <p:nvSpPr>
          <p:cNvPr id="30" name="Speech Bubble: Rectangle 29">
            <a:extLst>
              <a:ext uri="{FF2B5EF4-FFF2-40B4-BE49-F238E27FC236}">
                <a16:creationId xmlns:a16="http://schemas.microsoft.com/office/drawing/2014/main" id="{51CFB4BB-1ED0-2EEB-F88A-6F825851F815}"/>
              </a:ext>
            </a:extLst>
          </p:cNvPr>
          <p:cNvSpPr/>
          <p:nvPr/>
        </p:nvSpPr>
        <p:spPr>
          <a:xfrm>
            <a:off x="6496494" y="3971704"/>
            <a:ext cx="5345844" cy="1916465"/>
          </a:xfrm>
          <a:prstGeom prst="wedgeRectCallout">
            <a:avLst>
              <a:gd name="adj1" fmla="val 25579"/>
              <a:gd name="adj2" fmla="val -7642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a:solidFill>
                  <a:schemeClr val="tx1"/>
                </a:solidFill>
              </a:rPr>
              <a:t>The “</a:t>
            </a:r>
            <a:r>
              <a:rPr lang="en-US" sz="1200" b="1">
                <a:solidFill>
                  <a:schemeClr val="tx1"/>
                </a:solidFill>
              </a:rPr>
              <a:t>Tactic Identifier</a:t>
            </a:r>
            <a:r>
              <a:rPr lang="en-US" sz="1200">
                <a:solidFill>
                  <a:schemeClr val="tx1"/>
                </a:solidFill>
              </a:rPr>
              <a:t>” is a numbering system that corresponds all evidence generation activities (ongoing/planned) as specified in the following documents: HEOR publications, PRO publications, and post-hoc analysis proposal trackers.</a:t>
            </a:r>
          </a:p>
          <a:p>
            <a:endParaRPr lang="en-US" sz="1200">
              <a:solidFill>
                <a:schemeClr val="tx1"/>
              </a:solidFill>
            </a:endParaRPr>
          </a:p>
          <a:p>
            <a:r>
              <a:rPr lang="en-US" sz="1200">
                <a:solidFill>
                  <a:schemeClr val="tx1"/>
                </a:solidFill>
              </a:rPr>
              <a:t>Ongoing/planned evidence generation activities (with tactic identifiers) are found in the Appendix section.</a:t>
            </a:r>
          </a:p>
        </p:txBody>
      </p:sp>
      <p:sp>
        <p:nvSpPr>
          <p:cNvPr id="31" name="Rectangle 30">
            <a:extLst>
              <a:ext uri="{FF2B5EF4-FFF2-40B4-BE49-F238E27FC236}">
                <a16:creationId xmlns:a16="http://schemas.microsoft.com/office/drawing/2014/main" id="{4BFA2E33-B438-05CD-D86D-3CB8E2F92A27}"/>
              </a:ext>
            </a:extLst>
          </p:cNvPr>
          <p:cNvSpPr/>
          <p:nvPr/>
        </p:nvSpPr>
        <p:spPr>
          <a:xfrm>
            <a:off x="358338" y="3971704"/>
            <a:ext cx="5942534" cy="19164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b="1">
                <a:solidFill>
                  <a:sysClr val="windowText" lastClr="000000"/>
                </a:solidFill>
              </a:rPr>
              <a:t>*ESMO Gaps</a:t>
            </a:r>
          </a:p>
          <a:p>
            <a:r>
              <a:rPr lang="en-US" sz="1200">
                <a:solidFill>
                  <a:sysClr val="windowText" lastClr="000000"/>
                </a:solidFill>
              </a:rPr>
              <a:t>This table highlights only those gaps identified at ESMO (Sept ‘24) that are classified as “At- or Near-Close” and therefore do not require further data generation efforts.</a:t>
            </a:r>
          </a:p>
          <a:p>
            <a:endParaRPr lang="en-US" sz="1200">
              <a:solidFill>
                <a:sysClr val="windowText" lastClr="000000"/>
              </a:solidFill>
            </a:endParaRPr>
          </a:p>
          <a:p>
            <a:r>
              <a:rPr lang="en-US" sz="1200">
                <a:solidFill>
                  <a:sysClr val="windowText" lastClr="000000"/>
                </a:solidFill>
              </a:rPr>
              <a:t>ESMO gaps that are “Not Addressed” yet are detailed in the subsequent slides.</a:t>
            </a:r>
          </a:p>
        </p:txBody>
      </p:sp>
      <p:pic>
        <p:nvPicPr>
          <p:cNvPr id="32" name="Graphic 31">
            <a:extLst>
              <a:ext uri="{FF2B5EF4-FFF2-40B4-BE49-F238E27FC236}">
                <a16:creationId xmlns:a16="http://schemas.microsoft.com/office/drawing/2014/main" id="{42E15148-44CB-11E8-5D6E-B273D85B2B33}"/>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488562" y="4285603"/>
            <a:ext cx="432000" cy="432000"/>
          </a:xfrm>
          <a:prstGeom prst="rect">
            <a:avLst/>
          </a:prstGeom>
        </p:spPr>
      </p:pic>
      <p:pic>
        <p:nvPicPr>
          <p:cNvPr id="33" name="Graphic 32">
            <a:extLst>
              <a:ext uri="{FF2B5EF4-FFF2-40B4-BE49-F238E27FC236}">
                <a16:creationId xmlns:a16="http://schemas.microsoft.com/office/drawing/2014/main" id="{A86CDA57-01EC-D592-D83B-61B7D2097E47}"/>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6632169" y="4285603"/>
            <a:ext cx="432000" cy="432000"/>
          </a:xfrm>
          <a:prstGeom prst="rect">
            <a:avLst/>
          </a:prstGeom>
        </p:spPr>
      </p:pic>
      <p:sp>
        <p:nvSpPr>
          <p:cNvPr id="34" name="Footer Placeholder 3">
            <a:extLst>
              <a:ext uri="{FF2B5EF4-FFF2-40B4-BE49-F238E27FC236}">
                <a16:creationId xmlns:a16="http://schemas.microsoft.com/office/drawing/2014/main" id="{71F3695D-BCB6-F1DD-36D5-358F02644B8C}"/>
              </a:ext>
            </a:extLst>
          </p:cNvPr>
          <p:cNvSpPr txBox="1">
            <a:spLocks/>
          </p:cNvSpPr>
          <p:nvPr/>
        </p:nvSpPr>
        <p:spPr>
          <a:xfrm>
            <a:off x="358336" y="6360168"/>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latin typeface="Poppins"/>
              </a:rPr>
              <a:t>Note</a:t>
            </a:r>
            <a:r>
              <a:rPr lang="en-US">
                <a:solidFill>
                  <a:srgbClr val="000000">
                    <a:lumMod val="65000"/>
                    <a:lumOff val="35000"/>
                  </a:srgbClr>
                </a:solidFill>
              </a:rPr>
              <a:t>: GC: Gastric Cancer; GEJ: Gastroesophageal Junction; HCPs: Healthcare Professionals; HEOR: Health Economics Outcomes Research; PD(L)-1: Programmed Death (Ligand)-1; PRO: Patient Reported Outcomes; TAP: Tumor Area Positivity; </a:t>
            </a:r>
            <a:endParaRPr lang="en-US">
              <a:solidFill>
                <a:srgbClr val="000000">
                  <a:lumMod val="65000"/>
                  <a:lumOff val="35000"/>
                </a:srgbClr>
              </a:solidFill>
              <a:highlight>
                <a:srgbClr val="FFFF00"/>
              </a:highlight>
              <a:latin typeface="Poppins"/>
            </a:endParaRPr>
          </a:p>
        </p:txBody>
      </p:sp>
      <p:grpSp>
        <p:nvGrpSpPr>
          <p:cNvPr id="4" name="Group 3">
            <a:extLst>
              <a:ext uri="{FF2B5EF4-FFF2-40B4-BE49-F238E27FC236}">
                <a16:creationId xmlns:a16="http://schemas.microsoft.com/office/drawing/2014/main" id="{57A6A643-E0AE-1E5F-F4AF-CC95C9BB345C}"/>
              </a:ext>
            </a:extLst>
          </p:cNvPr>
          <p:cNvGrpSpPr/>
          <p:nvPr/>
        </p:nvGrpSpPr>
        <p:grpSpPr>
          <a:xfrm>
            <a:off x="-9526" y="-7584"/>
            <a:ext cx="11815014" cy="180000"/>
            <a:chOff x="-9526" y="-7584"/>
            <a:chExt cx="11815014" cy="180000"/>
          </a:xfrm>
        </p:grpSpPr>
        <p:sp>
          <p:nvSpPr>
            <p:cNvPr id="10" name="Rectangle 9">
              <a:extLst>
                <a:ext uri="{FF2B5EF4-FFF2-40B4-BE49-F238E27FC236}">
                  <a16:creationId xmlns:a16="http://schemas.microsoft.com/office/drawing/2014/main" id="{03940856-5D60-5386-1402-B8FF583D6FC9}"/>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11" name="Arrow: Pentagon 10">
              <a:extLst>
                <a:ext uri="{FF2B5EF4-FFF2-40B4-BE49-F238E27FC236}">
                  <a16:creationId xmlns:a16="http://schemas.microsoft.com/office/drawing/2014/main" id="{3A45E1EF-D2E6-7733-61EF-D9F121D5A4E2}"/>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2" name="Arrow: Chevron 11">
              <a:extLst>
                <a:ext uri="{FF2B5EF4-FFF2-40B4-BE49-F238E27FC236}">
                  <a16:creationId xmlns:a16="http://schemas.microsoft.com/office/drawing/2014/main" id="{2CF69011-F3D8-6194-40B7-B141D065EC27}"/>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3" name="Arrow: Chevron 12">
              <a:extLst>
                <a:ext uri="{FF2B5EF4-FFF2-40B4-BE49-F238E27FC236}">
                  <a16:creationId xmlns:a16="http://schemas.microsoft.com/office/drawing/2014/main" id="{C150AB96-2460-8D08-EC80-EA02F4469043}"/>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3" name="Arrow: Chevron 22">
              <a:extLst>
                <a:ext uri="{FF2B5EF4-FFF2-40B4-BE49-F238E27FC236}">
                  <a16:creationId xmlns:a16="http://schemas.microsoft.com/office/drawing/2014/main" id="{AD2B9ECC-6B8A-C81F-9D89-D2DA1802B80C}"/>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1472779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F60E6-333C-3E8D-D93C-600CF27B9CB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787BF48-FB86-DB3E-7AC6-88492021BBEA}"/>
              </a:ext>
            </a:extLst>
          </p:cNvPr>
          <p:cNvGraphicFramePr>
            <a:graphicFrameLocks noChangeAspect="1"/>
          </p:cNvGraphicFramePr>
          <p:nvPr>
            <p:custDataLst>
              <p:tags r:id="rId1"/>
            </p:custDataLst>
            <p:extLst>
              <p:ext uri="{D42A27DB-BD31-4B8C-83A1-F6EECF244321}">
                <p14:modId xmlns:p14="http://schemas.microsoft.com/office/powerpoint/2010/main" val="3415977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F787BF48-FB86-DB3E-7AC6-88492021BB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48ECE3F3-A88B-85F8-337E-144157DC675F}"/>
              </a:ext>
            </a:extLst>
          </p:cNvPr>
          <p:cNvSpPr/>
          <p:nvPr/>
        </p:nvSpPr>
        <p:spPr>
          <a:xfrm>
            <a:off x="8531793" y="6323558"/>
            <a:ext cx="3331161" cy="365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3" name="Title 2">
            <a:extLst>
              <a:ext uri="{FF2B5EF4-FFF2-40B4-BE49-F238E27FC236}">
                <a16:creationId xmlns:a16="http://schemas.microsoft.com/office/drawing/2014/main" id="{B6EA0570-810B-ACAD-F3FC-936305ED06B3}"/>
              </a:ext>
            </a:extLst>
          </p:cNvPr>
          <p:cNvSpPr>
            <a:spLocks noGrp="1"/>
          </p:cNvSpPr>
          <p:nvPr>
            <p:ph type="title"/>
          </p:nvPr>
        </p:nvSpPr>
        <p:spPr>
          <a:xfrm>
            <a:off x="358337" y="271427"/>
            <a:ext cx="11470125" cy="369332"/>
          </a:xfrm>
        </p:spPr>
        <p:txBody>
          <a:bodyPr vert="horz"/>
          <a:lstStyle/>
          <a:p>
            <a:r>
              <a:rPr lang="en-US" sz="2400"/>
              <a:t>High &amp; Medium Priority Evidence Gaps: Advanced/Metastatic GC/GEJ </a:t>
            </a:r>
          </a:p>
        </p:txBody>
      </p:sp>
      <p:graphicFrame>
        <p:nvGraphicFramePr>
          <p:cNvPr id="2" name="Table 1">
            <a:extLst>
              <a:ext uri="{FF2B5EF4-FFF2-40B4-BE49-F238E27FC236}">
                <a16:creationId xmlns:a16="http://schemas.microsoft.com/office/drawing/2014/main" id="{820B06F1-E570-AC6B-996A-30CFF4359917}"/>
              </a:ext>
            </a:extLst>
          </p:cNvPr>
          <p:cNvGraphicFramePr>
            <a:graphicFrameLocks noGrp="1"/>
          </p:cNvGraphicFramePr>
          <p:nvPr>
            <p:extLst>
              <p:ext uri="{D42A27DB-BD31-4B8C-83A1-F6EECF244321}">
                <p14:modId xmlns:p14="http://schemas.microsoft.com/office/powerpoint/2010/main" val="1677401114"/>
              </p:ext>
            </p:extLst>
          </p:nvPr>
        </p:nvGraphicFramePr>
        <p:xfrm>
          <a:off x="358337" y="1283207"/>
          <a:ext cx="11504617" cy="5120640"/>
        </p:xfrm>
        <a:graphic>
          <a:graphicData uri="http://schemas.openxmlformats.org/drawingml/2006/table">
            <a:tbl>
              <a:tblPr firstRow="1" bandRow="1">
                <a:tableStyleId>{073A0DAA-6AF3-43AB-8588-CEC1D06C72B9}</a:tableStyleId>
              </a:tblPr>
              <a:tblGrid>
                <a:gridCol w="1144961">
                  <a:extLst>
                    <a:ext uri="{9D8B030D-6E8A-4147-A177-3AD203B41FA5}">
                      <a16:colId xmlns:a16="http://schemas.microsoft.com/office/drawing/2014/main" val="4274197813"/>
                    </a:ext>
                  </a:extLst>
                </a:gridCol>
                <a:gridCol w="2714346">
                  <a:extLst>
                    <a:ext uri="{9D8B030D-6E8A-4147-A177-3AD203B41FA5}">
                      <a16:colId xmlns:a16="http://schemas.microsoft.com/office/drawing/2014/main" val="23286241"/>
                    </a:ext>
                  </a:extLst>
                </a:gridCol>
                <a:gridCol w="416349">
                  <a:extLst>
                    <a:ext uri="{9D8B030D-6E8A-4147-A177-3AD203B41FA5}">
                      <a16:colId xmlns:a16="http://schemas.microsoft.com/office/drawing/2014/main" val="1645646756"/>
                    </a:ext>
                  </a:extLst>
                </a:gridCol>
                <a:gridCol w="576000">
                  <a:extLst>
                    <a:ext uri="{9D8B030D-6E8A-4147-A177-3AD203B41FA5}">
                      <a16:colId xmlns:a16="http://schemas.microsoft.com/office/drawing/2014/main" val="577262044"/>
                    </a:ext>
                  </a:extLst>
                </a:gridCol>
                <a:gridCol w="5508000">
                  <a:extLst>
                    <a:ext uri="{9D8B030D-6E8A-4147-A177-3AD203B41FA5}">
                      <a16:colId xmlns:a16="http://schemas.microsoft.com/office/drawing/2014/main" val="1382951896"/>
                    </a:ext>
                  </a:extLst>
                </a:gridCol>
                <a:gridCol w="1144961">
                  <a:extLst>
                    <a:ext uri="{9D8B030D-6E8A-4147-A177-3AD203B41FA5}">
                      <a16:colId xmlns:a16="http://schemas.microsoft.com/office/drawing/2014/main" val="3043789844"/>
                    </a:ext>
                  </a:extLst>
                </a:gridCol>
              </a:tblGrid>
              <a:tr h="233628">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rPr>
                        <a:t>Advanced/Metastatic GC/GEJ</a:t>
                      </a:r>
                      <a:endParaRPr lang="en-US" sz="1100" b="1" i="1">
                        <a:solidFill>
                          <a:schemeClr val="bg1"/>
                        </a:solidFill>
                      </a:endParaRPr>
                    </a:p>
                  </a:txBody>
                  <a:tcPr anchor="ctr">
                    <a:solidFill>
                      <a:schemeClr val="tx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233628">
                <a:tc>
                  <a:txBody>
                    <a:bodyPr/>
                    <a:lstStyle/>
                    <a:p>
                      <a:pPr algn="ctr"/>
                      <a:r>
                        <a:rPr lang="en-US" sz="1100" b="1">
                          <a:solidFill>
                            <a:schemeClr val="bg1"/>
                          </a:solidFill>
                        </a:rPr>
                        <a:t>Key Markets</a:t>
                      </a: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rPr>
                        <a:t>High Priority Gaps</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i="0" kern="1200">
                          <a:solidFill>
                            <a:schemeClr val="bg1"/>
                          </a:solidFill>
                          <a:latin typeface="+mn-lt"/>
                          <a:ea typeface="+mn-ea"/>
                          <a:cs typeface="+mn-cs"/>
                        </a:rPr>
                        <a:t>SIs</a:t>
                      </a: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i="0" kern="1200">
                          <a:solidFill>
                            <a:schemeClr val="bg1"/>
                          </a:solidFill>
                          <a:latin typeface="+mn-lt"/>
                          <a:ea typeface="+mn-ea"/>
                          <a:cs typeface="+mn-cs"/>
                        </a:rPr>
                        <a:t>MOs*</a:t>
                      </a: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i="0" kern="1200">
                          <a:solidFill>
                            <a:schemeClr val="bg1"/>
                          </a:solidFill>
                          <a:latin typeface="+mn-lt"/>
                          <a:ea typeface="+mn-ea"/>
                          <a:cs typeface="+mn-cs"/>
                        </a:rPr>
                        <a:t>Strategic Rationale</a:t>
                      </a: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i="0" kern="1200">
                          <a:solidFill>
                            <a:schemeClr val="bg1"/>
                          </a:solidFill>
                          <a:latin typeface="+mn-lt"/>
                          <a:ea typeface="+mn-ea"/>
                          <a:cs typeface="+mn-cs"/>
                        </a:rPr>
                        <a:t>Status</a:t>
                      </a:r>
                    </a:p>
                  </a:txBody>
                  <a:tcPr anchor="ctr">
                    <a:solidFill>
                      <a:schemeClr val="tx2">
                        <a:lumMod val="60000"/>
                        <a:lumOff val="40000"/>
                      </a:schemeClr>
                    </a:solidFill>
                  </a:tcPr>
                </a:tc>
                <a:extLst>
                  <a:ext uri="{0D108BD9-81ED-4DB2-BD59-A6C34878D82A}">
                    <a16:rowId xmlns:a16="http://schemas.microsoft.com/office/drawing/2014/main" val="3378915935"/>
                  </a:ext>
                </a:extLst>
              </a:tr>
              <a:tr h="276026">
                <a:tc rowSpan="2">
                  <a:txBody>
                    <a:bodyPr/>
                    <a:lstStyle/>
                    <a:p>
                      <a:endParaRPr lang="en-US" sz="1000"/>
                    </a:p>
                  </a:txBody>
                  <a:tcP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i="0" kern="1200">
                          <a:solidFill>
                            <a:schemeClr val="dk1"/>
                          </a:solidFill>
                          <a:effectLst/>
                          <a:latin typeface="+mn-lt"/>
                          <a:ea typeface="+mn-ea"/>
                          <a:cs typeface="+mn-cs"/>
                        </a:rPr>
                        <a:t>[1L]: Need for </a:t>
                      </a:r>
                      <a:r>
                        <a:rPr lang="en-GB" sz="900" b="1" i="0" kern="1200">
                          <a:solidFill>
                            <a:schemeClr val="dk1"/>
                          </a:solidFill>
                          <a:effectLst/>
                          <a:latin typeface="+mn-lt"/>
                          <a:ea typeface="+mn-ea"/>
                          <a:cs typeface="+mn-cs"/>
                        </a:rPr>
                        <a:t>safety and efficacy data supporting tislelizumab </a:t>
                      </a:r>
                      <a:r>
                        <a:rPr lang="en-GB" sz="900" b="0" i="0" kern="1200">
                          <a:solidFill>
                            <a:schemeClr val="dk1"/>
                          </a:solidFill>
                          <a:effectLst/>
                          <a:latin typeface="+mn-lt"/>
                          <a:ea typeface="+mn-ea"/>
                          <a:cs typeface="+mn-cs"/>
                        </a:rPr>
                        <a:t>(200mg at Q2W) </a:t>
                      </a:r>
                      <a:r>
                        <a:rPr lang="en-GB" sz="900" b="1" i="0" kern="1200">
                          <a:solidFill>
                            <a:schemeClr val="dk1"/>
                          </a:solidFill>
                          <a:effectLst/>
                          <a:latin typeface="+mn-lt"/>
                          <a:ea typeface="+mn-ea"/>
                          <a:cs typeface="+mn-cs"/>
                        </a:rPr>
                        <a:t>+ SOX </a:t>
                      </a:r>
                      <a:r>
                        <a:rPr lang="en-GB" sz="900" b="0" i="0" kern="1200">
                          <a:solidFill>
                            <a:schemeClr val="dk1"/>
                          </a:solidFill>
                          <a:effectLst/>
                          <a:latin typeface="+mn-lt"/>
                          <a:ea typeface="+mn-ea"/>
                          <a:cs typeface="+mn-cs"/>
                        </a:rPr>
                        <a:t>in a sizable JP population</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Generating safety and efficacy data for tislelizumab + SOX would support regulatory approval and clinical uptake, as SOX is the preferred </a:t>
                      </a:r>
                      <a:r>
                        <a:rPr lang="en-US" sz="900" err="1"/>
                        <a:t>CTx</a:t>
                      </a:r>
                      <a:r>
                        <a:rPr lang="en-US" sz="900"/>
                        <a:t> regimen in Japan, where local data are required for approval. Such local data would help secure broad market access, potentially strengthening reimbursement negotiations with payers.</a:t>
                      </a:r>
                      <a:endParaRPr lang="en-US" sz="900" b="1">
                        <a:highlight>
                          <a:srgbClr val="FFFF00"/>
                        </a:highlight>
                      </a:endParaRPr>
                    </a:p>
                  </a:txBody>
                  <a:tcPr anchor="ctr">
                    <a:solidFill>
                      <a:srgbClr val="E7E7E7"/>
                    </a:solidFill>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Not Addressed</a:t>
                      </a:r>
                    </a:p>
                  </a:txBody>
                  <a:tcPr anchor="ctr"/>
                </a:tc>
                <a:extLst>
                  <a:ext uri="{0D108BD9-81ED-4DB2-BD59-A6C34878D82A}">
                    <a16:rowId xmlns:a16="http://schemas.microsoft.com/office/drawing/2014/main" val="3107489342"/>
                  </a:ext>
                </a:extLst>
              </a:tr>
              <a:tr h="356144">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a:t>
                      </a:r>
                    </a:p>
                  </a:txBody>
                  <a:tcPr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810489342"/>
                  </a:ext>
                </a:extLst>
              </a:tr>
              <a:tr h="276026">
                <a:tc rowSpan="2">
                  <a:txBody>
                    <a:bodyPr/>
                    <a:lstStyle/>
                    <a:p>
                      <a:pPr algn="ctr"/>
                      <a:endParaRPr lang="en-US" sz="1000">
                        <a:highlight>
                          <a:srgbClr val="FFFF00"/>
                        </a:highlight>
                      </a:endParaRP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kern="1200">
                          <a:solidFill>
                            <a:schemeClr val="dk1"/>
                          </a:solidFill>
                          <a:latin typeface="+mn-lt"/>
                          <a:ea typeface="+mn-ea"/>
                          <a:cs typeface="+mn-cs"/>
                        </a:rPr>
                        <a:t>Need for data on tislelizumab </a:t>
                      </a:r>
                      <a:r>
                        <a:rPr lang="en-GB" sz="900" b="1" kern="1200">
                          <a:solidFill>
                            <a:schemeClr val="dk1"/>
                          </a:solidFill>
                          <a:latin typeface="+mn-lt"/>
                          <a:ea typeface="+mn-ea"/>
                          <a:cs typeface="+mn-cs"/>
                        </a:rPr>
                        <a:t>ability to prevent/delay peritoneal metastasis </a:t>
                      </a:r>
                    </a:p>
                  </a:txBody>
                  <a:tcPr anchor="ctr">
                    <a:solidFill>
                      <a:srgbClr val="CBCBCB"/>
                    </a:solidFill>
                  </a:tcPr>
                </a:tc>
                <a:tc>
                  <a:txBody>
                    <a:bodyPr/>
                    <a:lstStyle/>
                    <a:p>
                      <a:endParaRPr lang="en-US" sz="1000"/>
                    </a:p>
                  </a:txBody>
                  <a:tcPr anchor="ctr">
                    <a:solidFill>
                      <a:schemeClr val="accent1"/>
                    </a:solidFill>
                  </a:tcPr>
                </a:tc>
                <a:tc>
                  <a:txBody>
                    <a:bodyPr/>
                    <a:lstStyle/>
                    <a:p>
                      <a:pPr algn="ctr"/>
                      <a:r>
                        <a:rPr lang="en-US" sz="1000" b="0"/>
                        <a:t>1,2</a:t>
                      </a:r>
                    </a:p>
                  </a:txBody>
                  <a:tcPr anchor="ctr">
                    <a:solidFill>
                      <a:srgbClr val="CBCBCB"/>
                    </a:solidFill>
                  </a:tcPr>
                </a:tc>
                <a:tc rowSpan="2">
                  <a:txBody>
                    <a:bodyPr/>
                    <a:lstStyle/>
                    <a:p>
                      <a:r>
                        <a:rPr lang="en-US" sz="900"/>
                        <a:t>Data on tislelizumab’s ability to prevent/delay peritoneal metastases would support differentiation using available evidence as a potential access strategy for specific metastatic options during regulatory approval and relevant payer negotiations while acting as the preferred treatment of choice in the clinical practice.</a:t>
                      </a:r>
                      <a:endParaRPr lang="en-US" sz="900">
                        <a:highlight>
                          <a:srgbClr val="FFFF00"/>
                        </a:highlight>
                      </a:endParaRP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145713688"/>
                  </a:ext>
                </a:extLst>
              </a:tr>
              <a:tr h="356144">
                <a:tc vMerge="1">
                  <a:txBody>
                    <a:bodyPr/>
                    <a:lstStyle/>
                    <a:p>
                      <a:endParaRPr lang="en-US"/>
                    </a:p>
                  </a:txBody>
                  <a:tcPr/>
                </a:tc>
                <a:tc vMerge="1">
                  <a:txBody>
                    <a:bodyPr/>
                    <a:lstStyle/>
                    <a:p>
                      <a:endParaRPr lang="en-US"/>
                    </a:p>
                  </a:txBody>
                  <a:tcPr/>
                </a:tc>
                <a:tc>
                  <a:txBody>
                    <a:bodyPr/>
                    <a:lstStyle/>
                    <a:p>
                      <a:endParaRPr lang="en-US" sz="1000"/>
                    </a:p>
                  </a:txBody>
                  <a:tcPr anchor="ctr">
                    <a:solidFill>
                      <a:schemeClr val="accent4"/>
                    </a:solidFill>
                  </a:tcPr>
                </a:tc>
                <a:tc>
                  <a:txBody>
                    <a:bodyPr/>
                    <a:lstStyle/>
                    <a:p>
                      <a:pPr algn="ctr"/>
                      <a:r>
                        <a:rPr lang="en-US" sz="1000" b="0"/>
                        <a:t>4</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80365647"/>
                  </a:ext>
                </a:extLst>
              </a:tr>
              <a:tr h="4947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highlight>
                          <a:srgbClr val="FFFF00"/>
                        </a:highlight>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effectLst/>
                        </a:rPr>
                        <a:t>Need for data at </a:t>
                      </a:r>
                      <a:r>
                        <a:rPr lang="en-GB" sz="900" b="1">
                          <a:effectLst/>
                        </a:rPr>
                        <a:t>different PD-1 cut-offs (&gt;10%)</a:t>
                      </a:r>
                      <a:endParaRPr lang="en-GB" sz="900" b="1"/>
                    </a:p>
                  </a:txBody>
                  <a:tcPr anchor="ctr">
                    <a:solidFill>
                      <a:srgbClr val="E7E7E7"/>
                    </a:solidFill>
                  </a:tcPr>
                </a:tc>
                <a:tc>
                  <a:txBody>
                    <a:bodyPr/>
                    <a:lstStyle/>
                    <a:p>
                      <a:endParaRPr lang="en-US" sz="1000"/>
                    </a:p>
                  </a:txBody>
                  <a:tcPr anchor="ctr">
                    <a:solidFill>
                      <a:schemeClr val="accent4"/>
                    </a:solidFill>
                  </a:tcPr>
                </a:tc>
                <a:tc>
                  <a:txBody>
                    <a:bodyPr/>
                    <a:lstStyle/>
                    <a:p>
                      <a:pPr algn="ctr"/>
                      <a:r>
                        <a:rPr lang="en-US" sz="1000" b="0"/>
                        <a:t>2,4</a:t>
                      </a:r>
                    </a:p>
                  </a:txBody>
                  <a:tcPr anchor="ctr">
                    <a:solidFill>
                      <a:srgbClr val="E7E7E7"/>
                    </a:solidFill>
                  </a:tcPr>
                </a:tc>
                <a:tc>
                  <a:txBody>
                    <a:bodyPr/>
                    <a:lstStyle/>
                    <a:p>
                      <a:r>
                        <a:rPr lang="en-US" sz="900"/>
                        <a:t>Data on different PD-1 cut-offs (&gt;10%) would enable BeOne to maintain and continue to build solid tumor leadership through improving patient selection and research collaborations that would eventually benefit clinical uptake of tislelizumab. </a:t>
                      </a:r>
                      <a:endParaRPr lang="en-US" sz="900">
                        <a:highlight>
                          <a:srgbClr val="FFFF00"/>
                        </a:highlight>
                      </a:endParaRP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4173716702"/>
                  </a:ext>
                </a:extLst>
              </a:tr>
              <a:tr h="233628">
                <a:tc>
                  <a:txBody>
                    <a:bodyPr/>
                    <a:lstStyle/>
                    <a:p>
                      <a:pPr algn="ctr"/>
                      <a:r>
                        <a:rPr lang="en-US" sz="1100" b="1">
                          <a:solidFill>
                            <a:schemeClr val="bg1"/>
                          </a:solidFill>
                        </a:rPr>
                        <a:t>Key Markets</a:t>
                      </a: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a:solidFill>
                            <a:schemeClr val="bg1"/>
                          </a:solidFill>
                        </a:rPr>
                        <a:t>Medium Priority Gaps</a:t>
                      </a:r>
                    </a:p>
                  </a:txBody>
                  <a:tcPr anchor="c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i="0" kern="1200">
                          <a:solidFill>
                            <a:schemeClr val="bg1"/>
                          </a:solidFill>
                          <a:latin typeface="+mn-lt"/>
                          <a:ea typeface="+mn-ea"/>
                          <a:cs typeface="+mn-cs"/>
                        </a:rPr>
                        <a:t>SIs</a:t>
                      </a: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b="1" i="0" kern="1200">
                        <a:solidFill>
                          <a:schemeClr val="bg1"/>
                        </a:solidFill>
                        <a:latin typeface="+mn-lt"/>
                        <a:ea typeface="+mn-ea"/>
                        <a:cs typeface="+mn-cs"/>
                      </a:endParaRP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i="0" kern="1200">
                          <a:solidFill>
                            <a:schemeClr val="bg1"/>
                          </a:solidFill>
                          <a:latin typeface="+mn-lt"/>
                          <a:ea typeface="+mn-ea"/>
                          <a:cs typeface="+mn-cs"/>
                        </a:rPr>
                        <a:t>Strategic Rationale</a:t>
                      </a: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b="1" i="0" kern="1200">
                          <a:solidFill>
                            <a:schemeClr val="bg1"/>
                          </a:solidFill>
                          <a:latin typeface="+mn-lt"/>
                          <a:ea typeface="+mn-ea"/>
                          <a:cs typeface="+mn-cs"/>
                        </a:rPr>
                        <a:t>Status</a:t>
                      </a:r>
                    </a:p>
                  </a:txBody>
                  <a:tcPr anchor="ctr">
                    <a:solidFill>
                      <a:schemeClr val="tx2">
                        <a:lumMod val="60000"/>
                        <a:lumOff val="40000"/>
                      </a:schemeClr>
                    </a:solidFill>
                  </a:tcPr>
                </a:tc>
                <a:extLst>
                  <a:ext uri="{0D108BD9-81ED-4DB2-BD59-A6C34878D82A}">
                    <a16:rowId xmlns:a16="http://schemas.microsoft.com/office/drawing/2014/main" val="1682647938"/>
                  </a:ext>
                </a:extLst>
              </a:tr>
              <a:tr h="38862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highlight>
                          <a:srgbClr val="FFFF00"/>
                        </a:highlight>
                      </a:endParaRP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Need for </a:t>
                      </a:r>
                      <a:r>
                        <a:rPr lang="en-GB" sz="900" b="1"/>
                        <a:t>data on intraperitoneal administration of PD-1 inhibitors </a:t>
                      </a:r>
                      <a:r>
                        <a:rPr lang="en-GB" sz="900"/>
                        <a:t>(combination of PD-1 inhibitors with intraperitoneal chemo or targeted therapies)</a:t>
                      </a:r>
                      <a:endParaRPr lang="en-US" sz="9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1,2</a:t>
                      </a: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kern="1200">
                          <a:solidFill>
                            <a:schemeClr val="dk1"/>
                          </a:solidFill>
                          <a:latin typeface="+mn-lt"/>
                          <a:ea typeface="+mn-ea"/>
                          <a:cs typeface="+mn-cs"/>
                        </a:rPr>
                        <a:t>Data on intraperitoneal PD-1 delivery could unlock new treatment options for patients with peritoneal involvement, helping drive differentiation for tislelizumab in GC. This may also support access discussions by demonstrating clinical innovation and value in a difficult-to-treat population, while reinforcing tislelizumab's role in novel combination strategies</a:t>
                      </a:r>
                      <a:endParaRPr lang="en-US" sz="900" kern="1200">
                        <a:solidFill>
                          <a:schemeClr val="dk1"/>
                        </a:solidFill>
                        <a:latin typeface="+mn-lt"/>
                        <a:ea typeface="+mn-ea"/>
                        <a:cs typeface="+mn-cs"/>
                      </a:endParaRPr>
                    </a:p>
                  </a:txBody>
                  <a:tcPr anchor="ctr">
                    <a:solidFill>
                      <a:srgbClr val="CBCBCB"/>
                    </a:solidFill>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Not Addressed</a:t>
                      </a:r>
                    </a:p>
                  </a:txBody>
                  <a:tcPr anchor="ctr"/>
                </a:tc>
                <a:extLst>
                  <a:ext uri="{0D108BD9-81ED-4DB2-BD59-A6C34878D82A}">
                    <a16:rowId xmlns:a16="http://schemas.microsoft.com/office/drawing/2014/main" val="1245802233"/>
                  </a:ext>
                </a:extLst>
              </a:tr>
              <a:tr h="38862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2</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650063654"/>
                  </a:ext>
                </a:extLst>
              </a:tr>
              <a:tr h="6321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highlight>
                          <a:srgbClr val="FFFF00"/>
                        </a:highlight>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solidFill>
                            <a:schemeClr val="tx1"/>
                          </a:solidFill>
                          <a:effectLst/>
                        </a:rPr>
                        <a:t>Need for </a:t>
                      </a:r>
                      <a:r>
                        <a:rPr lang="en-GB" sz="900" b="1">
                          <a:solidFill>
                            <a:schemeClr val="tx1"/>
                          </a:solidFill>
                          <a:effectLst/>
                        </a:rPr>
                        <a:t>evidence quantifying efficacy benefit (</a:t>
                      </a:r>
                      <a:r>
                        <a:rPr lang="en-GB" sz="900" b="1" err="1">
                          <a:solidFill>
                            <a:schemeClr val="tx1"/>
                          </a:solidFill>
                          <a:effectLst/>
                        </a:rPr>
                        <a:t>e.g</a:t>
                      </a:r>
                      <a:r>
                        <a:rPr lang="en-GB" sz="900" b="1">
                          <a:solidFill>
                            <a:schemeClr val="tx1"/>
                          </a:solidFill>
                          <a:effectLst/>
                        </a:rPr>
                        <a:t>, via OS2) in later lines of therapy (2L+)</a:t>
                      </a:r>
                      <a:r>
                        <a:rPr lang="en-GB" sz="900">
                          <a:solidFill>
                            <a:schemeClr val="tx1"/>
                          </a:solidFill>
                          <a:effectLst/>
                        </a:rPr>
                        <a:t> if tislelizumab used in earlier lines vs other PD-1</a:t>
                      </a:r>
                      <a:endParaRPr kumimoji="0" lang="en-GB" sz="900" b="0" i="0" u="none" strike="noStrike" kern="1200" cap="none" spc="0" normalizeH="0" baseline="0" noProof="0">
                        <a:ln>
                          <a:noFill/>
                        </a:ln>
                        <a:solidFill>
                          <a:schemeClr val="tx1"/>
                        </a:solidFill>
                        <a:effectLst/>
                        <a:uLnTx/>
                        <a:uFillTx/>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1,2</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Quantifying the efficacy benefit in later lines of therapy creates a strong efficacy rationale for moving tislelizumab to earlier-line settings, justifying investment in frontline. OS2 data could potentially help demonstrate continued benefit of tislelizumab, supporting regulatory approvals and payer negotiations.</a:t>
                      </a:r>
                    </a:p>
                  </a:txBody>
                  <a:tcPr anchor="ctr">
                    <a:solidFill>
                      <a:srgbClr val="E7E7E7"/>
                    </a:solidFill>
                  </a:tcPr>
                </a:tc>
                <a:tc vMerge="1">
                  <a:txBody>
                    <a:bodyPr/>
                    <a:lstStyle/>
                    <a:p>
                      <a:endParaRPr/>
                    </a:p>
                  </a:txBody>
                  <a:tcPr anchor="ctr"/>
                </a:tc>
                <a:extLst>
                  <a:ext uri="{0D108BD9-81ED-4DB2-BD59-A6C34878D82A}">
                    <a16:rowId xmlns:a16="http://schemas.microsoft.com/office/drawing/2014/main" val="1474656392"/>
                  </a:ext>
                </a:extLst>
              </a:tr>
              <a:tr h="4947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highlight>
                          <a:srgbClr val="FFFF00"/>
                        </a:highlight>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tx1"/>
                          </a:solidFill>
                          <a:effectLst/>
                          <a:uLnTx/>
                          <a:uFillTx/>
                          <a:latin typeface="+mn-lt"/>
                          <a:ea typeface="+mn-ea"/>
                          <a:cs typeface="+mn-cs"/>
                        </a:rPr>
                        <a:t>Data in </a:t>
                      </a:r>
                      <a:r>
                        <a:rPr kumimoji="0" lang="en-GB" sz="900" b="1" i="0" u="none" strike="noStrike" kern="1200" cap="none" spc="0" normalizeH="0" baseline="0" noProof="0">
                          <a:ln>
                            <a:noFill/>
                          </a:ln>
                          <a:solidFill>
                            <a:schemeClr val="tx1"/>
                          </a:solidFill>
                          <a:effectLst/>
                          <a:uLnTx/>
                          <a:uFillTx/>
                          <a:latin typeface="+mn-lt"/>
                          <a:ea typeface="+mn-ea"/>
                          <a:cs typeface="+mn-cs"/>
                        </a:rPr>
                        <a:t>elderly/frail and populations </a:t>
                      </a:r>
                      <a:r>
                        <a:rPr kumimoji="0" lang="en-GB" sz="900" b="0" i="0" u="none" strike="noStrike" kern="1200" cap="none" spc="0" normalizeH="0" baseline="0" noProof="0">
                          <a:ln>
                            <a:noFill/>
                          </a:ln>
                          <a:solidFill>
                            <a:schemeClr val="tx1"/>
                          </a:solidFill>
                          <a:effectLst/>
                          <a:uLnTx/>
                          <a:uFillTx/>
                          <a:latin typeface="+mn-lt"/>
                          <a:ea typeface="+mn-ea"/>
                          <a:cs typeface="+mn-cs"/>
                        </a:rPr>
                        <a:t>with comorbidities</a:t>
                      </a:r>
                      <a:endParaRPr lang="en-GB" sz="900" i="0" kern="1200">
                        <a:solidFill>
                          <a:schemeClr val="bg1">
                            <a:lumMod val="50000"/>
                          </a:schemeClr>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1,2</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As older/frail and comorbid patients are often underrepresented in clinical trials, relevant data could be used to inform treatment decisions in everyday practice and strengthen HCP confidence in using tislelizumab over other available treatment options.</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3136432596"/>
                  </a:ext>
                </a:extLst>
              </a:tr>
              <a:tr h="576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highlight>
                          <a:srgbClr val="FFFF00"/>
                        </a:highlight>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Need for evidence of the </a:t>
                      </a:r>
                      <a:r>
                        <a:rPr kumimoji="0" lang="en-US" sz="900" b="1" i="0" u="none" strike="noStrike" kern="1200" cap="none" spc="0" normalizeH="0" baseline="0" noProof="0">
                          <a:ln>
                            <a:noFill/>
                          </a:ln>
                          <a:solidFill>
                            <a:srgbClr val="000000"/>
                          </a:solidFill>
                          <a:effectLst/>
                          <a:uLnTx/>
                          <a:uFillTx/>
                          <a:latin typeface="+mn-lt"/>
                          <a:ea typeface="+mn-ea"/>
                          <a:cs typeface="+mn-cs"/>
                        </a:rPr>
                        <a:t>impact of external confounders </a:t>
                      </a:r>
                      <a:r>
                        <a:rPr kumimoji="0" lang="en-US" sz="900" b="0" i="0" u="none" strike="noStrike" kern="1200" cap="none" spc="0" normalizeH="0" baseline="0" noProof="0">
                          <a:ln>
                            <a:noFill/>
                          </a:ln>
                          <a:solidFill>
                            <a:srgbClr val="000000"/>
                          </a:solidFill>
                          <a:effectLst/>
                          <a:uLnTx/>
                          <a:uFillTx/>
                          <a:latin typeface="+mn-lt"/>
                          <a:ea typeface="+mn-ea"/>
                          <a:cs typeface="+mn-cs"/>
                        </a:rPr>
                        <a:t>on the performance of </a:t>
                      </a:r>
                      <a:r>
                        <a:rPr kumimoji="0" lang="en-US" sz="900" b="1" i="0" u="none" strike="noStrike" kern="1200" cap="none" spc="0" normalizeH="0" baseline="0" noProof="0">
                          <a:ln>
                            <a:noFill/>
                          </a:ln>
                          <a:solidFill>
                            <a:srgbClr val="000000"/>
                          </a:solidFill>
                          <a:effectLst/>
                          <a:uLnTx/>
                          <a:uFillTx/>
                          <a:latin typeface="+mn-lt"/>
                          <a:ea typeface="+mn-ea"/>
                          <a:cs typeface="+mn-cs"/>
                        </a:rPr>
                        <a:t>RN-305</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4</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tx1"/>
                          </a:solidFill>
                          <a:latin typeface="+mn-lt"/>
                          <a:ea typeface="+mn-ea"/>
                          <a:cs typeface="+mn-cs"/>
                        </a:rPr>
                        <a:t>Evidence to demonstrate the impact of external cofounders (e.g., COVID-19 pandemic) on tislelizumab’s clinical efficacy, potentially explaining the lack of separation in KM-curves in RN-305. Such data would enable </a:t>
                      </a:r>
                      <a:r>
                        <a:rPr lang="en-US" sz="900" b="0" i="0" kern="1200" err="1">
                          <a:solidFill>
                            <a:schemeClr val="tx1"/>
                          </a:solidFill>
                          <a:latin typeface="+mn-lt"/>
                          <a:ea typeface="+mn-ea"/>
                          <a:cs typeface="+mn-cs"/>
                        </a:rPr>
                        <a:t>BeOne</a:t>
                      </a:r>
                      <a:r>
                        <a:rPr lang="en-US" sz="900" b="0" i="0" kern="1200">
                          <a:solidFill>
                            <a:schemeClr val="tx1"/>
                          </a:solidFill>
                          <a:latin typeface="+mn-lt"/>
                          <a:ea typeface="+mn-ea"/>
                          <a:cs typeface="+mn-cs"/>
                        </a:rPr>
                        <a:t> to maintain and continue to build its solid tumor leadership through demonstrating an increased clinical benefit of tislelizumab.</a:t>
                      </a: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tx1"/>
                        </a:solidFill>
                        <a:latin typeface="+mn-lt"/>
                        <a:ea typeface="+mn-ea"/>
                        <a:cs typeface="+mn-cs"/>
                      </a:endParaRPr>
                    </a:p>
                  </a:txBody>
                  <a:tcPr anchor="ctr"/>
                </a:tc>
                <a:extLst>
                  <a:ext uri="{0D108BD9-81ED-4DB2-BD59-A6C34878D82A}">
                    <a16:rowId xmlns:a16="http://schemas.microsoft.com/office/drawing/2014/main" val="303631650"/>
                  </a:ext>
                </a:extLst>
              </a:tr>
            </a:tbl>
          </a:graphicData>
        </a:graphic>
      </p:graphicFrame>
      <p:sp>
        <p:nvSpPr>
          <p:cNvPr id="7" name="Oval 6">
            <a:extLst>
              <a:ext uri="{FF2B5EF4-FFF2-40B4-BE49-F238E27FC236}">
                <a16:creationId xmlns:a16="http://schemas.microsoft.com/office/drawing/2014/main" id="{E7913E59-D4F5-C828-B56E-C24574F892F3}"/>
              </a:ext>
            </a:extLst>
          </p:cNvPr>
          <p:cNvSpPr/>
          <p:nvPr/>
        </p:nvSpPr>
        <p:spPr>
          <a:xfrm>
            <a:off x="802661" y="4083491"/>
            <a:ext cx="301752" cy="301752"/>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pic>
        <p:nvPicPr>
          <p:cNvPr id="8" name="Picture 7" descr="A red circle with white circle in center&#10;&#10;AI-generated content may be incorrect.">
            <a:extLst>
              <a:ext uri="{FF2B5EF4-FFF2-40B4-BE49-F238E27FC236}">
                <a16:creationId xmlns:a16="http://schemas.microsoft.com/office/drawing/2014/main" id="{AE27AA3A-C530-94DE-614E-B265873A7136}"/>
              </a:ext>
            </a:extLst>
          </p:cNvPr>
          <p:cNvPicPr>
            <a:picLocks noChangeAspect="1"/>
          </p:cNvPicPr>
          <p:nvPr/>
        </p:nvPicPr>
        <p:blipFill>
          <a:blip r:embed="rId6"/>
          <a:stretch>
            <a:fillRect/>
          </a:stretch>
        </p:blipFill>
        <p:spPr>
          <a:xfrm>
            <a:off x="802661" y="1985943"/>
            <a:ext cx="301752" cy="304355"/>
          </a:xfrm>
          <a:prstGeom prst="rect">
            <a:avLst/>
          </a:prstGeom>
        </p:spPr>
      </p:pic>
      <p:pic>
        <p:nvPicPr>
          <p:cNvPr id="26" name="Graphic 25">
            <a:extLst>
              <a:ext uri="{FF2B5EF4-FFF2-40B4-BE49-F238E27FC236}">
                <a16:creationId xmlns:a16="http://schemas.microsoft.com/office/drawing/2014/main" id="{0354BE7E-393F-D47D-777C-B7453044258D}"/>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5563" y="3965558"/>
            <a:ext cx="288000" cy="288000"/>
          </a:xfrm>
          <a:prstGeom prst="rect">
            <a:avLst/>
          </a:prstGeom>
        </p:spPr>
      </p:pic>
      <p:sp>
        <p:nvSpPr>
          <p:cNvPr id="27" name="Left Bracket 26">
            <a:extLst>
              <a:ext uri="{FF2B5EF4-FFF2-40B4-BE49-F238E27FC236}">
                <a16:creationId xmlns:a16="http://schemas.microsoft.com/office/drawing/2014/main" id="{F7533230-AA25-7385-BB8B-BDC97A8C5F96}"/>
              </a:ext>
            </a:extLst>
          </p:cNvPr>
          <p:cNvSpPr/>
          <p:nvPr/>
        </p:nvSpPr>
        <p:spPr>
          <a:xfrm>
            <a:off x="274776" y="1895558"/>
            <a:ext cx="84879" cy="4428000"/>
          </a:xfrm>
          <a:prstGeom prst="leftBracket">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1" name="Graphic 30">
            <a:extLst>
              <a:ext uri="{FF2B5EF4-FFF2-40B4-BE49-F238E27FC236}">
                <a16:creationId xmlns:a16="http://schemas.microsoft.com/office/drawing/2014/main" id="{41E4DC4C-5145-6E65-E60E-59DC527F1322}"/>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88945" y="2581731"/>
            <a:ext cx="329184" cy="329184"/>
          </a:xfrm>
          <a:prstGeom prst="rect">
            <a:avLst/>
          </a:prstGeom>
        </p:spPr>
      </p:pic>
      <p:pic>
        <p:nvPicPr>
          <p:cNvPr id="32" name="Graphic 31">
            <a:extLst>
              <a:ext uri="{FF2B5EF4-FFF2-40B4-BE49-F238E27FC236}">
                <a16:creationId xmlns:a16="http://schemas.microsoft.com/office/drawing/2014/main" id="{10E7AE12-A649-4E90-3609-019BCAF12CA3}"/>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88945" y="3190239"/>
            <a:ext cx="329184" cy="329184"/>
          </a:xfrm>
          <a:prstGeom prst="rect">
            <a:avLst/>
          </a:prstGeom>
        </p:spPr>
      </p:pic>
      <p:pic>
        <p:nvPicPr>
          <p:cNvPr id="36" name="Graphic 35">
            <a:extLst>
              <a:ext uri="{FF2B5EF4-FFF2-40B4-BE49-F238E27FC236}">
                <a16:creationId xmlns:a16="http://schemas.microsoft.com/office/drawing/2014/main" id="{D49BD10C-90D8-C252-45C0-5FBA0AFD2FFF}"/>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88945" y="5341462"/>
            <a:ext cx="329184" cy="329184"/>
          </a:xfrm>
          <a:prstGeom prst="rect">
            <a:avLst/>
          </a:prstGeom>
        </p:spPr>
      </p:pic>
      <p:pic>
        <p:nvPicPr>
          <p:cNvPr id="37" name="Graphic 36">
            <a:extLst>
              <a:ext uri="{FF2B5EF4-FFF2-40B4-BE49-F238E27FC236}">
                <a16:creationId xmlns:a16="http://schemas.microsoft.com/office/drawing/2014/main" id="{7B6512A5-F710-A687-9F5B-D88B409C4668}"/>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88945" y="5882437"/>
            <a:ext cx="329184" cy="329184"/>
          </a:xfrm>
          <a:prstGeom prst="rect">
            <a:avLst/>
          </a:prstGeom>
        </p:spPr>
      </p:pic>
      <p:grpSp>
        <p:nvGrpSpPr>
          <p:cNvPr id="29" name="Group 28">
            <a:extLst>
              <a:ext uri="{FF2B5EF4-FFF2-40B4-BE49-F238E27FC236}">
                <a16:creationId xmlns:a16="http://schemas.microsoft.com/office/drawing/2014/main" id="{77C82090-6994-6159-1BBF-8A47EEF9229B}"/>
              </a:ext>
            </a:extLst>
          </p:cNvPr>
          <p:cNvGrpSpPr/>
          <p:nvPr/>
        </p:nvGrpSpPr>
        <p:grpSpPr>
          <a:xfrm>
            <a:off x="5387786" y="687287"/>
            <a:ext cx="6454552" cy="582211"/>
            <a:chOff x="5034616" y="687287"/>
            <a:chExt cx="6454552" cy="582211"/>
          </a:xfrm>
        </p:grpSpPr>
        <p:grpSp>
          <p:nvGrpSpPr>
            <p:cNvPr id="5" name="Group 4">
              <a:extLst>
                <a:ext uri="{FF2B5EF4-FFF2-40B4-BE49-F238E27FC236}">
                  <a16:creationId xmlns:a16="http://schemas.microsoft.com/office/drawing/2014/main" id="{3E1289D7-B7E5-3F47-D374-EC06804347BF}"/>
                </a:ext>
              </a:extLst>
            </p:cNvPr>
            <p:cNvGrpSpPr/>
            <p:nvPr/>
          </p:nvGrpSpPr>
          <p:grpSpPr>
            <a:xfrm>
              <a:off x="5034616" y="730889"/>
              <a:ext cx="4876763" cy="538609"/>
              <a:chOff x="7315237" y="702314"/>
              <a:chExt cx="4876763" cy="538609"/>
            </a:xfrm>
          </p:grpSpPr>
          <p:grpSp>
            <p:nvGrpSpPr>
              <p:cNvPr id="16" name="Group 15">
                <a:extLst>
                  <a:ext uri="{FF2B5EF4-FFF2-40B4-BE49-F238E27FC236}">
                    <a16:creationId xmlns:a16="http://schemas.microsoft.com/office/drawing/2014/main" id="{49C37FEC-0090-414D-FEEF-97C0C6CE99E4}"/>
                  </a:ext>
                </a:extLst>
              </p:cNvPr>
              <p:cNvGrpSpPr/>
              <p:nvPr/>
            </p:nvGrpSpPr>
            <p:grpSpPr>
              <a:xfrm>
                <a:off x="7636378" y="702314"/>
                <a:ext cx="4555622" cy="538609"/>
                <a:chOff x="8842110" y="702314"/>
                <a:chExt cx="4555622" cy="538609"/>
              </a:xfrm>
            </p:grpSpPr>
            <p:sp>
              <p:nvSpPr>
                <p:cNvPr id="20" name="TextBox 19">
                  <a:extLst>
                    <a:ext uri="{FF2B5EF4-FFF2-40B4-BE49-F238E27FC236}">
                      <a16:creationId xmlns:a16="http://schemas.microsoft.com/office/drawing/2014/main" id="{05D2AF8E-59A2-1496-4BA9-BD1698FCD769}"/>
                    </a:ext>
                  </a:extLst>
                </p:cNvPr>
                <p:cNvSpPr txBox="1"/>
                <p:nvPr/>
              </p:nvSpPr>
              <p:spPr>
                <a:xfrm>
                  <a:off x="8842110" y="702314"/>
                  <a:ext cx="4555622"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Poppins"/>
                    <a:ea typeface="+mn-ea"/>
                    <a:cs typeface="+mn-cs"/>
                  </a:endParaRPr>
                </a:p>
                <a:p>
                  <a:pPr lvl="0">
                    <a:spcAft>
                      <a:spcPts val="100"/>
                    </a:spcAf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lang="en-US" sz="900">
                      <a:solidFill>
                        <a:srgbClr val="000000"/>
                      </a:solidFill>
                    </a:rPr>
                    <a:t> Gaps for which tactics were developed during WS (May ‘25)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21" name="Graphic 20">
                  <a:extLst>
                    <a:ext uri="{FF2B5EF4-FFF2-40B4-BE49-F238E27FC236}">
                      <a16:creationId xmlns:a16="http://schemas.microsoft.com/office/drawing/2014/main" id="{16A8D613-FCB5-8EF6-494D-BB46E12B3BAB}"/>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9142249" y="950352"/>
                  <a:ext cx="216000" cy="216000"/>
                </a:xfrm>
                <a:prstGeom prst="rect">
                  <a:avLst/>
                </a:prstGeom>
              </p:spPr>
            </p:pic>
          </p:grpSp>
          <p:sp>
            <p:nvSpPr>
              <p:cNvPr id="18" name="TextBox 17">
                <a:extLst>
                  <a:ext uri="{FF2B5EF4-FFF2-40B4-BE49-F238E27FC236}">
                    <a16:creationId xmlns:a16="http://schemas.microsoft.com/office/drawing/2014/main" id="{0BE46153-4BC5-8DB6-AD5A-A0E1BC2AD645}"/>
                  </a:ext>
                </a:extLst>
              </p:cNvPr>
              <p:cNvSpPr txBox="1"/>
              <p:nvPr/>
            </p:nvSpPr>
            <p:spPr>
              <a:xfrm>
                <a:off x="7315237" y="917758"/>
                <a:ext cx="837280"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nvGrpSpPr>
            <p:cNvPr id="22" name="Group 21">
              <a:extLst>
                <a:ext uri="{FF2B5EF4-FFF2-40B4-BE49-F238E27FC236}">
                  <a16:creationId xmlns:a16="http://schemas.microsoft.com/office/drawing/2014/main" id="{2AF9F98F-2ABE-EF83-7D85-8A94182E7845}"/>
                </a:ext>
              </a:extLst>
            </p:cNvPr>
            <p:cNvGrpSpPr/>
            <p:nvPr/>
          </p:nvGrpSpPr>
          <p:grpSpPr>
            <a:xfrm>
              <a:off x="5034617" y="687287"/>
              <a:ext cx="6454551" cy="323165"/>
              <a:chOff x="9702263" y="10164"/>
              <a:chExt cx="6636476" cy="323165"/>
            </a:xfrm>
          </p:grpSpPr>
          <p:sp>
            <p:nvSpPr>
              <p:cNvPr id="23" name="TextBox 22">
                <a:extLst>
                  <a:ext uri="{FF2B5EF4-FFF2-40B4-BE49-F238E27FC236}">
                    <a16:creationId xmlns:a16="http://schemas.microsoft.com/office/drawing/2014/main" id="{9C42C086-7790-A15F-3333-F102F904D8B5}"/>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24" name="Rectangle 23">
                <a:extLst>
                  <a:ext uri="{FF2B5EF4-FFF2-40B4-BE49-F238E27FC236}">
                    <a16:creationId xmlns:a16="http://schemas.microsoft.com/office/drawing/2014/main" id="{A45141BC-4FF6-3E57-13F3-4ECFD2BCAA30}"/>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5" name="Rectangle 24">
                <a:extLst>
                  <a:ext uri="{FF2B5EF4-FFF2-40B4-BE49-F238E27FC236}">
                    <a16:creationId xmlns:a16="http://schemas.microsoft.com/office/drawing/2014/main" id="{875801AE-C5ED-C83B-AE8F-E75DBA5C4278}"/>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8" name="Rectangle 27">
                <a:extLst>
                  <a:ext uri="{FF2B5EF4-FFF2-40B4-BE49-F238E27FC236}">
                    <a16:creationId xmlns:a16="http://schemas.microsoft.com/office/drawing/2014/main" id="{98A7A051-9245-5248-FA3D-84FFB7DD327A}"/>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sp>
        <p:nvSpPr>
          <p:cNvPr id="14" name="Footer Placeholder 3">
            <a:extLst>
              <a:ext uri="{FF2B5EF4-FFF2-40B4-BE49-F238E27FC236}">
                <a16:creationId xmlns:a16="http://schemas.microsoft.com/office/drawing/2014/main" id="{48705942-3678-1C44-8C77-0D1A46345458}"/>
              </a:ext>
            </a:extLst>
          </p:cNvPr>
          <p:cNvSpPr txBox="1">
            <a:spLocks/>
          </p:cNvSpPr>
          <p:nvPr/>
        </p:nvSpPr>
        <p:spPr>
          <a:xfrm>
            <a:off x="358336" y="6475303"/>
            <a:ext cx="11484002"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t>Note:</a:t>
            </a:r>
            <a:r>
              <a:rPr lang="en-GB"/>
              <a:t> * Medical Objectives: </a:t>
            </a:r>
            <a:r>
              <a:rPr lang="en-GB" b="1"/>
              <a:t>Drive Differentiation:</a:t>
            </a:r>
            <a:r>
              <a:rPr lang="en-GB"/>
              <a:t> 1. Evidence-Based Differentiation 2. Communicate One Scientific Story 3. Competitive Medical Mindset 4. </a:t>
            </a:r>
            <a:r>
              <a:rPr lang="en-GB" err="1"/>
              <a:t>BeOne</a:t>
            </a:r>
            <a:r>
              <a:rPr lang="en-GB"/>
              <a:t> Experience; </a:t>
            </a:r>
            <a:r>
              <a:rPr lang="en-GB" b="1"/>
              <a:t>Secure Broad Access: </a:t>
            </a:r>
            <a:r>
              <a:rPr lang="en-GB"/>
              <a:t>1. Integrated Evidence Generation 2. Support Market Access 3. Expanded Access Program; </a:t>
            </a:r>
            <a:r>
              <a:rPr lang="en-GB" b="1"/>
              <a:t>Build Solid </a:t>
            </a:r>
            <a:r>
              <a:rPr lang="en-GB" b="1" err="1"/>
              <a:t>Tumor</a:t>
            </a:r>
            <a:r>
              <a:rPr lang="en-GB" b="1"/>
              <a:t> Leadership: </a:t>
            </a:r>
            <a:r>
              <a:rPr lang="en-GB"/>
              <a:t>1. KOL Engagement and Advocacy 2. Research Collaboration 3. Solid </a:t>
            </a:r>
            <a:r>
              <a:rPr lang="en-GB" err="1"/>
              <a:t>Tumor</a:t>
            </a:r>
            <a:r>
              <a:rPr lang="en-GB"/>
              <a:t> Awareness 4. Maintain and Continue to Build</a:t>
            </a:r>
            <a:endParaRPr lang="en-US"/>
          </a:p>
          <a:p>
            <a:pPr>
              <a:defRPr/>
            </a:pPr>
            <a:r>
              <a:rPr lang="en-US">
                <a:solidFill>
                  <a:srgbClr val="000000">
                    <a:lumMod val="65000"/>
                    <a:lumOff val="35000"/>
                  </a:srgbClr>
                </a:solidFill>
              </a:rPr>
              <a:t>Abbreviations: </a:t>
            </a:r>
            <a:r>
              <a:rPr lang="en-US" err="1">
                <a:solidFill>
                  <a:srgbClr val="000000">
                    <a:lumMod val="65000"/>
                    <a:lumOff val="35000"/>
                  </a:srgbClr>
                </a:solidFill>
              </a:rPr>
              <a:t>CTx</a:t>
            </a:r>
            <a:r>
              <a:rPr lang="en-US">
                <a:solidFill>
                  <a:srgbClr val="000000">
                    <a:lumMod val="65000"/>
                    <a:lumOff val="35000"/>
                  </a:srgbClr>
                </a:solidFill>
              </a:rPr>
              <a:t>: Chemotherapy; GC: Gastric Cancer; GEJ: Gastroesophageal Junction; HCPs Healthcare Professional; HEOR: Health Economics Outcomes Research; OS2: Overall Survival 2;PD-1: Programmed Death Protein-1; SIs: Strategic Imperatives; SOX: S-1 (Tegafur, </a:t>
            </a:r>
            <a:r>
              <a:rPr lang="en-US" err="1">
                <a:solidFill>
                  <a:srgbClr val="000000">
                    <a:lumMod val="65000"/>
                    <a:lumOff val="35000"/>
                  </a:srgbClr>
                </a:solidFill>
              </a:rPr>
              <a:t>Gimeracil</a:t>
            </a:r>
            <a:r>
              <a:rPr lang="en-US">
                <a:solidFill>
                  <a:srgbClr val="000000">
                    <a:lumMod val="65000"/>
                    <a:lumOff val="35000"/>
                  </a:srgbClr>
                </a:solidFill>
              </a:rPr>
              <a:t>, </a:t>
            </a:r>
            <a:r>
              <a:rPr lang="en-US" err="1">
                <a:solidFill>
                  <a:srgbClr val="000000">
                    <a:lumMod val="65000"/>
                    <a:lumOff val="35000"/>
                  </a:srgbClr>
                </a:solidFill>
              </a:rPr>
              <a:t>Oteracil</a:t>
            </a:r>
            <a:r>
              <a:rPr lang="en-US">
                <a:solidFill>
                  <a:srgbClr val="000000">
                    <a:lumMod val="65000"/>
                    <a:lumOff val="35000"/>
                  </a:srgbClr>
                </a:solidFill>
              </a:rPr>
              <a:t> potassium) Oxaliplatin</a:t>
            </a:r>
            <a:endParaRPr lang="en-US">
              <a:solidFill>
                <a:srgbClr val="000000">
                  <a:lumMod val="65000"/>
                  <a:lumOff val="35000"/>
                </a:srgbClr>
              </a:solidFill>
              <a:latin typeface="Poppins"/>
            </a:endParaRPr>
          </a:p>
        </p:txBody>
      </p:sp>
      <p:pic>
        <p:nvPicPr>
          <p:cNvPr id="15" name="Graphic 14">
            <a:extLst>
              <a:ext uri="{FF2B5EF4-FFF2-40B4-BE49-F238E27FC236}">
                <a16:creationId xmlns:a16="http://schemas.microsoft.com/office/drawing/2014/main" id="{47DFAA10-EDC0-E144-33E9-AFAD3DC1B04A}"/>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88945" y="4796623"/>
            <a:ext cx="329184" cy="329184"/>
          </a:xfrm>
          <a:prstGeom prst="rect">
            <a:avLst/>
          </a:prstGeom>
        </p:spPr>
      </p:pic>
      <p:grpSp>
        <p:nvGrpSpPr>
          <p:cNvPr id="4" name="Group 3">
            <a:extLst>
              <a:ext uri="{FF2B5EF4-FFF2-40B4-BE49-F238E27FC236}">
                <a16:creationId xmlns:a16="http://schemas.microsoft.com/office/drawing/2014/main" id="{5290F442-4759-74D5-6F2F-17DAF1FEB203}"/>
              </a:ext>
            </a:extLst>
          </p:cNvPr>
          <p:cNvGrpSpPr/>
          <p:nvPr/>
        </p:nvGrpSpPr>
        <p:grpSpPr>
          <a:xfrm>
            <a:off x="-9526" y="-7584"/>
            <a:ext cx="11815014" cy="180000"/>
            <a:chOff x="-9526" y="-7584"/>
            <a:chExt cx="11815014" cy="180000"/>
          </a:xfrm>
        </p:grpSpPr>
        <p:sp>
          <p:nvSpPr>
            <p:cNvPr id="17" name="Rectangle 16">
              <a:extLst>
                <a:ext uri="{FF2B5EF4-FFF2-40B4-BE49-F238E27FC236}">
                  <a16:creationId xmlns:a16="http://schemas.microsoft.com/office/drawing/2014/main" id="{2533D40C-5351-2DFF-5BA0-A29A41DA3CA2}"/>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19" name="Arrow: Pentagon 18">
              <a:extLst>
                <a:ext uri="{FF2B5EF4-FFF2-40B4-BE49-F238E27FC236}">
                  <a16:creationId xmlns:a16="http://schemas.microsoft.com/office/drawing/2014/main" id="{67497601-0627-9FDF-79A9-412AD93DE74C}"/>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30" name="Arrow: Chevron 29">
              <a:extLst>
                <a:ext uri="{FF2B5EF4-FFF2-40B4-BE49-F238E27FC236}">
                  <a16:creationId xmlns:a16="http://schemas.microsoft.com/office/drawing/2014/main" id="{E3EAE7FC-521B-192E-231B-9FC3333DB940}"/>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33" name="Arrow: Chevron 32">
              <a:extLst>
                <a:ext uri="{FF2B5EF4-FFF2-40B4-BE49-F238E27FC236}">
                  <a16:creationId xmlns:a16="http://schemas.microsoft.com/office/drawing/2014/main" id="{90351D51-F9AE-0A70-CD64-16030E7B296E}"/>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4" name="Arrow: Chevron 33">
              <a:extLst>
                <a:ext uri="{FF2B5EF4-FFF2-40B4-BE49-F238E27FC236}">
                  <a16:creationId xmlns:a16="http://schemas.microsoft.com/office/drawing/2014/main" id="{994E2015-C121-B6BD-A78E-11C1F2B62FDA}"/>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3365953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AD24-AF6F-F40E-D0EE-DCC2DB2C0F3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127E6BC-6A66-077B-63DE-2F2124D5BBB8}"/>
              </a:ext>
            </a:extLst>
          </p:cNvPr>
          <p:cNvGraphicFramePr>
            <a:graphicFrameLocks noChangeAspect="1"/>
          </p:cNvGraphicFramePr>
          <p:nvPr>
            <p:custDataLst>
              <p:tags r:id="rId1"/>
            </p:custDataLst>
            <p:extLst>
              <p:ext uri="{D42A27DB-BD31-4B8C-83A1-F6EECF244321}">
                <p14:modId xmlns:p14="http://schemas.microsoft.com/office/powerpoint/2010/main" val="16868619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6127E6BC-6A66-077B-63DE-2F2124D5BB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aphicFrame>
        <p:nvGraphicFramePr>
          <p:cNvPr id="2" name="Table 1">
            <a:extLst>
              <a:ext uri="{FF2B5EF4-FFF2-40B4-BE49-F238E27FC236}">
                <a16:creationId xmlns:a16="http://schemas.microsoft.com/office/drawing/2014/main" id="{0B8A242D-ADBA-FCEA-8781-87240AE181F1}"/>
              </a:ext>
            </a:extLst>
          </p:cNvPr>
          <p:cNvGraphicFramePr>
            <a:graphicFrameLocks noGrp="1"/>
          </p:cNvGraphicFramePr>
          <p:nvPr>
            <p:extLst>
              <p:ext uri="{D42A27DB-BD31-4B8C-83A1-F6EECF244321}">
                <p14:modId xmlns:p14="http://schemas.microsoft.com/office/powerpoint/2010/main" val="4283545039"/>
              </p:ext>
            </p:extLst>
          </p:nvPr>
        </p:nvGraphicFramePr>
        <p:xfrm>
          <a:off x="358337" y="1211054"/>
          <a:ext cx="11532627" cy="4644586"/>
        </p:xfrm>
        <a:graphic>
          <a:graphicData uri="http://schemas.openxmlformats.org/drawingml/2006/table">
            <a:tbl>
              <a:tblPr firstRow="1" bandRow="1">
                <a:tableStyleId>{073A0DAA-6AF3-43AB-8588-CEC1D06C72B9}</a:tableStyleId>
              </a:tblPr>
              <a:tblGrid>
                <a:gridCol w="1164627">
                  <a:extLst>
                    <a:ext uri="{9D8B030D-6E8A-4147-A177-3AD203B41FA5}">
                      <a16:colId xmlns:a16="http://schemas.microsoft.com/office/drawing/2014/main" val="4274197813"/>
                    </a:ext>
                  </a:extLst>
                </a:gridCol>
                <a:gridCol w="7668000">
                  <a:extLst>
                    <a:ext uri="{9D8B030D-6E8A-4147-A177-3AD203B41FA5}">
                      <a16:colId xmlns:a16="http://schemas.microsoft.com/office/drawing/2014/main" val="3409405350"/>
                    </a:ext>
                  </a:extLst>
                </a:gridCol>
                <a:gridCol w="1224000">
                  <a:extLst>
                    <a:ext uri="{9D8B030D-6E8A-4147-A177-3AD203B41FA5}">
                      <a16:colId xmlns:a16="http://schemas.microsoft.com/office/drawing/2014/main" val="2876420961"/>
                    </a:ext>
                  </a:extLst>
                </a:gridCol>
                <a:gridCol w="1476000">
                  <a:extLst>
                    <a:ext uri="{9D8B030D-6E8A-4147-A177-3AD203B41FA5}">
                      <a16:colId xmlns:a16="http://schemas.microsoft.com/office/drawing/2014/main" val="1885287342"/>
                    </a:ext>
                  </a:extLst>
                </a:gridCol>
              </a:tblGrid>
              <a:tr h="2880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Advanced/Metastatic GC/GEJ</a:t>
                      </a:r>
                      <a:endParaRPr lang="en-US" sz="1200" b="1" i="1">
                        <a:solidFill>
                          <a:schemeClr val="bg1"/>
                        </a:solidFill>
                      </a:endParaRPr>
                    </a:p>
                  </a:txBody>
                  <a:tcPr anchor="ctr">
                    <a:solidFill>
                      <a:schemeClr val="tx2">
                        <a:lumMod val="60000"/>
                        <a:lumOff val="40000"/>
                      </a:schemeClr>
                    </a:solid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chemeClr val="tx2">
                        <a:lumMod val="60000"/>
                        <a:lumOff val="40000"/>
                      </a:schemeClr>
                    </a:solidFill>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Low Priority Gaps</a:t>
                      </a: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r>
                        <a:rPr lang="en-GB" sz="1200" b="1" i="0" kern="1200" baseline="30000">
                          <a:solidFill>
                            <a:schemeClr val="bg1"/>
                          </a:solidFill>
                          <a:latin typeface="+mn-lt"/>
                          <a:ea typeface="+mn-ea"/>
                          <a:cs typeface="+mn-cs"/>
                        </a:rPr>
                        <a:t>1</a:t>
                      </a:r>
                      <a:endParaRPr lang="en-GB" sz="1200" b="1" i="0" kern="1200">
                        <a:solidFill>
                          <a:schemeClr val="bg1"/>
                        </a:solidFill>
                        <a:latin typeface="+mn-lt"/>
                        <a:ea typeface="+mn-ea"/>
                        <a:cs typeface="+mn-cs"/>
                      </a:endParaRPr>
                    </a:p>
                  </a:txBody>
                  <a:tcPr anchor="ctr">
                    <a:solidFill>
                      <a:schemeClr val="tx2">
                        <a:lumMod val="60000"/>
                        <a:lumOff val="40000"/>
                      </a:schemeClr>
                    </a:solidFill>
                  </a:tcPr>
                </a:tc>
                <a:extLst>
                  <a:ext uri="{0D108BD9-81ED-4DB2-BD59-A6C34878D82A}">
                    <a16:rowId xmlns:a16="http://schemas.microsoft.com/office/drawing/2014/main" val="1667024452"/>
                  </a:ext>
                </a:extLst>
              </a:tr>
              <a:tr h="465351">
                <a:tc rowSpan="2">
                  <a:txBody>
                    <a:bodyPr/>
                    <a:lstStyle/>
                    <a:p>
                      <a:endParaRPr lang="en-US" sz="1200"/>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Need for pharmacokinetics, clinical trial and/or RWE </a:t>
                      </a:r>
                      <a:r>
                        <a:rPr lang="en-US" sz="1000" b="1">
                          <a:solidFill>
                            <a:schemeClr val="tx1"/>
                          </a:solidFill>
                        </a:rPr>
                        <a:t>to support a flexible dosing schedule</a:t>
                      </a:r>
                    </a:p>
                  </a:txBody>
                  <a:tcPr anchor="ctr">
                    <a:solidFill>
                      <a:srgbClr val="E7E7E7"/>
                    </a:solidFill>
                  </a:tcPr>
                </a:tc>
                <a:tc rowSpan="5">
                  <a:txBody>
                    <a:bodyPr/>
                    <a:lstStyle/>
                    <a:p>
                      <a:pPr algn="ctr"/>
                      <a:r>
                        <a:rPr lang="en-US" sz="1000">
                          <a:solidFill>
                            <a:schemeClr val="tx1"/>
                          </a:solidFill>
                        </a:rPr>
                        <a:t>At-Close or Near-Close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G:21</a:t>
                      </a:r>
                    </a:p>
                  </a:txBody>
                  <a:tcPr anchor="ctr">
                    <a:solidFill>
                      <a:srgbClr val="E7E7E7"/>
                    </a:solidFill>
                  </a:tcPr>
                </a:tc>
                <a:extLst>
                  <a:ext uri="{0D108BD9-81ED-4DB2-BD59-A6C34878D82A}">
                    <a16:rowId xmlns:a16="http://schemas.microsoft.com/office/drawing/2014/main" val="2923339428"/>
                  </a:ext>
                </a:extLst>
              </a:tr>
              <a:tr h="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G:18</a:t>
                      </a:r>
                    </a:p>
                  </a:txBody>
                  <a:tcPr anchor="ctr"/>
                </a:tc>
                <a:extLst>
                  <a:ext uri="{0D108BD9-81ED-4DB2-BD59-A6C34878D82A}">
                    <a16:rowId xmlns:a16="http://schemas.microsoft.com/office/drawing/2014/main" val="2387233047"/>
                  </a:ext>
                </a:extLst>
              </a:tr>
              <a:tr h="354701">
                <a:tc rowSpan="2">
                  <a:txBody>
                    <a:bodyPr/>
                    <a:lstStyle/>
                    <a:p>
                      <a:endParaRPr lang="en-US" sz="1200"/>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chemeClr val="tx1"/>
                          </a:solidFill>
                        </a:rPr>
                        <a:t>Need for epidemiology data on prevalence of TAP&gt;5% </a:t>
                      </a:r>
                      <a:r>
                        <a:rPr lang="en-GB" sz="1000">
                          <a:solidFill>
                            <a:schemeClr val="tx1"/>
                          </a:solidFill>
                        </a:rPr>
                        <a:t>in GC Asian populations to estimate the size of treatment-eligible population to support pricing and reimbursement discussions</a:t>
                      </a:r>
                      <a:endParaRPr lang="en-US" sz="1000">
                        <a:solidFill>
                          <a:schemeClr val="tx1"/>
                        </a:solidFill>
                      </a:endParaRPr>
                    </a:p>
                  </a:txBody>
                  <a:tcPr anchor="ctr">
                    <a:solidFill>
                      <a:srgbClr val="CBCBCB"/>
                    </a:solidFill>
                  </a:tcPr>
                </a:tc>
                <a:tc vMerge="1">
                  <a:txBody>
                    <a:bodyPr/>
                    <a:lstStyle/>
                    <a:p>
                      <a:endParaRPr lang="en-US" sz="1000">
                        <a:solidFill>
                          <a:schemeClr val="tx1"/>
                        </a:solidFill>
                      </a:endParaRPr>
                    </a:p>
                  </a:txBody>
                  <a:tcPr anchor="ctr"/>
                </a:tc>
                <a:tc vMerge="1">
                  <a:txBody>
                    <a:bodyPr/>
                    <a:lstStyle/>
                    <a:p>
                      <a:endParaRPr lang="en-US" sz="1000">
                        <a:solidFill>
                          <a:schemeClr val="tx1"/>
                        </a:solidFill>
                        <a:highlight>
                          <a:srgbClr val="FFFF00"/>
                        </a:highlight>
                      </a:endParaRPr>
                    </a:p>
                  </a:txBody>
                  <a:tcPr anchor="ctr"/>
                </a:tc>
                <a:extLst>
                  <a:ext uri="{0D108BD9-81ED-4DB2-BD59-A6C34878D82A}">
                    <a16:rowId xmlns:a16="http://schemas.microsoft.com/office/drawing/2014/main" val="157229976"/>
                  </a:ext>
                </a:extLst>
              </a:tr>
              <a:tr h="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lang="en-US" sz="1000" b="0" i="0" kern="1200">
                        <a:solidFill>
                          <a:schemeClr val="tx1"/>
                        </a:solidFill>
                        <a:highlight>
                          <a:srgbClr val="FFFF00"/>
                        </a:highlight>
                        <a:latin typeface="+mn-lt"/>
                        <a:ea typeface="+mn-ea"/>
                        <a:cs typeface="+mn-cs"/>
                      </a:endParaRPr>
                    </a:p>
                  </a:txBody>
                  <a:tcPr anchor="ctr">
                    <a:solidFill>
                      <a:srgbClr val="E7E7E7"/>
                    </a:solidFill>
                  </a:tcPr>
                </a:tc>
                <a:extLst>
                  <a:ext uri="{0D108BD9-81ED-4DB2-BD59-A6C34878D82A}">
                    <a16:rowId xmlns:a16="http://schemas.microsoft.com/office/drawing/2014/main" val="1773848152"/>
                  </a:ext>
                </a:extLst>
              </a:tr>
              <a:tr h="838582">
                <a:tc>
                  <a:txBody>
                    <a:bodyPr/>
                    <a:lstStyle/>
                    <a:p>
                      <a:endParaRPr lang="en-US" sz="1200"/>
                    </a:p>
                  </a:txBody>
                  <a:tcPr anchor="ctr"/>
                </a:tc>
                <a:tc>
                  <a:txBody>
                    <a:bodyPr/>
                    <a:lstStyle/>
                    <a:p>
                      <a:r>
                        <a:rPr lang="en-US" sz="1000" b="1">
                          <a:solidFill>
                            <a:schemeClr val="tx1"/>
                          </a:solidFill>
                        </a:rPr>
                        <a:t>Need for locally relevant economic evidence, including </a:t>
                      </a:r>
                      <a:r>
                        <a:rPr lang="en-US" sz="1000">
                          <a:solidFill>
                            <a:schemeClr val="tx1"/>
                          </a:solidFill>
                        </a:rPr>
                        <a:t>cost-effectiveness, budget impact, and societal cost data, to inform reimbursement/pricing</a:t>
                      </a:r>
                    </a:p>
                  </a:txBody>
                  <a:tcPr anchor="ctr"/>
                </a:tc>
                <a:tc vMerge="1">
                  <a:txBody>
                    <a:bodyPr/>
                    <a:lstStyle/>
                    <a:p>
                      <a:endParaRPr lang="en-US" sz="1000">
                        <a:solidFill>
                          <a:schemeClr val="tx1"/>
                        </a:solidFill>
                      </a:endParaRPr>
                    </a:p>
                  </a:txBody>
                  <a:tcPr anchor="ctr"/>
                </a:tc>
                <a:tc vMerge="1">
                  <a:txBody>
                    <a:bodyPr/>
                    <a:lstStyle/>
                    <a:p>
                      <a:endParaRPr lang="en-US" sz="1000">
                        <a:solidFill>
                          <a:schemeClr val="tx1"/>
                        </a:solidFill>
                        <a:highlight>
                          <a:srgbClr val="FFFF00"/>
                        </a:highlight>
                      </a:endParaRPr>
                    </a:p>
                  </a:txBody>
                  <a:tcPr anchor="ctr"/>
                </a:tc>
                <a:extLst>
                  <a:ext uri="{0D108BD9-81ED-4DB2-BD59-A6C34878D82A}">
                    <a16:rowId xmlns:a16="http://schemas.microsoft.com/office/drawing/2014/main" val="3156448312"/>
                  </a:ext>
                </a:extLst>
              </a:tr>
              <a:tr h="39600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solidFill>
                            <a:schemeClr val="tx1"/>
                          </a:solidFill>
                        </a:rPr>
                        <a:t>Need for </a:t>
                      </a:r>
                      <a:r>
                        <a:rPr lang="en-GB" sz="1000" b="1">
                          <a:solidFill>
                            <a:schemeClr val="tx1"/>
                          </a:solidFill>
                        </a:rPr>
                        <a:t>real-world clinical data </a:t>
                      </a:r>
                      <a:r>
                        <a:rPr lang="en-GB" sz="1000">
                          <a:solidFill>
                            <a:schemeClr val="tx1"/>
                          </a:solidFill>
                        </a:rPr>
                        <a:t>(e.g., long-term outcomes, efficacy, safety) to </a:t>
                      </a:r>
                      <a:r>
                        <a:rPr lang="en-GB" sz="1000" b="1">
                          <a:solidFill>
                            <a:schemeClr val="tx1"/>
                          </a:solidFill>
                        </a:rPr>
                        <a:t>support HCP uptake</a:t>
                      </a:r>
                      <a:endParaRPr lang="en-US" sz="1000" b="1">
                        <a:solidFill>
                          <a:schemeClr val="tx1"/>
                        </a:solidFill>
                      </a:endParaRPr>
                    </a:p>
                  </a:txBody>
                  <a:tcPr anchor="ctr">
                    <a:solidFill>
                      <a:srgbClr val="CBCBCB"/>
                    </a:solidFill>
                  </a:tcPr>
                </a:tc>
                <a:tc rowSpan="5"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tc>
                <a:tc rowSpan="5" hMerge="1">
                  <a:txBody>
                    <a:bodyPr/>
                    <a:lstStyle/>
                    <a:p>
                      <a:endParaRPr lang="en-US" sz="1000">
                        <a:solidFill>
                          <a:schemeClr val="tx1"/>
                        </a:solidFill>
                      </a:endParaRPr>
                    </a:p>
                  </a:txBody>
                  <a:tcPr anchor="ctr"/>
                </a:tc>
                <a:extLst>
                  <a:ext uri="{0D108BD9-81ED-4DB2-BD59-A6C34878D82A}">
                    <a16:rowId xmlns:a16="http://schemas.microsoft.com/office/drawing/2014/main" val="3289545081"/>
                  </a:ext>
                </a:extLst>
              </a:tr>
              <a:tr h="682992">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chemeClr val="tx1"/>
                          </a:solidFill>
                        </a:rPr>
                        <a:t>Need for country specific data to </a:t>
                      </a:r>
                      <a:r>
                        <a:rPr lang="en-GB" sz="1000">
                          <a:solidFill>
                            <a:schemeClr val="tx1"/>
                          </a:solidFill>
                        </a:rPr>
                        <a:t>support ITC and non-registry RWE</a:t>
                      </a:r>
                    </a:p>
                  </a:txBody>
                  <a:tcPr anchor="ctr">
                    <a:solidFill>
                      <a:srgbClr val="E7E7E7"/>
                    </a:solidFill>
                  </a:tcPr>
                </a:tc>
                <a:tc gridSpan="2" vMerge="1">
                  <a:txBody>
                    <a:bodyPr/>
                    <a:lstStyle/>
                    <a:p>
                      <a:endParaRPr/>
                    </a:p>
                  </a:txBody>
                  <a:tcPr anchor="ctr"/>
                </a:tc>
                <a:tc hMerge="1" vMerge="1">
                  <a:txBody>
                    <a:bodyPr/>
                    <a:lstStyle/>
                    <a:p>
                      <a:endParaRPr lang="en-US" sz="1000">
                        <a:solidFill>
                          <a:schemeClr val="tx1"/>
                        </a:solidFill>
                      </a:endParaRPr>
                    </a:p>
                  </a:txBody>
                  <a:tcPr anchor="ctr"/>
                </a:tc>
                <a:extLst>
                  <a:ext uri="{0D108BD9-81ED-4DB2-BD59-A6C34878D82A}">
                    <a16:rowId xmlns:a16="http://schemas.microsoft.com/office/drawing/2014/main" val="3452231709"/>
                  </a:ext>
                </a:extLst>
              </a:tr>
              <a:tr h="39600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chemeClr val="tx1"/>
                          </a:solidFill>
                        </a:rPr>
                        <a:t>Need for PRO data </a:t>
                      </a:r>
                      <a:r>
                        <a:rPr lang="en-GB" sz="1000">
                          <a:solidFill>
                            <a:schemeClr val="tx1"/>
                          </a:solidFill>
                        </a:rPr>
                        <a:t>(e.g., HRQoL, dysphagia) to differentiate tislelizumab from other PD-1/PD-L1s and </a:t>
                      </a:r>
                      <a:r>
                        <a:rPr lang="en-GB" sz="1000" b="1">
                          <a:solidFill>
                            <a:schemeClr val="tx1"/>
                          </a:solidFill>
                        </a:rPr>
                        <a:t>support QoL comparisons vs SoC</a:t>
                      </a:r>
                      <a:r>
                        <a:rPr lang="en-GB" sz="1000">
                          <a:solidFill>
                            <a:schemeClr val="tx1"/>
                          </a:solidFill>
                        </a:rPr>
                        <a:t> in 1L EU setting.</a:t>
                      </a:r>
                      <a:endParaRPr lang="en-US" sz="1000">
                        <a:solidFill>
                          <a:schemeClr val="tx1"/>
                        </a:solidFill>
                      </a:endParaRPr>
                    </a:p>
                  </a:txBody>
                  <a:tcPr anchor="ctr">
                    <a:solidFill>
                      <a:srgbClr val="CBCBCB"/>
                    </a:solidFill>
                  </a:tcPr>
                </a:tc>
                <a:tc gridSpan="2" vMerge="1">
                  <a:txBody>
                    <a:bodyPr/>
                    <a:lstStyle/>
                    <a:p>
                      <a:endParaRPr/>
                    </a:p>
                  </a:txBody>
                  <a:tcPr anchor="ct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a:solidFill>
                          <a:schemeClr val="tx1"/>
                        </a:solidFill>
                      </a:endParaRPr>
                    </a:p>
                  </a:txBody>
                  <a:tcPr anchor="ctr"/>
                </a:tc>
                <a:extLst>
                  <a:ext uri="{0D108BD9-81ED-4DB2-BD59-A6C34878D82A}">
                    <a16:rowId xmlns:a16="http://schemas.microsoft.com/office/drawing/2014/main" val="3792280535"/>
                  </a:ext>
                </a:extLst>
              </a:tr>
              <a:tr h="39600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Need for </a:t>
                      </a:r>
                      <a:r>
                        <a:rPr lang="en-US" sz="1000" b="1">
                          <a:solidFill>
                            <a:schemeClr val="tx1"/>
                          </a:solidFill>
                        </a:rPr>
                        <a:t>evidence that explains the prolonged separation of KM curves </a:t>
                      </a:r>
                      <a:r>
                        <a:rPr lang="en-US" sz="1000">
                          <a:solidFill>
                            <a:schemeClr val="tx1"/>
                          </a:solidFill>
                        </a:rPr>
                        <a:t>in RN-305, including impact of subpopulations (e.g., peritoneal disease)</a:t>
                      </a:r>
                    </a:p>
                  </a:txBody>
                  <a:tcPr anchor="ctr">
                    <a:solidFill>
                      <a:srgbClr val="E7E7E7"/>
                    </a:solidFill>
                  </a:tcPr>
                </a:tc>
                <a:tc gridSpan="2" vMerge="1">
                  <a:txBody>
                    <a:bodyPr/>
                    <a:lstStyle/>
                    <a:p>
                      <a:endParaRPr/>
                    </a:p>
                  </a:txBody>
                  <a:tcPr anchor="ct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a:solidFill>
                          <a:schemeClr val="tx1"/>
                        </a:solidFill>
                      </a:endParaRPr>
                    </a:p>
                  </a:txBody>
                  <a:tcPr anchor="ctr"/>
                </a:tc>
                <a:extLst>
                  <a:ext uri="{0D108BD9-81ED-4DB2-BD59-A6C34878D82A}">
                    <a16:rowId xmlns:a16="http://schemas.microsoft.com/office/drawing/2014/main" val="4283794019"/>
                  </a:ext>
                </a:extLst>
              </a:tr>
              <a:tr h="396000">
                <a:tc>
                  <a:txBody>
                    <a:bodyPr/>
                    <a:lstStyle/>
                    <a:p>
                      <a:endParaRPr lang="en-US" sz="12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Need for </a:t>
                      </a:r>
                      <a:r>
                        <a:rPr kumimoji="0" lang="en-GB" sz="1000" b="1" i="0" u="none" strike="noStrike" kern="1200" cap="none" spc="0" normalizeH="0" baseline="0" noProof="0">
                          <a:ln>
                            <a:noFill/>
                          </a:ln>
                          <a:solidFill>
                            <a:schemeClr val="tx1"/>
                          </a:solidFill>
                          <a:effectLst/>
                          <a:uLnTx/>
                          <a:uFillTx/>
                          <a:latin typeface="+mn-lt"/>
                          <a:ea typeface="+mn-ea"/>
                          <a:cs typeface="+mn-cs"/>
                        </a:rPr>
                        <a:t>data</a:t>
                      </a:r>
                      <a:r>
                        <a:rPr kumimoji="0" lang="en-GB" sz="1000" b="0" i="0" u="none" strike="noStrike" kern="1200" cap="none" spc="0" normalizeH="0" baseline="0" noProof="0">
                          <a:ln>
                            <a:noFill/>
                          </a:ln>
                          <a:solidFill>
                            <a:schemeClr val="tx1"/>
                          </a:solidFill>
                          <a:effectLst/>
                          <a:uLnTx/>
                          <a:uFillTx/>
                          <a:latin typeface="+mn-lt"/>
                          <a:ea typeface="+mn-ea"/>
                          <a:cs typeface="+mn-cs"/>
                        </a:rPr>
                        <a:t> on the potential </a:t>
                      </a:r>
                      <a:r>
                        <a:rPr kumimoji="0" lang="en-GB" sz="1000" b="1" i="0" u="none" strike="noStrike" kern="1200" cap="none" spc="0" normalizeH="0" baseline="0" noProof="0">
                          <a:ln>
                            <a:noFill/>
                          </a:ln>
                          <a:solidFill>
                            <a:schemeClr val="tx1"/>
                          </a:solidFill>
                          <a:effectLst/>
                          <a:uLnTx/>
                          <a:uFillTx/>
                          <a:latin typeface="+mn-lt"/>
                          <a:ea typeface="+mn-ea"/>
                          <a:cs typeface="+mn-cs"/>
                        </a:rPr>
                        <a:t>correlation between type II diabetes and the response to immune checkpoint inhibitors</a:t>
                      </a:r>
                      <a:endParaRPr kumimoji="0" lang="en-US" sz="1000" b="1" i="0" u="none" strike="noStrike" kern="1200" cap="none" spc="0" normalizeH="0" baseline="0" noProof="0">
                        <a:ln>
                          <a:noFill/>
                        </a:ln>
                        <a:solidFill>
                          <a:schemeClr val="tx1"/>
                        </a:solidFill>
                        <a:effectLst/>
                        <a:uLnTx/>
                        <a:uFillTx/>
                        <a:latin typeface="+mn-lt"/>
                        <a:ea typeface="+mn-ea"/>
                        <a:cs typeface="+mn-cs"/>
                      </a:endParaRPr>
                    </a:p>
                  </a:txBody>
                  <a:tcPr anchor="ctr"/>
                </a:tc>
                <a:tc gridSpan="2" vMerge="1">
                  <a:txBody>
                    <a:bodyPr/>
                    <a:lstStyle/>
                    <a:p>
                      <a:endParaRPr/>
                    </a:p>
                  </a:txBody>
                  <a:tcPr anchor="ctr"/>
                </a:tc>
                <a:tc hMerge="1"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a:solidFill>
                          <a:schemeClr val="tx1"/>
                        </a:solidFill>
                      </a:endParaRPr>
                    </a:p>
                  </a:txBody>
                  <a:tcPr anchor="ctr"/>
                </a:tc>
                <a:extLst>
                  <a:ext uri="{0D108BD9-81ED-4DB2-BD59-A6C34878D82A}">
                    <a16:rowId xmlns:a16="http://schemas.microsoft.com/office/drawing/2014/main" val="3338368272"/>
                  </a:ext>
                </a:extLst>
              </a:tr>
            </a:tbl>
          </a:graphicData>
        </a:graphic>
      </p:graphicFrame>
      <p:sp>
        <p:nvSpPr>
          <p:cNvPr id="3" name="Title 2">
            <a:extLst>
              <a:ext uri="{FF2B5EF4-FFF2-40B4-BE49-F238E27FC236}">
                <a16:creationId xmlns:a16="http://schemas.microsoft.com/office/drawing/2014/main" id="{3202FF0E-961D-82D1-6E9C-F635B87BEDD6}"/>
              </a:ext>
            </a:extLst>
          </p:cNvPr>
          <p:cNvSpPr>
            <a:spLocks noGrp="1"/>
          </p:cNvSpPr>
          <p:nvPr>
            <p:ph type="title"/>
          </p:nvPr>
        </p:nvSpPr>
        <p:spPr>
          <a:xfrm>
            <a:off x="358337" y="271427"/>
            <a:ext cx="11470125" cy="369332"/>
          </a:xfrm>
        </p:spPr>
        <p:txBody>
          <a:bodyPr vert="horz"/>
          <a:lstStyle/>
          <a:p>
            <a:r>
              <a:rPr lang="en-US" sz="2400"/>
              <a:t>Low Priority Evidence Gaps: Advanced/Metastatic GC/GEJ (1/2)</a:t>
            </a:r>
          </a:p>
        </p:txBody>
      </p:sp>
      <p:sp>
        <p:nvSpPr>
          <p:cNvPr id="4" name="Footer Placeholder 3">
            <a:extLst>
              <a:ext uri="{FF2B5EF4-FFF2-40B4-BE49-F238E27FC236}">
                <a16:creationId xmlns:a16="http://schemas.microsoft.com/office/drawing/2014/main" id="{44874DEC-2EB5-D464-3B5F-E13991FB8F14}"/>
              </a:ext>
            </a:extLst>
          </p:cNvPr>
          <p:cNvSpPr>
            <a:spLocks noGrp="1"/>
          </p:cNvSpPr>
          <p:nvPr>
            <p:ph type="ftr" sz="quarter" idx="10"/>
          </p:nvPr>
        </p:nvSpPr>
        <p:spPr>
          <a:xfrm>
            <a:off x="358335" y="6360328"/>
            <a:ext cx="10571935" cy="460580"/>
          </a:xfrm>
        </p:spPr>
        <p:txBody>
          <a:bodyPr/>
          <a:lstStyle/>
          <a:p>
            <a:pPr>
              <a:defRPr/>
            </a:pPr>
            <a:r>
              <a:rPr lang="en-US">
                <a:solidFill>
                  <a:schemeClr val="bg1">
                    <a:lumMod val="50000"/>
                  </a:schemeClr>
                </a:solidFill>
              </a:rPr>
              <a:t>Note: 1. The “</a:t>
            </a:r>
            <a:r>
              <a:rPr lang="en-US" b="1">
                <a:solidFill>
                  <a:schemeClr val="bg1">
                    <a:lumMod val="50000"/>
                  </a:schemeClr>
                </a:solidFill>
              </a:rPr>
              <a:t>Tactic Identifier</a:t>
            </a:r>
            <a:r>
              <a:rPr lang="en-US">
                <a:solidFill>
                  <a:schemeClr val="bg1">
                    <a:lumMod val="50000"/>
                  </a:schemeClr>
                </a:solidFill>
              </a:rPr>
              <a:t>” is a numbering systems that catalogs all currently ongoing/planned evidence generation activities, as denoted by the HEOR publications, PRO publications,                                                                                                                                  and post-hoc analysis proposal trackers. Additional information for each tactic can be found in the Appendix section, identified by its corresponding Tactic Identifier number</a:t>
            </a:r>
          </a:p>
          <a:p>
            <a:pPr>
              <a:defRPr/>
            </a:pPr>
            <a:r>
              <a:rPr lang="en-US">
                <a:solidFill>
                  <a:schemeClr val="bg1">
                    <a:lumMod val="50000"/>
                  </a:schemeClr>
                </a:solidFill>
              </a:rPr>
              <a:t>Note </a:t>
            </a:r>
            <a:r>
              <a:rPr lang="en-US">
                <a:solidFill>
                  <a:srgbClr val="000000">
                    <a:lumMod val="65000"/>
                    <a:lumOff val="35000"/>
                  </a:srgbClr>
                </a:solidFill>
              </a:rPr>
              <a:t>GC: Gastric Cancer; GEJ: Gastroesophageal Junction; HCP: Healthcare Professional; HRQoL: Health Related Quality of Life; ITC: Indirect Treatment Comparison; KM: Kaplan-Meier; PD(L)-1: Programmed Death (Ligand)-1; PRO: Patient Reported Outcomes; RWE: Real World Evidence; SoC: Standard of Care; TAP: Tumor Area Positivity</a:t>
            </a:r>
            <a:endParaRPr lang="en-US">
              <a:solidFill>
                <a:schemeClr val="bg1">
                  <a:lumMod val="50000"/>
                </a:schemeClr>
              </a:solidFill>
            </a:endParaRPr>
          </a:p>
        </p:txBody>
      </p:sp>
      <p:pic>
        <p:nvPicPr>
          <p:cNvPr id="71" name="Picture 70">
            <a:extLst>
              <a:ext uri="{FF2B5EF4-FFF2-40B4-BE49-F238E27FC236}">
                <a16:creationId xmlns:a16="http://schemas.microsoft.com/office/drawing/2014/main" id="{759435CA-E48D-3C54-0533-529739267B2B}"/>
              </a:ext>
            </a:extLst>
          </p:cNvPr>
          <p:cNvPicPr>
            <a:picLocks noChangeAspect="1"/>
          </p:cNvPicPr>
          <p:nvPr/>
        </p:nvPicPr>
        <p:blipFill rotWithShape="1">
          <a:blip r:embed="rId5"/>
          <a:srcRect l="14865" t="17319" r="20459" b="14006"/>
          <a:stretch/>
        </p:blipFill>
        <p:spPr>
          <a:xfrm>
            <a:off x="820484" y="2402554"/>
            <a:ext cx="301752" cy="301752"/>
          </a:xfrm>
          <a:prstGeom prst="ellipse">
            <a:avLst/>
          </a:prstGeom>
        </p:spPr>
      </p:pic>
      <p:grpSp>
        <p:nvGrpSpPr>
          <p:cNvPr id="23" name="Group 22">
            <a:extLst>
              <a:ext uri="{FF2B5EF4-FFF2-40B4-BE49-F238E27FC236}">
                <a16:creationId xmlns:a16="http://schemas.microsoft.com/office/drawing/2014/main" id="{2BD24B8F-089F-8F7E-6813-03DADCC5CDBA}"/>
              </a:ext>
            </a:extLst>
          </p:cNvPr>
          <p:cNvGrpSpPr/>
          <p:nvPr/>
        </p:nvGrpSpPr>
        <p:grpSpPr>
          <a:xfrm>
            <a:off x="593075" y="2779478"/>
            <a:ext cx="756571" cy="783447"/>
            <a:chOff x="593075" y="2691082"/>
            <a:chExt cx="756571" cy="783447"/>
          </a:xfrm>
        </p:grpSpPr>
        <p:pic>
          <p:nvPicPr>
            <p:cNvPr id="73" name="Graphic 72">
              <a:extLst>
                <a:ext uri="{FF2B5EF4-FFF2-40B4-BE49-F238E27FC236}">
                  <a16:creationId xmlns:a16="http://schemas.microsoft.com/office/drawing/2014/main" id="{B05CAD21-2056-99AC-9F28-B87F2932C4FC}"/>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809837" y="2691082"/>
              <a:ext cx="329184" cy="329184"/>
            </a:xfrm>
            <a:prstGeom prst="rect">
              <a:avLst/>
            </a:prstGeom>
          </p:spPr>
        </p:pic>
        <p:pic>
          <p:nvPicPr>
            <p:cNvPr id="74" name="Picture 73" descr="A blue circle with yellow stars in center&#10;&#10;Description automatically generated">
              <a:extLst>
                <a:ext uri="{FF2B5EF4-FFF2-40B4-BE49-F238E27FC236}">
                  <a16:creationId xmlns:a16="http://schemas.microsoft.com/office/drawing/2014/main" id="{F4B58CC6-05C0-5DB0-1B4F-6E4AF991AE93}"/>
                </a:ext>
              </a:extLst>
            </p:cNvPr>
            <p:cNvPicPr>
              <a:picLocks noChangeAspect="1"/>
            </p:cNvPicPr>
            <p:nvPr/>
          </p:nvPicPr>
          <p:blipFill>
            <a:blip r:embed="rId8"/>
            <a:stretch>
              <a:fillRect/>
            </a:stretch>
          </p:blipFill>
          <p:spPr>
            <a:xfrm>
              <a:off x="593075" y="2899890"/>
              <a:ext cx="301752" cy="301752"/>
            </a:xfrm>
            <a:prstGeom prst="rect">
              <a:avLst/>
            </a:prstGeom>
            <a:ln>
              <a:noFill/>
            </a:ln>
          </p:spPr>
        </p:pic>
        <p:sp>
          <p:nvSpPr>
            <p:cNvPr id="75" name="Oval 74">
              <a:extLst>
                <a:ext uri="{FF2B5EF4-FFF2-40B4-BE49-F238E27FC236}">
                  <a16:creationId xmlns:a16="http://schemas.microsoft.com/office/drawing/2014/main" id="{7EE89842-AA04-E9D8-31A4-B3B88B5E7054}"/>
                </a:ext>
              </a:extLst>
            </p:cNvPr>
            <p:cNvSpPr/>
            <p:nvPr/>
          </p:nvSpPr>
          <p:spPr>
            <a:xfrm>
              <a:off x="676571" y="3191065"/>
              <a:ext cx="283464" cy="283464"/>
            </a:xfrm>
            <a:prstGeom prst="ellipse">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err="1">
                <a:solidFill>
                  <a:schemeClr val="bg1"/>
                </a:solidFill>
              </a:endParaRPr>
            </a:p>
          </p:txBody>
        </p:sp>
        <p:sp>
          <p:nvSpPr>
            <p:cNvPr id="76" name="Oval 75">
              <a:extLst>
                <a:ext uri="{FF2B5EF4-FFF2-40B4-BE49-F238E27FC236}">
                  <a16:creationId xmlns:a16="http://schemas.microsoft.com/office/drawing/2014/main" id="{46E8F4FE-2E53-9E14-8176-60D2DA311AE7}"/>
                </a:ext>
              </a:extLst>
            </p:cNvPr>
            <p:cNvSpPr/>
            <p:nvPr/>
          </p:nvSpPr>
          <p:spPr>
            <a:xfrm>
              <a:off x="975076" y="3191065"/>
              <a:ext cx="283464" cy="283464"/>
            </a:xfrm>
            <a:prstGeom prst="ellipse">
              <a:avLst/>
            </a:prstGeom>
            <a:blipFill>
              <a:blip r:embed="rId10"/>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err="1">
                <a:solidFill>
                  <a:schemeClr val="bg1"/>
                </a:solidFill>
              </a:endParaRPr>
            </a:p>
          </p:txBody>
        </p:sp>
        <p:pic>
          <p:nvPicPr>
            <p:cNvPr id="77" name="Picture 76">
              <a:extLst>
                <a:ext uri="{FF2B5EF4-FFF2-40B4-BE49-F238E27FC236}">
                  <a16:creationId xmlns:a16="http://schemas.microsoft.com/office/drawing/2014/main" id="{FD92C915-7CA7-2628-26F1-FA02193D10E5}"/>
                </a:ext>
              </a:extLst>
            </p:cNvPr>
            <p:cNvPicPr>
              <a:picLocks noChangeAspect="1"/>
            </p:cNvPicPr>
            <p:nvPr/>
          </p:nvPicPr>
          <p:blipFill rotWithShape="1">
            <a:blip r:embed="rId5"/>
            <a:srcRect l="14865" t="17319" r="20459" b="14006"/>
            <a:stretch/>
          </p:blipFill>
          <p:spPr>
            <a:xfrm>
              <a:off x="1047894" y="2899890"/>
              <a:ext cx="301752" cy="301752"/>
            </a:xfrm>
            <a:prstGeom prst="ellipse">
              <a:avLst/>
            </a:prstGeom>
          </p:spPr>
        </p:pic>
      </p:grpSp>
      <p:grpSp>
        <p:nvGrpSpPr>
          <p:cNvPr id="33" name="Group 32">
            <a:extLst>
              <a:ext uri="{FF2B5EF4-FFF2-40B4-BE49-F238E27FC236}">
                <a16:creationId xmlns:a16="http://schemas.microsoft.com/office/drawing/2014/main" id="{CD29CD12-336F-8D57-CB6D-E9A784DBC8BA}"/>
              </a:ext>
            </a:extLst>
          </p:cNvPr>
          <p:cNvGrpSpPr/>
          <p:nvPr/>
        </p:nvGrpSpPr>
        <p:grpSpPr>
          <a:xfrm>
            <a:off x="8699856" y="910976"/>
            <a:ext cx="3142481" cy="323165"/>
            <a:chOff x="6459941" y="619466"/>
            <a:chExt cx="3142481" cy="323165"/>
          </a:xfrm>
        </p:grpSpPr>
        <p:sp>
          <p:nvSpPr>
            <p:cNvPr id="34" name="TextBox 33">
              <a:extLst>
                <a:ext uri="{FF2B5EF4-FFF2-40B4-BE49-F238E27FC236}">
                  <a16:creationId xmlns:a16="http://schemas.microsoft.com/office/drawing/2014/main" id="{B17DC856-DE4E-E650-C928-3E102FCB04C7}"/>
                </a:ext>
              </a:extLst>
            </p:cNvPr>
            <p:cNvSpPr txBox="1"/>
            <p:nvPr/>
          </p:nvSpPr>
          <p:spPr>
            <a:xfrm>
              <a:off x="6459941" y="619466"/>
              <a:ext cx="3142481"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                    </a:t>
              </a: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35" name="Picture 2" descr="European Society for Medical Oncology (ESMO) - YouTube">
              <a:extLst>
                <a:ext uri="{FF2B5EF4-FFF2-40B4-BE49-F238E27FC236}">
                  <a16:creationId xmlns:a16="http://schemas.microsoft.com/office/drawing/2014/main" id="{21AD6BC3-D422-5052-E37F-FB8FEDB952BD}"/>
                </a:ext>
              </a:extLst>
            </p:cNvPr>
            <p:cNvPicPr>
              <a:picLocks noChangeAspect="1"/>
            </p:cNvPicPr>
            <p:nvPr/>
          </p:nvPicPr>
          <p:blipFill rotWithShape="1">
            <a:blip r:embed="rId11">
              <a:extLst>
                <a:ext uri="{28A0092B-C50C-407E-A947-70E740481C1C}">
                  <a14:useLocalDpi xmlns:a14="http://schemas.microsoft.com/office/drawing/2010/main" val="0"/>
                </a:ext>
              </a:extLst>
            </a:blip>
            <a:srcRect/>
            <a:stretch/>
          </p:blipFill>
          <p:spPr bwMode="auto">
            <a:xfrm>
              <a:off x="7063295" y="696165"/>
              <a:ext cx="396000" cy="1466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a:extLst>
              <a:ext uri="{FF2B5EF4-FFF2-40B4-BE49-F238E27FC236}">
                <a16:creationId xmlns:a16="http://schemas.microsoft.com/office/drawing/2014/main" id="{957DED0F-572A-D8D2-DFA7-5FBB5B0CE5C6}"/>
              </a:ext>
            </a:extLst>
          </p:cNvPr>
          <p:cNvGrpSpPr/>
          <p:nvPr/>
        </p:nvGrpSpPr>
        <p:grpSpPr>
          <a:xfrm>
            <a:off x="706943" y="3657594"/>
            <a:ext cx="528835" cy="329184"/>
            <a:chOff x="658465" y="3616051"/>
            <a:chExt cx="528835" cy="329184"/>
          </a:xfrm>
        </p:grpSpPr>
        <p:pic>
          <p:nvPicPr>
            <p:cNvPr id="12" name="Graphic 11">
              <a:extLst>
                <a:ext uri="{FF2B5EF4-FFF2-40B4-BE49-F238E27FC236}">
                  <a16:creationId xmlns:a16="http://schemas.microsoft.com/office/drawing/2014/main" id="{2E75CE12-CA48-303D-ACE9-693ECACC5EB2}"/>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658465" y="3616051"/>
              <a:ext cx="329184" cy="329184"/>
            </a:xfrm>
            <a:prstGeom prst="rect">
              <a:avLst/>
            </a:prstGeom>
          </p:spPr>
        </p:pic>
        <p:pic>
          <p:nvPicPr>
            <p:cNvPr id="13" name="Picture 12" descr="A red circle with white circle in center&#10;&#10;AI-generated content may be incorrect.">
              <a:extLst>
                <a:ext uri="{FF2B5EF4-FFF2-40B4-BE49-F238E27FC236}">
                  <a16:creationId xmlns:a16="http://schemas.microsoft.com/office/drawing/2014/main" id="{DE3E96AF-80EC-6EB9-34D9-71AAF99D364F}"/>
                </a:ext>
              </a:extLst>
            </p:cNvPr>
            <p:cNvPicPr>
              <a:picLocks noChangeAspect="1"/>
            </p:cNvPicPr>
            <p:nvPr/>
          </p:nvPicPr>
          <p:blipFill>
            <a:blip r:embed="rId12"/>
            <a:stretch>
              <a:fillRect/>
            </a:stretch>
          </p:blipFill>
          <p:spPr>
            <a:xfrm>
              <a:off x="885548" y="3628466"/>
              <a:ext cx="301752" cy="304354"/>
            </a:xfrm>
            <a:prstGeom prst="rect">
              <a:avLst/>
            </a:prstGeom>
          </p:spPr>
        </p:pic>
      </p:grpSp>
      <p:pic>
        <p:nvPicPr>
          <p:cNvPr id="14" name="Graphic 13">
            <a:extLst>
              <a:ext uri="{FF2B5EF4-FFF2-40B4-BE49-F238E27FC236}">
                <a16:creationId xmlns:a16="http://schemas.microsoft.com/office/drawing/2014/main" id="{7F4F084D-58A3-A2B4-22BC-FE29166F0DB7}"/>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806768" y="4714493"/>
            <a:ext cx="329184" cy="329184"/>
          </a:xfrm>
          <a:prstGeom prst="rect">
            <a:avLst/>
          </a:prstGeom>
        </p:spPr>
      </p:pic>
      <p:pic>
        <p:nvPicPr>
          <p:cNvPr id="30" name="Graphic 29">
            <a:extLst>
              <a:ext uri="{FF2B5EF4-FFF2-40B4-BE49-F238E27FC236}">
                <a16:creationId xmlns:a16="http://schemas.microsoft.com/office/drawing/2014/main" id="{D1DEFE57-F7BA-8F02-A693-43C1CAF8C623}"/>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806768" y="5113055"/>
            <a:ext cx="329184" cy="329184"/>
          </a:xfrm>
          <a:prstGeom prst="rect">
            <a:avLst/>
          </a:prstGeom>
        </p:spPr>
      </p:pic>
      <p:grpSp>
        <p:nvGrpSpPr>
          <p:cNvPr id="22" name="Group 21">
            <a:extLst>
              <a:ext uri="{FF2B5EF4-FFF2-40B4-BE49-F238E27FC236}">
                <a16:creationId xmlns:a16="http://schemas.microsoft.com/office/drawing/2014/main" id="{CC7D2C4C-454C-933F-0178-7CF9DD9B0542}"/>
              </a:ext>
            </a:extLst>
          </p:cNvPr>
          <p:cNvGrpSpPr/>
          <p:nvPr/>
        </p:nvGrpSpPr>
        <p:grpSpPr>
          <a:xfrm>
            <a:off x="660477" y="4037561"/>
            <a:ext cx="621767" cy="563966"/>
            <a:chOff x="673324" y="3962461"/>
            <a:chExt cx="621767" cy="563966"/>
          </a:xfrm>
        </p:grpSpPr>
        <p:pic>
          <p:nvPicPr>
            <p:cNvPr id="18" name="Picture 17">
              <a:extLst>
                <a:ext uri="{FF2B5EF4-FFF2-40B4-BE49-F238E27FC236}">
                  <a16:creationId xmlns:a16="http://schemas.microsoft.com/office/drawing/2014/main" id="{312CB612-B096-2835-C6F6-9475D85803BB}"/>
                </a:ext>
              </a:extLst>
            </p:cNvPr>
            <p:cNvPicPr>
              <a:picLocks noChangeAspect="1"/>
            </p:cNvPicPr>
            <p:nvPr/>
          </p:nvPicPr>
          <p:blipFill>
            <a:blip r:embed="rId13"/>
            <a:stretch>
              <a:fillRect/>
            </a:stretch>
          </p:blipFill>
          <p:spPr>
            <a:xfrm>
              <a:off x="835288" y="3962461"/>
              <a:ext cx="301752" cy="301752"/>
            </a:xfrm>
            <a:prstGeom prst="rect">
              <a:avLst/>
            </a:prstGeom>
          </p:spPr>
        </p:pic>
        <p:sp>
          <p:nvSpPr>
            <p:cNvPr id="19" name="Oval 18">
              <a:extLst>
                <a:ext uri="{FF2B5EF4-FFF2-40B4-BE49-F238E27FC236}">
                  <a16:creationId xmlns:a16="http://schemas.microsoft.com/office/drawing/2014/main" id="{ABFE3915-9D5D-72EB-A5DB-A0232D1A49D2}"/>
                </a:ext>
              </a:extLst>
            </p:cNvPr>
            <p:cNvSpPr/>
            <p:nvPr/>
          </p:nvSpPr>
          <p:spPr>
            <a:xfrm>
              <a:off x="993339" y="4224675"/>
              <a:ext cx="301752" cy="301752"/>
            </a:xfrm>
            <a:prstGeom prst="ellipse">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sp>
          <p:nvSpPr>
            <p:cNvPr id="20" name="Oval 19">
              <a:extLst>
                <a:ext uri="{FF2B5EF4-FFF2-40B4-BE49-F238E27FC236}">
                  <a16:creationId xmlns:a16="http://schemas.microsoft.com/office/drawing/2014/main" id="{1CBAE48C-7FFD-7ADE-AC38-ED154635D2D4}"/>
                </a:ext>
              </a:extLst>
            </p:cNvPr>
            <p:cNvSpPr/>
            <p:nvPr/>
          </p:nvSpPr>
          <p:spPr>
            <a:xfrm>
              <a:off x="673324" y="4224675"/>
              <a:ext cx="301752" cy="301752"/>
            </a:xfrm>
            <a:prstGeom prst="ellipse">
              <a:avLst/>
            </a:prstGeom>
            <a:blipFill>
              <a:blip r:embed="rId10"/>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a:solidFill>
                  <a:schemeClr val="bg1"/>
                </a:solidFill>
              </a:endParaRPr>
            </a:p>
          </p:txBody>
        </p:sp>
      </p:grpSp>
      <p:pic>
        <p:nvPicPr>
          <p:cNvPr id="49" name="Picture 48">
            <a:extLst>
              <a:ext uri="{FF2B5EF4-FFF2-40B4-BE49-F238E27FC236}">
                <a16:creationId xmlns:a16="http://schemas.microsoft.com/office/drawing/2014/main" id="{A373C62F-D06F-BE45-292C-C6D5E439993B}"/>
              </a:ext>
            </a:extLst>
          </p:cNvPr>
          <p:cNvPicPr>
            <a:picLocks noChangeAspect="1"/>
          </p:cNvPicPr>
          <p:nvPr/>
        </p:nvPicPr>
        <p:blipFill>
          <a:blip r:embed="rId13"/>
          <a:stretch>
            <a:fillRect/>
          </a:stretch>
        </p:blipFill>
        <p:spPr>
          <a:xfrm>
            <a:off x="820484" y="5496070"/>
            <a:ext cx="301752" cy="301752"/>
          </a:xfrm>
          <a:prstGeom prst="rect">
            <a:avLst/>
          </a:prstGeom>
        </p:spPr>
      </p:pic>
      <p:grpSp>
        <p:nvGrpSpPr>
          <p:cNvPr id="24" name="Group 23">
            <a:extLst>
              <a:ext uri="{FF2B5EF4-FFF2-40B4-BE49-F238E27FC236}">
                <a16:creationId xmlns:a16="http://schemas.microsoft.com/office/drawing/2014/main" id="{6A376844-CD61-E5EE-E8D8-038AD30AB94F}"/>
              </a:ext>
            </a:extLst>
          </p:cNvPr>
          <p:cNvGrpSpPr/>
          <p:nvPr/>
        </p:nvGrpSpPr>
        <p:grpSpPr>
          <a:xfrm>
            <a:off x="660477" y="1770665"/>
            <a:ext cx="621767" cy="563959"/>
            <a:chOff x="673324" y="1770665"/>
            <a:chExt cx="621767" cy="563959"/>
          </a:xfrm>
        </p:grpSpPr>
        <p:pic>
          <p:nvPicPr>
            <p:cNvPr id="67" name="Picture 66" descr="A blue circle with yellow stars in center&#10;&#10;Description automatically generated">
              <a:extLst>
                <a:ext uri="{FF2B5EF4-FFF2-40B4-BE49-F238E27FC236}">
                  <a16:creationId xmlns:a16="http://schemas.microsoft.com/office/drawing/2014/main" id="{73DEED85-830E-77F2-3EB1-67D71EEC88B5}"/>
                </a:ext>
              </a:extLst>
            </p:cNvPr>
            <p:cNvPicPr>
              <a:picLocks noChangeAspect="1"/>
            </p:cNvPicPr>
            <p:nvPr/>
          </p:nvPicPr>
          <p:blipFill>
            <a:blip r:embed="rId8"/>
            <a:stretch>
              <a:fillRect/>
            </a:stretch>
          </p:blipFill>
          <p:spPr>
            <a:xfrm>
              <a:off x="673324" y="2032872"/>
              <a:ext cx="301752" cy="301752"/>
            </a:xfrm>
            <a:prstGeom prst="rect">
              <a:avLst/>
            </a:prstGeom>
            <a:ln>
              <a:noFill/>
            </a:ln>
          </p:spPr>
        </p:pic>
        <p:pic>
          <p:nvPicPr>
            <p:cNvPr id="68" name="Graphic 67">
              <a:extLst>
                <a:ext uri="{FF2B5EF4-FFF2-40B4-BE49-F238E27FC236}">
                  <a16:creationId xmlns:a16="http://schemas.microsoft.com/office/drawing/2014/main" id="{909A76C3-0EA5-8431-D1B4-750AE093BFED}"/>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821381" y="1770665"/>
              <a:ext cx="329184" cy="329184"/>
            </a:xfrm>
            <a:prstGeom prst="rect">
              <a:avLst/>
            </a:prstGeom>
          </p:spPr>
        </p:pic>
        <p:pic>
          <p:nvPicPr>
            <p:cNvPr id="15" name="Picture 14">
              <a:extLst>
                <a:ext uri="{FF2B5EF4-FFF2-40B4-BE49-F238E27FC236}">
                  <a16:creationId xmlns:a16="http://schemas.microsoft.com/office/drawing/2014/main" id="{A5A96C40-650D-0153-1C1B-00B8238E4C07}"/>
                </a:ext>
              </a:extLst>
            </p:cNvPr>
            <p:cNvPicPr>
              <a:picLocks noChangeAspect="1"/>
            </p:cNvPicPr>
            <p:nvPr/>
          </p:nvPicPr>
          <p:blipFill rotWithShape="1">
            <a:blip r:embed="rId5"/>
            <a:srcRect l="14865" t="17319" r="20459" b="14006"/>
            <a:stretch/>
          </p:blipFill>
          <p:spPr>
            <a:xfrm>
              <a:off x="993339" y="2031817"/>
              <a:ext cx="301752" cy="301752"/>
            </a:xfrm>
            <a:prstGeom prst="ellipse">
              <a:avLst/>
            </a:prstGeom>
          </p:spPr>
        </p:pic>
      </p:grpSp>
      <p:grpSp>
        <p:nvGrpSpPr>
          <p:cNvPr id="11" name="Group 10">
            <a:extLst>
              <a:ext uri="{FF2B5EF4-FFF2-40B4-BE49-F238E27FC236}">
                <a16:creationId xmlns:a16="http://schemas.microsoft.com/office/drawing/2014/main" id="{0788D2CE-60A5-E522-8D90-713E0B8BB956}"/>
              </a:ext>
            </a:extLst>
          </p:cNvPr>
          <p:cNvGrpSpPr/>
          <p:nvPr/>
        </p:nvGrpSpPr>
        <p:grpSpPr>
          <a:xfrm>
            <a:off x="-9526" y="-7584"/>
            <a:ext cx="11815014" cy="180000"/>
            <a:chOff x="-9526" y="-7584"/>
            <a:chExt cx="11815014" cy="180000"/>
          </a:xfrm>
        </p:grpSpPr>
        <p:sp>
          <p:nvSpPr>
            <p:cNvPr id="16" name="Rectangle 15">
              <a:extLst>
                <a:ext uri="{FF2B5EF4-FFF2-40B4-BE49-F238E27FC236}">
                  <a16:creationId xmlns:a16="http://schemas.microsoft.com/office/drawing/2014/main" id="{2543A75D-240A-59B3-F523-D6CA3C96EF52}"/>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17" name="Arrow: Pentagon 16">
              <a:extLst>
                <a:ext uri="{FF2B5EF4-FFF2-40B4-BE49-F238E27FC236}">
                  <a16:creationId xmlns:a16="http://schemas.microsoft.com/office/drawing/2014/main" id="{93835A39-C38F-5F75-A778-ECB38BF5DF52}"/>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5" name="Arrow: Chevron 24">
              <a:extLst>
                <a:ext uri="{FF2B5EF4-FFF2-40B4-BE49-F238E27FC236}">
                  <a16:creationId xmlns:a16="http://schemas.microsoft.com/office/drawing/2014/main" id="{61B769B5-D2FA-0345-9B9F-8AE7E60BF6F6}"/>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6" name="Arrow: Chevron 25">
              <a:extLst>
                <a:ext uri="{FF2B5EF4-FFF2-40B4-BE49-F238E27FC236}">
                  <a16:creationId xmlns:a16="http://schemas.microsoft.com/office/drawing/2014/main" id="{23FF6C19-0849-E4A5-774C-AFF3604E9E7F}"/>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7" name="Arrow: Chevron 26">
              <a:extLst>
                <a:ext uri="{FF2B5EF4-FFF2-40B4-BE49-F238E27FC236}">
                  <a16:creationId xmlns:a16="http://schemas.microsoft.com/office/drawing/2014/main" id="{1AF0E54B-B3C0-07CD-D416-C96025943D20}"/>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1528327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58532-C500-4574-1E17-4865C248ACC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BA864F6-6DCB-D729-8C41-834D6C373EB9}"/>
              </a:ext>
            </a:extLst>
          </p:cNvPr>
          <p:cNvGraphicFramePr>
            <a:graphicFrameLocks noChangeAspect="1"/>
          </p:cNvGraphicFramePr>
          <p:nvPr>
            <p:custDataLst>
              <p:tags r:id="rId1"/>
            </p:custDataLst>
            <p:extLst>
              <p:ext uri="{D42A27DB-BD31-4B8C-83A1-F6EECF244321}">
                <p14:modId xmlns:p14="http://schemas.microsoft.com/office/powerpoint/2010/main" val="18878996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CBA864F6-6DCB-D729-8C41-834D6C373E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A853250-7E99-B7F2-E029-667ECC729144}"/>
              </a:ext>
            </a:extLst>
          </p:cNvPr>
          <p:cNvSpPr>
            <a:spLocks noGrp="1"/>
          </p:cNvSpPr>
          <p:nvPr>
            <p:ph type="title"/>
          </p:nvPr>
        </p:nvSpPr>
        <p:spPr>
          <a:xfrm>
            <a:off x="358337" y="271427"/>
            <a:ext cx="11470125" cy="369332"/>
          </a:xfrm>
        </p:spPr>
        <p:txBody>
          <a:bodyPr vert="horz"/>
          <a:lstStyle/>
          <a:p>
            <a:r>
              <a:rPr lang="en-US" sz="2400"/>
              <a:t>Low Priority Evidence Gaps: Advanced/Metastatic GC/GEJ (2/2)</a:t>
            </a:r>
          </a:p>
        </p:txBody>
      </p:sp>
      <p:graphicFrame>
        <p:nvGraphicFramePr>
          <p:cNvPr id="2" name="Table 1">
            <a:extLst>
              <a:ext uri="{FF2B5EF4-FFF2-40B4-BE49-F238E27FC236}">
                <a16:creationId xmlns:a16="http://schemas.microsoft.com/office/drawing/2014/main" id="{65512328-D72B-0A31-087A-7B85E9769C8A}"/>
              </a:ext>
            </a:extLst>
          </p:cNvPr>
          <p:cNvGraphicFramePr>
            <a:graphicFrameLocks noGrp="1"/>
          </p:cNvGraphicFramePr>
          <p:nvPr>
            <p:extLst>
              <p:ext uri="{D42A27DB-BD31-4B8C-83A1-F6EECF244321}">
                <p14:modId xmlns:p14="http://schemas.microsoft.com/office/powerpoint/2010/main" val="1427114422"/>
              </p:ext>
            </p:extLst>
          </p:nvPr>
        </p:nvGraphicFramePr>
        <p:xfrm>
          <a:off x="358336" y="1355726"/>
          <a:ext cx="11458622" cy="3912222"/>
        </p:xfrm>
        <a:graphic>
          <a:graphicData uri="http://schemas.openxmlformats.org/drawingml/2006/table">
            <a:tbl>
              <a:tblPr firstRow="1" bandRow="1">
                <a:tableStyleId>{073A0DAA-6AF3-43AB-8588-CEC1D06C72B9}</a:tableStyleId>
              </a:tblPr>
              <a:tblGrid>
                <a:gridCol w="1188000">
                  <a:extLst>
                    <a:ext uri="{9D8B030D-6E8A-4147-A177-3AD203B41FA5}">
                      <a16:colId xmlns:a16="http://schemas.microsoft.com/office/drawing/2014/main" val="4274197813"/>
                    </a:ext>
                  </a:extLst>
                </a:gridCol>
                <a:gridCol w="8784000">
                  <a:extLst>
                    <a:ext uri="{9D8B030D-6E8A-4147-A177-3AD203B41FA5}">
                      <a16:colId xmlns:a16="http://schemas.microsoft.com/office/drawing/2014/main" val="3409405350"/>
                    </a:ext>
                  </a:extLst>
                </a:gridCol>
                <a:gridCol w="1486622">
                  <a:extLst>
                    <a:ext uri="{9D8B030D-6E8A-4147-A177-3AD203B41FA5}">
                      <a16:colId xmlns:a16="http://schemas.microsoft.com/office/drawing/2014/main" val="711261079"/>
                    </a:ext>
                  </a:extLst>
                </a:gridCol>
              </a:tblGrid>
              <a:tr h="28800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Advanced/Metastatic GC/GEJ</a:t>
                      </a:r>
                      <a:endParaRPr lang="en-US" sz="1200" b="1" i="1">
                        <a:solidFill>
                          <a:schemeClr val="bg1"/>
                        </a:solidFill>
                      </a:endParaRPr>
                    </a:p>
                  </a:txBody>
                  <a:tcPr anchor="ctr">
                    <a:solidFill>
                      <a:schemeClr val="tx2">
                        <a:lumMod val="60000"/>
                        <a:lumOff val="4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Low Priority Gaps</a:t>
                      </a:r>
                    </a:p>
                  </a:txBody>
                  <a:tcPr anchor="ct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tx2">
                        <a:lumMod val="60000"/>
                        <a:lumOff val="40000"/>
                      </a:schemeClr>
                    </a:solidFill>
                  </a:tcPr>
                </a:tc>
                <a:extLst>
                  <a:ext uri="{0D108BD9-81ED-4DB2-BD59-A6C34878D82A}">
                    <a16:rowId xmlns:a16="http://schemas.microsoft.com/office/drawing/2014/main" val="1667024452"/>
                  </a:ext>
                </a:extLst>
              </a:tr>
              <a:tr h="743742">
                <a:tc>
                  <a:txBody>
                    <a:bodyPr/>
                    <a:lstStyle/>
                    <a:p>
                      <a:endParaRPr lang="en-US" sz="1200"/>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chemeClr val="tx1"/>
                          </a:solidFill>
                        </a:rPr>
                        <a:t>[1L]: </a:t>
                      </a:r>
                      <a:r>
                        <a:rPr lang="en-GB" sz="1000">
                          <a:solidFill>
                            <a:schemeClr val="tx1"/>
                          </a:solidFill>
                        </a:rPr>
                        <a:t>Need for data on patients </a:t>
                      </a:r>
                      <a:r>
                        <a:rPr lang="en-GB" sz="1000" b="1">
                          <a:solidFill>
                            <a:schemeClr val="tx1"/>
                          </a:solidFill>
                        </a:rPr>
                        <a:t>with peritoneal </a:t>
                      </a:r>
                      <a:r>
                        <a:rPr lang="en-GB" sz="1000">
                          <a:solidFill>
                            <a:schemeClr val="tx1"/>
                          </a:solidFill>
                        </a:rPr>
                        <a:t>vs</a:t>
                      </a:r>
                      <a:r>
                        <a:rPr lang="en-GB" sz="1000" b="1">
                          <a:solidFill>
                            <a:schemeClr val="tx1"/>
                          </a:solidFill>
                        </a:rPr>
                        <a:t> without peritoneal </a:t>
                      </a:r>
                      <a:r>
                        <a:rPr lang="en-GB" sz="1000">
                          <a:solidFill>
                            <a:schemeClr val="tx1"/>
                          </a:solidFill>
                        </a:rPr>
                        <a:t>metastasis and pattern of progression </a:t>
                      </a:r>
                    </a:p>
                  </a:txBody>
                  <a:tcPr anchor="ctr">
                    <a:solidFill>
                      <a:srgbClr val="CBCBCB"/>
                    </a:solidFill>
                  </a:tcP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tc>
                <a:extLst>
                  <a:ext uri="{0D108BD9-81ED-4DB2-BD59-A6C34878D82A}">
                    <a16:rowId xmlns:a16="http://schemas.microsoft.com/office/drawing/2014/main" val="2492486222"/>
                  </a:ext>
                </a:extLst>
              </a:tr>
              <a:tr h="360000">
                <a:tc>
                  <a:txBody>
                    <a:bodyPr/>
                    <a:lstStyle/>
                    <a:p>
                      <a:endParaRPr lang="en-US" sz="1200"/>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chemeClr val="tx1"/>
                          </a:solidFill>
                        </a:rPr>
                        <a:t>[1L]: </a:t>
                      </a:r>
                      <a:r>
                        <a:rPr lang="en-GB" sz="1000">
                          <a:solidFill>
                            <a:schemeClr val="tx1"/>
                          </a:solidFill>
                        </a:rPr>
                        <a:t>Need for </a:t>
                      </a:r>
                      <a:r>
                        <a:rPr lang="en-GB" sz="1000" b="1">
                          <a:solidFill>
                            <a:schemeClr val="tx1"/>
                          </a:solidFill>
                        </a:rPr>
                        <a:t>data supporting tislelizumab (metastatic) use in Tx-experienced GC patients (earlier stages)</a:t>
                      </a:r>
                    </a:p>
                  </a:txBody>
                  <a:tcPr anchor="ctr">
                    <a:solidFill>
                      <a:srgbClr val="E7E7E7"/>
                    </a:solidFill>
                  </a:tcPr>
                </a:tc>
                <a:tc vMerge="1">
                  <a:txBody>
                    <a:bodyPr/>
                    <a:lstStyle/>
                    <a:p>
                      <a:endParaRPr/>
                    </a:p>
                  </a:txBody>
                  <a:tcPr anchor="ctr"/>
                </a:tc>
                <a:extLst>
                  <a:ext uri="{0D108BD9-81ED-4DB2-BD59-A6C34878D82A}">
                    <a16:rowId xmlns:a16="http://schemas.microsoft.com/office/drawing/2014/main" val="3384435295"/>
                  </a:ext>
                </a:extLst>
              </a:tr>
              <a:tr h="360000">
                <a:tc>
                  <a:txBody>
                    <a:bodyPr/>
                    <a:lstStyle/>
                    <a:p>
                      <a:endParaRPr lang="en-US" sz="1200"/>
                    </a:p>
                  </a:txBody>
                  <a:tcPr>
                    <a:solidFill>
                      <a:srgbClr val="CBCBCB"/>
                    </a:solidFill>
                  </a:tcPr>
                </a:tc>
                <a:tc>
                  <a:txBody>
                    <a:bodyPr/>
                    <a:lstStyle/>
                    <a:p>
                      <a:r>
                        <a:rPr lang="en-GB" sz="1000">
                          <a:solidFill>
                            <a:schemeClr val="tx1"/>
                          </a:solidFill>
                        </a:rPr>
                        <a:t>Need for </a:t>
                      </a:r>
                      <a:r>
                        <a:rPr lang="en-GB" sz="1000" b="1">
                          <a:solidFill>
                            <a:schemeClr val="tx1"/>
                          </a:solidFill>
                        </a:rPr>
                        <a:t>data on evolution of biomarker expression over time </a:t>
                      </a:r>
                      <a:r>
                        <a:rPr lang="en-GB" sz="1000">
                          <a:solidFill>
                            <a:schemeClr val="tx1"/>
                          </a:solidFill>
                        </a:rPr>
                        <a:t>to inform patient selection and treatment sequencing</a:t>
                      </a:r>
                      <a:endParaRPr lang="en-US" sz="1000">
                        <a:solidFill>
                          <a:schemeClr val="tx1"/>
                        </a:solidFill>
                      </a:endParaRPr>
                    </a:p>
                  </a:txBody>
                  <a:tcPr anchor="ctr">
                    <a:solidFill>
                      <a:srgbClr val="CBCBCB"/>
                    </a:solidFill>
                  </a:tcPr>
                </a:tc>
                <a:tc vMerge="1">
                  <a:txBody>
                    <a:bodyPr/>
                    <a:lstStyle/>
                    <a:p>
                      <a:endParaRPr/>
                    </a:p>
                  </a:txBody>
                  <a:tcPr anchor="ctr"/>
                </a:tc>
                <a:extLst>
                  <a:ext uri="{0D108BD9-81ED-4DB2-BD59-A6C34878D82A}">
                    <a16:rowId xmlns:a16="http://schemas.microsoft.com/office/drawing/2014/main" val="2363867761"/>
                  </a:ext>
                </a:extLst>
              </a:tr>
              <a:tr h="360000">
                <a:tc>
                  <a:txBody>
                    <a:bodyPr/>
                    <a:lstStyle/>
                    <a:p>
                      <a:endParaRPr lang="en-US" sz="1200"/>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solidFill>
                            <a:schemeClr val="tx1"/>
                          </a:solidFill>
                          <a:effectLst/>
                        </a:rPr>
                        <a:t>​</a:t>
                      </a:r>
                      <a:r>
                        <a:rPr lang="en-GB" sz="1000" b="1" i="0" kern="1200">
                          <a:solidFill>
                            <a:schemeClr val="tx1"/>
                          </a:solidFill>
                          <a:latin typeface="+mn-lt"/>
                          <a:ea typeface="+mn-ea"/>
                          <a:cs typeface="+mn-cs"/>
                        </a:rPr>
                        <a:t>Need for data to inform pricing </a:t>
                      </a:r>
                      <a:r>
                        <a:rPr lang="en-GB" sz="1000" i="0" kern="1200">
                          <a:solidFill>
                            <a:schemeClr val="tx1"/>
                          </a:solidFill>
                          <a:latin typeface="+mn-lt"/>
                          <a:ea typeface="+mn-ea"/>
                          <a:cs typeface="+mn-cs"/>
                        </a:rPr>
                        <a:t>in out-of-pocket markets to inform go/no-go decision</a:t>
                      </a:r>
                    </a:p>
                  </a:txBody>
                  <a:tcPr anchor="ctr">
                    <a:solidFill>
                      <a:srgbClr val="E7E7E7"/>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Deprioritized </a:t>
                      </a:r>
                    </a:p>
                  </a:txBody>
                  <a:tcPr anchor="ctr"/>
                </a:tc>
                <a:extLst>
                  <a:ext uri="{0D108BD9-81ED-4DB2-BD59-A6C34878D82A}">
                    <a16:rowId xmlns:a16="http://schemas.microsoft.com/office/drawing/2014/main" val="1222434482"/>
                  </a:ext>
                </a:extLst>
              </a:tr>
              <a:tr h="360000">
                <a:tc>
                  <a:txBody>
                    <a:bodyPr/>
                    <a:lstStyle/>
                    <a:p>
                      <a:endParaRPr lang="en-US" sz="1200"/>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solidFill>
                            <a:schemeClr val="tx1"/>
                          </a:solidFill>
                          <a:effectLst/>
                        </a:rPr>
                        <a:t>​</a:t>
                      </a:r>
                      <a:r>
                        <a:rPr lang="en-GB" sz="1000" kern="1200">
                          <a:solidFill>
                            <a:schemeClr val="tx1"/>
                          </a:solidFill>
                          <a:effectLst/>
                          <a:latin typeface="+mn-lt"/>
                          <a:ea typeface="+mn-ea"/>
                          <a:cs typeface="+mn-cs"/>
                        </a:rPr>
                        <a:t>Need for clinical </a:t>
                      </a:r>
                      <a:r>
                        <a:rPr lang="en-GB" sz="1000" b="1" kern="1200">
                          <a:solidFill>
                            <a:schemeClr val="tx1"/>
                          </a:solidFill>
                          <a:effectLst/>
                          <a:latin typeface="+mn-lt"/>
                          <a:ea typeface="+mn-ea"/>
                          <a:cs typeface="+mn-cs"/>
                        </a:rPr>
                        <a:t>evidence on tislelizumab + CTx in patients who received &lt;6 cycles of CTx</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3911465087"/>
                  </a:ext>
                </a:extLst>
              </a:tr>
              <a:tr h="360000">
                <a:tc>
                  <a:txBody>
                    <a:bodyPr/>
                    <a:lstStyle/>
                    <a:p>
                      <a:endParaRPr lang="en-US" sz="1200"/>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Need for </a:t>
                      </a:r>
                      <a:r>
                        <a:rPr lang="en-US" sz="1000" b="1">
                          <a:solidFill>
                            <a:schemeClr val="tx1"/>
                          </a:solidFill>
                        </a:rPr>
                        <a:t>comparative data against competitors </a:t>
                      </a:r>
                      <a:r>
                        <a:rPr lang="en-US" sz="1000">
                          <a:solidFill>
                            <a:schemeClr val="tx1"/>
                          </a:solidFill>
                        </a:rPr>
                        <a:t>across ethnicities and in regions where competitor data is inconsistent </a:t>
                      </a:r>
                    </a:p>
                  </a:txBody>
                  <a:tcPr anchor="ctr">
                    <a:solidFill>
                      <a:srgbClr val="E7E7E7"/>
                    </a:solidFill>
                  </a:tcPr>
                </a:tc>
                <a:tc vMerge="1">
                  <a:txBody>
                    <a:bodyPr/>
                    <a:lstStyle/>
                    <a:p>
                      <a:endParaRPr lang="en-US" sz="1000">
                        <a:solidFill>
                          <a:schemeClr val="tx1"/>
                        </a:solidFill>
                      </a:endParaRPr>
                    </a:p>
                  </a:txBody>
                  <a:tcPr anchor="ctr"/>
                </a:tc>
                <a:extLst>
                  <a:ext uri="{0D108BD9-81ED-4DB2-BD59-A6C34878D82A}">
                    <a16:rowId xmlns:a16="http://schemas.microsoft.com/office/drawing/2014/main" val="3666717787"/>
                  </a:ext>
                </a:extLst>
              </a:tr>
              <a:tr h="360000">
                <a:tc>
                  <a:txBody>
                    <a:bodyPr/>
                    <a:lstStyle/>
                    <a:p>
                      <a:endParaRPr lang="en-US" sz="1200"/>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Need for </a:t>
                      </a:r>
                      <a:r>
                        <a:rPr lang="en-US" sz="1000" b="1">
                          <a:solidFill>
                            <a:schemeClr val="tx1"/>
                          </a:solidFill>
                        </a:rPr>
                        <a:t>data on biomarker-driven treatment sequencing </a:t>
                      </a:r>
                      <a:r>
                        <a:rPr lang="en-US" sz="1000">
                          <a:solidFill>
                            <a:schemeClr val="tx1"/>
                          </a:solidFill>
                        </a:rPr>
                        <a:t>in the setting of multiple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available IO treatment options</a:t>
                      </a:r>
                    </a:p>
                  </a:txBody>
                  <a:tcPr anchor="ctr">
                    <a:solidFill>
                      <a:srgbClr val="CBCBCB"/>
                    </a:solidFill>
                  </a:tcPr>
                </a:tc>
                <a:tc vMerge="1">
                  <a:txBody>
                    <a:bodyPr/>
                    <a:lstStyle/>
                    <a:p>
                      <a:endParaRPr lang="en-US" sz="1000">
                        <a:solidFill>
                          <a:schemeClr val="tx1"/>
                        </a:solidFill>
                      </a:endParaRPr>
                    </a:p>
                  </a:txBody>
                  <a:tcPr anchor="ctr"/>
                </a:tc>
                <a:extLst>
                  <a:ext uri="{0D108BD9-81ED-4DB2-BD59-A6C34878D82A}">
                    <a16:rowId xmlns:a16="http://schemas.microsoft.com/office/drawing/2014/main" val="4223156595"/>
                  </a:ext>
                </a:extLst>
              </a:tr>
              <a:tr h="360000">
                <a:tc>
                  <a:txBody>
                    <a:bodyPr/>
                    <a:lstStyle/>
                    <a:p>
                      <a:endParaRPr lang="en-US" sz="1200"/>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schemeClr val="tx1"/>
                          </a:solidFill>
                        </a:rPr>
                        <a:t>[1L]: Limited efficacy data in patients with low PD-L1 expression (i.e., &lt;5%), </a:t>
                      </a:r>
                      <a:r>
                        <a:rPr lang="en-GB" sz="1000">
                          <a:solidFill>
                            <a:schemeClr val="tx1"/>
                          </a:solidFill>
                        </a:rPr>
                        <a:t>and </a:t>
                      </a:r>
                      <a:r>
                        <a:rPr lang="en-US" sz="1000">
                          <a:solidFill>
                            <a:schemeClr val="tx1"/>
                          </a:solidFill>
                        </a:rPr>
                        <a:t>with low PD-L1 expression but positive for other patient biomarkers</a:t>
                      </a:r>
                      <a:endParaRPr lang="en-GB" sz="1000">
                        <a:solidFill>
                          <a:schemeClr val="tx1"/>
                        </a:solidFill>
                      </a:endParaRP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a:solidFill>
                          <a:schemeClr val="tx1"/>
                        </a:solidFill>
                      </a:endParaRPr>
                    </a:p>
                  </a:txBody>
                  <a:tcPr anchor="ctr"/>
                </a:tc>
                <a:extLst>
                  <a:ext uri="{0D108BD9-81ED-4DB2-BD59-A6C34878D82A}">
                    <a16:rowId xmlns:a16="http://schemas.microsoft.com/office/drawing/2014/main" val="2632918883"/>
                  </a:ext>
                </a:extLst>
              </a:tr>
            </a:tbl>
          </a:graphicData>
        </a:graphic>
      </p:graphicFrame>
      <p:pic>
        <p:nvPicPr>
          <p:cNvPr id="7" name="Graphic 6">
            <a:extLst>
              <a:ext uri="{FF2B5EF4-FFF2-40B4-BE49-F238E27FC236}">
                <a16:creationId xmlns:a16="http://schemas.microsoft.com/office/drawing/2014/main" id="{1BDEE4D4-4742-CC23-DC58-B24B00A6E639}"/>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16746" y="3764957"/>
            <a:ext cx="329184" cy="329184"/>
          </a:xfrm>
          <a:prstGeom prst="rect">
            <a:avLst/>
          </a:prstGeom>
        </p:spPr>
      </p:pic>
      <p:pic>
        <p:nvPicPr>
          <p:cNvPr id="8" name="Graphic 7">
            <a:extLst>
              <a:ext uri="{FF2B5EF4-FFF2-40B4-BE49-F238E27FC236}">
                <a16:creationId xmlns:a16="http://schemas.microsoft.com/office/drawing/2014/main" id="{329314EC-A747-C3A0-58DD-7BCEE58A54BC}"/>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16746" y="3407439"/>
            <a:ext cx="329184" cy="329184"/>
          </a:xfrm>
          <a:prstGeom prst="rect">
            <a:avLst/>
          </a:prstGeom>
        </p:spPr>
      </p:pic>
      <p:grpSp>
        <p:nvGrpSpPr>
          <p:cNvPr id="13" name="Group 12">
            <a:extLst>
              <a:ext uri="{FF2B5EF4-FFF2-40B4-BE49-F238E27FC236}">
                <a16:creationId xmlns:a16="http://schemas.microsoft.com/office/drawing/2014/main" id="{1F7C840F-73CD-57AA-3691-35690A09CB30}"/>
              </a:ext>
            </a:extLst>
          </p:cNvPr>
          <p:cNvGrpSpPr/>
          <p:nvPr/>
        </p:nvGrpSpPr>
        <p:grpSpPr>
          <a:xfrm>
            <a:off x="727011" y="2709411"/>
            <a:ext cx="508655" cy="329184"/>
            <a:chOff x="716899" y="2580184"/>
            <a:chExt cx="508655" cy="329184"/>
          </a:xfrm>
        </p:grpSpPr>
        <p:pic>
          <p:nvPicPr>
            <p:cNvPr id="87" name="Graphic 86">
              <a:extLst>
                <a:ext uri="{FF2B5EF4-FFF2-40B4-BE49-F238E27FC236}">
                  <a16:creationId xmlns:a16="http://schemas.microsoft.com/office/drawing/2014/main" id="{808C7B1B-9416-8D21-A67A-B0C82DA98069}"/>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16899" y="2580184"/>
              <a:ext cx="329184" cy="329184"/>
            </a:xfrm>
            <a:prstGeom prst="rect">
              <a:avLst/>
            </a:prstGeom>
          </p:spPr>
        </p:pic>
        <p:sp>
          <p:nvSpPr>
            <p:cNvPr id="88" name="Oval 87">
              <a:extLst>
                <a:ext uri="{FF2B5EF4-FFF2-40B4-BE49-F238E27FC236}">
                  <a16:creationId xmlns:a16="http://schemas.microsoft.com/office/drawing/2014/main" id="{EC0CC4FA-CF2E-C852-2BE0-4BFCB80011F1}"/>
                </a:ext>
              </a:extLst>
            </p:cNvPr>
            <p:cNvSpPr/>
            <p:nvPr/>
          </p:nvSpPr>
          <p:spPr>
            <a:xfrm>
              <a:off x="942090" y="2603044"/>
              <a:ext cx="283464" cy="283464"/>
            </a:xfrm>
            <a:prstGeom prst="ellipse">
              <a:avLst/>
            </a:prstGeom>
            <a:blipFill>
              <a:blip r:embed="rId7"/>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err="1">
                <a:solidFill>
                  <a:schemeClr val="bg1"/>
                </a:solidFill>
              </a:endParaRPr>
            </a:p>
          </p:txBody>
        </p:sp>
      </p:grpSp>
      <p:grpSp>
        <p:nvGrpSpPr>
          <p:cNvPr id="97" name="Group 96">
            <a:extLst>
              <a:ext uri="{FF2B5EF4-FFF2-40B4-BE49-F238E27FC236}">
                <a16:creationId xmlns:a16="http://schemas.microsoft.com/office/drawing/2014/main" id="{EA7278C9-E6C6-BF10-7D91-CA7511354C17}"/>
              </a:ext>
            </a:extLst>
          </p:cNvPr>
          <p:cNvGrpSpPr/>
          <p:nvPr/>
        </p:nvGrpSpPr>
        <p:grpSpPr>
          <a:xfrm>
            <a:off x="8699856" y="910976"/>
            <a:ext cx="3142481" cy="323165"/>
            <a:chOff x="6459941" y="619466"/>
            <a:chExt cx="3142481" cy="323165"/>
          </a:xfrm>
        </p:grpSpPr>
        <p:sp>
          <p:nvSpPr>
            <p:cNvPr id="98" name="TextBox 97">
              <a:extLst>
                <a:ext uri="{FF2B5EF4-FFF2-40B4-BE49-F238E27FC236}">
                  <a16:creationId xmlns:a16="http://schemas.microsoft.com/office/drawing/2014/main" id="{FD6BC301-4A2B-EDE2-B79F-38519E2B960F}"/>
                </a:ext>
              </a:extLst>
            </p:cNvPr>
            <p:cNvSpPr txBox="1"/>
            <p:nvPr/>
          </p:nvSpPr>
          <p:spPr>
            <a:xfrm>
              <a:off x="6459941" y="619466"/>
              <a:ext cx="3142481"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                    </a:t>
              </a: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99" name="Picture 2" descr="European Society for Medical Oncology (ESMO) - YouTube">
              <a:extLst>
                <a:ext uri="{FF2B5EF4-FFF2-40B4-BE49-F238E27FC236}">
                  <a16:creationId xmlns:a16="http://schemas.microsoft.com/office/drawing/2014/main" id="{16BC20D5-F2B4-7715-9B9A-EF0C7EB5F053}"/>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7063295" y="696165"/>
              <a:ext cx="396000" cy="146680"/>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2" descr="European Society for Medical Oncology (ESMO) - YouTube">
            <a:extLst>
              <a:ext uri="{FF2B5EF4-FFF2-40B4-BE49-F238E27FC236}">
                <a16:creationId xmlns:a16="http://schemas.microsoft.com/office/drawing/2014/main" id="{9DD5C4D8-B514-FE96-BBCA-45308B855AA9}"/>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9636618" y="4213821"/>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European Society for Medical Oncology (ESMO) - YouTube">
            <a:extLst>
              <a:ext uri="{FF2B5EF4-FFF2-40B4-BE49-F238E27FC236}">
                <a16:creationId xmlns:a16="http://schemas.microsoft.com/office/drawing/2014/main" id="{93EFAF10-D740-840E-F99F-730CAC4C508B}"/>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9636617" y="4634107"/>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4C1238D1-A449-F376-8697-4BFA8CF85EA5}"/>
              </a:ext>
            </a:extLst>
          </p:cNvPr>
          <p:cNvGrpSpPr/>
          <p:nvPr/>
        </p:nvGrpSpPr>
        <p:grpSpPr>
          <a:xfrm>
            <a:off x="711009" y="4126406"/>
            <a:ext cx="540659" cy="329184"/>
            <a:chOff x="716899" y="4043742"/>
            <a:chExt cx="540659" cy="329184"/>
          </a:xfrm>
        </p:grpSpPr>
        <p:pic>
          <p:nvPicPr>
            <p:cNvPr id="21" name="Graphic 20">
              <a:extLst>
                <a:ext uri="{FF2B5EF4-FFF2-40B4-BE49-F238E27FC236}">
                  <a16:creationId xmlns:a16="http://schemas.microsoft.com/office/drawing/2014/main" id="{5D4D9BA8-CE14-6CD1-F113-D0CE07CD0FB4}"/>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16899" y="4043742"/>
              <a:ext cx="329184" cy="329184"/>
            </a:xfrm>
            <a:prstGeom prst="rect">
              <a:avLst/>
            </a:prstGeom>
          </p:spPr>
        </p:pic>
        <p:pic>
          <p:nvPicPr>
            <p:cNvPr id="22" name="Picture 21">
              <a:extLst>
                <a:ext uri="{FF2B5EF4-FFF2-40B4-BE49-F238E27FC236}">
                  <a16:creationId xmlns:a16="http://schemas.microsoft.com/office/drawing/2014/main" id="{B2922CFB-2599-C3CA-26BD-29FDC0C2CD2D}"/>
                </a:ext>
              </a:extLst>
            </p:cNvPr>
            <p:cNvPicPr>
              <a:picLocks noChangeAspect="1"/>
            </p:cNvPicPr>
            <p:nvPr/>
          </p:nvPicPr>
          <p:blipFill rotWithShape="1">
            <a:blip r:embed="rId9"/>
            <a:srcRect l="14865" t="17319" r="20459" b="14006"/>
            <a:stretch/>
          </p:blipFill>
          <p:spPr>
            <a:xfrm>
              <a:off x="928374" y="4043742"/>
              <a:ext cx="329184" cy="329184"/>
            </a:xfrm>
            <a:prstGeom prst="ellipse">
              <a:avLst/>
            </a:prstGeom>
          </p:spPr>
        </p:pic>
      </p:grpSp>
      <p:pic>
        <p:nvPicPr>
          <p:cNvPr id="23" name="Graphic 22">
            <a:extLst>
              <a:ext uri="{FF2B5EF4-FFF2-40B4-BE49-F238E27FC236}">
                <a16:creationId xmlns:a16="http://schemas.microsoft.com/office/drawing/2014/main" id="{27692BA0-2631-2BF7-7FB7-A90BE8A29531}"/>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16746" y="4503939"/>
            <a:ext cx="329184" cy="329184"/>
          </a:xfrm>
          <a:prstGeom prst="rect">
            <a:avLst/>
          </a:prstGeom>
        </p:spPr>
      </p:pic>
      <p:pic>
        <p:nvPicPr>
          <p:cNvPr id="24" name="Graphic 23">
            <a:extLst>
              <a:ext uri="{FF2B5EF4-FFF2-40B4-BE49-F238E27FC236}">
                <a16:creationId xmlns:a16="http://schemas.microsoft.com/office/drawing/2014/main" id="{01600552-697B-45FA-9C71-9C6B46FF6CAF}"/>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16746" y="4912491"/>
            <a:ext cx="329184" cy="329184"/>
          </a:xfrm>
          <a:prstGeom prst="rect">
            <a:avLst/>
          </a:prstGeom>
        </p:spPr>
      </p:pic>
      <p:pic>
        <p:nvPicPr>
          <p:cNvPr id="9" name="Graphic 8">
            <a:extLst>
              <a:ext uri="{FF2B5EF4-FFF2-40B4-BE49-F238E27FC236}">
                <a16:creationId xmlns:a16="http://schemas.microsoft.com/office/drawing/2014/main" id="{611BE732-C43E-8ED1-7987-4DB11973B3A1}"/>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16746" y="3043302"/>
            <a:ext cx="329184" cy="329184"/>
          </a:xfrm>
          <a:prstGeom prst="rect">
            <a:avLst/>
          </a:prstGeom>
        </p:spPr>
      </p:pic>
      <p:grpSp>
        <p:nvGrpSpPr>
          <p:cNvPr id="25" name="Group 24">
            <a:extLst>
              <a:ext uri="{FF2B5EF4-FFF2-40B4-BE49-F238E27FC236}">
                <a16:creationId xmlns:a16="http://schemas.microsoft.com/office/drawing/2014/main" id="{C376C8A9-D193-A192-F1E4-761D75ACE51E}"/>
              </a:ext>
            </a:extLst>
          </p:cNvPr>
          <p:cNvGrpSpPr/>
          <p:nvPr/>
        </p:nvGrpSpPr>
        <p:grpSpPr>
          <a:xfrm>
            <a:off x="628174" y="1901760"/>
            <a:ext cx="706329" cy="757453"/>
            <a:chOff x="628174" y="1854831"/>
            <a:chExt cx="706329" cy="757453"/>
          </a:xfrm>
        </p:grpSpPr>
        <p:pic>
          <p:nvPicPr>
            <p:cNvPr id="81" name="Graphic 80">
              <a:extLst>
                <a:ext uri="{FF2B5EF4-FFF2-40B4-BE49-F238E27FC236}">
                  <a16:creationId xmlns:a16="http://schemas.microsoft.com/office/drawing/2014/main" id="{289113CD-25F1-8791-A8BB-BCC7C01A8C8B}"/>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23218" y="1854831"/>
              <a:ext cx="329184" cy="329184"/>
            </a:xfrm>
            <a:prstGeom prst="rect">
              <a:avLst/>
            </a:prstGeom>
          </p:spPr>
        </p:pic>
        <p:sp>
          <p:nvSpPr>
            <p:cNvPr id="82" name="Oval 81">
              <a:extLst>
                <a:ext uri="{FF2B5EF4-FFF2-40B4-BE49-F238E27FC236}">
                  <a16:creationId xmlns:a16="http://schemas.microsoft.com/office/drawing/2014/main" id="{29887A9D-869A-2290-A11C-6DB89C1F4B85}"/>
                </a:ext>
              </a:extLst>
            </p:cNvPr>
            <p:cNvSpPr/>
            <p:nvPr/>
          </p:nvSpPr>
          <p:spPr>
            <a:xfrm>
              <a:off x="628174" y="2072614"/>
              <a:ext cx="274320" cy="274320"/>
            </a:xfrm>
            <a:prstGeom prst="ellipse">
              <a:avLst/>
            </a:prstGeom>
            <a:blipFill>
              <a:blip r:embed="rId7"/>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err="1">
                <a:solidFill>
                  <a:schemeClr val="bg1"/>
                </a:solidFill>
              </a:endParaRPr>
            </a:p>
          </p:txBody>
        </p:sp>
        <p:sp>
          <p:nvSpPr>
            <p:cNvPr id="84" name="Oval 83">
              <a:extLst>
                <a:ext uri="{FF2B5EF4-FFF2-40B4-BE49-F238E27FC236}">
                  <a16:creationId xmlns:a16="http://schemas.microsoft.com/office/drawing/2014/main" id="{92D478DC-098B-000F-8AD1-211AAAB619A0}"/>
                </a:ext>
              </a:extLst>
            </p:cNvPr>
            <p:cNvSpPr/>
            <p:nvPr/>
          </p:nvSpPr>
          <p:spPr>
            <a:xfrm>
              <a:off x="1060183" y="2072614"/>
              <a:ext cx="274320" cy="274320"/>
            </a:xfrm>
            <a:prstGeom prst="ellipse">
              <a:avLst/>
            </a:prstGeom>
            <a:blipFill>
              <a:blip r:embed="rId10"/>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err="1">
                <a:solidFill>
                  <a:schemeClr val="bg1"/>
                </a:solidFill>
              </a:endParaRPr>
            </a:p>
          </p:txBody>
        </p:sp>
        <p:pic>
          <p:nvPicPr>
            <p:cNvPr id="83" name="Picture 82" descr="A red circle with white circle in center&#10;&#10;AI-generated content may be incorrect.">
              <a:extLst>
                <a:ext uri="{FF2B5EF4-FFF2-40B4-BE49-F238E27FC236}">
                  <a16:creationId xmlns:a16="http://schemas.microsoft.com/office/drawing/2014/main" id="{7F8F33D0-A09C-27E6-6215-FC378CBEE7E8}"/>
                </a:ext>
              </a:extLst>
            </p:cNvPr>
            <p:cNvPicPr>
              <a:picLocks noChangeAspect="1"/>
            </p:cNvPicPr>
            <p:nvPr/>
          </p:nvPicPr>
          <p:blipFill>
            <a:blip r:embed="rId11"/>
            <a:stretch>
              <a:fillRect/>
            </a:stretch>
          </p:blipFill>
          <p:spPr>
            <a:xfrm>
              <a:off x="979929" y="2335600"/>
              <a:ext cx="274320" cy="276684"/>
            </a:xfrm>
            <a:prstGeom prst="rect">
              <a:avLst/>
            </a:prstGeom>
          </p:spPr>
        </p:pic>
        <p:pic>
          <p:nvPicPr>
            <p:cNvPr id="85" name="Picture 84">
              <a:extLst>
                <a:ext uri="{FF2B5EF4-FFF2-40B4-BE49-F238E27FC236}">
                  <a16:creationId xmlns:a16="http://schemas.microsoft.com/office/drawing/2014/main" id="{B62D7E2C-8A7E-B203-83CC-8CEE6A238192}"/>
                </a:ext>
              </a:extLst>
            </p:cNvPr>
            <p:cNvPicPr>
              <a:picLocks noChangeAspect="1"/>
            </p:cNvPicPr>
            <p:nvPr/>
          </p:nvPicPr>
          <p:blipFill rotWithShape="1">
            <a:blip r:embed="rId9"/>
            <a:srcRect l="14865" t="17319" r="20459" b="14006"/>
            <a:stretch/>
          </p:blipFill>
          <p:spPr>
            <a:xfrm>
              <a:off x="707019" y="2336782"/>
              <a:ext cx="274320" cy="274320"/>
            </a:xfrm>
            <a:prstGeom prst="ellipse">
              <a:avLst/>
            </a:prstGeom>
          </p:spPr>
        </p:pic>
      </p:grpSp>
      <p:sp>
        <p:nvSpPr>
          <p:cNvPr id="32" name="Footer Placeholder 3">
            <a:extLst>
              <a:ext uri="{FF2B5EF4-FFF2-40B4-BE49-F238E27FC236}">
                <a16:creationId xmlns:a16="http://schemas.microsoft.com/office/drawing/2014/main" id="{A1929ACA-23BF-E003-957D-10E96340C19A}"/>
              </a:ext>
            </a:extLst>
          </p:cNvPr>
          <p:cNvSpPr txBox="1">
            <a:spLocks/>
          </p:cNvSpPr>
          <p:nvPr/>
        </p:nvSpPr>
        <p:spPr>
          <a:xfrm>
            <a:off x="358336" y="6360168"/>
            <a:ext cx="10678259"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latin typeface="Poppins"/>
              </a:rPr>
              <a:t>Note</a:t>
            </a:r>
            <a:r>
              <a:rPr lang="en-US">
                <a:solidFill>
                  <a:srgbClr val="000000">
                    <a:lumMod val="65000"/>
                    <a:lumOff val="35000"/>
                  </a:srgbClr>
                </a:solidFill>
              </a:rPr>
              <a:t>: </a:t>
            </a:r>
            <a:r>
              <a:rPr lang="en-US" err="1">
                <a:solidFill>
                  <a:srgbClr val="000000">
                    <a:lumMod val="65000"/>
                    <a:lumOff val="35000"/>
                  </a:srgbClr>
                </a:solidFill>
              </a:rPr>
              <a:t>CTx</a:t>
            </a:r>
            <a:r>
              <a:rPr lang="en-US">
                <a:solidFill>
                  <a:srgbClr val="000000">
                    <a:lumMod val="65000"/>
                    <a:lumOff val="35000"/>
                  </a:srgbClr>
                </a:solidFill>
              </a:rPr>
              <a:t>: Chemotherapy; GC: Gastric Cancer; GEJ: Gastroesophageal Junction; PD-1: Programmed Death Protein-1; Tx: Treatment</a:t>
            </a:r>
            <a:endParaRPr lang="en-US">
              <a:solidFill>
                <a:srgbClr val="000000">
                  <a:lumMod val="65000"/>
                  <a:lumOff val="35000"/>
                </a:srgbClr>
              </a:solidFill>
              <a:latin typeface="Poppins"/>
            </a:endParaRPr>
          </a:p>
        </p:txBody>
      </p:sp>
      <p:grpSp>
        <p:nvGrpSpPr>
          <p:cNvPr id="4" name="Group 3">
            <a:extLst>
              <a:ext uri="{FF2B5EF4-FFF2-40B4-BE49-F238E27FC236}">
                <a16:creationId xmlns:a16="http://schemas.microsoft.com/office/drawing/2014/main" id="{BF3122C2-DA3D-BAF3-C5B7-FE4445693847}"/>
              </a:ext>
            </a:extLst>
          </p:cNvPr>
          <p:cNvGrpSpPr/>
          <p:nvPr/>
        </p:nvGrpSpPr>
        <p:grpSpPr>
          <a:xfrm>
            <a:off x="-9526" y="-7584"/>
            <a:ext cx="11815014" cy="180000"/>
            <a:chOff x="-9526" y="-7584"/>
            <a:chExt cx="11815014" cy="180000"/>
          </a:xfrm>
        </p:grpSpPr>
        <p:sp>
          <p:nvSpPr>
            <p:cNvPr id="11" name="Rectangle 10">
              <a:extLst>
                <a:ext uri="{FF2B5EF4-FFF2-40B4-BE49-F238E27FC236}">
                  <a16:creationId xmlns:a16="http://schemas.microsoft.com/office/drawing/2014/main" id="{571A7574-1780-988C-DA97-08A0AF901235}"/>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17" name="Arrow: Pentagon 16">
              <a:extLst>
                <a:ext uri="{FF2B5EF4-FFF2-40B4-BE49-F238E27FC236}">
                  <a16:creationId xmlns:a16="http://schemas.microsoft.com/office/drawing/2014/main" id="{C8E81C2A-520D-9BCE-818D-CCB39DEF82F1}"/>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0" name="Arrow: Chevron 19">
              <a:extLst>
                <a:ext uri="{FF2B5EF4-FFF2-40B4-BE49-F238E27FC236}">
                  <a16:creationId xmlns:a16="http://schemas.microsoft.com/office/drawing/2014/main" id="{748C6098-4379-4D8A-60B7-2BB310C86CE0}"/>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6" name="Arrow: Chevron 25">
              <a:extLst>
                <a:ext uri="{FF2B5EF4-FFF2-40B4-BE49-F238E27FC236}">
                  <a16:creationId xmlns:a16="http://schemas.microsoft.com/office/drawing/2014/main" id="{A493A275-3DE4-51A1-CF18-15336D8B8C1F}"/>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7" name="Arrow: Chevron 26">
              <a:extLst>
                <a:ext uri="{FF2B5EF4-FFF2-40B4-BE49-F238E27FC236}">
                  <a16:creationId xmlns:a16="http://schemas.microsoft.com/office/drawing/2014/main" id="{676EF340-C2C1-51BB-DFA7-EDDEB338845A}"/>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
        <p:nvSpPr>
          <p:cNvPr id="5" name="Rectangle 4">
            <a:extLst>
              <a:ext uri="{FF2B5EF4-FFF2-40B4-BE49-F238E27FC236}">
                <a16:creationId xmlns:a16="http://schemas.microsoft.com/office/drawing/2014/main" id="{F3A7BE23-7D49-7281-9C4E-2304277D9D01}"/>
              </a:ext>
            </a:extLst>
          </p:cNvPr>
          <p:cNvSpPr/>
          <p:nvPr/>
        </p:nvSpPr>
        <p:spPr>
          <a:xfrm>
            <a:off x="358336" y="5419534"/>
            <a:ext cx="11447152" cy="7146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64000" rIns="45720" rtlCol="0" anchor="ctr">
            <a:normAutofit/>
          </a:bodyPr>
          <a:lstStyle/>
          <a:p>
            <a:pPr>
              <a:spcAft>
                <a:spcPts val="600"/>
              </a:spcAft>
            </a:pPr>
            <a:r>
              <a:rPr lang="en-US" sz="1400" b="1">
                <a:solidFill>
                  <a:schemeClr val="tx1"/>
                </a:solidFill>
              </a:rPr>
              <a:t>Parking Lot </a:t>
            </a:r>
            <a:endParaRPr lang="en-US" sz="1400">
              <a:solidFill>
                <a:schemeClr val="tx1"/>
              </a:solidFill>
            </a:endParaRPr>
          </a:p>
          <a:p>
            <a:pPr>
              <a:spcAft>
                <a:spcPts val="600"/>
              </a:spcAft>
            </a:pPr>
            <a:r>
              <a:rPr lang="en-US" sz="1100" b="1">
                <a:solidFill>
                  <a:schemeClr val="tx1"/>
                </a:solidFill>
              </a:rPr>
              <a:t>Evidence Gap: </a:t>
            </a:r>
            <a:r>
              <a:rPr lang="en-US" sz="1100">
                <a:solidFill>
                  <a:schemeClr val="tx1"/>
                </a:solidFill>
              </a:rPr>
              <a:t>“Need for data on patients with peritoneal vs without peritoneal metastasis and pattern of progression in patients with mesothelioma”</a:t>
            </a:r>
            <a:r>
              <a:rPr lang="en-US" sz="1100" b="1">
                <a:solidFill>
                  <a:schemeClr val="tx1"/>
                </a:solidFill>
              </a:rPr>
              <a:t> </a:t>
            </a:r>
          </a:p>
        </p:txBody>
      </p:sp>
      <p:pic>
        <p:nvPicPr>
          <p:cNvPr id="10" name="Graphic 9">
            <a:extLst>
              <a:ext uri="{FF2B5EF4-FFF2-40B4-BE49-F238E27FC236}">
                <a16:creationId xmlns:a16="http://schemas.microsoft.com/office/drawing/2014/main" id="{C9EB3675-9585-9F0D-F7B7-B1B092382625}"/>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657343" y="5506877"/>
            <a:ext cx="540000" cy="540000"/>
          </a:xfrm>
          <a:prstGeom prst="rect">
            <a:avLst/>
          </a:prstGeom>
        </p:spPr>
      </p:pic>
    </p:spTree>
    <p:extLst>
      <p:ext uri="{BB962C8B-B14F-4D97-AF65-F5344CB8AC3E}">
        <p14:creationId xmlns:p14="http://schemas.microsoft.com/office/powerpoint/2010/main" val="12284130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825DC-46E5-9D31-5F51-89FF274843A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CB50906-D7C0-3EA2-6C82-93F2E67FA703}"/>
              </a:ext>
            </a:extLst>
          </p:cNvPr>
          <p:cNvGraphicFramePr>
            <a:graphicFrameLocks noChangeAspect="1"/>
          </p:cNvGraphicFramePr>
          <p:nvPr>
            <p:custDataLst>
              <p:tags r:id="rId1"/>
            </p:custDataLst>
            <p:extLst>
              <p:ext uri="{D42A27DB-BD31-4B8C-83A1-F6EECF244321}">
                <p14:modId xmlns:p14="http://schemas.microsoft.com/office/powerpoint/2010/main" val="3749159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9CB50906-D7C0-3EA2-6C82-93F2E67FA70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0" name="Table 29">
            <a:extLst>
              <a:ext uri="{FF2B5EF4-FFF2-40B4-BE49-F238E27FC236}">
                <a16:creationId xmlns:a16="http://schemas.microsoft.com/office/drawing/2014/main" id="{D285AEA4-AC69-F199-BBD2-738003AF3968}"/>
              </a:ext>
            </a:extLst>
          </p:cNvPr>
          <p:cNvGraphicFramePr>
            <a:graphicFrameLocks noGrp="1"/>
          </p:cNvGraphicFramePr>
          <p:nvPr>
            <p:extLst>
              <p:ext uri="{D42A27DB-BD31-4B8C-83A1-F6EECF244321}">
                <p14:modId xmlns:p14="http://schemas.microsoft.com/office/powerpoint/2010/main" val="3391785676"/>
              </p:ext>
            </p:extLst>
          </p:nvPr>
        </p:nvGraphicFramePr>
        <p:xfrm>
          <a:off x="358335" y="1300691"/>
          <a:ext cx="11592000" cy="5006277"/>
        </p:xfrm>
        <a:graphic>
          <a:graphicData uri="http://schemas.openxmlformats.org/drawingml/2006/table">
            <a:tbl>
              <a:tblPr firstRow="1" bandRow="1">
                <a:tableStyleId>{073A0DAA-6AF3-43AB-8588-CEC1D06C72B9}</a:tableStyleId>
              </a:tblPr>
              <a:tblGrid>
                <a:gridCol w="2638253">
                  <a:extLst>
                    <a:ext uri="{9D8B030D-6E8A-4147-A177-3AD203B41FA5}">
                      <a16:colId xmlns:a16="http://schemas.microsoft.com/office/drawing/2014/main" val="2077000396"/>
                    </a:ext>
                  </a:extLst>
                </a:gridCol>
                <a:gridCol w="1101687">
                  <a:extLst>
                    <a:ext uri="{9D8B030D-6E8A-4147-A177-3AD203B41FA5}">
                      <a16:colId xmlns:a16="http://schemas.microsoft.com/office/drawing/2014/main" val="2139832984"/>
                    </a:ext>
                  </a:extLst>
                </a:gridCol>
                <a:gridCol w="1333041">
                  <a:extLst>
                    <a:ext uri="{9D8B030D-6E8A-4147-A177-3AD203B41FA5}">
                      <a16:colId xmlns:a16="http://schemas.microsoft.com/office/drawing/2014/main" val="2800079537"/>
                    </a:ext>
                  </a:extLst>
                </a:gridCol>
                <a:gridCol w="1983019">
                  <a:extLst>
                    <a:ext uri="{9D8B030D-6E8A-4147-A177-3AD203B41FA5}">
                      <a16:colId xmlns:a16="http://schemas.microsoft.com/office/drawing/2014/main" val="2491557635"/>
                    </a:ext>
                  </a:extLst>
                </a:gridCol>
                <a:gridCol w="936000">
                  <a:extLst>
                    <a:ext uri="{9D8B030D-6E8A-4147-A177-3AD203B41FA5}">
                      <a16:colId xmlns:a16="http://schemas.microsoft.com/office/drawing/2014/main" val="3673164344"/>
                    </a:ext>
                  </a:extLst>
                </a:gridCol>
                <a:gridCol w="1080000">
                  <a:extLst>
                    <a:ext uri="{9D8B030D-6E8A-4147-A177-3AD203B41FA5}">
                      <a16:colId xmlns:a16="http://schemas.microsoft.com/office/drawing/2014/main" val="2326480619"/>
                    </a:ext>
                  </a:extLst>
                </a:gridCol>
                <a:gridCol w="288000">
                  <a:extLst>
                    <a:ext uri="{9D8B030D-6E8A-4147-A177-3AD203B41FA5}">
                      <a16:colId xmlns:a16="http://schemas.microsoft.com/office/drawing/2014/main" val="2014162778"/>
                    </a:ext>
                  </a:extLst>
                </a:gridCol>
                <a:gridCol w="2232000">
                  <a:extLst>
                    <a:ext uri="{9D8B030D-6E8A-4147-A177-3AD203B41FA5}">
                      <a16:colId xmlns:a16="http://schemas.microsoft.com/office/drawing/2014/main" val="393198505"/>
                    </a:ext>
                  </a:extLst>
                </a:gridCol>
              </a:tblGrid>
              <a:tr h="306415">
                <a:tc gridSpan="8">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Advanced/Metastatic GC/GEJ</a:t>
                      </a:r>
                    </a:p>
                  </a:txBody>
                  <a:tcPr marL="45720" marR="45720" anchor="ctr">
                    <a:solidFill>
                      <a:schemeClr val="tx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689462">
                <a:tc>
                  <a:txBody>
                    <a:bodyPr/>
                    <a:lstStyle/>
                    <a:p>
                      <a:pPr algn="ctr"/>
                      <a:r>
                        <a:rPr lang="en-US" sz="1000" b="1">
                          <a:solidFill>
                            <a:schemeClr val="bg1"/>
                          </a:solidFill>
                        </a:rPr>
                        <a:t>Evidence Gap</a:t>
                      </a:r>
                    </a:p>
                  </a:txBody>
                  <a:tcPr marL="45720" marR="45720"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Tactic Type</a:t>
                      </a:r>
                    </a:p>
                  </a:txBody>
                  <a:tcPr marL="45720" marR="45720" anchor="ctr">
                    <a:solidFill>
                      <a:schemeClr val="tx2">
                        <a:lumMod val="60000"/>
                        <a:lumOff val="40000"/>
                      </a:schemeClr>
                    </a:solidFill>
                  </a:tcPr>
                </a:tc>
                <a:tc>
                  <a:txBody>
                    <a:bodyPr/>
                    <a:lstStyle/>
                    <a:p>
                      <a:pPr algn="ctr"/>
                      <a:r>
                        <a:rPr lang="en-US" sz="1000" b="1">
                          <a:solidFill>
                            <a:schemeClr val="bg1"/>
                          </a:solidFill>
                        </a:rPr>
                        <a:t>New Tactic</a:t>
                      </a:r>
                    </a:p>
                  </a:txBody>
                  <a:tcPr marL="45720" marR="45720" anchor="ctr">
                    <a:solidFill>
                      <a:schemeClr val="tx2">
                        <a:lumMod val="60000"/>
                        <a:lumOff val="40000"/>
                      </a:schemeClr>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chemeClr val="tx2">
                        <a:lumMod val="60000"/>
                        <a:lumOff val="40000"/>
                      </a:schemeClr>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chemeClr val="tx2">
                        <a:lumMod val="60000"/>
                        <a:lumOff val="40000"/>
                      </a:schemeClr>
                    </a:solidFill>
                  </a:tcPr>
                </a:tc>
                <a:tc>
                  <a:txBody>
                    <a:bodyPr/>
                    <a:lstStyle/>
                    <a:p>
                      <a:pPr algn="ctr"/>
                      <a:r>
                        <a:rPr lang="en-US" sz="1000" b="1" kern="1200">
                          <a:solidFill>
                            <a:schemeClr val="bg1"/>
                          </a:solidFill>
                          <a:latin typeface="+mn-lt"/>
                          <a:ea typeface="+mn-ea"/>
                          <a:cs typeface="+mn-cs"/>
                        </a:rPr>
                        <a:t>Impact on External Stakeholders</a:t>
                      </a:r>
                    </a:p>
                  </a:txBody>
                  <a:tcPr marL="45720" marR="45720" anchor="ctr">
                    <a:solidFill>
                      <a:schemeClr val="tx2">
                        <a:lumMod val="60000"/>
                        <a:lumOff val="40000"/>
                      </a:schemeClr>
                    </a:solidFill>
                  </a:tcPr>
                </a:tc>
                <a:tc>
                  <a:txBody>
                    <a:bodyPr/>
                    <a:lstStyle/>
                    <a:p>
                      <a:pPr marL="0" algn="ctr" defTabSz="914400" rtl="0" eaLnBrk="1" latinLnBrk="0" hangingPunct="1"/>
                      <a:r>
                        <a:rPr lang="en-US" sz="1000" b="1" kern="1200">
                          <a:solidFill>
                            <a:schemeClr val="bg1"/>
                          </a:solidFill>
                          <a:latin typeface="+mn-lt"/>
                          <a:ea typeface="+mn-ea"/>
                          <a:cs typeface="+mn-cs"/>
                        </a:rPr>
                        <a:t>SIs</a:t>
                      </a:r>
                    </a:p>
                  </a:txBody>
                  <a:tcPr marL="45720" marR="45720" anchor="ctr">
                    <a:solidFill>
                      <a:schemeClr val="tx2">
                        <a:lumMod val="60000"/>
                        <a:lumOff val="40000"/>
                      </a:schemeClr>
                    </a:solidFill>
                  </a:tcPr>
                </a:tc>
                <a:tc>
                  <a:txBody>
                    <a:bodyPr/>
                    <a:lstStyle/>
                    <a:p>
                      <a:pPr marL="0" algn="ctr" defTabSz="914400" rtl="0" eaLnBrk="1" latinLnBrk="0" hangingPunct="1"/>
                      <a:r>
                        <a:rPr lang="en-US" sz="1000" b="1" kern="1200">
                          <a:solidFill>
                            <a:schemeClr val="bg1"/>
                          </a:solidFill>
                          <a:latin typeface="+mn-lt"/>
                          <a:ea typeface="+mn-ea"/>
                          <a:cs typeface="+mn-cs"/>
                        </a:rPr>
                        <a:t>Medical Objective &amp; Impact</a:t>
                      </a:r>
                    </a:p>
                  </a:txBody>
                  <a:tcPr marL="45720" marR="45720" anchor="ctr">
                    <a:solidFill>
                      <a:schemeClr val="tx2">
                        <a:lumMod val="60000"/>
                        <a:lumOff val="40000"/>
                      </a:schemeClr>
                    </a:solidFill>
                  </a:tcPr>
                </a:tc>
                <a:extLst>
                  <a:ext uri="{0D108BD9-81ED-4DB2-BD59-A6C34878D82A}">
                    <a16:rowId xmlns:a16="http://schemas.microsoft.com/office/drawing/2014/main" val="3378915935"/>
                  </a:ext>
                </a:extLst>
              </a:tr>
              <a:tr h="720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i="0" kern="1200">
                          <a:solidFill>
                            <a:schemeClr val="dk1"/>
                          </a:solidFill>
                          <a:effectLst/>
                          <a:latin typeface="+mn-lt"/>
                          <a:ea typeface="+mn-ea"/>
                          <a:cs typeface="+mn-cs"/>
                        </a:rPr>
                        <a:t>[1L]: Need for </a:t>
                      </a:r>
                      <a:r>
                        <a:rPr lang="en-GB" sz="900" b="1" i="0" kern="1200">
                          <a:solidFill>
                            <a:schemeClr val="dk1"/>
                          </a:solidFill>
                          <a:effectLst/>
                          <a:latin typeface="+mn-lt"/>
                          <a:ea typeface="+mn-ea"/>
                          <a:cs typeface="+mn-cs"/>
                        </a:rPr>
                        <a:t>safety and efficacy data supporting tislelizumab </a:t>
                      </a:r>
                      <a:r>
                        <a:rPr lang="en-GB" sz="900" b="0" i="0" kern="1200">
                          <a:solidFill>
                            <a:schemeClr val="dk1"/>
                          </a:solidFill>
                          <a:effectLst/>
                          <a:latin typeface="+mn-lt"/>
                          <a:ea typeface="+mn-ea"/>
                          <a:cs typeface="+mn-cs"/>
                        </a:rPr>
                        <a:t>(200mg at Q2W) </a:t>
                      </a:r>
                      <a:r>
                        <a:rPr lang="en-GB" sz="900" b="1" i="0" kern="1200">
                          <a:solidFill>
                            <a:schemeClr val="dk1"/>
                          </a:solidFill>
                          <a:effectLst/>
                          <a:latin typeface="+mn-lt"/>
                          <a:ea typeface="+mn-ea"/>
                          <a:cs typeface="+mn-cs"/>
                        </a:rPr>
                        <a:t>+ SOX </a:t>
                      </a:r>
                      <a:r>
                        <a:rPr lang="en-GB" sz="900" b="0" i="0" kern="1200">
                          <a:solidFill>
                            <a:schemeClr val="dk1"/>
                          </a:solidFill>
                          <a:effectLst/>
                          <a:latin typeface="+mn-lt"/>
                          <a:ea typeface="+mn-ea"/>
                          <a:cs typeface="+mn-cs"/>
                        </a:rPr>
                        <a:t>in a sizable JP population</a:t>
                      </a:r>
                    </a:p>
                  </a:txBody>
                  <a:tcPr marL="45720" marR="45720" anchor="ctr">
                    <a:solidFill>
                      <a:srgbClr val="CBCBCB"/>
                    </a:solidFill>
                  </a:tcPr>
                </a:tc>
                <a:tc rowSpan="2">
                  <a:txBody>
                    <a:bodyPr/>
                    <a:lstStyle/>
                    <a:p>
                      <a:pPr algn="ctr"/>
                      <a:endParaRPr lang="en-GB" sz="900" i="1"/>
                    </a:p>
                    <a:p>
                      <a:pPr algn="ctr"/>
                      <a:endParaRPr lang="en-GB" sz="900" i="1"/>
                    </a:p>
                    <a:p>
                      <a:pPr algn="ctr"/>
                      <a:endParaRPr lang="en-GB" sz="900" i="1"/>
                    </a:p>
                    <a:p>
                      <a:pPr algn="ctr"/>
                      <a:endParaRPr lang="en-GB" sz="900" i="1"/>
                    </a:p>
                    <a:p>
                      <a:pPr algn="ctr"/>
                      <a:endParaRPr lang="en-GB" sz="900" i="1"/>
                    </a:p>
                    <a:p>
                      <a:pPr algn="ctr"/>
                      <a:r>
                        <a:rPr lang="en-GB" sz="900" i="1"/>
                        <a:t>or</a:t>
                      </a:r>
                    </a:p>
                    <a:p>
                      <a:pPr algn="ctr"/>
                      <a:endParaRPr lang="en-GB" sz="900" i="1"/>
                    </a:p>
                    <a:p>
                      <a:pPr algn="ctr"/>
                      <a:r>
                        <a:rPr lang="en-GB" sz="900" i="1"/>
                        <a:t>To be closed by R&amp;D</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900">
                        <a:highlight>
                          <a:srgbClr val="FFFF00"/>
                        </a:highlight>
                      </a:endParaRP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IIT</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t>Safety (% Grade 3-4 AEs) and efficacy (ORR, PFS, DoR)</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tx1"/>
                        </a:solidFill>
                        <a:latin typeface="+mn-lt"/>
                        <a:ea typeface="+mn-ea"/>
                        <a:cs typeface="+mn-cs"/>
                      </a:endParaRPr>
                    </a:p>
                  </a:txBody>
                  <a:tcPr marL="45720" marR="45720" anchor="ctr">
                    <a:solidFill>
                      <a:srgbClr val="CBCBCB"/>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Regulators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900" i="0" kern="1200">
                        <a:solidFill>
                          <a:schemeClr val="tx1"/>
                        </a:solidFill>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Evidence-Based Differentiation</a:t>
                      </a:r>
                    </a:p>
                  </a:txBody>
                  <a:tcPr marL="45720" marR="45720" anchor="ctr">
                    <a:solidFill>
                      <a:srgbClr val="CBCBCB"/>
                    </a:solidFill>
                  </a:tcPr>
                </a:tc>
                <a:extLst>
                  <a:ext uri="{0D108BD9-81ED-4DB2-BD59-A6C34878D82A}">
                    <a16:rowId xmlns:a16="http://schemas.microsoft.com/office/drawing/2014/main" val="2682310187"/>
                  </a:ext>
                </a:extLst>
              </a:tr>
              <a:tr h="72000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Interventional study (RN-216) for GC label expansion in Japan</a:t>
                      </a:r>
                      <a:r>
                        <a:rPr lang="en-US" sz="900" i="0" baseline="30000"/>
                        <a:t>I</a:t>
                      </a:r>
                      <a:endParaRPr lang="en-US" sz="900" i="0"/>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t>Primary Endpoints: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Safety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Efficacy (ORR by IRC)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t>Secondary Endpoints: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6 months PFS (by IRC) rate</a:t>
                      </a:r>
                    </a:p>
                  </a:txBody>
                  <a:tcPr marL="45720" marR="45720" anchor="ctr">
                    <a:solidFill>
                      <a:srgbClr val="CBCBCB"/>
                    </a:solidFill>
                  </a:tcPr>
                </a:tc>
                <a:tc vMerge="1">
                  <a:txBody>
                    <a:bodyPr/>
                    <a:lstStyle/>
                    <a:p>
                      <a:endParaRPr lang="en-US"/>
                    </a:p>
                  </a:txBody>
                  <a:tcPr/>
                </a:tc>
                <a:tc vMerge="1">
                  <a:txBody>
                    <a:bodyPr/>
                    <a:lstStyle/>
                    <a:p>
                      <a:endParaRPr lang="en-US"/>
                    </a:p>
                  </a:txBody>
                  <a:tcPr/>
                </a:tc>
                <a:tc>
                  <a:txBody>
                    <a:bodyPr/>
                    <a:lstStyle/>
                    <a:p>
                      <a:endParaRPr lang="en-US"/>
                    </a:p>
                  </a:txBody>
                  <a:tcPr marL="45720" marR="45720" anchor="ctr">
                    <a:solidFill>
                      <a:schemeClr val="accent6"/>
                    </a:solidFill>
                  </a:tcPr>
                </a:tc>
                <a:tc>
                  <a:txBody>
                    <a:bodyPr/>
                    <a:lstStyle/>
                    <a:p>
                      <a:pPr marL="171450" indent="-171450">
                        <a:buFont typeface="Arial" panose="020B0604020202020204" pitchFamily="34" charset="0"/>
                        <a:buChar char="•"/>
                      </a:pPr>
                      <a:r>
                        <a:rPr lang="en-GB" sz="900" i="0" kern="1200">
                          <a:solidFill>
                            <a:schemeClr val="tx1"/>
                          </a:solidFill>
                          <a:latin typeface="+mn-lt"/>
                          <a:ea typeface="+mn-ea"/>
                          <a:cs typeface="+mn-cs"/>
                        </a:rPr>
                        <a:t>Integrated Evidence Generation</a:t>
                      </a:r>
                      <a:endParaRPr lang="en-US"/>
                    </a:p>
                  </a:txBody>
                  <a:tcPr marL="45720" marR="45720" anchor="ctr">
                    <a:solidFill>
                      <a:srgbClr val="CBCBCB"/>
                    </a:solidFill>
                  </a:tcPr>
                </a:tc>
                <a:extLst>
                  <a:ext uri="{0D108BD9-81ED-4DB2-BD59-A6C34878D82A}">
                    <a16:rowId xmlns:a16="http://schemas.microsoft.com/office/drawing/2014/main" val="3277386714"/>
                  </a:ext>
                </a:extLst>
              </a:tr>
              <a:tr h="720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kern="1200">
                          <a:solidFill>
                            <a:schemeClr val="dk1"/>
                          </a:solidFill>
                          <a:latin typeface="+mn-lt"/>
                          <a:ea typeface="+mn-ea"/>
                          <a:cs typeface="+mn-cs"/>
                        </a:rPr>
                        <a:t>Need for data on tislelizumab </a:t>
                      </a:r>
                      <a:r>
                        <a:rPr lang="en-GB" sz="900" b="1" kern="1200">
                          <a:solidFill>
                            <a:schemeClr val="dk1"/>
                          </a:solidFill>
                          <a:latin typeface="+mn-lt"/>
                          <a:ea typeface="+mn-ea"/>
                          <a:cs typeface="+mn-cs"/>
                        </a:rPr>
                        <a:t>ability to prevent/delay peritoneal metastasis </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effectLst/>
                        </a:rPr>
                        <a:t>Post-hoc analysis of RN-305</a:t>
                      </a:r>
                      <a:endParaRPr lang="en-US" sz="900"/>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i="0" kern="1200">
                          <a:solidFill>
                            <a:schemeClr val="tx1"/>
                          </a:solidFill>
                          <a:latin typeface="+mn-lt"/>
                          <a:ea typeface="+mn-ea"/>
                          <a:cs typeface="+mn-cs"/>
                        </a:rPr>
                        <a:t>Incidence of and time to peritoneal metastases</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i="0" kern="1200">
                        <a:solidFill>
                          <a:schemeClr val="tx1"/>
                        </a:solidFill>
                        <a:highlight>
                          <a:srgbClr val="00FFFF"/>
                        </a:highlight>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Patients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Payers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Evidence-Based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Communicate One Scientific Story</a:t>
                      </a:r>
                    </a:p>
                  </a:txBody>
                  <a:tcPr marL="45720" marR="45720" anchor="ctr">
                    <a:solidFill>
                      <a:srgbClr val="E7E7E7"/>
                    </a:solidFill>
                  </a:tcPr>
                </a:tc>
                <a:extLst>
                  <a:ext uri="{0D108BD9-81ED-4DB2-BD59-A6C34878D82A}">
                    <a16:rowId xmlns:a16="http://schemas.microsoft.com/office/drawing/2014/main" val="3767365224"/>
                  </a:ext>
                </a:extLst>
              </a:tr>
              <a:tr h="720000">
                <a:tc vMerge="1">
                  <a:txBody>
                    <a:bodyPr/>
                    <a:lstStyle/>
                    <a:p>
                      <a:endParaRPr 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marL="45720" marR="45720" anchor="ctr">
                    <a:solidFill>
                      <a:schemeClr val="bg1">
                        <a:lumMod val="8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highlight>
                          <a:srgbClr val="FFFF00"/>
                        </a:highlight>
                      </a:endParaRPr>
                    </a:p>
                  </a:txBody>
                  <a:tcPr marL="45720" marR="45720" anchor="ctr">
                    <a:solidFill>
                      <a:schemeClr val="bg1">
                        <a:lumMod val="85000"/>
                      </a:schemeClr>
                    </a:solidFill>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highlight>
                          <a:srgbClr val="FFFF00"/>
                        </a:highlight>
                        <a:latin typeface="+mn-lt"/>
                        <a:ea typeface="+mn-ea"/>
                        <a:cs typeface="+mn-cs"/>
                      </a:endParaRPr>
                    </a:p>
                  </a:txBody>
                  <a:tcPr marL="45720" marR="45720" anchor="ctr">
                    <a:solidFill>
                      <a:schemeClr val="bg1">
                        <a:lumMod val="8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i="0" kern="1200">
                        <a:solidFill>
                          <a:schemeClr val="tx1"/>
                        </a:solidFill>
                        <a:highlight>
                          <a:srgbClr val="00FFFF"/>
                        </a:highlight>
                        <a:latin typeface="+mn-lt"/>
                        <a:ea typeface="+mn-ea"/>
                        <a:cs typeface="+mn-cs"/>
                      </a:endParaRPr>
                    </a:p>
                  </a:txBody>
                  <a:tcPr marL="45720" marR="45720" anchor="ctr">
                    <a:solidFill>
                      <a:schemeClr val="bg1">
                        <a:lumMod val="85000"/>
                      </a:schemeClr>
                    </a:solidFill>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Maintain and Continue to Build</a:t>
                      </a:r>
                    </a:p>
                  </a:txBody>
                  <a:tcPr marL="45720" marR="45720" anchor="ctr">
                    <a:solidFill>
                      <a:srgbClr val="E7E7E7"/>
                    </a:solidFill>
                  </a:tcPr>
                </a:tc>
                <a:extLst>
                  <a:ext uri="{0D108BD9-81ED-4DB2-BD59-A6C34878D82A}">
                    <a16:rowId xmlns:a16="http://schemas.microsoft.com/office/drawing/2014/main" val="3704962015"/>
                  </a:ext>
                </a:extLst>
              </a:tr>
              <a:tr h="93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effectLst/>
                        </a:rPr>
                        <a:t>Need for data at </a:t>
                      </a:r>
                      <a:r>
                        <a:rPr lang="en-GB" sz="900" b="1">
                          <a:effectLst/>
                        </a:rPr>
                        <a:t>different PD-1 cut-offs (&gt;10%)</a:t>
                      </a:r>
                      <a:endParaRPr lang="en-GB" sz="900" b="1"/>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ITC</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i="0" kern="1200" err="1">
                          <a:solidFill>
                            <a:schemeClr val="tx1"/>
                          </a:solidFill>
                          <a:latin typeface="+mn-lt"/>
                          <a:ea typeface="+mn-ea"/>
                          <a:cs typeface="+mn-cs"/>
                        </a:rPr>
                        <a:t>mOS</a:t>
                      </a:r>
                      <a:r>
                        <a:rPr lang="en-US" sz="900" i="0" kern="1200">
                          <a:solidFill>
                            <a:schemeClr val="tx1"/>
                          </a:solidFill>
                          <a:latin typeface="+mn-lt"/>
                          <a:ea typeface="+mn-ea"/>
                          <a:cs typeface="+mn-cs"/>
                        </a:rPr>
                        <a:t> and </a:t>
                      </a:r>
                      <a:r>
                        <a:rPr lang="en-US" sz="900" i="0" kern="1200" err="1">
                          <a:solidFill>
                            <a:schemeClr val="tx1"/>
                          </a:solidFill>
                          <a:latin typeface="+mn-lt"/>
                          <a:ea typeface="+mn-ea"/>
                          <a:cs typeface="+mn-cs"/>
                        </a:rPr>
                        <a:t>mPFS</a:t>
                      </a:r>
                      <a:r>
                        <a:rPr lang="en-US" sz="900" i="0" kern="1200">
                          <a:solidFill>
                            <a:schemeClr val="tx1"/>
                          </a:solidFill>
                          <a:latin typeface="+mn-lt"/>
                          <a:ea typeface="+mn-ea"/>
                          <a:cs typeface="+mn-cs"/>
                        </a:rPr>
                        <a:t> at the 10% cut-off</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i="0" kern="1200">
                        <a:solidFill>
                          <a:schemeClr val="tx1"/>
                        </a:solidFill>
                        <a:highlight>
                          <a:srgbClr val="00FFFF"/>
                        </a:highlight>
                        <a:latin typeface="+mn-lt"/>
                        <a:ea typeface="+mn-ea"/>
                        <a:cs typeface="+mn-cs"/>
                      </a:endParaRP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Patients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Research Collaborations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Maintain and Continue to Build</a:t>
                      </a:r>
                    </a:p>
                  </a:txBody>
                  <a:tcPr marL="45720" marR="45720" anchor="ctr">
                    <a:solidFill>
                      <a:srgbClr val="CBCBCB"/>
                    </a:solidFill>
                  </a:tcPr>
                </a:tc>
                <a:extLst>
                  <a:ext uri="{0D108BD9-81ED-4DB2-BD59-A6C34878D82A}">
                    <a16:rowId xmlns:a16="http://schemas.microsoft.com/office/drawing/2014/main" val="3142829947"/>
                  </a:ext>
                </a:extLst>
              </a:tr>
            </a:tbl>
          </a:graphicData>
        </a:graphic>
      </p:graphicFrame>
      <p:sp>
        <p:nvSpPr>
          <p:cNvPr id="3" name="Title 2">
            <a:extLst>
              <a:ext uri="{FF2B5EF4-FFF2-40B4-BE49-F238E27FC236}">
                <a16:creationId xmlns:a16="http://schemas.microsoft.com/office/drawing/2014/main" id="{1260C598-6F18-80A9-128F-86267477C516}"/>
              </a:ext>
            </a:extLst>
          </p:cNvPr>
          <p:cNvSpPr>
            <a:spLocks noGrp="1"/>
          </p:cNvSpPr>
          <p:nvPr>
            <p:ph type="title"/>
          </p:nvPr>
        </p:nvSpPr>
        <p:spPr>
          <a:xfrm>
            <a:off x="358337" y="271427"/>
            <a:ext cx="11470125" cy="369332"/>
          </a:xfrm>
        </p:spPr>
        <p:txBody>
          <a:bodyPr vert="horz"/>
          <a:lstStyle/>
          <a:p>
            <a:r>
              <a:rPr lang="en-US" sz="2400"/>
              <a:t>Tactics: Advanced/Metastatic GC/GEJ (1/2)</a:t>
            </a:r>
          </a:p>
        </p:txBody>
      </p:sp>
      <p:pic>
        <p:nvPicPr>
          <p:cNvPr id="38" name="Graphic 37">
            <a:extLst>
              <a:ext uri="{FF2B5EF4-FFF2-40B4-BE49-F238E27FC236}">
                <a16:creationId xmlns:a16="http://schemas.microsoft.com/office/drawing/2014/main" id="{881B64B8-C60A-B7B6-238B-A8F339ADB2D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08028" y="4515268"/>
            <a:ext cx="274320" cy="274320"/>
          </a:xfrm>
          <a:prstGeom prst="rect">
            <a:avLst/>
          </a:prstGeom>
        </p:spPr>
      </p:pic>
      <p:pic>
        <p:nvPicPr>
          <p:cNvPr id="23" name="Picture 22" descr="A red circle with white circle in center&#10;&#10;AI-generated content may be incorrect.">
            <a:extLst>
              <a:ext uri="{FF2B5EF4-FFF2-40B4-BE49-F238E27FC236}">
                <a16:creationId xmlns:a16="http://schemas.microsoft.com/office/drawing/2014/main" id="{87DDFEEC-5250-3EAC-9855-E68B040C8F7E}"/>
              </a:ext>
            </a:extLst>
          </p:cNvPr>
          <p:cNvPicPr>
            <a:picLocks noChangeAspect="1"/>
          </p:cNvPicPr>
          <p:nvPr/>
        </p:nvPicPr>
        <p:blipFill>
          <a:blip r:embed="rId8"/>
          <a:stretch>
            <a:fillRect/>
          </a:stretch>
        </p:blipFill>
        <p:spPr>
          <a:xfrm>
            <a:off x="7725723" y="3055206"/>
            <a:ext cx="301752" cy="304355"/>
          </a:xfrm>
          <a:prstGeom prst="rect">
            <a:avLst/>
          </a:prstGeom>
        </p:spPr>
      </p:pic>
      <p:pic>
        <p:nvPicPr>
          <p:cNvPr id="24" name="Graphic 23">
            <a:extLst>
              <a:ext uri="{FF2B5EF4-FFF2-40B4-BE49-F238E27FC236}">
                <a16:creationId xmlns:a16="http://schemas.microsoft.com/office/drawing/2014/main" id="{02244276-2E41-0A35-7D56-2E9A5C6AFC04}"/>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712007" y="4487836"/>
            <a:ext cx="329184" cy="329184"/>
          </a:xfrm>
          <a:prstGeom prst="rect">
            <a:avLst/>
          </a:prstGeom>
        </p:spPr>
      </p:pic>
      <p:pic>
        <p:nvPicPr>
          <p:cNvPr id="25" name="Graphic 24">
            <a:extLst>
              <a:ext uri="{FF2B5EF4-FFF2-40B4-BE49-F238E27FC236}">
                <a16:creationId xmlns:a16="http://schemas.microsoft.com/office/drawing/2014/main" id="{044EB743-315D-4994-D1FE-671DAE3CC2A3}"/>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7712007" y="5668372"/>
            <a:ext cx="329184" cy="329184"/>
          </a:xfrm>
          <a:prstGeom prst="rect">
            <a:avLst/>
          </a:prstGeom>
        </p:spPr>
      </p:pic>
      <p:grpSp>
        <p:nvGrpSpPr>
          <p:cNvPr id="51" name="Group 50">
            <a:extLst>
              <a:ext uri="{FF2B5EF4-FFF2-40B4-BE49-F238E27FC236}">
                <a16:creationId xmlns:a16="http://schemas.microsoft.com/office/drawing/2014/main" id="{8A90B3EB-A7CB-CEBB-A625-E5A07E3BF4C3}"/>
              </a:ext>
            </a:extLst>
          </p:cNvPr>
          <p:cNvGrpSpPr/>
          <p:nvPr/>
        </p:nvGrpSpPr>
        <p:grpSpPr>
          <a:xfrm>
            <a:off x="5387787" y="634600"/>
            <a:ext cx="6454551" cy="323165"/>
            <a:chOff x="9702263" y="10164"/>
            <a:chExt cx="6636476" cy="323165"/>
          </a:xfrm>
        </p:grpSpPr>
        <p:sp>
          <p:nvSpPr>
            <p:cNvPr id="52" name="TextBox 51">
              <a:extLst>
                <a:ext uri="{FF2B5EF4-FFF2-40B4-BE49-F238E27FC236}">
                  <a16:creationId xmlns:a16="http://schemas.microsoft.com/office/drawing/2014/main" id="{5744015E-7B3E-1640-550C-46CD0D81048E}"/>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53" name="Rectangle 52">
              <a:extLst>
                <a:ext uri="{FF2B5EF4-FFF2-40B4-BE49-F238E27FC236}">
                  <a16:creationId xmlns:a16="http://schemas.microsoft.com/office/drawing/2014/main" id="{0BA17730-07A0-DCB9-2E37-85A89A14377A}"/>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4" name="Rectangle 53">
              <a:extLst>
                <a:ext uri="{FF2B5EF4-FFF2-40B4-BE49-F238E27FC236}">
                  <a16:creationId xmlns:a16="http://schemas.microsoft.com/office/drawing/2014/main" id="{823A21DF-2865-6B5E-EF84-CD48086D1E31}"/>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5" name="Rectangle 54">
              <a:extLst>
                <a:ext uri="{FF2B5EF4-FFF2-40B4-BE49-F238E27FC236}">
                  <a16:creationId xmlns:a16="http://schemas.microsoft.com/office/drawing/2014/main" id="{AB6F4734-1377-BC30-613C-624FFA7C1E30}"/>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11" name="Rectangle 10">
            <a:extLst>
              <a:ext uri="{FF2B5EF4-FFF2-40B4-BE49-F238E27FC236}">
                <a16:creationId xmlns:a16="http://schemas.microsoft.com/office/drawing/2014/main" id="{C9069C7F-1E50-C6A1-FEC8-FA2E994E63D1}"/>
              </a:ext>
            </a:extLst>
          </p:cNvPr>
          <p:cNvSpPr/>
          <p:nvPr/>
        </p:nvSpPr>
        <p:spPr>
          <a:xfrm>
            <a:off x="126749" y="2279904"/>
            <a:ext cx="222533" cy="402416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sp>
        <p:nvSpPr>
          <p:cNvPr id="21" name="Footer Placeholder 3">
            <a:extLst>
              <a:ext uri="{FF2B5EF4-FFF2-40B4-BE49-F238E27FC236}">
                <a16:creationId xmlns:a16="http://schemas.microsoft.com/office/drawing/2014/main" id="{F7DC6CA6-2BA5-63D6-380E-89781D78F8DD}"/>
              </a:ext>
            </a:extLst>
          </p:cNvPr>
          <p:cNvSpPr txBox="1">
            <a:spLocks/>
          </p:cNvSpPr>
          <p:nvPr/>
        </p:nvSpPr>
        <p:spPr>
          <a:xfrm>
            <a:off x="358336" y="6315165"/>
            <a:ext cx="10678259" cy="507484"/>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latin typeface="Poppins"/>
              </a:rPr>
              <a:t>Note</a:t>
            </a:r>
            <a:r>
              <a:rPr lang="en-US">
                <a:solidFill>
                  <a:srgbClr val="000000">
                    <a:lumMod val="65000"/>
                    <a:lumOff val="35000"/>
                  </a:srgbClr>
                </a:solidFill>
              </a:rPr>
              <a:t>:  1. RN-216 trial aims to address two open gaps in 1L GC/GEJ and 1L ESCC indications to expand tislelizumab label in Japan </a:t>
            </a:r>
          </a:p>
          <a:p>
            <a:pPr>
              <a:defRPr/>
            </a:pPr>
            <a:r>
              <a:rPr lang="en-US">
                <a:solidFill>
                  <a:srgbClr val="000000">
                    <a:lumMod val="65000"/>
                    <a:lumOff val="35000"/>
                  </a:srgbClr>
                </a:solidFill>
              </a:rPr>
              <a:t>Abbreviations: AEs: Adverse Events; </a:t>
            </a:r>
            <a:r>
              <a:rPr lang="en-US" err="1">
                <a:solidFill>
                  <a:srgbClr val="000000">
                    <a:lumMod val="65000"/>
                    <a:lumOff val="35000"/>
                  </a:srgbClr>
                </a:solidFill>
              </a:rPr>
              <a:t>CTx</a:t>
            </a:r>
            <a:r>
              <a:rPr lang="en-US">
                <a:solidFill>
                  <a:srgbClr val="000000">
                    <a:lumMod val="65000"/>
                    <a:lumOff val="35000"/>
                  </a:srgbClr>
                </a:solidFill>
              </a:rPr>
              <a:t>: Chemotherapy; </a:t>
            </a:r>
            <a:r>
              <a:rPr lang="en-US" err="1">
                <a:solidFill>
                  <a:srgbClr val="000000">
                    <a:lumMod val="65000"/>
                    <a:lumOff val="35000"/>
                  </a:srgbClr>
                </a:solidFill>
              </a:rPr>
              <a:t>DoR</a:t>
            </a:r>
            <a:r>
              <a:rPr lang="en-US">
                <a:solidFill>
                  <a:srgbClr val="000000">
                    <a:lumMod val="65000"/>
                    <a:lumOff val="35000"/>
                  </a:srgbClr>
                </a:solidFill>
              </a:rPr>
              <a:t>: Duration of Response; GC: Gastric Cancer; GEJ: Gastroesophageal Junction; HCPs Healthcare Professional; HEOR: Health Economics Outcomes Research; IIT: Investigator Initiated Trials; ITC: Indirect Treatment Comparison; I-O: Immuno-Oncology; KOL: Key Opinion Leader; ORR: Objective Response Rate; OS2: Overall Survival 2; PFS: Progression Free Survival; PK/PD: Pharmacokinetics/Pharmacodynamics; PD-1: Programmed Death Protein-1; RWE: Real World Evidence; SIs: Strategic Imperatives; SOX: S-1 (Tegafur, </a:t>
            </a:r>
            <a:r>
              <a:rPr lang="en-US" err="1">
                <a:solidFill>
                  <a:srgbClr val="000000">
                    <a:lumMod val="65000"/>
                    <a:lumOff val="35000"/>
                  </a:srgbClr>
                </a:solidFill>
              </a:rPr>
              <a:t>Gimeracil</a:t>
            </a:r>
            <a:r>
              <a:rPr lang="en-US">
                <a:solidFill>
                  <a:srgbClr val="000000">
                    <a:lumMod val="65000"/>
                    <a:lumOff val="35000"/>
                  </a:srgbClr>
                </a:solidFill>
              </a:rPr>
              <a:t>, </a:t>
            </a:r>
            <a:r>
              <a:rPr lang="en-US" err="1">
                <a:solidFill>
                  <a:srgbClr val="000000">
                    <a:lumMod val="65000"/>
                    <a:lumOff val="35000"/>
                  </a:srgbClr>
                </a:solidFill>
              </a:rPr>
              <a:t>Oteracil</a:t>
            </a:r>
            <a:r>
              <a:rPr lang="en-US">
                <a:solidFill>
                  <a:srgbClr val="000000">
                    <a:lumMod val="65000"/>
                    <a:lumOff val="35000"/>
                  </a:srgbClr>
                </a:solidFill>
              </a:rPr>
              <a:t> potassium) Oxaliplatin; Tx: Treatment</a:t>
            </a:r>
            <a:endParaRPr lang="en-US">
              <a:solidFill>
                <a:srgbClr val="000000">
                  <a:lumMod val="65000"/>
                  <a:lumOff val="35000"/>
                </a:srgbClr>
              </a:solidFill>
              <a:latin typeface="Poppins"/>
            </a:endParaRPr>
          </a:p>
        </p:txBody>
      </p:sp>
      <p:sp>
        <p:nvSpPr>
          <p:cNvPr id="15" name="Footer Placeholder 3">
            <a:extLst>
              <a:ext uri="{FF2B5EF4-FFF2-40B4-BE49-F238E27FC236}">
                <a16:creationId xmlns:a16="http://schemas.microsoft.com/office/drawing/2014/main" id="{58EFDAF0-FE12-DB0C-BE43-027D53FC520E}"/>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28" name="Graphic 27">
            <a:extLst>
              <a:ext uri="{FF2B5EF4-FFF2-40B4-BE49-F238E27FC236}">
                <a16:creationId xmlns:a16="http://schemas.microsoft.com/office/drawing/2014/main" id="{03B7CBA8-9B53-380F-9152-21BD8153321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37570" y="958197"/>
            <a:ext cx="274320" cy="274320"/>
          </a:xfrm>
          <a:prstGeom prst="rect">
            <a:avLst/>
          </a:prstGeom>
        </p:spPr>
      </p:pic>
      <p:pic>
        <p:nvPicPr>
          <p:cNvPr id="34" name="Graphic 33">
            <a:extLst>
              <a:ext uri="{FF2B5EF4-FFF2-40B4-BE49-F238E27FC236}">
                <a16:creationId xmlns:a16="http://schemas.microsoft.com/office/drawing/2014/main" id="{222D1CF8-7F8B-10D3-9363-1E8F7F23972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4487" y="958197"/>
            <a:ext cx="274320" cy="274320"/>
          </a:xfrm>
          <a:prstGeom prst="rect">
            <a:avLst/>
          </a:prstGeom>
        </p:spPr>
      </p:pic>
      <p:pic>
        <p:nvPicPr>
          <p:cNvPr id="35" name="Graphic 34">
            <a:extLst>
              <a:ext uri="{FF2B5EF4-FFF2-40B4-BE49-F238E27FC236}">
                <a16:creationId xmlns:a16="http://schemas.microsoft.com/office/drawing/2014/main" id="{71B473DE-F13F-9F04-4254-FB1DF91B160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14007" y="958197"/>
            <a:ext cx="274320" cy="274320"/>
          </a:xfrm>
          <a:prstGeom prst="rect">
            <a:avLst/>
          </a:prstGeom>
        </p:spPr>
      </p:pic>
      <p:pic>
        <p:nvPicPr>
          <p:cNvPr id="36" name="Graphic 35">
            <a:extLst>
              <a:ext uri="{FF2B5EF4-FFF2-40B4-BE49-F238E27FC236}">
                <a16:creationId xmlns:a16="http://schemas.microsoft.com/office/drawing/2014/main" id="{C9CBC116-D8DD-E85A-0A6F-9029BCE39AEE}"/>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8194014" y="958557"/>
            <a:ext cx="273600" cy="273600"/>
          </a:xfrm>
          <a:prstGeom prst="rect">
            <a:avLst/>
          </a:prstGeom>
        </p:spPr>
      </p:pic>
      <p:pic>
        <p:nvPicPr>
          <p:cNvPr id="37" name="Graphic 36">
            <a:extLst>
              <a:ext uri="{FF2B5EF4-FFF2-40B4-BE49-F238E27FC236}">
                <a16:creationId xmlns:a16="http://schemas.microsoft.com/office/drawing/2014/main" id="{72F041A4-0DA4-FE23-9507-AB1771302A6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407308" y="5723236"/>
            <a:ext cx="274320" cy="274320"/>
          </a:xfrm>
          <a:prstGeom prst="rect">
            <a:avLst/>
          </a:prstGeom>
        </p:spPr>
      </p:pic>
      <p:grpSp>
        <p:nvGrpSpPr>
          <p:cNvPr id="39" name="Group 38">
            <a:extLst>
              <a:ext uri="{FF2B5EF4-FFF2-40B4-BE49-F238E27FC236}">
                <a16:creationId xmlns:a16="http://schemas.microsoft.com/office/drawing/2014/main" id="{DEA76B01-A1B3-2999-31D3-A1DA67123085}"/>
              </a:ext>
            </a:extLst>
          </p:cNvPr>
          <p:cNvGrpSpPr/>
          <p:nvPr/>
        </p:nvGrpSpPr>
        <p:grpSpPr>
          <a:xfrm>
            <a:off x="-9526" y="-7584"/>
            <a:ext cx="11815014" cy="180000"/>
            <a:chOff x="-9526" y="-7584"/>
            <a:chExt cx="11815014" cy="180000"/>
          </a:xfrm>
        </p:grpSpPr>
        <p:sp>
          <p:nvSpPr>
            <p:cNvPr id="40" name="Rectangle 39">
              <a:extLst>
                <a:ext uri="{FF2B5EF4-FFF2-40B4-BE49-F238E27FC236}">
                  <a16:creationId xmlns:a16="http://schemas.microsoft.com/office/drawing/2014/main" id="{F396FBE0-FB14-979F-BF40-5A5B28A69DC7}"/>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41" name="Arrow: Pentagon 40">
              <a:extLst>
                <a:ext uri="{FF2B5EF4-FFF2-40B4-BE49-F238E27FC236}">
                  <a16:creationId xmlns:a16="http://schemas.microsoft.com/office/drawing/2014/main" id="{511E1287-ED85-FB18-D852-FC7CA06251ED}"/>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42" name="Arrow: Chevron 41">
              <a:extLst>
                <a:ext uri="{FF2B5EF4-FFF2-40B4-BE49-F238E27FC236}">
                  <a16:creationId xmlns:a16="http://schemas.microsoft.com/office/drawing/2014/main" id="{4B1861A7-8445-90C9-8B50-877A03ECEB59}"/>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43" name="Arrow: Chevron 42">
              <a:extLst>
                <a:ext uri="{FF2B5EF4-FFF2-40B4-BE49-F238E27FC236}">
                  <a16:creationId xmlns:a16="http://schemas.microsoft.com/office/drawing/2014/main" id="{6CDE014B-8A6B-057B-0D3B-4B4A3624E899}"/>
                </a:ext>
              </a:extLst>
            </p:cNvPr>
            <p:cNvSpPr/>
            <p:nvPr/>
          </p:nvSpPr>
          <p:spPr>
            <a:xfrm>
              <a:off x="6945064"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44" name="Arrow: Chevron 43">
              <a:extLst>
                <a:ext uri="{FF2B5EF4-FFF2-40B4-BE49-F238E27FC236}">
                  <a16:creationId xmlns:a16="http://schemas.microsoft.com/office/drawing/2014/main" id="{AADA6E1F-AA77-915E-6819-65C0C101CE7C}"/>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pic>
        <p:nvPicPr>
          <p:cNvPr id="2" name="Graphic 1">
            <a:extLst>
              <a:ext uri="{FF2B5EF4-FFF2-40B4-BE49-F238E27FC236}">
                <a16:creationId xmlns:a16="http://schemas.microsoft.com/office/drawing/2014/main" id="{4F113CB4-8326-0E92-88F7-4DDD9256CD0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407308" y="2633660"/>
            <a:ext cx="274320" cy="274320"/>
          </a:xfrm>
          <a:prstGeom prst="rect">
            <a:avLst/>
          </a:prstGeom>
        </p:spPr>
      </p:pic>
    </p:spTree>
    <p:extLst>
      <p:ext uri="{BB962C8B-B14F-4D97-AF65-F5344CB8AC3E}">
        <p14:creationId xmlns:p14="http://schemas.microsoft.com/office/powerpoint/2010/main" val="3844077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C98C5-B1A4-B12F-A9A5-094B6ECE779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368E7E3-3EF4-20B1-3CF9-8D0D65143ED6}"/>
              </a:ext>
            </a:extLst>
          </p:cNvPr>
          <p:cNvGraphicFramePr>
            <a:graphicFrameLocks noChangeAspect="1"/>
          </p:cNvGraphicFramePr>
          <p:nvPr>
            <p:custDataLst>
              <p:tags r:id="rId1"/>
            </p:custDataLst>
            <p:extLst>
              <p:ext uri="{D42A27DB-BD31-4B8C-83A1-F6EECF244321}">
                <p14:modId xmlns:p14="http://schemas.microsoft.com/office/powerpoint/2010/main" val="1663785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9368E7E3-3EF4-20B1-3CF9-8D0D65143ED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30" name="Table 29">
            <a:extLst>
              <a:ext uri="{FF2B5EF4-FFF2-40B4-BE49-F238E27FC236}">
                <a16:creationId xmlns:a16="http://schemas.microsoft.com/office/drawing/2014/main" id="{B612F22A-8FC3-C0D1-0348-7F3EE864B001}"/>
              </a:ext>
            </a:extLst>
          </p:cNvPr>
          <p:cNvGraphicFramePr>
            <a:graphicFrameLocks noGrp="1"/>
          </p:cNvGraphicFramePr>
          <p:nvPr>
            <p:extLst>
              <p:ext uri="{D42A27DB-BD31-4B8C-83A1-F6EECF244321}">
                <p14:modId xmlns:p14="http://schemas.microsoft.com/office/powerpoint/2010/main" val="3950685184"/>
              </p:ext>
            </p:extLst>
          </p:nvPr>
        </p:nvGraphicFramePr>
        <p:xfrm>
          <a:off x="358335" y="1300691"/>
          <a:ext cx="11592000" cy="4627837"/>
        </p:xfrm>
        <a:graphic>
          <a:graphicData uri="http://schemas.openxmlformats.org/drawingml/2006/table">
            <a:tbl>
              <a:tblPr firstRow="1" bandRow="1">
                <a:tableStyleId>{073A0DAA-6AF3-43AB-8588-CEC1D06C72B9}</a:tableStyleId>
              </a:tblPr>
              <a:tblGrid>
                <a:gridCol w="2638253">
                  <a:extLst>
                    <a:ext uri="{9D8B030D-6E8A-4147-A177-3AD203B41FA5}">
                      <a16:colId xmlns:a16="http://schemas.microsoft.com/office/drawing/2014/main" val="2077000396"/>
                    </a:ext>
                  </a:extLst>
                </a:gridCol>
                <a:gridCol w="1101687">
                  <a:extLst>
                    <a:ext uri="{9D8B030D-6E8A-4147-A177-3AD203B41FA5}">
                      <a16:colId xmlns:a16="http://schemas.microsoft.com/office/drawing/2014/main" val="2139832984"/>
                    </a:ext>
                  </a:extLst>
                </a:gridCol>
                <a:gridCol w="1333041">
                  <a:extLst>
                    <a:ext uri="{9D8B030D-6E8A-4147-A177-3AD203B41FA5}">
                      <a16:colId xmlns:a16="http://schemas.microsoft.com/office/drawing/2014/main" val="2800079537"/>
                    </a:ext>
                  </a:extLst>
                </a:gridCol>
                <a:gridCol w="1983019">
                  <a:extLst>
                    <a:ext uri="{9D8B030D-6E8A-4147-A177-3AD203B41FA5}">
                      <a16:colId xmlns:a16="http://schemas.microsoft.com/office/drawing/2014/main" val="2491557635"/>
                    </a:ext>
                  </a:extLst>
                </a:gridCol>
                <a:gridCol w="936000">
                  <a:extLst>
                    <a:ext uri="{9D8B030D-6E8A-4147-A177-3AD203B41FA5}">
                      <a16:colId xmlns:a16="http://schemas.microsoft.com/office/drawing/2014/main" val="3673164344"/>
                    </a:ext>
                  </a:extLst>
                </a:gridCol>
                <a:gridCol w="1080000">
                  <a:extLst>
                    <a:ext uri="{9D8B030D-6E8A-4147-A177-3AD203B41FA5}">
                      <a16:colId xmlns:a16="http://schemas.microsoft.com/office/drawing/2014/main" val="2326480619"/>
                    </a:ext>
                  </a:extLst>
                </a:gridCol>
                <a:gridCol w="288000">
                  <a:extLst>
                    <a:ext uri="{9D8B030D-6E8A-4147-A177-3AD203B41FA5}">
                      <a16:colId xmlns:a16="http://schemas.microsoft.com/office/drawing/2014/main" val="2014162778"/>
                    </a:ext>
                  </a:extLst>
                </a:gridCol>
                <a:gridCol w="2232000">
                  <a:extLst>
                    <a:ext uri="{9D8B030D-6E8A-4147-A177-3AD203B41FA5}">
                      <a16:colId xmlns:a16="http://schemas.microsoft.com/office/drawing/2014/main" val="393198505"/>
                    </a:ext>
                  </a:extLst>
                </a:gridCol>
              </a:tblGrid>
              <a:tr h="249796">
                <a:tc gridSpan="8">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Advanced/Metastatic GC/GEJ</a:t>
                      </a:r>
                    </a:p>
                  </a:txBody>
                  <a:tcPr marL="45720" marR="45720" anchor="ctr">
                    <a:solidFill>
                      <a:schemeClr val="tx2">
                        <a:lumMod val="60000"/>
                        <a:lumOff val="4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562041">
                <a:tc>
                  <a:txBody>
                    <a:bodyPr/>
                    <a:lstStyle/>
                    <a:p>
                      <a:pPr algn="ctr"/>
                      <a:r>
                        <a:rPr lang="en-US" sz="1000" b="1">
                          <a:solidFill>
                            <a:schemeClr val="bg1"/>
                          </a:solidFill>
                        </a:rPr>
                        <a:t>Evidence Gap</a:t>
                      </a:r>
                    </a:p>
                  </a:txBody>
                  <a:tcPr marL="45720" marR="45720" anchor="ctr">
                    <a:solidFill>
                      <a:schemeClr val="tx2">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Tactic Type</a:t>
                      </a:r>
                    </a:p>
                  </a:txBody>
                  <a:tcPr marL="45720" marR="45720" anchor="ctr">
                    <a:solidFill>
                      <a:schemeClr val="tx2">
                        <a:lumMod val="60000"/>
                        <a:lumOff val="40000"/>
                      </a:schemeClr>
                    </a:solidFill>
                  </a:tcPr>
                </a:tc>
                <a:tc>
                  <a:txBody>
                    <a:bodyPr/>
                    <a:lstStyle/>
                    <a:p>
                      <a:pPr algn="ctr"/>
                      <a:r>
                        <a:rPr lang="en-US" sz="1000" b="1">
                          <a:solidFill>
                            <a:schemeClr val="bg1"/>
                          </a:solidFill>
                        </a:rPr>
                        <a:t>New Tactic</a:t>
                      </a:r>
                    </a:p>
                  </a:txBody>
                  <a:tcPr marL="45720" marR="45720" anchor="ctr">
                    <a:solidFill>
                      <a:schemeClr val="tx2">
                        <a:lumMod val="60000"/>
                        <a:lumOff val="40000"/>
                      </a:schemeClr>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chemeClr val="tx2">
                        <a:lumMod val="60000"/>
                        <a:lumOff val="40000"/>
                      </a:schemeClr>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chemeClr val="tx2">
                        <a:lumMod val="60000"/>
                        <a:lumOff val="40000"/>
                      </a:schemeClr>
                    </a:solidFill>
                  </a:tcPr>
                </a:tc>
                <a:tc>
                  <a:txBody>
                    <a:bodyPr/>
                    <a:lstStyle/>
                    <a:p>
                      <a:pPr algn="ctr"/>
                      <a:r>
                        <a:rPr lang="en-US" sz="1000" b="1" kern="1200">
                          <a:solidFill>
                            <a:schemeClr val="bg1"/>
                          </a:solidFill>
                          <a:latin typeface="+mn-lt"/>
                          <a:ea typeface="+mn-ea"/>
                          <a:cs typeface="+mn-cs"/>
                        </a:rPr>
                        <a:t>Impact on External Stakeholders</a:t>
                      </a:r>
                    </a:p>
                  </a:txBody>
                  <a:tcPr marL="45720" marR="45720" anchor="ctr">
                    <a:solidFill>
                      <a:schemeClr val="tx2">
                        <a:lumMod val="60000"/>
                        <a:lumOff val="40000"/>
                      </a:schemeClr>
                    </a:solidFill>
                  </a:tcPr>
                </a:tc>
                <a:tc>
                  <a:txBody>
                    <a:bodyPr/>
                    <a:lstStyle/>
                    <a:p>
                      <a:pPr marL="0" algn="ctr" defTabSz="914400" rtl="0" eaLnBrk="1" latinLnBrk="0" hangingPunct="1"/>
                      <a:r>
                        <a:rPr lang="en-US" sz="1000" b="1" kern="1200">
                          <a:solidFill>
                            <a:schemeClr val="bg1"/>
                          </a:solidFill>
                          <a:latin typeface="+mn-lt"/>
                          <a:ea typeface="+mn-ea"/>
                          <a:cs typeface="+mn-cs"/>
                        </a:rPr>
                        <a:t>SIs</a:t>
                      </a:r>
                    </a:p>
                  </a:txBody>
                  <a:tcPr marL="45720" marR="45720" anchor="ctr">
                    <a:solidFill>
                      <a:schemeClr val="tx2">
                        <a:lumMod val="60000"/>
                        <a:lumOff val="40000"/>
                      </a:schemeClr>
                    </a:solidFill>
                  </a:tcPr>
                </a:tc>
                <a:tc>
                  <a:txBody>
                    <a:bodyPr/>
                    <a:lstStyle/>
                    <a:p>
                      <a:pPr marL="0" algn="ctr" defTabSz="914400" rtl="0" eaLnBrk="1" latinLnBrk="0" hangingPunct="1"/>
                      <a:r>
                        <a:rPr lang="en-US" sz="1000" b="1" kern="1200">
                          <a:solidFill>
                            <a:schemeClr val="bg1"/>
                          </a:solidFill>
                          <a:latin typeface="+mn-lt"/>
                          <a:ea typeface="+mn-ea"/>
                          <a:cs typeface="+mn-cs"/>
                        </a:rPr>
                        <a:t>Medical Objective &amp; Impact</a:t>
                      </a:r>
                    </a:p>
                  </a:txBody>
                  <a:tcPr marL="45720" marR="45720" anchor="ctr">
                    <a:solidFill>
                      <a:schemeClr val="tx2">
                        <a:lumMod val="60000"/>
                        <a:lumOff val="40000"/>
                      </a:schemeClr>
                    </a:solidFill>
                  </a:tcPr>
                </a:tc>
                <a:extLst>
                  <a:ext uri="{0D108BD9-81ED-4DB2-BD59-A6C34878D82A}">
                    <a16:rowId xmlns:a16="http://schemas.microsoft.com/office/drawing/2014/main" val="3378915935"/>
                  </a:ext>
                </a:extLst>
              </a:tr>
              <a:tr h="540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Need for </a:t>
                      </a:r>
                      <a:r>
                        <a:rPr lang="en-GB" sz="900" b="1"/>
                        <a:t>data on intraperitoneal administration of PD-1 inhibitors </a:t>
                      </a:r>
                      <a:r>
                        <a:rPr lang="en-GB" sz="900"/>
                        <a:t>(combination of PD-1 inhibitors with intraperitoneal chemo or targeted therapies)</a:t>
                      </a:r>
                      <a:endParaRPr lang="en-US" sz="900"/>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IIT</a:t>
                      </a: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Safety (% Grade 3-4 AEs) and efficacy (ORR, PFS, </a:t>
                      </a:r>
                      <a:r>
                        <a:rPr lang="en-US" sz="900" err="1"/>
                        <a:t>DoR</a:t>
                      </a:r>
                      <a:r>
                        <a:rPr lang="en-US" sz="90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a:t>PK/PD profile</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i="0" kern="1200">
                        <a:solidFill>
                          <a:schemeClr val="tx1"/>
                        </a:solidFill>
                        <a:highlight>
                          <a:srgbClr val="00FFFF"/>
                        </a:highlight>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Patients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Payers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Evidence-Based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Communicate One Scientific Story</a:t>
                      </a:r>
                    </a:p>
                  </a:txBody>
                  <a:tcPr marL="45720" marR="45720" anchor="ctr">
                    <a:solidFill>
                      <a:srgbClr val="E7E7E7"/>
                    </a:solidFill>
                  </a:tcPr>
                </a:tc>
                <a:extLst>
                  <a:ext uri="{0D108BD9-81ED-4DB2-BD59-A6C34878D82A}">
                    <a16:rowId xmlns:a16="http://schemas.microsoft.com/office/drawing/2014/main" val="297332804"/>
                  </a:ext>
                </a:extLst>
              </a:tr>
              <a:tr h="54000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Support Market Access</a:t>
                      </a:r>
                    </a:p>
                  </a:txBody>
                  <a:tcPr marL="45720" marR="45720" anchor="ctr">
                    <a:solidFill>
                      <a:srgbClr val="E7E7E7"/>
                    </a:solidFill>
                  </a:tcPr>
                </a:tc>
                <a:extLst>
                  <a:ext uri="{0D108BD9-81ED-4DB2-BD59-A6C34878D82A}">
                    <a16:rowId xmlns:a16="http://schemas.microsoft.com/office/drawing/2014/main" val="3640406396"/>
                  </a:ext>
                </a:extLst>
              </a:tr>
              <a:tr h="100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effectLst/>
                        </a:rPr>
                        <a:t>Need for </a:t>
                      </a:r>
                      <a:r>
                        <a:rPr lang="en-GB" sz="900" b="1">
                          <a:effectLst/>
                        </a:rPr>
                        <a:t>evidence quantifying efficacy benefit (</a:t>
                      </a:r>
                      <a:r>
                        <a:rPr lang="en-GB" sz="900" b="1" err="1">
                          <a:effectLst/>
                        </a:rPr>
                        <a:t>e.g</a:t>
                      </a:r>
                      <a:r>
                        <a:rPr lang="en-GB" sz="900" b="1">
                          <a:effectLst/>
                        </a:rPr>
                        <a:t>, via OS2) in later lines of therapy (2L+) </a:t>
                      </a:r>
                      <a:r>
                        <a:rPr lang="en-GB" sz="900">
                          <a:effectLst/>
                        </a:rPr>
                        <a:t>if tislelizumab used in earlier lines vs other PD-1</a:t>
                      </a:r>
                      <a:endParaRPr lang="en-US" sz="900"/>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RWE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900"/>
                        <a:t>Post-hoc analysis of RN-305</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RWE: tislelizumab vs. other IOs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Post-hoc analysis of RN-305: OS2 against </a:t>
                      </a:r>
                      <a:r>
                        <a:rPr lang="en-US" sz="900" i="0" kern="1200" err="1">
                          <a:solidFill>
                            <a:schemeClr val="tx1"/>
                          </a:solidFill>
                          <a:latin typeface="+mn-lt"/>
                          <a:ea typeface="+mn-ea"/>
                          <a:cs typeface="+mn-cs"/>
                        </a:rPr>
                        <a:t>CTx</a:t>
                      </a:r>
                      <a:r>
                        <a:rPr lang="en-US" sz="900" i="0" kern="1200">
                          <a:solidFill>
                            <a:schemeClr val="tx1"/>
                          </a:solidFill>
                          <a:latin typeface="+mn-lt"/>
                          <a:ea typeface="+mn-ea"/>
                          <a:cs typeface="+mn-cs"/>
                        </a:rPr>
                        <a:t> vs. tislelizumab</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effectLst/>
                        </a:rPr>
                        <a:t>Patients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i="0" kern="1200">
                          <a:solidFill>
                            <a:schemeClr val="tx1"/>
                          </a:solidFill>
                          <a:latin typeface="+mn-lt"/>
                          <a:ea typeface="+mn-ea"/>
                          <a:cs typeface="+mn-cs"/>
                        </a:rPr>
                        <a:t>Evidence-Based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Competitive Medical Mindset</a:t>
                      </a:r>
                    </a:p>
                  </a:txBody>
                  <a:tcPr marL="45720" marR="45720" anchor="ctr">
                    <a:solidFill>
                      <a:srgbClr val="CBCBCB"/>
                    </a:solidFill>
                  </a:tcPr>
                </a:tc>
                <a:extLst>
                  <a:ext uri="{0D108BD9-81ED-4DB2-BD59-A6C34878D82A}">
                    <a16:rowId xmlns:a16="http://schemas.microsoft.com/office/drawing/2014/main" val="2405342879"/>
                  </a:ext>
                </a:extLst>
              </a:tr>
              <a:tr h="86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tx1"/>
                          </a:solidFill>
                          <a:effectLst/>
                          <a:uLnTx/>
                          <a:uFillTx/>
                          <a:latin typeface="+mn-lt"/>
                          <a:ea typeface="+mn-ea"/>
                          <a:cs typeface="+mn-cs"/>
                        </a:rPr>
                        <a:t>Data in </a:t>
                      </a:r>
                      <a:r>
                        <a:rPr kumimoji="0" lang="en-GB" sz="900" b="1" i="0" u="none" strike="noStrike" kern="1200" cap="none" spc="0" normalizeH="0" baseline="0" noProof="0">
                          <a:ln>
                            <a:noFill/>
                          </a:ln>
                          <a:solidFill>
                            <a:schemeClr val="tx1"/>
                          </a:solidFill>
                          <a:effectLst/>
                          <a:uLnTx/>
                          <a:uFillTx/>
                          <a:latin typeface="+mn-lt"/>
                          <a:ea typeface="+mn-ea"/>
                          <a:cs typeface="+mn-cs"/>
                        </a:rPr>
                        <a:t>elderly/frail and populations </a:t>
                      </a:r>
                      <a:r>
                        <a:rPr kumimoji="0" lang="en-GB" sz="900" b="0" i="0" u="none" strike="noStrike" kern="1200" cap="none" spc="0" normalizeH="0" baseline="0" noProof="0">
                          <a:ln>
                            <a:noFill/>
                          </a:ln>
                          <a:solidFill>
                            <a:schemeClr val="tx1"/>
                          </a:solidFill>
                          <a:effectLst/>
                          <a:uLnTx/>
                          <a:uFillTx/>
                          <a:latin typeface="+mn-lt"/>
                          <a:ea typeface="+mn-ea"/>
                          <a:cs typeface="+mn-cs"/>
                        </a:rPr>
                        <a:t>with comorbidities</a:t>
                      </a:r>
                      <a:endParaRPr lang="en-GB" sz="900" i="0" kern="1200">
                        <a:solidFill>
                          <a:schemeClr val="bg1">
                            <a:lumMod val="50000"/>
                          </a:schemeClr>
                        </a:solidFill>
                        <a:latin typeface="+mn-lt"/>
                        <a:ea typeface="+mn-ea"/>
                        <a:cs typeface="+mn-cs"/>
                      </a:endParaRP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Retrospective Analysis (cohort study)</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Tx Duration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Toxicity</a:t>
                      </a: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900"/>
                        <a:t>HCPs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KOL Engagement and Advocacy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Research Collaborations</a:t>
                      </a:r>
                    </a:p>
                  </a:txBody>
                  <a:tcPr marL="45720" marR="45720" anchor="ctr">
                    <a:solidFill>
                      <a:srgbClr val="E7E7E7"/>
                    </a:solidFill>
                  </a:tcPr>
                </a:tc>
                <a:extLst>
                  <a:ext uri="{0D108BD9-81ED-4DB2-BD59-A6C34878D82A}">
                    <a16:rowId xmlns:a16="http://schemas.microsoft.com/office/drawing/2014/main" val="2661600464"/>
                  </a:ext>
                </a:extLst>
              </a:tr>
              <a:tr h="86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Need for evidence of the </a:t>
                      </a:r>
                      <a:r>
                        <a:rPr kumimoji="0" lang="en-US" sz="900" b="1" i="0" u="none" strike="noStrike" kern="1200" cap="none" spc="0" normalizeH="0" baseline="0" noProof="0">
                          <a:ln>
                            <a:noFill/>
                          </a:ln>
                          <a:solidFill>
                            <a:srgbClr val="000000"/>
                          </a:solidFill>
                          <a:effectLst/>
                          <a:uLnTx/>
                          <a:uFillTx/>
                          <a:latin typeface="+mn-lt"/>
                          <a:ea typeface="+mn-ea"/>
                          <a:cs typeface="+mn-cs"/>
                        </a:rPr>
                        <a:t>impact of external confounders </a:t>
                      </a:r>
                      <a:r>
                        <a:rPr kumimoji="0" lang="en-US" sz="900" b="0" i="0" u="none" strike="noStrike" kern="1200" cap="none" spc="0" normalizeH="0" baseline="0" noProof="0">
                          <a:ln>
                            <a:noFill/>
                          </a:ln>
                          <a:solidFill>
                            <a:srgbClr val="000000"/>
                          </a:solidFill>
                          <a:effectLst/>
                          <a:uLnTx/>
                          <a:uFillTx/>
                          <a:latin typeface="+mn-lt"/>
                          <a:ea typeface="+mn-ea"/>
                          <a:cs typeface="+mn-cs"/>
                        </a:rPr>
                        <a:t>on the performance of </a:t>
                      </a:r>
                      <a:r>
                        <a:rPr kumimoji="0" lang="en-US" sz="900" b="1" i="0" u="none" strike="noStrike" kern="1200" cap="none" spc="0" normalizeH="0" baseline="0" noProof="0">
                          <a:ln>
                            <a:noFill/>
                          </a:ln>
                          <a:solidFill>
                            <a:srgbClr val="000000"/>
                          </a:solidFill>
                          <a:effectLst/>
                          <a:uLnTx/>
                          <a:uFillTx/>
                          <a:latin typeface="+mn-lt"/>
                          <a:ea typeface="+mn-ea"/>
                          <a:cs typeface="+mn-cs"/>
                        </a:rPr>
                        <a:t>RN-305</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strike="noStrike"/>
                        <a:t>Retrospective Analysis (cohort study)</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Tx Duration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Toxicity</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HCPs</a:t>
                      </a:r>
                      <a:endParaRPr lang="en-GB" sz="900"/>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Maintain and Continue to Build</a:t>
                      </a:r>
                    </a:p>
                  </a:txBody>
                  <a:tcPr marL="45720" marR="45720" anchor="ctr">
                    <a:solidFill>
                      <a:srgbClr val="CBCBCB"/>
                    </a:solidFill>
                  </a:tcPr>
                </a:tc>
                <a:extLst>
                  <a:ext uri="{0D108BD9-81ED-4DB2-BD59-A6C34878D82A}">
                    <a16:rowId xmlns:a16="http://schemas.microsoft.com/office/drawing/2014/main" val="2487502268"/>
                  </a:ext>
                </a:extLst>
              </a:tr>
            </a:tbl>
          </a:graphicData>
        </a:graphic>
      </p:graphicFrame>
      <p:sp>
        <p:nvSpPr>
          <p:cNvPr id="3" name="Title 2">
            <a:extLst>
              <a:ext uri="{FF2B5EF4-FFF2-40B4-BE49-F238E27FC236}">
                <a16:creationId xmlns:a16="http://schemas.microsoft.com/office/drawing/2014/main" id="{28DB2E94-88F2-38CA-54D7-C05AB041205A}"/>
              </a:ext>
            </a:extLst>
          </p:cNvPr>
          <p:cNvSpPr>
            <a:spLocks noGrp="1"/>
          </p:cNvSpPr>
          <p:nvPr>
            <p:ph type="title"/>
          </p:nvPr>
        </p:nvSpPr>
        <p:spPr>
          <a:xfrm>
            <a:off x="358337" y="271427"/>
            <a:ext cx="11470125" cy="369332"/>
          </a:xfrm>
        </p:spPr>
        <p:txBody>
          <a:bodyPr vert="horz"/>
          <a:lstStyle/>
          <a:p>
            <a:r>
              <a:rPr lang="en-US" sz="2400"/>
              <a:t>Tactics: Advanced/Metastatic GC/GEJ (2/2)</a:t>
            </a:r>
          </a:p>
        </p:txBody>
      </p:sp>
      <p:sp>
        <p:nvSpPr>
          <p:cNvPr id="22" name="Oval 21">
            <a:extLst>
              <a:ext uri="{FF2B5EF4-FFF2-40B4-BE49-F238E27FC236}">
                <a16:creationId xmlns:a16="http://schemas.microsoft.com/office/drawing/2014/main" id="{BB1E189E-CF03-2E32-511E-FDA176DA9E15}"/>
              </a:ext>
            </a:extLst>
          </p:cNvPr>
          <p:cNvSpPr/>
          <p:nvPr/>
        </p:nvSpPr>
        <p:spPr>
          <a:xfrm>
            <a:off x="7748521" y="2488162"/>
            <a:ext cx="301752" cy="301752"/>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pic>
        <p:nvPicPr>
          <p:cNvPr id="26" name="Graphic 25">
            <a:extLst>
              <a:ext uri="{FF2B5EF4-FFF2-40B4-BE49-F238E27FC236}">
                <a16:creationId xmlns:a16="http://schemas.microsoft.com/office/drawing/2014/main" id="{04D70EE2-CB76-0107-5494-7443A41C25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08923" y="3378883"/>
            <a:ext cx="274320" cy="274320"/>
          </a:xfrm>
          <a:prstGeom prst="rect">
            <a:avLst/>
          </a:prstGeom>
        </p:spPr>
      </p:pic>
      <p:pic>
        <p:nvPicPr>
          <p:cNvPr id="29" name="Graphic 28">
            <a:extLst>
              <a:ext uri="{FF2B5EF4-FFF2-40B4-BE49-F238E27FC236}">
                <a16:creationId xmlns:a16="http://schemas.microsoft.com/office/drawing/2014/main" id="{704AEF83-800C-F59C-2EDE-D04AF3A39B6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08028" y="3743938"/>
            <a:ext cx="274320" cy="274320"/>
          </a:xfrm>
          <a:prstGeom prst="rect">
            <a:avLst/>
          </a:prstGeom>
        </p:spPr>
      </p:pic>
      <p:pic>
        <p:nvPicPr>
          <p:cNvPr id="31" name="Graphic 30">
            <a:extLst>
              <a:ext uri="{FF2B5EF4-FFF2-40B4-BE49-F238E27FC236}">
                <a16:creationId xmlns:a16="http://schemas.microsoft.com/office/drawing/2014/main" id="{55D5F16F-5E4C-FBD2-9FC3-C88654BE9693}"/>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7734805" y="3490792"/>
            <a:ext cx="329184" cy="329184"/>
          </a:xfrm>
          <a:prstGeom prst="rect">
            <a:avLst/>
          </a:prstGeom>
        </p:spPr>
      </p:pic>
      <p:pic>
        <p:nvPicPr>
          <p:cNvPr id="32" name="Graphic 31">
            <a:extLst>
              <a:ext uri="{FF2B5EF4-FFF2-40B4-BE49-F238E27FC236}">
                <a16:creationId xmlns:a16="http://schemas.microsoft.com/office/drawing/2014/main" id="{68E41C4F-EC0F-AD2B-FF9C-D8651B776D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08028" y="4543943"/>
            <a:ext cx="274320" cy="274320"/>
          </a:xfrm>
          <a:prstGeom prst="rect">
            <a:avLst/>
          </a:prstGeom>
        </p:spPr>
      </p:pic>
      <p:pic>
        <p:nvPicPr>
          <p:cNvPr id="33" name="Graphic 32">
            <a:extLst>
              <a:ext uri="{FF2B5EF4-FFF2-40B4-BE49-F238E27FC236}">
                <a16:creationId xmlns:a16="http://schemas.microsoft.com/office/drawing/2014/main" id="{B39076AE-4FC5-1FFC-6024-056E3C38B3F0}"/>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7734805" y="4489079"/>
            <a:ext cx="329184" cy="329184"/>
          </a:xfrm>
          <a:prstGeom prst="rect">
            <a:avLst/>
          </a:prstGeom>
        </p:spPr>
      </p:pic>
      <p:grpSp>
        <p:nvGrpSpPr>
          <p:cNvPr id="51" name="Group 50">
            <a:extLst>
              <a:ext uri="{FF2B5EF4-FFF2-40B4-BE49-F238E27FC236}">
                <a16:creationId xmlns:a16="http://schemas.microsoft.com/office/drawing/2014/main" id="{CE0874A0-B026-F3ED-A457-C29C9AC8154C}"/>
              </a:ext>
            </a:extLst>
          </p:cNvPr>
          <p:cNvGrpSpPr/>
          <p:nvPr/>
        </p:nvGrpSpPr>
        <p:grpSpPr>
          <a:xfrm>
            <a:off x="5387787" y="634600"/>
            <a:ext cx="6454551" cy="323165"/>
            <a:chOff x="9702263" y="10164"/>
            <a:chExt cx="6636476" cy="323165"/>
          </a:xfrm>
        </p:grpSpPr>
        <p:sp>
          <p:nvSpPr>
            <p:cNvPr id="52" name="TextBox 51">
              <a:extLst>
                <a:ext uri="{FF2B5EF4-FFF2-40B4-BE49-F238E27FC236}">
                  <a16:creationId xmlns:a16="http://schemas.microsoft.com/office/drawing/2014/main" id="{F3F6F629-09E3-9243-CDD8-52D3171A9BD5}"/>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53" name="Rectangle 52">
              <a:extLst>
                <a:ext uri="{FF2B5EF4-FFF2-40B4-BE49-F238E27FC236}">
                  <a16:creationId xmlns:a16="http://schemas.microsoft.com/office/drawing/2014/main" id="{1E16391E-0941-D043-A6F6-E909EF3D26B0}"/>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4" name="Rectangle 53">
              <a:extLst>
                <a:ext uri="{FF2B5EF4-FFF2-40B4-BE49-F238E27FC236}">
                  <a16:creationId xmlns:a16="http://schemas.microsoft.com/office/drawing/2014/main" id="{BACBAAE1-4B3A-D0B2-EA42-777E81BB41D9}"/>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5" name="Rectangle 54">
              <a:extLst>
                <a:ext uri="{FF2B5EF4-FFF2-40B4-BE49-F238E27FC236}">
                  <a16:creationId xmlns:a16="http://schemas.microsoft.com/office/drawing/2014/main" id="{8DAB07DE-EE3F-D71A-7ECA-111A2ED9F602}"/>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12" name="Rectangle 11">
            <a:extLst>
              <a:ext uri="{FF2B5EF4-FFF2-40B4-BE49-F238E27FC236}">
                <a16:creationId xmlns:a16="http://schemas.microsoft.com/office/drawing/2014/main" id="{42A66F31-B2D4-04CC-165E-68883FDC7C28}"/>
              </a:ext>
            </a:extLst>
          </p:cNvPr>
          <p:cNvSpPr/>
          <p:nvPr/>
        </p:nvSpPr>
        <p:spPr>
          <a:xfrm>
            <a:off x="126749" y="2092070"/>
            <a:ext cx="228725" cy="3816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Medium Priority Gaps </a:t>
            </a:r>
          </a:p>
        </p:txBody>
      </p:sp>
      <p:sp>
        <p:nvSpPr>
          <p:cNvPr id="21" name="Footer Placeholder 3">
            <a:extLst>
              <a:ext uri="{FF2B5EF4-FFF2-40B4-BE49-F238E27FC236}">
                <a16:creationId xmlns:a16="http://schemas.microsoft.com/office/drawing/2014/main" id="{915F6260-9152-FC83-0B85-AD43849A899F}"/>
              </a:ext>
            </a:extLst>
          </p:cNvPr>
          <p:cNvSpPr txBox="1">
            <a:spLocks/>
          </p:cNvSpPr>
          <p:nvPr/>
        </p:nvSpPr>
        <p:spPr>
          <a:xfrm>
            <a:off x="358336" y="6456889"/>
            <a:ext cx="10678259"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AEs: Adverse Events;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DoR</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Duration of Response; GC: Gastric Cancer; GEJ: Gastroesophageal Junction; HCPs Healthcare Professional; HEOR: Health Economics Outcomes Research; IIT: Investigator Initiated Trials; ITC: Indirect Treatment Comparison; I-O: Immuno-Oncology; KOL: Key Opinion Leader; ORR: Objective Response Rate; OS2: Overall Survival 2; PFS: Progression Free Survival; PK/PD: Pharmacokinetics/Pharmacodynamics; PD-1: Programmed Death Protein-1; RWE: Real World Evidence; SIs: Strategic Imperatives; Tx: Treatment</a:t>
            </a:r>
          </a:p>
        </p:txBody>
      </p:sp>
      <p:pic>
        <p:nvPicPr>
          <p:cNvPr id="9" name="Graphic 8">
            <a:extLst>
              <a:ext uri="{FF2B5EF4-FFF2-40B4-BE49-F238E27FC236}">
                <a16:creationId xmlns:a16="http://schemas.microsoft.com/office/drawing/2014/main" id="{81E42F12-D20D-273D-7F41-138F4398386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07308" y="5337912"/>
            <a:ext cx="274320" cy="274320"/>
          </a:xfrm>
          <a:prstGeom prst="rect">
            <a:avLst/>
          </a:prstGeom>
        </p:spPr>
      </p:pic>
      <p:pic>
        <p:nvPicPr>
          <p:cNvPr id="10" name="Graphic 9">
            <a:extLst>
              <a:ext uri="{FF2B5EF4-FFF2-40B4-BE49-F238E27FC236}">
                <a16:creationId xmlns:a16="http://schemas.microsoft.com/office/drawing/2014/main" id="{96DD5FDF-19AB-5C1D-588B-3FB513865C28}"/>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7734805" y="5310480"/>
            <a:ext cx="329184" cy="329184"/>
          </a:xfrm>
          <a:prstGeom prst="rect">
            <a:avLst/>
          </a:prstGeom>
        </p:spPr>
      </p:pic>
      <p:sp>
        <p:nvSpPr>
          <p:cNvPr id="15" name="Footer Placeholder 3">
            <a:extLst>
              <a:ext uri="{FF2B5EF4-FFF2-40B4-BE49-F238E27FC236}">
                <a16:creationId xmlns:a16="http://schemas.microsoft.com/office/drawing/2014/main" id="{FDC1A123-E58D-BF51-EF7C-6ACC8D8E27A5}"/>
              </a:ext>
            </a:extLst>
          </p:cNvPr>
          <p:cNvSpPr>
            <a:spLocks noGrp="1"/>
          </p:cNvSpPr>
          <p:nvPr>
            <p:ph type="ftr" sz="quarter" idx="10"/>
          </p:nvPr>
        </p:nvSpPr>
        <p:spPr>
          <a:xfrm>
            <a:off x="4309920" y="808474"/>
            <a:ext cx="7611755" cy="573767"/>
          </a:xfrm>
          <a:ln>
            <a:noFill/>
          </a:ln>
        </p:spPr>
        <p:txBody>
          <a:bodyPr lIns="91440" tIns="91440" rIns="91440" bIns="91440" anchor="ct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Post-hoc Analyses              Interventional Studies / IITs             Non-Interventional Studies / IITs              RWE/HEOR studies </a:t>
            </a:r>
          </a:p>
        </p:txBody>
      </p:sp>
      <p:pic>
        <p:nvPicPr>
          <p:cNvPr id="28" name="Graphic 27">
            <a:extLst>
              <a:ext uri="{FF2B5EF4-FFF2-40B4-BE49-F238E27FC236}">
                <a16:creationId xmlns:a16="http://schemas.microsoft.com/office/drawing/2014/main" id="{BB11BD76-F629-FB8A-1DD4-AD0013F6C2D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7570" y="958197"/>
            <a:ext cx="274320" cy="274320"/>
          </a:xfrm>
          <a:prstGeom prst="rect">
            <a:avLst/>
          </a:prstGeom>
        </p:spPr>
      </p:pic>
      <p:pic>
        <p:nvPicPr>
          <p:cNvPr id="34" name="Graphic 33">
            <a:extLst>
              <a:ext uri="{FF2B5EF4-FFF2-40B4-BE49-F238E27FC236}">
                <a16:creationId xmlns:a16="http://schemas.microsoft.com/office/drawing/2014/main" id="{C717A4EA-87C1-604C-7D2A-773480E0B44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24487" y="958197"/>
            <a:ext cx="274320" cy="274320"/>
          </a:xfrm>
          <a:prstGeom prst="rect">
            <a:avLst/>
          </a:prstGeom>
        </p:spPr>
      </p:pic>
      <p:pic>
        <p:nvPicPr>
          <p:cNvPr id="35" name="Graphic 34">
            <a:extLst>
              <a:ext uri="{FF2B5EF4-FFF2-40B4-BE49-F238E27FC236}">
                <a16:creationId xmlns:a16="http://schemas.microsoft.com/office/drawing/2014/main" id="{099BAC0E-9745-0CA8-EECB-ACC32FAEB39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14007" y="958197"/>
            <a:ext cx="274320" cy="274320"/>
          </a:xfrm>
          <a:prstGeom prst="rect">
            <a:avLst/>
          </a:prstGeom>
        </p:spPr>
      </p:pic>
      <p:pic>
        <p:nvPicPr>
          <p:cNvPr id="36" name="Graphic 35">
            <a:extLst>
              <a:ext uri="{FF2B5EF4-FFF2-40B4-BE49-F238E27FC236}">
                <a16:creationId xmlns:a16="http://schemas.microsoft.com/office/drawing/2014/main" id="{21BAC10D-66AA-B922-EB6C-F714D9E914B8}"/>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8194014" y="958557"/>
            <a:ext cx="273600" cy="273600"/>
          </a:xfrm>
          <a:prstGeom prst="rect">
            <a:avLst/>
          </a:prstGeom>
        </p:spPr>
      </p:pic>
      <p:grpSp>
        <p:nvGrpSpPr>
          <p:cNvPr id="39" name="Group 38">
            <a:extLst>
              <a:ext uri="{FF2B5EF4-FFF2-40B4-BE49-F238E27FC236}">
                <a16:creationId xmlns:a16="http://schemas.microsoft.com/office/drawing/2014/main" id="{FA755240-5667-32DB-97DB-BF3428181159}"/>
              </a:ext>
            </a:extLst>
          </p:cNvPr>
          <p:cNvGrpSpPr/>
          <p:nvPr/>
        </p:nvGrpSpPr>
        <p:grpSpPr>
          <a:xfrm>
            <a:off x="-9526" y="-7584"/>
            <a:ext cx="11815014" cy="180000"/>
            <a:chOff x="-9526" y="-7584"/>
            <a:chExt cx="11815014" cy="180000"/>
          </a:xfrm>
        </p:grpSpPr>
        <p:sp>
          <p:nvSpPr>
            <p:cNvPr id="40" name="Rectangle 39">
              <a:extLst>
                <a:ext uri="{FF2B5EF4-FFF2-40B4-BE49-F238E27FC236}">
                  <a16:creationId xmlns:a16="http://schemas.microsoft.com/office/drawing/2014/main" id="{E93E48FE-C0F6-3F62-416C-A03FF29AB85E}"/>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41" name="Arrow: Pentagon 40">
              <a:extLst>
                <a:ext uri="{FF2B5EF4-FFF2-40B4-BE49-F238E27FC236}">
                  <a16:creationId xmlns:a16="http://schemas.microsoft.com/office/drawing/2014/main" id="{752F957E-BEFA-D5C7-96B9-8156E9B06870}"/>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Priority Gaps and Tactics Overview</a:t>
              </a:r>
            </a:p>
          </p:txBody>
        </p:sp>
        <p:sp>
          <p:nvSpPr>
            <p:cNvPr id="42" name="Arrow: Chevron 41">
              <a:extLst>
                <a:ext uri="{FF2B5EF4-FFF2-40B4-BE49-F238E27FC236}">
                  <a16:creationId xmlns:a16="http://schemas.microsoft.com/office/drawing/2014/main" id="{7E2E5E08-23EA-20C7-D0D1-CF46BA906E17}"/>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Evidence Gaps Deep Dive</a:t>
              </a:r>
            </a:p>
          </p:txBody>
        </p:sp>
        <p:sp>
          <p:nvSpPr>
            <p:cNvPr id="43" name="Arrow: Chevron 42">
              <a:extLst>
                <a:ext uri="{FF2B5EF4-FFF2-40B4-BE49-F238E27FC236}">
                  <a16:creationId xmlns:a16="http://schemas.microsoft.com/office/drawing/2014/main" id="{84B96784-073C-5B8F-2B58-FAFC9619E69D}"/>
                </a:ext>
              </a:extLst>
            </p:cNvPr>
            <p:cNvSpPr/>
            <p:nvPr/>
          </p:nvSpPr>
          <p:spPr>
            <a:xfrm>
              <a:off x="6945064"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Tactics Deep Dive</a:t>
              </a:r>
            </a:p>
          </p:txBody>
        </p:sp>
        <p:sp>
          <p:nvSpPr>
            <p:cNvPr id="44" name="Arrow: Chevron 43">
              <a:extLst>
                <a:ext uri="{FF2B5EF4-FFF2-40B4-BE49-F238E27FC236}">
                  <a16:creationId xmlns:a16="http://schemas.microsoft.com/office/drawing/2014/main" id="{1402F138-338D-0660-7591-D39C67C4668A}"/>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Implementation Roadmap</a:t>
              </a:r>
            </a:p>
          </p:txBody>
        </p:sp>
      </p:grpSp>
      <p:pic>
        <p:nvPicPr>
          <p:cNvPr id="4" name="Graphic 3">
            <a:extLst>
              <a:ext uri="{FF2B5EF4-FFF2-40B4-BE49-F238E27FC236}">
                <a16:creationId xmlns:a16="http://schemas.microsoft.com/office/drawing/2014/main" id="{27761788-FA76-AA76-E75F-655B287B8ED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407308" y="2501878"/>
            <a:ext cx="274320" cy="274320"/>
          </a:xfrm>
          <a:prstGeom prst="rect">
            <a:avLst/>
          </a:prstGeom>
        </p:spPr>
      </p:pic>
    </p:spTree>
    <p:extLst>
      <p:ext uri="{BB962C8B-B14F-4D97-AF65-F5344CB8AC3E}">
        <p14:creationId xmlns:p14="http://schemas.microsoft.com/office/powerpoint/2010/main" val="35938303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D0F2B-D62A-1235-B292-56E11609BD1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6836023-5143-6C05-4280-50D06F8C4EC6}"/>
              </a:ext>
            </a:extLst>
          </p:cNvPr>
          <p:cNvGraphicFramePr>
            <a:graphicFrameLocks noChangeAspect="1"/>
          </p:cNvGraphicFramePr>
          <p:nvPr>
            <p:custDataLst>
              <p:tags r:id="rId1"/>
            </p:custDataLst>
            <p:extLst>
              <p:ext uri="{D42A27DB-BD31-4B8C-83A1-F6EECF244321}">
                <p14:modId xmlns:p14="http://schemas.microsoft.com/office/powerpoint/2010/main" val="33967828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D6836023-5143-6C05-4280-50D06F8C4EC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68A76E7-C7C7-E91B-5BFF-C5E782C26F3B}"/>
              </a:ext>
            </a:extLst>
          </p:cNvPr>
          <p:cNvSpPr>
            <a:spLocks noGrp="1"/>
          </p:cNvSpPr>
          <p:nvPr>
            <p:ph type="title"/>
          </p:nvPr>
        </p:nvSpPr>
        <p:spPr>
          <a:xfrm>
            <a:off x="358337" y="271427"/>
            <a:ext cx="11470125" cy="369332"/>
          </a:xfrm>
        </p:spPr>
        <p:txBody>
          <a:bodyPr vert="horz"/>
          <a:lstStyle/>
          <a:p>
            <a:r>
              <a:rPr lang="en-US" sz="2400"/>
              <a:t>Implementation Roadmap: Advanced/Metastatic GC/GEJ (1/3) </a:t>
            </a:r>
          </a:p>
        </p:txBody>
      </p:sp>
      <p:graphicFrame>
        <p:nvGraphicFramePr>
          <p:cNvPr id="17" name="Table 16">
            <a:extLst>
              <a:ext uri="{FF2B5EF4-FFF2-40B4-BE49-F238E27FC236}">
                <a16:creationId xmlns:a16="http://schemas.microsoft.com/office/drawing/2014/main" id="{4ADD555E-40B8-F6FB-4FAB-92B68FC48BD9}"/>
              </a:ext>
            </a:extLst>
          </p:cNvPr>
          <p:cNvGraphicFramePr>
            <a:graphicFrameLocks noGrp="1"/>
          </p:cNvGraphicFramePr>
          <p:nvPr>
            <p:extLst>
              <p:ext uri="{D42A27DB-BD31-4B8C-83A1-F6EECF244321}">
                <p14:modId xmlns:p14="http://schemas.microsoft.com/office/powerpoint/2010/main" val="1405219928"/>
              </p:ext>
            </p:extLst>
          </p:nvPr>
        </p:nvGraphicFramePr>
        <p:xfrm>
          <a:off x="358335" y="1313093"/>
          <a:ext cx="11461185" cy="5096520"/>
        </p:xfrm>
        <a:graphic>
          <a:graphicData uri="http://schemas.openxmlformats.org/drawingml/2006/table">
            <a:tbl>
              <a:tblPr firstRow="1" bandRow="1">
                <a:tableStyleId>{073A0DAA-6AF3-43AB-8588-CEC1D06C72B9}</a:tableStyleId>
              </a:tblPr>
              <a:tblGrid>
                <a:gridCol w="1764000">
                  <a:extLst>
                    <a:ext uri="{9D8B030D-6E8A-4147-A177-3AD203B41FA5}">
                      <a16:colId xmlns:a16="http://schemas.microsoft.com/office/drawing/2014/main" val="4210984082"/>
                    </a:ext>
                  </a:extLst>
                </a:gridCol>
                <a:gridCol w="756000">
                  <a:extLst>
                    <a:ext uri="{9D8B030D-6E8A-4147-A177-3AD203B41FA5}">
                      <a16:colId xmlns:a16="http://schemas.microsoft.com/office/drawing/2014/main" val="2800079537"/>
                    </a:ext>
                  </a:extLst>
                </a:gridCol>
                <a:gridCol w="828000">
                  <a:extLst>
                    <a:ext uri="{9D8B030D-6E8A-4147-A177-3AD203B41FA5}">
                      <a16:colId xmlns:a16="http://schemas.microsoft.com/office/drawing/2014/main" val="3138473051"/>
                    </a:ext>
                  </a:extLst>
                </a:gridCol>
                <a:gridCol w="248400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231346">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Advanced/Metastatic GC/GEJ </a:t>
                      </a:r>
                    </a:p>
                  </a:txBody>
                  <a:tcPr anchor="ctr">
                    <a:solidFill>
                      <a:srgbClr val="657CA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192788">
                <a:tc rowSpan="3">
                  <a:txBody>
                    <a:bodyPr/>
                    <a:lstStyle/>
                    <a:p>
                      <a:pPr algn="ctr"/>
                      <a:r>
                        <a:rPr lang="en-US" sz="900" b="1">
                          <a:solidFill>
                            <a:schemeClr val="bg1"/>
                          </a:solidFill>
                        </a:rPr>
                        <a:t>Evidence Gaps</a:t>
                      </a:r>
                    </a:p>
                  </a:txBody>
                  <a:tcPr anchor="ctr">
                    <a:solidFill>
                      <a:srgbClr val="657CAB"/>
                    </a:solidFill>
                  </a:tcPr>
                </a:tc>
                <a:tc rowSpan="3">
                  <a:txBody>
                    <a:bodyPr/>
                    <a:lstStyle/>
                    <a:p>
                      <a:pPr algn="ctr"/>
                      <a:r>
                        <a:rPr lang="en-US" sz="900" b="1">
                          <a:solidFill>
                            <a:schemeClr val="bg1"/>
                          </a:solidFill>
                        </a:rPr>
                        <a:t>Tactic Type</a:t>
                      </a:r>
                    </a:p>
                  </a:txBody>
                  <a:tcPr anchor="ctr">
                    <a:solidFill>
                      <a:srgbClr val="657CAB"/>
                    </a:solidFill>
                  </a:tcPr>
                </a:tc>
                <a:tc rowSpan="3">
                  <a:txBody>
                    <a:bodyPr/>
                    <a:lstStyle/>
                    <a:p>
                      <a:pPr algn="ctr"/>
                      <a:r>
                        <a:rPr lang="en-US" sz="900" b="1">
                          <a:solidFill>
                            <a:schemeClr val="bg1"/>
                          </a:solidFill>
                        </a:rPr>
                        <a:t>Key Markets</a:t>
                      </a:r>
                    </a:p>
                  </a:txBody>
                  <a:tcPr anchor="ctr">
                    <a:solidFill>
                      <a:srgbClr val="657CAB"/>
                    </a:solidFill>
                  </a:tcPr>
                </a:tc>
                <a:tc rowSpan="3">
                  <a:txBody>
                    <a:bodyPr/>
                    <a:lstStyle/>
                    <a:p>
                      <a:pPr algn="ctr"/>
                      <a:r>
                        <a:rPr lang="en-US" sz="900" b="1">
                          <a:solidFill>
                            <a:schemeClr val="bg1"/>
                          </a:solidFill>
                        </a:rPr>
                        <a:t>Other Assumptions/ Dependencies</a:t>
                      </a:r>
                    </a:p>
                  </a:txBody>
                  <a:tcPr anchor="ctr">
                    <a:solidFill>
                      <a:srgbClr val="657CAB"/>
                    </a:solidFill>
                  </a:tcPr>
                </a:tc>
                <a:tc gridSpan="9">
                  <a:txBody>
                    <a:bodyPr/>
                    <a:lstStyle/>
                    <a:p>
                      <a:pPr algn="ctr"/>
                      <a:r>
                        <a:rPr lang="en-US" sz="900" b="1" kern="1200">
                          <a:solidFill>
                            <a:schemeClr val="bg1"/>
                          </a:solidFill>
                          <a:latin typeface="+mn-lt"/>
                          <a:ea typeface="+mn-ea"/>
                          <a:cs typeface="+mn-cs"/>
                        </a:rPr>
                        <a:t>Evidence Roadmap</a:t>
                      </a:r>
                    </a:p>
                  </a:txBody>
                  <a:tcPr anchor="ctr">
                    <a:solidFill>
                      <a:srgbClr val="657CAB"/>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19278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rgbClr val="657CAB"/>
                    </a:solidFill>
                  </a:tcPr>
                </a:tc>
                <a:tc gridSpan="2">
                  <a:txBody>
                    <a:bodyPr/>
                    <a:lstStyle/>
                    <a:p>
                      <a:pPr algn="ctr"/>
                      <a:r>
                        <a:rPr lang="en-US" sz="900" b="1" kern="1200">
                          <a:solidFill>
                            <a:schemeClr val="bg1"/>
                          </a:solidFill>
                          <a:latin typeface="+mn-lt"/>
                          <a:ea typeface="+mn-ea"/>
                          <a:cs typeface="+mn-cs"/>
                        </a:rPr>
                        <a:t>2026</a:t>
                      </a:r>
                    </a:p>
                  </a:txBody>
                  <a:tcPr anchor="ctr">
                    <a:solidFill>
                      <a:srgbClr val="657CAB"/>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rgbClr val="657CAB"/>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rgbClr val="657CAB"/>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rgbClr val="657CAB"/>
                    </a:solidFill>
                  </a:tcPr>
                </a:tc>
                <a:tc hMerge="1">
                  <a:txBody>
                    <a:bodyPr/>
                    <a:lstStyle/>
                    <a:p>
                      <a:endParaRPr lang="en-US"/>
                    </a:p>
                  </a:txBody>
                  <a:tcPr/>
                </a:tc>
                <a:extLst>
                  <a:ext uri="{0D108BD9-81ED-4DB2-BD59-A6C34878D82A}">
                    <a16:rowId xmlns:a16="http://schemas.microsoft.com/office/drawing/2014/main" val="2912067414"/>
                  </a:ext>
                </a:extLst>
              </a:tr>
              <a:tr h="19278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extLst>
                  <a:ext uri="{0D108BD9-81ED-4DB2-BD59-A6C34878D82A}">
                    <a16:rowId xmlns:a16="http://schemas.microsoft.com/office/drawing/2014/main" val="618320798"/>
                  </a:ext>
                </a:extLst>
              </a:tr>
              <a:tr h="158400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i="0" kern="1200">
                          <a:solidFill>
                            <a:schemeClr val="dk1"/>
                          </a:solidFill>
                          <a:effectLst/>
                          <a:latin typeface="+mn-lt"/>
                          <a:ea typeface="+mn-ea"/>
                          <a:cs typeface="+mn-cs"/>
                        </a:rPr>
                        <a:t>[1L]: Need for </a:t>
                      </a:r>
                      <a:r>
                        <a:rPr lang="en-GB" sz="900" b="1" i="0" kern="1200">
                          <a:solidFill>
                            <a:schemeClr val="dk1"/>
                          </a:solidFill>
                          <a:effectLst/>
                          <a:latin typeface="+mn-lt"/>
                          <a:ea typeface="+mn-ea"/>
                          <a:cs typeface="+mn-cs"/>
                        </a:rPr>
                        <a:t>safety and efficacy data supporting tislelizumab </a:t>
                      </a:r>
                      <a:r>
                        <a:rPr lang="en-GB" sz="900" b="0" i="0" kern="1200">
                          <a:solidFill>
                            <a:schemeClr val="dk1"/>
                          </a:solidFill>
                          <a:effectLst/>
                          <a:latin typeface="+mn-lt"/>
                          <a:ea typeface="+mn-ea"/>
                          <a:cs typeface="+mn-cs"/>
                        </a:rPr>
                        <a:t>(200mg at Q2W) </a:t>
                      </a:r>
                      <a:r>
                        <a:rPr lang="en-GB" sz="900" b="1" i="0" kern="1200">
                          <a:solidFill>
                            <a:schemeClr val="dk1"/>
                          </a:solidFill>
                          <a:effectLst/>
                          <a:latin typeface="+mn-lt"/>
                          <a:ea typeface="+mn-ea"/>
                          <a:cs typeface="+mn-cs"/>
                        </a:rPr>
                        <a:t>+ SOX </a:t>
                      </a:r>
                      <a:r>
                        <a:rPr lang="en-GB" sz="900" b="0" i="0" kern="1200">
                          <a:solidFill>
                            <a:schemeClr val="dk1"/>
                          </a:solidFill>
                          <a:effectLst/>
                          <a:latin typeface="+mn-lt"/>
                          <a:ea typeface="+mn-ea"/>
                          <a:cs typeface="+mn-cs"/>
                        </a:rPr>
                        <a:t>in a sizable JP population</a:t>
                      </a:r>
                    </a:p>
                  </a:txBody>
                  <a:tcPr anchor="ctr">
                    <a:solidFill>
                      <a:srgbClr val="CBCBCB"/>
                    </a:solidFill>
                  </a:tcPr>
                </a:tc>
                <a:tc rowSpan="2">
                  <a:txBody>
                    <a:bodyPr/>
                    <a:lstStyle/>
                    <a:p>
                      <a:pPr algn="ctr"/>
                      <a:endParaRPr lang="en-GB" sz="900" i="1"/>
                    </a:p>
                    <a:p>
                      <a:pPr algn="ctr"/>
                      <a:endParaRPr lang="en-GB" sz="900" i="1"/>
                    </a:p>
                    <a:p>
                      <a:pPr algn="ctr"/>
                      <a:endParaRPr lang="en-GB" sz="900" i="1"/>
                    </a:p>
                    <a:p>
                      <a:pPr algn="ctr"/>
                      <a:endParaRPr lang="en-GB" sz="900" i="1"/>
                    </a:p>
                    <a:p>
                      <a:pPr algn="ctr"/>
                      <a:endParaRPr lang="en-GB" sz="900" i="1"/>
                    </a:p>
                    <a:p>
                      <a:pPr algn="ctr"/>
                      <a:r>
                        <a:rPr lang="en-GB" sz="900" i="1"/>
                        <a:t>or</a:t>
                      </a:r>
                    </a:p>
                    <a:p>
                      <a:pPr algn="ctr"/>
                      <a:endParaRPr lang="en-GB" sz="900" i="1"/>
                    </a:p>
                    <a:p>
                      <a:pPr algn="ctr"/>
                      <a:r>
                        <a:rPr lang="en-GB" sz="900" i="1"/>
                        <a:t>To be closed by R&amp;D</a:t>
                      </a: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i="0" kern="1200">
                          <a:solidFill>
                            <a:schemeClr val="tx1"/>
                          </a:solidFill>
                          <a:latin typeface="+mn-lt"/>
                          <a:ea typeface="+mn-ea"/>
                          <a:cs typeface="+mn-cs"/>
                        </a:rPr>
                        <a:t>Timeline outlines “Base case” </a:t>
                      </a:r>
                      <a:r>
                        <a:rPr lang="en-GB" sz="900" i="0" kern="1200">
                          <a:solidFill>
                            <a:schemeClr val="tx1"/>
                          </a:solidFill>
                          <a:latin typeface="+mn-lt"/>
                          <a:ea typeface="+mn-ea"/>
                          <a:cs typeface="+mn-cs"/>
                        </a:rPr>
                        <a:t>scenario; </a:t>
                      </a:r>
                      <a:r>
                        <a:rPr lang="en-GB" sz="900" b="1" i="0" kern="1200">
                          <a:solidFill>
                            <a:schemeClr val="tx1"/>
                          </a:solidFill>
                          <a:latin typeface="+mn-lt"/>
                          <a:ea typeface="+mn-ea"/>
                          <a:cs typeface="+mn-cs"/>
                        </a:rPr>
                        <a:t>Best case scenario </a:t>
                      </a:r>
                      <a:r>
                        <a:rPr lang="en-GB" sz="900" i="0" kern="1200">
                          <a:solidFill>
                            <a:schemeClr val="tx1"/>
                          </a:solidFill>
                          <a:latin typeface="+mn-lt"/>
                          <a:ea typeface="+mn-ea"/>
                          <a:cs typeface="+mn-cs"/>
                        </a:rPr>
                        <a:t>anticipates </a:t>
                      </a:r>
                      <a:r>
                        <a:rPr lang="en-GB" sz="900" b="1" i="0" kern="1200">
                          <a:solidFill>
                            <a:schemeClr val="tx1"/>
                          </a:solidFill>
                          <a:latin typeface="+mn-lt"/>
                          <a:ea typeface="+mn-ea"/>
                          <a:cs typeface="+mn-cs"/>
                        </a:rPr>
                        <a:t>PMDA approval in Q4 2028</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i="0" kern="1200">
                          <a:solidFill>
                            <a:schemeClr val="tx1"/>
                          </a:solidFill>
                          <a:latin typeface="+mn-lt"/>
                          <a:ea typeface="+mn-ea"/>
                          <a:cs typeface="+mn-cs"/>
                        </a:rPr>
                        <a:t>PMDA may request a fully powered study</a:t>
                      </a:r>
                      <a:r>
                        <a:rPr lang="en-GB" sz="900" b="0" i="0" kern="1200">
                          <a:solidFill>
                            <a:schemeClr val="tx1"/>
                          </a:solidFill>
                          <a:latin typeface="+mn-lt"/>
                          <a:ea typeface="+mn-ea"/>
                          <a:cs typeface="+mn-cs"/>
                        </a:rPr>
                        <a:t> for 1L GC using tislelizumab + FOLFOX</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0" i="0" kern="1200">
                          <a:solidFill>
                            <a:schemeClr val="tx1"/>
                          </a:solidFill>
                          <a:latin typeface="+mn-lt"/>
                          <a:ea typeface="+mn-ea"/>
                          <a:cs typeface="+mn-cs"/>
                        </a:rPr>
                        <a:t>PMDA may require for </a:t>
                      </a:r>
                      <a:r>
                        <a:rPr lang="en-GB" sz="900" b="1" i="0" kern="1200">
                          <a:solidFill>
                            <a:schemeClr val="tx1"/>
                          </a:solidFill>
                          <a:latin typeface="+mn-lt"/>
                          <a:ea typeface="+mn-ea"/>
                          <a:cs typeface="+mn-cs"/>
                        </a:rPr>
                        <a:t>two separate studies for ESCC and GC label</a:t>
                      </a:r>
                      <a:r>
                        <a:rPr lang="en-GB" sz="900" b="0" i="0" kern="1200">
                          <a:solidFill>
                            <a:schemeClr val="tx1"/>
                          </a:solidFill>
                          <a:latin typeface="+mn-lt"/>
                          <a:ea typeface="+mn-ea"/>
                          <a:cs typeface="+mn-cs"/>
                        </a:rPr>
                        <a:t>; </a:t>
                      </a:r>
                      <a:r>
                        <a:rPr lang="en-GB" sz="900" b="1" i="0" kern="1200">
                          <a:solidFill>
                            <a:schemeClr val="tx1"/>
                          </a:solidFill>
                          <a:latin typeface="+mn-lt"/>
                          <a:ea typeface="+mn-ea"/>
                          <a:cs typeface="+mn-cs"/>
                        </a:rPr>
                        <a:t>1L GC indication to be prioritized</a:t>
                      </a:r>
                      <a:r>
                        <a:rPr lang="en-GB" sz="900" b="0" i="0" kern="1200">
                          <a:solidFill>
                            <a:schemeClr val="tx1"/>
                          </a:solidFill>
                          <a:latin typeface="+mn-lt"/>
                          <a:ea typeface="+mn-ea"/>
                          <a:cs typeface="+mn-cs"/>
                        </a:rPr>
                        <a:t> if budget restraints for 2 separate studies</a:t>
                      </a:r>
                      <a:r>
                        <a:rPr lang="en-GB" sz="900" b="0" i="0" kern="1200" baseline="30000">
                          <a:solidFill>
                            <a:schemeClr val="tx1"/>
                          </a:solidFill>
                          <a:latin typeface="+mn-lt"/>
                          <a:ea typeface="+mn-ea"/>
                          <a:cs typeface="+mn-cs"/>
                        </a:rPr>
                        <a:t>1</a:t>
                      </a:r>
                      <a:endParaRPr lang="en-GB" sz="900" i="0" kern="1200">
                        <a:solidFill>
                          <a:schemeClr val="tx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1093785624"/>
                  </a:ext>
                </a:extLst>
              </a:tr>
              <a:tr h="93600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anchor="ctr">
                    <a:solidFill>
                      <a:schemeClr val="bg1">
                        <a:lumMod val="95000"/>
                      </a:schemeClr>
                    </a:solidFill>
                  </a:tcPr>
                </a:tc>
                <a:tc vMerge="1">
                  <a:txBody>
                    <a:bodyPr/>
                    <a:lstStyle/>
                    <a:p>
                      <a:pPr marL="0" algn="l" defTabSz="914400" rtl="0" eaLnBrk="1" latinLnBrk="0" hangingPunct="1"/>
                      <a:endParaRPr lang="en-GB" sz="900" kern="1200">
                        <a:solidFill>
                          <a:schemeClr val="dk1"/>
                        </a:solidFill>
                        <a:latin typeface="+mn-lt"/>
                        <a:ea typeface="+mn-ea"/>
                        <a:cs typeface="+mn-cs"/>
                      </a:endParaRPr>
                    </a:p>
                  </a:txBody>
                  <a:tcPr anchor="ctr">
                    <a:solidFill>
                      <a:schemeClr val="bg1">
                        <a:lumMod val="95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i="0" kern="1200">
                          <a:solidFill>
                            <a:schemeClr val="tx1"/>
                          </a:solidFill>
                          <a:latin typeface="+mn-lt"/>
                          <a:ea typeface="+mn-ea"/>
                          <a:cs typeface="+mn-cs"/>
                        </a:rPr>
                        <a:t>Gap may alternatively be closed via an </a:t>
                      </a:r>
                      <a:r>
                        <a:rPr lang="en-GB" sz="900" b="1" i="0" kern="1200">
                          <a:solidFill>
                            <a:schemeClr val="tx1"/>
                          </a:solidFill>
                          <a:latin typeface="+mn-lt"/>
                          <a:ea typeface="+mn-ea"/>
                          <a:cs typeface="+mn-cs"/>
                        </a:rPr>
                        <a:t>amendment to the RN-216 (A317-216) trial </a:t>
                      </a:r>
                      <a:r>
                        <a:rPr lang="en-GB" sz="900" b="0" i="0" kern="1200">
                          <a:solidFill>
                            <a:schemeClr val="tx1"/>
                          </a:solidFill>
                          <a:latin typeface="+mn-lt"/>
                          <a:ea typeface="+mn-ea"/>
                          <a:cs typeface="+mn-cs"/>
                        </a:rPr>
                        <a:t>(outlined above)</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3563565632"/>
                  </a:ext>
                </a:extLst>
              </a:tr>
              <a:tr h="154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kern="1200">
                          <a:solidFill>
                            <a:schemeClr val="dk1"/>
                          </a:solidFill>
                          <a:latin typeface="+mn-lt"/>
                          <a:ea typeface="+mn-ea"/>
                          <a:cs typeface="+mn-cs"/>
                        </a:rPr>
                        <a:t>Need for data on </a:t>
                      </a:r>
                      <a:r>
                        <a:rPr lang="en-GB" sz="900">
                          <a:effectLst/>
                        </a:rPr>
                        <a:t>tislelizumab</a:t>
                      </a:r>
                      <a:r>
                        <a:rPr lang="en-GB" sz="900" kern="1200">
                          <a:solidFill>
                            <a:schemeClr val="dk1"/>
                          </a:solidFill>
                          <a:latin typeface="+mn-lt"/>
                          <a:ea typeface="+mn-ea"/>
                          <a:cs typeface="+mn-cs"/>
                        </a:rPr>
                        <a:t> </a:t>
                      </a:r>
                      <a:r>
                        <a:rPr lang="en-GB" sz="900" b="1" kern="1200">
                          <a:solidFill>
                            <a:schemeClr val="dk1"/>
                          </a:solidFill>
                          <a:latin typeface="+mn-lt"/>
                          <a:ea typeface="+mn-ea"/>
                          <a:cs typeface="+mn-cs"/>
                        </a:rPr>
                        <a:t>ability to prevent/delay peritoneal metastasis </a:t>
                      </a:r>
                    </a:p>
                  </a:txBody>
                  <a:tcPr anchor="ctr">
                    <a:solidFill>
                      <a:srgbClr val="E7E7E7"/>
                    </a:solidFill>
                  </a:tcPr>
                </a:tc>
                <a:tc>
                  <a:txBody>
                    <a:bodyPr/>
                    <a:lstStyle/>
                    <a:p>
                      <a:endParaRPr lang="en-GB" sz="900">
                        <a:highlight>
                          <a:srgbClr val="FFFF00"/>
                        </a:highlight>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marL="171450" indent="-171450">
                        <a:buFont typeface="Wingdings" panose="05000000000000000000" pitchFamily="2" charset="2"/>
                        <a:buChar char="§"/>
                      </a:pPr>
                      <a:r>
                        <a:rPr lang="en-GB" sz="900" i="0"/>
                        <a:t>Opportunity </a:t>
                      </a:r>
                      <a:r>
                        <a:rPr lang="en-GB" sz="900" b="0" i="0"/>
                        <a:t>to explore the potential preventive effect </a:t>
                      </a:r>
                      <a:r>
                        <a:rPr lang="en-GB" sz="900" i="0"/>
                        <a:t>of tislelizumab in delaying or </a:t>
                      </a:r>
                      <a:r>
                        <a:rPr lang="en-GB" sz="900"/>
                        <a:t>preventing peritoneal metastases</a:t>
                      </a:r>
                      <a:r>
                        <a:rPr lang="en-GB" sz="900" baseline="30000"/>
                        <a:t>2</a:t>
                      </a:r>
                      <a:endParaRPr lang="en-GB" sz="900"/>
                    </a:p>
                    <a:p>
                      <a:pPr marL="171450" indent="-171450">
                        <a:buFont typeface="Wingdings" panose="05000000000000000000" pitchFamily="2" charset="2"/>
                        <a:buChar char="§"/>
                      </a:pPr>
                      <a:r>
                        <a:rPr lang="en-GB" sz="900"/>
                        <a:t>Proposed </a:t>
                      </a:r>
                      <a:r>
                        <a:rPr lang="en-GB" sz="900" b="1"/>
                        <a:t>post-hoc analysis</a:t>
                      </a:r>
                      <a:r>
                        <a:rPr lang="en-GB" sz="900"/>
                        <a:t> of the RN-305 dataset to investigate this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0"/>
                        <a:t>Next steps include </a:t>
                      </a:r>
                      <a:r>
                        <a:rPr lang="en-GB" sz="900" b="1"/>
                        <a:t>assessing feasibility upfront before initiating the analysis and aligning on timing and resource allocation </a:t>
                      </a:r>
                      <a:r>
                        <a:rPr lang="en-GB" sz="900" b="0"/>
                        <a:t>for the post-hoc work</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334043442"/>
                  </a:ext>
                </a:extLst>
              </a:tr>
            </a:tbl>
          </a:graphicData>
        </a:graphic>
      </p:graphicFrame>
      <p:pic>
        <p:nvPicPr>
          <p:cNvPr id="18" name="Picture 17" descr="A red circle with white circle in center&#10;&#10;AI-generated content may be incorrect.">
            <a:extLst>
              <a:ext uri="{FF2B5EF4-FFF2-40B4-BE49-F238E27FC236}">
                <a16:creationId xmlns:a16="http://schemas.microsoft.com/office/drawing/2014/main" id="{CD235414-22AE-272B-9105-688EF39E41D4}"/>
              </a:ext>
            </a:extLst>
          </p:cNvPr>
          <p:cNvPicPr>
            <a:picLocks noChangeAspect="1"/>
          </p:cNvPicPr>
          <p:nvPr/>
        </p:nvPicPr>
        <p:blipFill>
          <a:blip r:embed="rId6"/>
          <a:stretch>
            <a:fillRect/>
          </a:stretch>
        </p:blipFill>
        <p:spPr>
          <a:xfrm>
            <a:off x="3118850" y="3455806"/>
            <a:ext cx="301752" cy="304354"/>
          </a:xfrm>
          <a:prstGeom prst="rect">
            <a:avLst/>
          </a:prstGeom>
        </p:spPr>
      </p:pic>
      <p:sp>
        <p:nvSpPr>
          <p:cNvPr id="12" name="Rectangle 11">
            <a:extLst>
              <a:ext uri="{FF2B5EF4-FFF2-40B4-BE49-F238E27FC236}">
                <a16:creationId xmlns:a16="http://schemas.microsoft.com/office/drawing/2014/main" id="{2722BF98-DE84-CA52-100E-6177D710573D}"/>
              </a:ext>
            </a:extLst>
          </p:cNvPr>
          <p:cNvSpPr/>
          <p:nvPr/>
        </p:nvSpPr>
        <p:spPr>
          <a:xfrm>
            <a:off x="126749" y="2364766"/>
            <a:ext cx="222533" cy="4032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grpSp>
        <p:nvGrpSpPr>
          <p:cNvPr id="19" name="Group 18">
            <a:extLst>
              <a:ext uri="{FF2B5EF4-FFF2-40B4-BE49-F238E27FC236}">
                <a16:creationId xmlns:a16="http://schemas.microsoft.com/office/drawing/2014/main" id="{934B9F91-BB94-3155-A814-666FA1C3DE96}"/>
              </a:ext>
            </a:extLst>
          </p:cNvPr>
          <p:cNvGrpSpPr/>
          <p:nvPr/>
        </p:nvGrpSpPr>
        <p:grpSpPr>
          <a:xfrm>
            <a:off x="8446122" y="668447"/>
            <a:ext cx="3358520" cy="323165"/>
            <a:chOff x="8469297" y="935394"/>
            <a:chExt cx="3358520" cy="323165"/>
          </a:xfrm>
        </p:grpSpPr>
        <p:sp>
          <p:nvSpPr>
            <p:cNvPr id="28" name="TextBox 27">
              <a:extLst>
                <a:ext uri="{FF2B5EF4-FFF2-40B4-BE49-F238E27FC236}">
                  <a16:creationId xmlns:a16="http://schemas.microsoft.com/office/drawing/2014/main" id="{74FA5A97-CC41-E69F-E3B2-CAD64D04CB4A}"/>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29" name="Isosceles Triangle 28">
              <a:extLst>
                <a:ext uri="{FF2B5EF4-FFF2-40B4-BE49-F238E27FC236}">
                  <a16:creationId xmlns:a16="http://schemas.microsoft.com/office/drawing/2014/main" id="{5B2CBA7A-BACE-44A0-DA34-AD726A59032F}"/>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0" name="Star: 5 Points 29">
              <a:extLst>
                <a:ext uri="{FF2B5EF4-FFF2-40B4-BE49-F238E27FC236}">
                  <a16:creationId xmlns:a16="http://schemas.microsoft.com/office/drawing/2014/main" id="{3B6BEAD8-4108-B44E-0DD8-CC2BEAE2E167}"/>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1" name="Arrow: Pentagon 30">
              <a:extLst>
                <a:ext uri="{FF2B5EF4-FFF2-40B4-BE49-F238E27FC236}">
                  <a16:creationId xmlns:a16="http://schemas.microsoft.com/office/drawing/2014/main" id="{50A3EFAC-8F68-EB18-847B-EFC467F8B70B}"/>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37" name="TextBox 36">
              <a:extLst>
                <a:ext uri="{FF2B5EF4-FFF2-40B4-BE49-F238E27FC236}">
                  <a16:creationId xmlns:a16="http://schemas.microsoft.com/office/drawing/2014/main" id="{78395DCF-3CB3-CE6F-7999-5F0B5A10A615}"/>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47" name="TextBox 46">
              <a:extLst>
                <a:ext uri="{FF2B5EF4-FFF2-40B4-BE49-F238E27FC236}">
                  <a16:creationId xmlns:a16="http://schemas.microsoft.com/office/drawing/2014/main" id="{D69785CB-44CA-7975-2A03-11682C7E603C}"/>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54" name="Footer Placeholder 3">
            <a:extLst>
              <a:ext uri="{FF2B5EF4-FFF2-40B4-BE49-F238E27FC236}">
                <a16:creationId xmlns:a16="http://schemas.microsoft.com/office/drawing/2014/main" id="{C6382673-18B8-7011-3C63-D1B968678823}"/>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sp>
        <p:nvSpPr>
          <p:cNvPr id="92" name="Footer Placeholder 3">
            <a:extLst>
              <a:ext uri="{FF2B5EF4-FFF2-40B4-BE49-F238E27FC236}">
                <a16:creationId xmlns:a16="http://schemas.microsoft.com/office/drawing/2014/main" id="{37C74C63-B285-31ED-2E52-F5F60BA4AAAB}"/>
              </a:ext>
            </a:extLst>
          </p:cNvPr>
          <p:cNvSpPr txBox="1">
            <a:spLocks/>
          </p:cNvSpPr>
          <p:nvPr/>
        </p:nvSpPr>
        <p:spPr>
          <a:xfrm>
            <a:off x="358337" y="6474591"/>
            <a:ext cx="7069600"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600">
                <a:solidFill>
                  <a:srgbClr val="000000">
                    <a:lumMod val="65000"/>
                    <a:lumOff val="35000"/>
                  </a:srgbClr>
                </a:solidFill>
                <a:latin typeface="Poppins"/>
              </a:rPr>
              <a:t>Note</a:t>
            </a:r>
            <a:r>
              <a:rPr lang="en-US" sz="600">
                <a:solidFill>
                  <a:srgbClr val="000000">
                    <a:lumMod val="65000"/>
                    <a:lumOff val="35000"/>
                  </a:srgbClr>
                </a:solidFill>
              </a:rPr>
              <a:t>::  1. RN-216 trial aims to address two open gaps in 1L GC/GEJ and 1L ESCC indications to expand tislelizumab label in Japan 2. </a:t>
            </a:r>
            <a:r>
              <a:rPr lang="en-GB" sz="600">
                <a:solidFill>
                  <a:srgbClr val="000000">
                    <a:lumMod val="65000"/>
                    <a:lumOff val="35000"/>
                  </a:srgbClr>
                </a:solidFill>
              </a:rPr>
              <a:t>Potential area of interest (AOI) is an IIT study investigating the ability of tislelizumab to prevent/delay peritoneal metastases (feasibility ongoing for a current proposal in Korea)</a:t>
            </a:r>
            <a:endParaRPr lang="en-US" sz="600">
              <a:solidFill>
                <a:srgbClr val="000000">
                  <a:lumMod val="65000"/>
                  <a:lumOff val="35000"/>
                </a:srgbClr>
              </a:solidFill>
            </a:endParaRPr>
          </a:p>
          <a:p>
            <a:pPr>
              <a:defRPr/>
            </a:pPr>
            <a:r>
              <a:rPr lang="en-US" sz="600">
                <a:solidFill>
                  <a:srgbClr val="000000">
                    <a:lumMod val="65000"/>
                    <a:lumOff val="35000"/>
                  </a:srgbClr>
                </a:solidFill>
              </a:rPr>
              <a:t>Abbreviations: GC: Gastric Cancer; GEJ: Gastroesophageal Junction; GI: Gastrointestinal; HEOR: Health Economics Outcomes Research; IIT: Investigator Initiated Trials; MRIC: Medical Research and Information Committee; PD-1: Programmed Death Protein-1; RWE: Real World Evidence; SOX: S-1 (Tegafur, </a:t>
            </a:r>
            <a:r>
              <a:rPr lang="en-US" sz="600" err="1">
                <a:solidFill>
                  <a:srgbClr val="000000">
                    <a:lumMod val="65000"/>
                    <a:lumOff val="35000"/>
                  </a:srgbClr>
                </a:solidFill>
              </a:rPr>
              <a:t>Gimeracil</a:t>
            </a:r>
            <a:r>
              <a:rPr lang="en-US" sz="600">
                <a:solidFill>
                  <a:srgbClr val="000000">
                    <a:lumMod val="65000"/>
                    <a:lumOff val="35000"/>
                  </a:srgbClr>
                </a:solidFill>
              </a:rPr>
              <a:t>, </a:t>
            </a:r>
            <a:r>
              <a:rPr lang="en-US" sz="600" err="1">
                <a:solidFill>
                  <a:srgbClr val="000000">
                    <a:lumMod val="65000"/>
                    <a:lumOff val="35000"/>
                  </a:srgbClr>
                </a:solidFill>
              </a:rPr>
              <a:t>Oteracil</a:t>
            </a:r>
            <a:r>
              <a:rPr lang="en-US" sz="600">
                <a:solidFill>
                  <a:srgbClr val="000000">
                    <a:lumMod val="65000"/>
                    <a:lumOff val="35000"/>
                  </a:srgbClr>
                </a:solidFill>
              </a:rPr>
              <a:t> potassium) Oxaliplatin</a:t>
            </a:r>
          </a:p>
        </p:txBody>
      </p:sp>
      <p:sp>
        <p:nvSpPr>
          <p:cNvPr id="7" name="Footer Placeholder 3">
            <a:extLst>
              <a:ext uri="{FF2B5EF4-FFF2-40B4-BE49-F238E27FC236}">
                <a16:creationId xmlns:a16="http://schemas.microsoft.com/office/drawing/2014/main" id="{618B2C35-6381-FB85-DF95-E34B41B61864}"/>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8" name="Graphic 7">
            <a:extLst>
              <a:ext uri="{FF2B5EF4-FFF2-40B4-BE49-F238E27FC236}">
                <a16:creationId xmlns:a16="http://schemas.microsoft.com/office/drawing/2014/main" id="{59A343D2-6B3E-88DA-9EDE-21FEF49FEF3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37570" y="958197"/>
            <a:ext cx="274320" cy="274320"/>
          </a:xfrm>
          <a:prstGeom prst="rect">
            <a:avLst/>
          </a:prstGeom>
        </p:spPr>
      </p:pic>
      <p:pic>
        <p:nvPicPr>
          <p:cNvPr id="9" name="Graphic 8">
            <a:extLst>
              <a:ext uri="{FF2B5EF4-FFF2-40B4-BE49-F238E27FC236}">
                <a16:creationId xmlns:a16="http://schemas.microsoft.com/office/drawing/2014/main" id="{9B081700-2060-7DAF-7486-291D8A60287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24487" y="958197"/>
            <a:ext cx="274320" cy="274320"/>
          </a:xfrm>
          <a:prstGeom prst="rect">
            <a:avLst/>
          </a:prstGeom>
        </p:spPr>
      </p:pic>
      <p:pic>
        <p:nvPicPr>
          <p:cNvPr id="10" name="Graphic 9">
            <a:extLst>
              <a:ext uri="{FF2B5EF4-FFF2-40B4-BE49-F238E27FC236}">
                <a16:creationId xmlns:a16="http://schemas.microsoft.com/office/drawing/2014/main" id="{C353EAFE-FE96-C563-E053-FFB07D9A09C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414007" y="958197"/>
            <a:ext cx="274320" cy="274320"/>
          </a:xfrm>
          <a:prstGeom prst="rect">
            <a:avLst/>
          </a:prstGeom>
        </p:spPr>
      </p:pic>
      <p:pic>
        <p:nvPicPr>
          <p:cNvPr id="15" name="Graphic 14">
            <a:extLst>
              <a:ext uri="{FF2B5EF4-FFF2-40B4-BE49-F238E27FC236}">
                <a16:creationId xmlns:a16="http://schemas.microsoft.com/office/drawing/2014/main" id="{7E016F53-437F-9C94-4EAC-D8ADE6C58A38}"/>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8194014" y="958557"/>
            <a:ext cx="273600" cy="273600"/>
          </a:xfrm>
          <a:prstGeom prst="rect">
            <a:avLst/>
          </a:prstGeom>
        </p:spPr>
      </p:pic>
      <p:grpSp>
        <p:nvGrpSpPr>
          <p:cNvPr id="2" name="Group 1">
            <a:extLst>
              <a:ext uri="{FF2B5EF4-FFF2-40B4-BE49-F238E27FC236}">
                <a16:creationId xmlns:a16="http://schemas.microsoft.com/office/drawing/2014/main" id="{88599C15-A68E-DAE7-3A50-18A7DE817BBE}"/>
              </a:ext>
            </a:extLst>
          </p:cNvPr>
          <p:cNvGrpSpPr/>
          <p:nvPr/>
        </p:nvGrpSpPr>
        <p:grpSpPr>
          <a:xfrm>
            <a:off x="-9526" y="-7584"/>
            <a:ext cx="11815014" cy="180000"/>
            <a:chOff x="-9526" y="-7584"/>
            <a:chExt cx="11815014" cy="180000"/>
          </a:xfrm>
        </p:grpSpPr>
        <p:sp>
          <p:nvSpPr>
            <p:cNvPr id="20" name="Rectangle 19">
              <a:extLst>
                <a:ext uri="{FF2B5EF4-FFF2-40B4-BE49-F238E27FC236}">
                  <a16:creationId xmlns:a16="http://schemas.microsoft.com/office/drawing/2014/main" id="{AC047255-A5C6-C3C0-1190-0CE17FC4009B}"/>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21" name="Arrow: Pentagon 20">
              <a:extLst>
                <a:ext uri="{FF2B5EF4-FFF2-40B4-BE49-F238E27FC236}">
                  <a16:creationId xmlns:a16="http://schemas.microsoft.com/office/drawing/2014/main" id="{64E1756E-8ABE-E47D-F634-F9E84A68ED7C}"/>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2" name="Arrow: Chevron 21">
              <a:extLst>
                <a:ext uri="{FF2B5EF4-FFF2-40B4-BE49-F238E27FC236}">
                  <a16:creationId xmlns:a16="http://schemas.microsoft.com/office/drawing/2014/main" id="{EED8D5F2-C9BC-80EE-96EB-F1C3DD7B3902}"/>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3" name="Arrow: Chevron 22">
              <a:extLst>
                <a:ext uri="{FF2B5EF4-FFF2-40B4-BE49-F238E27FC236}">
                  <a16:creationId xmlns:a16="http://schemas.microsoft.com/office/drawing/2014/main" id="{79C52EA9-BDF6-FBD9-69AB-A548088C492C}"/>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4" name="Arrow: Chevron 23">
              <a:extLst>
                <a:ext uri="{FF2B5EF4-FFF2-40B4-BE49-F238E27FC236}">
                  <a16:creationId xmlns:a16="http://schemas.microsoft.com/office/drawing/2014/main" id="{98CD044A-522F-CB53-1CBF-554F4F369B6F}"/>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
        <p:nvSpPr>
          <p:cNvPr id="52" name="Arrow: Pentagon 51">
            <a:extLst>
              <a:ext uri="{FF2B5EF4-FFF2-40B4-BE49-F238E27FC236}">
                <a16:creationId xmlns:a16="http://schemas.microsoft.com/office/drawing/2014/main" id="{36A2F8DB-C015-7B09-292A-6877369A68D2}"/>
              </a:ext>
            </a:extLst>
          </p:cNvPr>
          <p:cNvSpPr/>
          <p:nvPr/>
        </p:nvSpPr>
        <p:spPr>
          <a:xfrm>
            <a:off x="9346146" y="4337198"/>
            <a:ext cx="2592000" cy="216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sp>
        <p:nvSpPr>
          <p:cNvPr id="53" name="Isosceles Triangle 52">
            <a:extLst>
              <a:ext uri="{FF2B5EF4-FFF2-40B4-BE49-F238E27FC236}">
                <a16:creationId xmlns:a16="http://schemas.microsoft.com/office/drawing/2014/main" id="{F6D560D8-3C40-0F89-A6F4-650E209821AD}"/>
              </a:ext>
            </a:extLst>
          </p:cNvPr>
          <p:cNvSpPr/>
          <p:nvPr/>
        </p:nvSpPr>
        <p:spPr>
          <a:xfrm>
            <a:off x="10591631" y="4346262"/>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5" name="TextBox 54">
            <a:extLst>
              <a:ext uri="{FF2B5EF4-FFF2-40B4-BE49-F238E27FC236}">
                <a16:creationId xmlns:a16="http://schemas.microsoft.com/office/drawing/2014/main" id="{2A72F71A-2506-07E3-0C5F-1BEDC3F4CE2D}"/>
              </a:ext>
            </a:extLst>
          </p:cNvPr>
          <p:cNvSpPr txBox="1"/>
          <p:nvPr/>
        </p:nvSpPr>
        <p:spPr>
          <a:xfrm>
            <a:off x="9656153" y="4504820"/>
            <a:ext cx="1160272" cy="323165"/>
          </a:xfrm>
          <a:prstGeom prst="rect">
            <a:avLst/>
          </a:prstGeom>
          <a:noFill/>
        </p:spPr>
        <p:txBody>
          <a:bodyPr wrap="square" lIns="91440" tIns="91440" rIns="91440" bIns="91440" rtlCol="0">
            <a:spAutoFit/>
          </a:bodyPr>
          <a:lstStyle/>
          <a:p>
            <a:pPr algn="r"/>
            <a:r>
              <a:rPr lang="en-US" sz="900"/>
              <a:t>Interim analysis</a:t>
            </a:r>
          </a:p>
        </p:txBody>
      </p:sp>
      <p:sp>
        <p:nvSpPr>
          <p:cNvPr id="57" name="TextBox 56">
            <a:extLst>
              <a:ext uri="{FF2B5EF4-FFF2-40B4-BE49-F238E27FC236}">
                <a16:creationId xmlns:a16="http://schemas.microsoft.com/office/drawing/2014/main" id="{448EDE56-1318-0909-F12B-DFCE5868EE97}"/>
              </a:ext>
            </a:extLst>
          </p:cNvPr>
          <p:cNvSpPr txBox="1"/>
          <p:nvPr/>
        </p:nvSpPr>
        <p:spPr>
          <a:xfrm>
            <a:off x="10961730" y="4520679"/>
            <a:ext cx="1000489" cy="323165"/>
          </a:xfrm>
          <a:prstGeom prst="rect">
            <a:avLst/>
          </a:prstGeom>
          <a:noFill/>
        </p:spPr>
        <p:txBody>
          <a:bodyPr wrap="square" lIns="91440" tIns="91440" rIns="91440" bIns="91440" rtlCol="0">
            <a:spAutoFit/>
          </a:bodyPr>
          <a:lstStyle/>
          <a:p>
            <a:pPr algn="ctr"/>
            <a:r>
              <a:rPr lang="en-US" sz="900"/>
              <a:t>ASCO GI 2030</a:t>
            </a:r>
          </a:p>
        </p:txBody>
      </p:sp>
      <p:sp>
        <p:nvSpPr>
          <p:cNvPr id="60" name="Left Bracket 59">
            <a:extLst>
              <a:ext uri="{FF2B5EF4-FFF2-40B4-BE49-F238E27FC236}">
                <a16:creationId xmlns:a16="http://schemas.microsoft.com/office/drawing/2014/main" id="{A5EE09DF-34D0-4D0B-B8F4-D376BE6399C7}"/>
              </a:ext>
            </a:extLst>
          </p:cNvPr>
          <p:cNvSpPr/>
          <p:nvPr/>
        </p:nvSpPr>
        <p:spPr>
          <a:xfrm rot="5400000" flipV="1">
            <a:off x="10991479" y="3176415"/>
            <a:ext cx="45719" cy="226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61" name="TextBox 60">
            <a:extLst>
              <a:ext uri="{FF2B5EF4-FFF2-40B4-BE49-F238E27FC236}">
                <a16:creationId xmlns:a16="http://schemas.microsoft.com/office/drawing/2014/main" id="{7CA41DB0-E3A3-B808-FA43-E965663BA0ED}"/>
              </a:ext>
            </a:extLst>
          </p:cNvPr>
          <p:cNvSpPr txBox="1">
            <a:spLocks noChangeAspect="1"/>
          </p:cNvSpPr>
          <p:nvPr/>
        </p:nvSpPr>
        <p:spPr>
          <a:xfrm>
            <a:off x="10143037" y="4028828"/>
            <a:ext cx="1849979" cy="230832"/>
          </a:xfrm>
          <a:prstGeom prst="rect">
            <a:avLst/>
          </a:prstGeom>
          <a:noFill/>
        </p:spPr>
        <p:txBody>
          <a:bodyPr wrap="square">
            <a:spAutoFit/>
          </a:bodyPr>
          <a:lstStyle/>
          <a:p>
            <a:pPr algn="ctr"/>
            <a:r>
              <a:rPr lang="en-GB" sz="900">
                <a:effectLst/>
              </a:rPr>
              <a:t>IIT study duration in 2029+</a:t>
            </a:r>
            <a:endParaRPr lang="en-GB" sz="900"/>
          </a:p>
        </p:txBody>
      </p:sp>
      <p:sp>
        <p:nvSpPr>
          <p:cNvPr id="62" name="Left Bracket 61">
            <a:extLst>
              <a:ext uri="{FF2B5EF4-FFF2-40B4-BE49-F238E27FC236}">
                <a16:creationId xmlns:a16="http://schemas.microsoft.com/office/drawing/2014/main" id="{7D0E39E4-2CCE-C666-0D87-BD99E4CF0669}"/>
              </a:ext>
            </a:extLst>
          </p:cNvPr>
          <p:cNvSpPr/>
          <p:nvPr/>
        </p:nvSpPr>
        <p:spPr>
          <a:xfrm rot="5400000" flipV="1">
            <a:off x="9564025" y="4012612"/>
            <a:ext cx="45719" cy="46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63" name="TextBox 62">
            <a:extLst>
              <a:ext uri="{FF2B5EF4-FFF2-40B4-BE49-F238E27FC236}">
                <a16:creationId xmlns:a16="http://schemas.microsoft.com/office/drawing/2014/main" id="{C6E6E411-C5CD-5BCC-A031-47F41E057C19}"/>
              </a:ext>
            </a:extLst>
          </p:cNvPr>
          <p:cNvSpPr txBox="1"/>
          <p:nvPr/>
        </p:nvSpPr>
        <p:spPr>
          <a:xfrm>
            <a:off x="8888360" y="3869580"/>
            <a:ext cx="1439462" cy="369332"/>
          </a:xfrm>
          <a:prstGeom prst="rect">
            <a:avLst/>
          </a:prstGeom>
          <a:noFill/>
        </p:spPr>
        <p:txBody>
          <a:bodyPr wrap="square">
            <a:spAutoFit/>
          </a:bodyPr>
          <a:lstStyle/>
          <a:p>
            <a:pPr algn="ctr"/>
            <a:r>
              <a:rPr lang="en-GB" sz="900">
                <a:effectLst/>
              </a:rPr>
              <a:t>Receive, review, and accept proposa</a:t>
            </a:r>
            <a:r>
              <a:rPr lang="en-GB" sz="900"/>
              <a:t>l</a:t>
            </a:r>
          </a:p>
        </p:txBody>
      </p:sp>
      <p:sp>
        <p:nvSpPr>
          <p:cNvPr id="5" name="Arrow: Pentagon 4">
            <a:extLst>
              <a:ext uri="{FF2B5EF4-FFF2-40B4-BE49-F238E27FC236}">
                <a16:creationId xmlns:a16="http://schemas.microsoft.com/office/drawing/2014/main" id="{8442707D-C7D5-9B99-A4D2-382E3BFB2AB7}"/>
              </a:ext>
            </a:extLst>
          </p:cNvPr>
          <p:cNvSpPr/>
          <p:nvPr/>
        </p:nvSpPr>
        <p:spPr>
          <a:xfrm>
            <a:off x="6985841" y="2999726"/>
            <a:ext cx="3636000" cy="216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sp>
        <p:nvSpPr>
          <p:cNvPr id="11" name="Isosceles Triangle 10">
            <a:extLst>
              <a:ext uri="{FF2B5EF4-FFF2-40B4-BE49-F238E27FC236}">
                <a16:creationId xmlns:a16="http://schemas.microsoft.com/office/drawing/2014/main" id="{20F9A78E-CBD0-3E18-2070-50C301EDA0A5}"/>
              </a:ext>
            </a:extLst>
          </p:cNvPr>
          <p:cNvSpPr/>
          <p:nvPr/>
        </p:nvSpPr>
        <p:spPr>
          <a:xfrm>
            <a:off x="8388021" y="2996154"/>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3" name="TextBox 12">
            <a:extLst>
              <a:ext uri="{FF2B5EF4-FFF2-40B4-BE49-F238E27FC236}">
                <a16:creationId xmlns:a16="http://schemas.microsoft.com/office/drawing/2014/main" id="{FB0569EE-F1A2-AAC7-F6FD-1953AD9B1D0B}"/>
              </a:ext>
            </a:extLst>
          </p:cNvPr>
          <p:cNvSpPr txBox="1"/>
          <p:nvPr/>
        </p:nvSpPr>
        <p:spPr>
          <a:xfrm>
            <a:off x="7503671" y="3203542"/>
            <a:ext cx="1107183" cy="461665"/>
          </a:xfrm>
          <a:prstGeom prst="rect">
            <a:avLst/>
          </a:prstGeom>
          <a:noFill/>
        </p:spPr>
        <p:txBody>
          <a:bodyPr wrap="square" lIns="91440" tIns="91440" rIns="91440" bIns="91440" rtlCol="0" anchor="ctr">
            <a:spAutoFit/>
          </a:bodyPr>
          <a:lstStyle/>
          <a:p>
            <a:pPr algn="ctr"/>
            <a:r>
              <a:rPr lang="en-US" sz="900"/>
              <a:t>PK Endpoints</a:t>
            </a:r>
          </a:p>
          <a:p>
            <a:pPr algn="ctr"/>
            <a:r>
              <a:rPr lang="en-US" sz="900"/>
              <a:t>(April 2027)</a:t>
            </a:r>
          </a:p>
        </p:txBody>
      </p:sp>
      <p:sp>
        <p:nvSpPr>
          <p:cNvPr id="16" name="Isosceles Triangle 15">
            <a:extLst>
              <a:ext uri="{FF2B5EF4-FFF2-40B4-BE49-F238E27FC236}">
                <a16:creationId xmlns:a16="http://schemas.microsoft.com/office/drawing/2014/main" id="{59D41C00-673D-6806-E3E7-CBF57B64820B}"/>
              </a:ext>
            </a:extLst>
          </p:cNvPr>
          <p:cNvSpPr/>
          <p:nvPr/>
        </p:nvSpPr>
        <p:spPr>
          <a:xfrm>
            <a:off x="8803841" y="2996154"/>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5" name="TextBox 24">
            <a:extLst>
              <a:ext uri="{FF2B5EF4-FFF2-40B4-BE49-F238E27FC236}">
                <a16:creationId xmlns:a16="http://schemas.microsoft.com/office/drawing/2014/main" id="{8385366B-0D85-8F73-DFBA-F1C23E086386}"/>
              </a:ext>
            </a:extLst>
          </p:cNvPr>
          <p:cNvSpPr txBox="1"/>
          <p:nvPr/>
        </p:nvSpPr>
        <p:spPr>
          <a:xfrm>
            <a:off x="8423848" y="3134292"/>
            <a:ext cx="1008000" cy="600164"/>
          </a:xfrm>
          <a:prstGeom prst="rect">
            <a:avLst/>
          </a:prstGeom>
          <a:noFill/>
        </p:spPr>
        <p:txBody>
          <a:bodyPr wrap="square" lIns="91440" tIns="91440" rIns="91440" bIns="91440" rtlCol="0" anchor="ctr">
            <a:spAutoFit/>
          </a:bodyPr>
          <a:lstStyle/>
          <a:p>
            <a:pPr algn="ctr"/>
            <a:r>
              <a:rPr lang="en-US" sz="900"/>
              <a:t>Efficacy Endpoints</a:t>
            </a:r>
          </a:p>
          <a:p>
            <a:pPr algn="ctr"/>
            <a:r>
              <a:rPr lang="en-US" sz="900"/>
              <a:t>(August 2027)</a:t>
            </a:r>
          </a:p>
        </p:txBody>
      </p:sp>
      <p:sp>
        <p:nvSpPr>
          <p:cNvPr id="26" name="Star: 5 Points 25">
            <a:extLst>
              <a:ext uri="{FF2B5EF4-FFF2-40B4-BE49-F238E27FC236}">
                <a16:creationId xmlns:a16="http://schemas.microsoft.com/office/drawing/2014/main" id="{A3222669-1056-9E7D-53D4-A6BE7408B50A}"/>
              </a:ext>
            </a:extLst>
          </p:cNvPr>
          <p:cNvSpPr/>
          <p:nvPr/>
        </p:nvSpPr>
        <p:spPr>
          <a:xfrm>
            <a:off x="9401101" y="3002879"/>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7" name="TextBox 26">
            <a:extLst>
              <a:ext uri="{FF2B5EF4-FFF2-40B4-BE49-F238E27FC236}">
                <a16:creationId xmlns:a16="http://schemas.microsoft.com/office/drawing/2014/main" id="{E4BE82AE-A25E-94FB-B66A-979E28ED2F89}"/>
              </a:ext>
            </a:extLst>
          </p:cNvPr>
          <p:cNvSpPr txBox="1"/>
          <p:nvPr/>
        </p:nvSpPr>
        <p:spPr>
          <a:xfrm>
            <a:off x="9304501" y="3203542"/>
            <a:ext cx="892539" cy="461665"/>
          </a:xfrm>
          <a:prstGeom prst="rect">
            <a:avLst/>
          </a:prstGeom>
          <a:noFill/>
        </p:spPr>
        <p:txBody>
          <a:bodyPr wrap="square" lIns="91440" tIns="91440" rIns="91440" bIns="91440" rtlCol="0" anchor="ctr">
            <a:spAutoFit/>
          </a:bodyPr>
          <a:lstStyle/>
          <a:p>
            <a:pPr algn="ctr"/>
            <a:r>
              <a:rPr lang="en-US" sz="900"/>
              <a:t>Submission</a:t>
            </a:r>
          </a:p>
          <a:p>
            <a:pPr algn="ctr"/>
            <a:r>
              <a:rPr lang="en-US" sz="900"/>
              <a:t>(Q1 2028)</a:t>
            </a:r>
          </a:p>
        </p:txBody>
      </p:sp>
      <p:sp>
        <p:nvSpPr>
          <p:cNvPr id="32" name="Star: 5 Points 31">
            <a:extLst>
              <a:ext uri="{FF2B5EF4-FFF2-40B4-BE49-F238E27FC236}">
                <a16:creationId xmlns:a16="http://schemas.microsoft.com/office/drawing/2014/main" id="{B28CC732-C4A5-18A5-52E3-741AEDAD0931}"/>
              </a:ext>
            </a:extLst>
          </p:cNvPr>
          <p:cNvSpPr/>
          <p:nvPr/>
        </p:nvSpPr>
        <p:spPr>
          <a:xfrm>
            <a:off x="10580327" y="2996154"/>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9" name="TextBox 38">
            <a:extLst>
              <a:ext uri="{FF2B5EF4-FFF2-40B4-BE49-F238E27FC236}">
                <a16:creationId xmlns:a16="http://schemas.microsoft.com/office/drawing/2014/main" id="{41B54DBC-1B24-5A34-B378-B7CD4E90311F}"/>
              </a:ext>
            </a:extLst>
          </p:cNvPr>
          <p:cNvSpPr txBox="1"/>
          <p:nvPr/>
        </p:nvSpPr>
        <p:spPr>
          <a:xfrm>
            <a:off x="10241061" y="3203542"/>
            <a:ext cx="892539" cy="461665"/>
          </a:xfrm>
          <a:prstGeom prst="rect">
            <a:avLst/>
          </a:prstGeom>
          <a:noFill/>
        </p:spPr>
        <p:txBody>
          <a:bodyPr wrap="square" lIns="91440" tIns="91440" rIns="91440" bIns="91440" rtlCol="0" anchor="ctr">
            <a:spAutoFit/>
          </a:bodyPr>
          <a:lstStyle/>
          <a:p>
            <a:pPr algn="ctr"/>
            <a:r>
              <a:rPr lang="en-US" sz="900"/>
              <a:t>Approval</a:t>
            </a:r>
          </a:p>
          <a:p>
            <a:pPr algn="ctr"/>
            <a:r>
              <a:rPr lang="en-US" sz="900"/>
              <a:t>(Q1 2029)</a:t>
            </a:r>
          </a:p>
        </p:txBody>
      </p:sp>
      <p:sp>
        <p:nvSpPr>
          <p:cNvPr id="40" name="TextBox 39">
            <a:extLst>
              <a:ext uri="{FF2B5EF4-FFF2-40B4-BE49-F238E27FC236}">
                <a16:creationId xmlns:a16="http://schemas.microsoft.com/office/drawing/2014/main" id="{64E2005F-0854-E7F6-F3AC-B42ED51C2BEF}"/>
              </a:ext>
            </a:extLst>
          </p:cNvPr>
          <p:cNvSpPr txBox="1"/>
          <p:nvPr/>
        </p:nvSpPr>
        <p:spPr>
          <a:xfrm>
            <a:off x="6994846" y="2637310"/>
            <a:ext cx="1188000" cy="230832"/>
          </a:xfrm>
          <a:prstGeom prst="rect">
            <a:avLst/>
          </a:prstGeom>
          <a:noFill/>
        </p:spPr>
        <p:txBody>
          <a:bodyPr wrap="square">
            <a:spAutoFit/>
          </a:bodyPr>
          <a:lstStyle/>
          <a:p>
            <a:pPr algn="ctr"/>
            <a:r>
              <a:rPr lang="en-GB" sz="900">
                <a:effectLst/>
              </a:rPr>
              <a:t>Enrolment </a:t>
            </a:r>
            <a:endParaRPr lang="en-GB" sz="900"/>
          </a:p>
        </p:txBody>
      </p:sp>
      <p:sp>
        <p:nvSpPr>
          <p:cNvPr id="41" name="TextBox 40">
            <a:extLst>
              <a:ext uri="{FF2B5EF4-FFF2-40B4-BE49-F238E27FC236}">
                <a16:creationId xmlns:a16="http://schemas.microsoft.com/office/drawing/2014/main" id="{0CD6847D-8656-4774-8D27-8774B231A525}"/>
              </a:ext>
            </a:extLst>
          </p:cNvPr>
          <p:cNvSpPr txBox="1"/>
          <p:nvPr/>
        </p:nvSpPr>
        <p:spPr>
          <a:xfrm>
            <a:off x="9473162" y="2628052"/>
            <a:ext cx="1262496" cy="230832"/>
          </a:xfrm>
          <a:prstGeom prst="rect">
            <a:avLst/>
          </a:prstGeom>
          <a:noFill/>
        </p:spPr>
        <p:txBody>
          <a:bodyPr wrap="square">
            <a:spAutoFit/>
          </a:bodyPr>
          <a:lstStyle/>
          <a:p>
            <a:pPr algn="ctr"/>
            <a:r>
              <a:rPr lang="en-GB" sz="900"/>
              <a:t>Regulatory Review</a:t>
            </a:r>
          </a:p>
        </p:txBody>
      </p:sp>
      <p:sp>
        <p:nvSpPr>
          <p:cNvPr id="42" name="Left Bracket 41">
            <a:extLst>
              <a:ext uri="{FF2B5EF4-FFF2-40B4-BE49-F238E27FC236}">
                <a16:creationId xmlns:a16="http://schemas.microsoft.com/office/drawing/2014/main" id="{65BB8B0C-5039-7D6C-ABE8-CD1DB67D1A99}"/>
              </a:ext>
            </a:extLst>
          </p:cNvPr>
          <p:cNvSpPr/>
          <p:nvPr/>
        </p:nvSpPr>
        <p:spPr>
          <a:xfrm rot="5400000" flipV="1">
            <a:off x="7565987" y="2321989"/>
            <a:ext cx="45719" cy="118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3" name="Left Bracket 42">
            <a:extLst>
              <a:ext uri="{FF2B5EF4-FFF2-40B4-BE49-F238E27FC236}">
                <a16:creationId xmlns:a16="http://schemas.microsoft.com/office/drawing/2014/main" id="{BE7260AD-1571-6D85-B02D-B111F7C4F94D}"/>
              </a:ext>
            </a:extLst>
          </p:cNvPr>
          <p:cNvSpPr/>
          <p:nvPr/>
        </p:nvSpPr>
        <p:spPr>
          <a:xfrm rot="5400000" flipV="1">
            <a:off x="10081551" y="2315756"/>
            <a:ext cx="45719" cy="118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4" name="TextBox 43">
            <a:extLst>
              <a:ext uri="{FF2B5EF4-FFF2-40B4-BE49-F238E27FC236}">
                <a16:creationId xmlns:a16="http://schemas.microsoft.com/office/drawing/2014/main" id="{4AFF02C6-CFC1-E8A2-4ED6-8306267D6B12}"/>
              </a:ext>
            </a:extLst>
          </p:cNvPr>
          <p:cNvSpPr txBox="1"/>
          <p:nvPr/>
        </p:nvSpPr>
        <p:spPr>
          <a:xfrm>
            <a:off x="6449102" y="2475016"/>
            <a:ext cx="828001" cy="461665"/>
          </a:xfrm>
          <a:prstGeom prst="rect">
            <a:avLst/>
          </a:prstGeom>
          <a:noFill/>
        </p:spPr>
        <p:txBody>
          <a:bodyPr wrap="square" lIns="91440" tIns="91440" rIns="91440" bIns="91440" rtlCol="0" anchor="ctr">
            <a:spAutoFit/>
          </a:bodyPr>
          <a:lstStyle/>
          <a:p>
            <a:pPr algn="ctr"/>
            <a:r>
              <a:rPr lang="en-US" sz="900"/>
              <a:t>FSE</a:t>
            </a:r>
          </a:p>
          <a:p>
            <a:pPr algn="ctr"/>
            <a:r>
              <a:rPr lang="en-US" sz="900"/>
              <a:t>(Feb 2026)</a:t>
            </a:r>
          </a:p>
        </p:txBody>
      </p:sp>
      <p:sp>
        <p:nvSpPr>
          <p:cNvPr id="45" name="TextBox 44">
            <a:extLst>
              <a:ext uri="{FF2B5EF4-FFF2-40B4-BE49-F238E27FC236}">
                <a16:creationId xmlns:a16="http://schemas.microsoft.com/office/drawing/2014/main" id="{B125B313-0D9B-DCB9-C42C-DB980C47A220}"/>
              </a:ext>
            </a:extLst>
          </p:cNvPr>
          <p:cNvSpPr txBox="1"/>
          <p:nvPr/>
        </p:nvSpPr>
        <p:spPr>
          <a:xfrm>
            <a:off x="7868451" y="2475016"/>
            <a:ext cx="828001" cy="461665"/>
          </a:xfrm>
          <a:prstGeom prst="rect">
            <a:avLst/>
          </a:prstGeom>
          <a:noFill/>
        </p:spPr>
        <p:txBody>
          <a:bodyPr wrap="square" lIns="91440" tIns="91440" rIns="91440" bIns="91440" rtlCol="0" anchor="ctr">
            <a:spAutoFit/>
          </a:bodyPr>
          <a:lstStyle/>
          <a:p>
            <a:pPr algn="ctr"/>
            <a:r>
              <a:rPr lang="en-US" sz="900"/>
              <a:t>LSE</a:t>
            </a:r>
          </a:p>
          <a:p>
            <a:pPr algn="ctr"/>
            <a:r>
              <a:rPr lang="en-US" sz="900"/>
              <a:t>(Feb 2027)</a:t>
            </a:r>
          </a:p>
        </p:txBody>
      </p:sp>
      <p:sp>
        <p:nvSpPr>
          <p:cNvPr id="46" name="Arrow: Pentagon 45">
            <a:extLst>
              <a:ext uri="{FF2B5EF4-FFF2-40B4-BE49-F238E27FC236}">
                <a16:creationId xmlns:a16="http://schemas.microsoft.com/office/drawing/2014/main" id="{97D26366-A806-6579-93A7-5DADD13A0A2E}"/>
              </a:ext>
            </a:extLst>
          </p:cNvPr>
          <p:cNvSpPr/>
          <p:nvPr/>
        </p:nvSpPr>
        <p:spPr>
          <a:xfrm>
            <a:off x="11787614" y="4327386"/>
            <a:ext cx="396000" cy="216000"/>
          </a:xfrm>
          <a:prstGeom prst="homePlate">
            <a:avLst/>
          </a:prstGeom>
          <a:pattFill prst="ltDnDiag">
            <a:fgClr>
              <a:schemeClr val="accent2">
                <a:lumMod val="75000"/>
                <a:lumOff val="2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sp>
        <p:nvSpPr>
          <p:cNvPr id="56" name="Star: 5 Points 55">
            <a:extLst>
              <a:ext uri="{FF2B5EF4-FFF2-40B4-BE49-F238E27FC236}">
                <a16:creationId xmlns:a16="http://schemas.microsoft.com/office/drawing/2014/main" id="{8EC59A25-E8F4-74CE-AD54-C501F1501D80}"/>
              </a:ext>
            </a:extLst>
          </p:cNvPr>
          <p:cNvSpPr/>
          <p:nvPr/>
        </p:nvSpPr>
        <p:spPr>
          <a:xfrm>
            <a:off x="11777017" y="4343583"/>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0" name="TextBox 49">
            <a:extLst>
              <a:ext uri="{FF2B5EF4-FFF2-40B4-BE49-F238E27FC236}">
                <a16:creationId xmlns:a16="http://schemas.microsoft.com/office/drawing/2014/main" id="{075BCCC4-ED18-5573-C0D5-494346638B72}"/>
              </a:ext>
            </a:extLst>
          </p:cNvPr>
          <p:cNvSpPr txBox="1"/>
          <p:nvPr/>
        </p:nvSpPr>
        <p:spPr>
          <a:xfrm>
            <a:off x="7427937" y="6613013"/>
            <a:ext cx="4392000" cy="215444"/>
          </a:xfrm>
          <a:prstGeom prst="rect">
            <a:avLst/>
          </a:prstGeom>
          <a:noFill/>
          <a:ln>
            <a:solidFill>
              <a:schemeClr val="accent1"/>
            </a:solid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A3333B"/>
                </a:solidFill>
                <a:effectLst/>
                <a:uLnTx/>
                <a:uFillTx/>
                <a:latin typeface="Poppins"/>
                <a:ea typeface="+mn-ea"/>
                <a:cs typeface="+mn-cs"/>
              </a:rPr>
              <a:t>Disclaimer: Timelines may shift based on study readouts and evolving priorities</a:t>
            </a:r>
            <a:endParaRPr kumimoji="0" lang="en-US" sz="800" b="1" i="0" u="none" strike="noStrike" kern="1200" cap="none" spc="0" normalizeH="0" baseline="0" noProof="0">
              <a:ln>
                <a:noFill/>
              </a:ln>
              <a:solidFill>
                <a:srgbClr val="A3333B"/>
              </a:solidFill>
              <a:effectLst/>
              <a:uLnTx/>
              <a:uFillTx/>
              <a:latin typeface="Poppins"/>
              <a:ea typeface="+mn-ea"/>
              <a:cs typeface="+mn-cs"/>
            </a:endParaRPr>
          </a:p>
        </p:txBody>
      </p:sp>
      <p:sp>
        <p:nvSpPr>
          <p:cNvPr id="51" name="Arrow: Pentagon 50">
            <a:extLst>
              <a:ext uri="{FF2B5EF4-FFF2-40B4-BE49-F238E27FC236}">
                <a16:creationId xmlns:a16="http://schemas.microsoft.com/office/drawing/2014/main" id="{158C5EFE-98CD-AD4A-E3A3-7E9D3029728A}"/>
              </a:ext>
            </a:extLst>
          </p:cNvPr>
          <p:cNvSpPr/>
          <p:nvPr/>
        </p:nvSpPr>
        <p:spPr>
          <a:xfrm>
            <a:off x="6593469" y="5544907"/>
            <a:ext cx="1116000" cy="288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85000" lnSpcReduction="20000"/>
          </a:bodyPr>
          <a:lstStyle/>
          <a:p>
            <a:pPr algn="ctr"/>
            <a:endParaRPr lang="en-US" err="1">
              <a:solidFill>
                <a:schemeClr val="bg1"/>
              </a:solidFill>
            </a:endParaRPr>
          </a:p>
        </p:txBody>
      </p:sp>
      <p:sp>
        <p:nvSpPr>
          <p:cNvPr id="58" name="Star: 5 Points 57">
            <a:extLst>
              <a:ext uri="{FF2B5EF4-FFF2-40B4-BE49-F238E27FC236}">
                <a16:creationId xmlns:a16="http://schemas.microsoft.com/office/drawing/2014/main" id="{E27B81FD-41CE-19B4-F2B2-41B6126D4DAB}"/>
              </a:ext>
            </a:extLst>
          </p:cNvPr>
          <p:cNvSpPr/>
          <p:nvPr/>
        </p:nvSpPr>
        <p:spPr>
          <a:xfrm>
            <a:off x="7572469" y="5598907"/>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9" name="TextBox 58">
            <a:extLst>
              <a:ext uri="{FF2B5EF4-FFF2-40B4-BE49-F238E27FC236}">
                <a16:creationId xmlns:a16="http://schemas.microsoft.com/office/drawing/2014/main" id="{2CD33611-5F6A-4B30-6E97-C06A507F0710}"/>
              </a:ext>
            </a:extLst>
          </p:cNvPr>
          <p:cNvSpPr txBox="1"/>
          <p:nvPr/>
        </p:nvSpPr>
        <p:spPr>
          <a:xfrm>
            <a:off x="7550660" y="5739502"/>
            <a:ext cx="964763" cy="323165"/>
          </a:xfrm>
          <a:prstGeom prst="rect">
            <a:avLst/>
          </a:prstGeom>
          <a:noFill/>
        </p:spPr>
        <p:txBody>
          <a:bodyPr wrap="square" lIns="91440" tIns="91440" rIns="91440" bIns="91440" rtlCol="0">
            <a:spAutoFit/>
          </a:bodyPr>
          <a:lstStyle/>
          <a:p>
            <a:pPr algn="ctr"/>
            <a:r>
              <a:rPr lang="en-US" sz="900"/>
              <a:t>ESMO GI 2026</a:t>
            </a:r>
          </a:p>
        </p:txBody>
      </p:sp>
      <p:sp>
        <p:nvSpPr>
          <p:cNvPr id="64" name="Isosceles Triangle 63">
            <a:extLst>
              <a:ext uri="{FF2B5EF4-FFF2-40B4-BE49-F238E27FC236}">
                <a16:creationId xmlns:a16="http://schemas.microsoft.com/office/drawing/2014/main" id="{F15EAB82-6EF3-7A67-731D-6C4872C67D3B}"/>
              </a:ext>
            </a:extLst>
          </p:cNvPr>
          <p:cNvSpPr/>
          <p:nvPr/>
        </p:nvSpPr>
        <p:spPr>
          <a:xfrm>
            <a:off x="7361607" y="5598907"/>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5" name="Left Bracket 64">
            <a:extLst>
              <a:ext uri="{FF2B5EF4-FFF2-40B4-BE49-F238E27FC236}">
                <a16:creationId xmlns:a16="http://schemas.microsoft.com/office/drawing/2014/main" id="{663AB46C-9213-9B09-8E92-DD1392B4C84E}"/>
              </a:ext>
            </a:extLst>
          </p:cNvPr>
          <p:cNvSpPr/>
          <p:nvPr/>
        </p:nvSpPr>
        <p:spPr>
          <a:xfrm rot="5400000" flipV="1">
            <a:off x="7004989" y="5029478"/>
            <a:ext cx="45719" cy="864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66" name="TextBox 65">
            <a:extLst>
              <a:ext uri="{FF2B5EF4-FFF2-40B4-BE49-F238E27FC236}">
                <a16:creationId xmlns:a16="http://schemas.microsoft.com/office/drawing/2014/main" id="{15907049-DF1C-3F98-B2BB-935241BB561A}"/>
              </a:ext>
            </a:extLst>
          </p:cNvPr>
          <p:cNvSpPr txBox="1"/>
          <p:nvPr/>
        </p:nvSpPr>
        <p:spPr>
          <a:xfrm>
            <a:off x="6512946" y="5127843"/>
            <a:ext cx="1152000" cy="338554"/>
          </a:xfrm>
          <a:prstGeom prst="rect">
            <a:avLst/>
          </a:prstGeom>
          <a:noFill/>
        </p:spPr>
        <p:txBody>
          <a:bodyPr wrap="square">
            <a:spAutoFit/>
          </a:bodyPr>
          <a:lstStyle/>
          <a:p>
            <a:pPr algn="ctr"/>
            <a:r>
              <a:rPr lang="en-GB" sz="800"/>
              <a:t>Post-hoc analysis </a:t>
            </a:r>
            <a:r>
              <a:rPr lang="en-GB" sz="800">
                <a:effectLst/>
              </a:rPr>
              <a:t>duration</a:t>
            </a:r>
            <a:endParaRPr lang="en-GB" sz="800"/>
          </a:p>
        </p:txBody>
      </p:sp>
      <p:pic>
        <p:nvPicPr>
          <p:cNvPr id="68" name="Graphic 67">
            <a:extLst>
              <a:ext uri="{FF2B5EF4-FFF2-40B4-BE49-F238E27FC236}">
                <a16:creationId xmlns:a16="http://schemas.microsoft.com/office/drawing/2014/main" id="{CFCE443C-C2C6-EA53-6EFD-C9D5C305ABB2}"/>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3105134" y="5524315"/>
            <a:ext cx="329184" cy="329184"/>
          </a:xfrm>
          <a:prstGeom prst="rect">
            <a:avLst/>
          </a:prstGeom>
        </p:spPr>
      </p:pic>
      <p:pic>
        <p:nvPicPr>
          <p:cNvPr id="69" name="Graphic 68">
            <a:extLst>
              <a:ext uri="{FF2B5EF4-FFF2-40B4-BE49-F238E27FC236}">
                <a16:creationId xmlns:a16="http://schemas.microsoft.com/office/drawing/2014/main" id="{7C4A6568-A424-3865-EC24-83EAB0EE45D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46744" y="5579179"/>
            <a:ext cx="274320" cy="274320"/>
          </a:xfrm>
          <a:prstGeom prst="rect">
            <a:avLst/>
          </a:prstGeom>
        </p:spPr>
      </p:pic>
      <p:pic>
        <p:nvPicPr>
          <p:cNvPr id="70" name="Graphic 69">
            <a:extLst>
              <a:ext uri="{FF2B5EF4-FFF2-40B4-BE49-F238E27FC236}">
                <a16:creationId xmlns:a16="http://schemas.microsoft.com/office/drawing/2014/main" id="{3F8D7801-D369-ACF6-BC49-B8C56065A87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386582" y="3066382"/>
            <a:ext cx="274320" cy="274320"/>
          </a:xfrm>
          <a:prstGeom prst="rect">
            <a:avLst/>
          </a:prstGeom>
        </p:spPr>
      </p:pic>
    </p:spTree>
    <p:extLst>
      <p:ext uri="{BB962C8B-B14F-4D97-AF65-F5344CB8AC3E}">
        <p14:creationId xmlns:p14="http://schemas.microsoft.com/office/powerpoint/2010/main" val="15675676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01364-43CF-64C5-598F-74106A698C4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9755C8E-FDA3-4A55-CBFA-B0A7DBB1EE61}"/>
              </a:ext>
            </a:extLst>
          </p:cNvPr>
          <p:cNvGraphicFramePr>
            <a:graphicFrameLocks noChangeAspect="1"/>
          </p:cNvGraphicFramePr>
          <p:nvPr>
            <p:custDataLst>
              <p:tags r:id="rId1"/>
            </p:custDataLst>
            <p:extLst>
              <p:ext uri="{D42A27DB-BD31-4B8C-83A1-F6EECF244321}">
                <p14:modId xmlns:p14="http://schemas.microsoft.com/office/powerpoint/2010/main" val="37703738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79755C8E-FDA3-4A55-CBFA-B0A7DBB1EE6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F1ECE15-10CD-18F1-B54C-87DAC501E49C}"/>
              </a:ext>
            </a:extLst>
          </p:cNvPr>
          <p:cNvSpPr>
            <a:spLocks noGrp="1"/>
          </p:cNvSpPr>
          <p:nvPr>
            <p:ph type="title"/>
          </p:nvPr>
        </p:nvSpPr>
        <p:spPr>
          <a:xfrm>
            <a:off x="358337" y="271427"/>
            <a:ext cx="11470125" cy="369332"/>
          </a:xfrm>
        </p:spPr>
        <p:txBody>
          <a:bodyPr vert="horz"/>
          <a:lstStyle/>
          <a:p>
            <a:r>
              <a:rPr lang="en-US" sz="2400"/>
              <a:t>Implementation Roadmap: Advanced/Metastatic GC/GEJ (2/3) </a:t>
            </a:r>
          </a:p>
        </p:txBody>
      </p:sp>
      <p:graphicFrame>
        <p:nvGraphicFramePr>
          <p:cNvPr id="17" name="Table 16">
            <a:extLst>
              <a:ext uri="{FF2B5EF4-FFF2-40B4-BE49-F238E27FC236}">
                <a16:creationId xmlns:a16="http://schemas.microsoft.com/office/drawing/2014/main" id="{ABF4447B-585A-22B0-EB63-E4D9DC5B54DF}"/>
              </a:ext>
            </a:extLst>
          </p:cNvPr>
          <p:cNvGraphicFramePr>
            <a:graphicFrameLocks noGrp="1"/>
          </p:cNvGraphicFramePr>
          <p:nvPr>
            <p:extLst>
              <p:ext uri="{D42A27DB-BD31-4B8C-83A1-F6EECF244321}">
                <p14:modId xmlns:p14="http://schemas.microsoft.com/office/powerpoint/2010/main" val="3819763652"/>
              </p:ext>
            </p:extLst>
          </p:nvPr>
        </p:nvGraphicFramePr>
        <p:xfrm>
          <a:off x="358335" y="1376888"/>
          <a:ext cx="11428281" cy="5004476"/>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756000">
                  <a:extLst>
                    <a:ext uri="{9D8B030D-6E8A-4147-A177-3AD203B41FA5}">
                      <a16:colId xmlns:a16="http://schemas.microsoft.com/office/drawing/2014/main" val="2800079537"/>
                    </a:ext>
                  </a:extLst>
                </a:gridCol>
                <a:gridCol w="828000">
                  <a:extLst>
                    <a:ext uri="{9D8B030D-6E8A-4147-A177-3AD203B41FA5}">
                      <a16:colId xmlns:a16="http://schemas.microsoft.com/office/drawing/2014/main" val="3138473051"/>
                    </a:ext>
                  </a:extLst>
                </a:gridCol>
                <a:gridCol w="252000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12000">
                  <a:extLst>
                    <a:ext uri="{9D8B030D-6E8A-4147-A177-3AD203B41FA5}">
                      <a16:colId xmlns:a16="http://schemas.microsoft.com/office/drawing/2014/main" val="2868325545"/>
                    </a:ext>
                  </a:extLst>
                </a:gridCol>
                <a:gridCol w="612000">
                  <a:extLst>
                    <a:ext uri="{9D8B030D-6E8A-4147-A177-3AD203B41FA5}">
                      <a16:colId xmlns:a16="http://schemas.microsoft.com/office/drawing/2014/main" val="2178907219"/>
                    </a:ext>
                  </a:extLst>
                </a:gridCol>
              </a:tblGrid>
              <a:tr h="288119">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Advanced/Metastatic GC/GEJ </a:t>
                      </a:r>
                    </a:p>
                  </a:txBody>
                  <a:tcPr anchor="ctr">
                    <a:solidFill>
                      <a:srgbClr val="657CA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88119">
                <a:tc rowSpan="3">
                  <a:txBody>
                    <a:bodyPr/>
                    <a:lstStyle/>
                    <a:p>
                      <a:pPr algn="ctr"/>
                      <a:r>
                        <a:rPr lang="en-US" sz="900" b="1">
                          <a:solidFill>
                            <a:schemeClr val="bg1"/>
                          </a:solidFill>
                        </a:rPr>
                        <a:t>Evidence Gaps</a:t>
                      </a:r>
                    </a:p>
                  </a:txBody>
                  <a:tcPr anchor="ctr">
                    <a:solidFill>
                      <a:srgbClr val="657CAB"/>
                    </a:solidFill>
                  </a:tcPr>
                </a:tc>
                <a:tc rowSpan="3">
                  <a:txBody>
                    <a:bodyPr/>
                    <a:lstStyle/>
                    <a:p>
                      <a:pPr algn="ctr"/>
                      <a:r>
                        <a:rPr lang="en-US" sz="900" b="1">
                          <a:solidFill>
                            <a:schemeClr val="bg1"/>
                          </a:solidFill>
                        </a:rPr>
                        <a:t>Tactic Type</a:t>
                      </a:r>
                    </a:p>
                  </a:txBody>
                  <a:tcPr anchor="ctr">
                    <a:solidFill>
                      <a:srgbClr val="657CAB"/>
                    </a:solidFill>
                  </a:tcPr>
                </a:tc>
                <a:tc rowSpan="3">
                  <a:txBody>
                    <a:bodyPr/>
                    <a:lstStyle/>
                    <a:p>
                      <a:pPr algn="ctr"/>
                      <a:r>
                        <a:rPr lang="en-US" sz="900" b="1">
                          <a:solidFill>
                            <a:schemeClr val="bg1"/>
                          </a:solidFill>
                        </a:rPr>
                        <a:t>Key Markets</a:t>
                      </a:r>
                    </a:p>
                  </a:txBody>
                  <a:tcPr anchor="ctr">
                    <a:solidFill>
                      <a:srgbClr val="657CAB"/>
                    </a:solidFill>
                  </a:tcPr>
                </a:tc>
                <a:tc rowSpan="3">
                  <a:txBody>
                    <a:bodyPr/>
                    <a:lstStyle/>
                    <a:p>
                      <a:pPr algn="ctr"/>
                      <a:r>
                        <a:rPr lang="en-US" sz="900" b="1">
                          <a:solidFill>
                            <a:schemeClr val="bg1"/>
                          </a:solidFill>
                        </a:rPr>
                        <a:t>Other Assumptions/ Dependencies</a:t>
                      </a:r>
                    </a:p>
                  </a:txBody>
                  <a:tcPr anchor="ctr">
                    <a:solidFill>
                      <a:srgbClr val="657CAB"/>
                    </a:solidFill>
                  </a:tcPr>
                </a:tc>
                <a:tc gridSpan="9">
                  <a:txBody>
                    <a:bodyPr/>
                    <a:lstStyle/>
                    <a:p>
                      <a:pPr algn="ctr"/>
                      <a:r>
                        <a:rPr lang="en-US" sz="900" b="1" kern="1200">
                          <a:solidFill>
                            <a:schemeClr val="bg1"/>
                          </a:solidFill>
                          <a:latin typeface="+mn-lt"/>
                          <a:ea typeface="+mn-ea"/>
                          <a:cs typeface="+mn-cs"/>
                        </a:rPr>
                        <a:t>Evidence Roadmap</a:t>
                      </a:r>
                    </a:p>
                  </a:txBody>
                  <a:tcPr anchor="ctr">
                    <a:solidFill>
                      <a:srgbClr val="657CAB"/>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28811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rgbClr val="657CAB"/>
                    </a:solidFill>
                  </a:tcPr>
                </a:tc>
                <a:tc gridSpan="2">
                  <a:txBody>
                    <a:bodyPr/>
                    <a:lstStyle/>
                    <a:p>
                      <a:pPr algn="ctr"/>
                      <a:r>
                        <a:rPr lang="en-US" sz="900" b="1" kern="1200">
                          <a:solidFill>
                            <a:schemeClr val="bg1"/>
                          </a:solidFill>
                          <a:latin typeface="+mn-lt"/>
                          <a:ea typeface="+mn-ea"/>
                          <a:cs typeface="+mn-cs"/>
                        </a:rPr>
                        <a:t>2026</a:t>
                      </a:r>
                    </a:p>
                  </a:txBody>
                  <a:tcPr anchor="ctr">
                    <a:solidFill>
                      <a:srgbClr val="657CAB"/>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rgbClr val="657CAB"/>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rgbClr val="657CAB"/>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rgbClr val="657CAB"/>
                    </a:solidFill>
                  </a:tcPr>
                </a:tc>
                <a:tc hMerge="1">
                  <a:txBody>
                    <a:bodyPr/>
                    <a:lstStyle/>
                    <a:p>
                      <a:endParaRPr lang="en-US"/>
                    </a:p>
                  </a:txBody>
                  <a:tcPr/>
                </a:tc>
                <a:extLst>
                  <a:ext uri="{0D108BD9-81ED-4DB2-BD59-A6C34878D82A}">
                    <a16:rowId xmlns:a16="http://schemas.microsoft.com/office/drawing/2014/main" val="2912067414"/>
                  </a:ext>
                </a:extLst>
              </a:tr>
              <a:tr h="28811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extLst>
                  <a:ext uri="{0D108BD9-81ED-4DB2-BD59-A6C34878D82A}">
                    <a16:rowId xmlns:a16="http://schemas.microsoft.com/office/drawing/2014/main" val="618320798"/>
                  </a:ext>
                </a:extLst>
              </a:tr>
              <a:tr h="122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effectLst/>
                        </a:rPr>
                        <a:t>Need for data at </a:t>
                      </a:r>
                      <a:r>
                        <a:rPr lang="en-GB" sz="900" b="1">
                          <a:effectLst/>
                        </a:rPr>
                        <a:t>different PD-1 cut-offs (&gt;10%)</a:t>
                      </a:r>
                      <a:endParaRPr lang="en-GB" sz="900" b="1"/>
                    </a:p>
                  </a:txBody>
                  <a:tcPr anchor="ctr">
                    <a:solidFill>
                      <a:srgbClr val="E7E7E7"/>
                    </a:solidFill>
                  </a:tcPr>
                </a:tc>
                <a:tc>
                  <a:txBody>
                    <a:bodyPr/>
                    <a:lstStyle/>
                    <a:p>
                      <a:endParaRPr lang="en-GB" sz="9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b="1"/>
                        <a:t>Data extraction required to assess competitor benchmarks </a:t>
                      </a:r>
                      <a:r>
                        <a:rPr lang="en-GB" sz="800"/>
                        <a:t>for the 10% cut-off</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b="1"/>
                        <a:t>Study results will guide the decision </a:t>
                      </a:r>
                      <a:r>
                        <a:rPr lang="en-GB" sz="800"/>
                        <a:t>on whether the data is suitable for publication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a:t>Final decision on publication and reactive use of the data will be made by the committee members</a:t>
                      </a:r>
                      <a:endParaRPr lang="en-GB" sz="800" i="0" kern="1200">
                        <a:solidFill>
                          <a:schemeClr val="tx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2060522032"/>
                  </a:ext>
                </a:extLst>
              </a:tr>
              <a:tr h="14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Need for </a:t>
                      </a:r>
                      <a:r>
                        <a:rPr lang="en-GB" sz="900" b="1"/>
                        <a:t>data on intraperitoneal administration of PD-1 inhibitors </a:t>
                      </a:r>
                      <a:r>
                        <a:rPr lang="en-GB" sz="900"/>
                        <a:t>(combination of PD-1 inhibitors with intraperitoneal chemo or targeted therapies)</a:t>
                      </a:r>
                      <a:endParaRPr lang="en-US" sz="900"/>
                    </a:p>
                  </a:txBody>
                  <a:tcPr anchor="ctr">
                    <a:solidFill>
                      <a:srgbClr val="CBCBCB"/>
                    </a:solidFill>
                  </a:tcPr>
                </a:tc>
                <a:tc>
                  <a:txBody>
                    <a:bodyPr/>
                    <a:lstStyle/>
                    <a:p>
                      <a:pPr marL="0" algn="l" defTabSz="914400" rtl="0" eaLnBrk="1" latinLnBrk="0" hangingPunct="1"/>
                      <a:endParaRPr lang="en-GB" sz="900" kern="1200">
                        <a:solidFill>
                          <a:schemeClr val="dk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a:t>Investigators have shown interest, but no formal proposals have been solicited</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b="1"/>
                        <a:t>Study design is relatively simple</a:t>
                      </a:r>
                      <a:r>
                        <a:rPr lang="en-GB" sz="800"/>
                        <a:t>, which may allow for faster execution</a:t>
                      </a:r>
                    </a:p>
                    <a:p>
                      <a:pPr marL="171450" indent="-171450">
                        <a:buFont typeface="Wingdings" panose="05000000000000000000" pitchFamily="2" charset="2"/>
                        <a:buChar char="§"/>
                      </a:pPr>
                      <a:r>
                        <a:rPr lang="en-GB" sz="800"/>
                        <a:t>Propose establishing an internal </a:t>
                      </a:r>
                      <a:r>
                        <a:rPr lang="en-GB" sz="800" b="1"/>
                        <a:t>"fast-track" process</a:t>
                      </a:r>
                      <a:r>
                        <a:rPr lang="en-GB" sz="800"/>
                        <a:t> for high-interest IITs:</a:t>
                      </a:r>
                    </a:p>
                    <a:p>
                      <a:pPr marL="171450" indent="-171450">
                        <a:buFont typeface="Wingdings" panose="05000000000000000000" pitchFamily="2" charset="2"/>
                        <a:buChar char="§"/>
                      </a:pPr>
                      <a:r>
                        <a:rPr lang="en-GB" sz="800"/>
                        <a:t>To be raised at an upcoming </a:t>
                      </a:r>
                      <a:r>
                        <a:rPr lang="en-GB" sz="800" b="1"/>
                        <a:t>MRIC</a:t>
                      </a:r>
                      <a:r>
                        <a:rPr lang="en-GB" sz="800"/>
                        <a:t> meeting (to be confirmed).</a:t>
                      </a:r>
                    </a:p>
                    <a:p>
                      <a:pPr marL="171450" indent="-171450">
                        <a:buFont typeface="Wingdings" panose="05000000000000000000" pitchFamily="2" charset="2"/>
                        <a:buChar char="§"/>
                      </a:pPr>
                      <a:r>
                        <a:rPr lang="en-GB" sz="800"/>
                        <a:t>Focus particularly on expediting </a:t>
                      </a:r>
                      <a:r>
                        <a:rPr lang="en-GB" sz="800" b="1"/>
                        <a:t>contracting</a:t>
                      </a:r>
                      <a:r>
                        <a:rPr lang="en-GB" sz="800"/>
                        <a:t>, which is the main delay.</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1093785624"/>
                  </a:ext>
                </a:extLst>
              </a:tr>
              <a:tr h="118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solidFill>
                            <a:schemeClr val="tx1"/>
                          </a:solidFill>
                          <a:effectLst/>
                        </a:rPr>
                        <a:t>Need for </a:t>
                      </a:r>
                      <a:r>
                        <a:rPr lang="en-GB" sz="900" b="1">
                          <a:solidFill>
                            <a:schemeClr val="tx1"/>
                          </a:solidFill>
                          <a:effectLst/>
                        </a:rPr>
                        <a:t>evidence quantifying efficacy benefit (</a:t>
                      </a:r>
                      <a:r>
                        <a:rPr lang="en-GB" sz="900" b="1" err="1">
                          <a:solidFill>
                            <a:schemeClr val="tx1"/>
                          </a:solidFill>
                          <a:effectLst/>
                        </a:rPr>
                        <a:t>e.g</a:t>
                      </a:r>
                      <a:r>
                        <a:rPr lang="en-GB" sz="900" b="1">
                          <a:solidFill>
                            <a:schemeClr val="tx1"/>
                          </a:solidFill>
                          <a:effectLst/>
                        </a:rPr>
                        <a:t>, via OS2) in later lines of therapy (2L+)</a:t>
                      </a:r>
                      <a:r>
                        <a:rPr lang="en-GB" sz="900">
                          <a:solidFill>
                            <a:schemeClr val="tx1"/>
                          </a:solidFill>
                          <a:effectLst/>
                        </a:rPr>
                        <a:t> if tislelizumab used in earlier lines vs other PD-1</a:t>
                      </a:r>
                      <a:endParaRPr kumimoji="0" lang="en-GB" sz="900" b="0" i="0" u="none" strike="noStrike" kern="1200" cap="none" spc="0" normalizeH="0" baseline="0" noProof="0">
                        <a:ln>
                          <a:noFill/>
                        </a:ln>
                        <a:solidFill>
                          <a:schemeClr val="tx1"/>
                        </a:solidFill>
                        <a:effectLst/>
                        <a:uLnTx/>
                        <a:uFillTx/>
                        <a:latin typeface="+mn-lt"/>
                        <a:ea typeface="+mn-ea"/>
                        <a:cs typeface="+mn-cs"/>
                      </a:endParaRPr>
                    </a:p>
                  </a:txBody>
                  <a:tcPr anchor="ctr">
                    <a:solidFill>
                      <a:srgbClr val="E7E7E7"/>
                    </a:solidFill>
                  </a:tcPr>
                </a:tc>
                <a:tc>
                  <a:txBody>
                    <a:bodyPr/>
                    <a:lstStyle/>
                    <a:p>
                      <a:endParaRPr lang="en-GB" sz="9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b="1" i="0" kern="1200">
                          <a:solidFill>
                            <a:schemeClr val="tx1"/>
                          </a:solidFill>
                          <a:latin typeface="+mn-lt"/>
                          <a:ea typeface="+mn-ea"/>
                          <a:cs typeface="+mn-cs"/>
                        </a:rPr>
                        <a:t>RWE  is subject to timing considerations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b="1" i="0" kern="1200">
                          <a:solidFill>
                            <a:schemeClr val="tx1"/>
                          </a:solidFill>
                          <a:latin typeface="+mn-lt"/>
                          <a:ea typeface="+mn-ea"/>
                          <a:cs typeface="+mn-cs"/>
                        </a:rPr>
                        <a:t>May rely on post-hoc analysis of RN-305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b="1" i="0" kern="1200">
                          <a:solidFill>
                            <a:schemeClr val="tx1"/>
                          </a:solidFill>
                          <a:latin typeface="+mn-lt"/>
                          <a:ea typeface="+mn-ea"/>
                          <a:cs typeface="+mn-cs"/>
                        </a:rPr>
                        <a:t>Feasibility considerations</a:t>
                      </a:r>
                      <a:r>
                        <a:rPr lang="en-GB" sz="800" i="0" kern="1200">
                          <a:solidFill>
                            <a:schemeClr val="tx1"/>
                          </a:solidFill>
                          <a:latin typeface="+mn-lt"/>
                          <a:ea typeface="+mn-ea"/>
                          <a:cs typeface="+mn-cs"/>
                        </a:rPr>
                        <a:t> should be evaluated prior to initiation </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3563565632"/>
                  </a:ext>
                </a:extLst>
              </a:tr>
            </a:tbl>
          </a:graphicData>
        </a:graphic>
      </p:graphicFrame>
      <p:sp>
        <p:nvSpPr>
          <p:cNvPr id="12" name="Rectangle 11">
            <a:extLst>
              <a:ext uri="{FF2B5EF4-FFF2-40B4-BE49-F238E27FC236}">
                <a16:creationId xmlns:a16="http://schemas.microsoft.com/office/drawing/2014/main" id="{2885627A-2326-EF0E-32EB-7A15B2AF09C4}"/>
              </a:ext>
            </a:extLst>
          </p:cNvPr>
          <p:cNvSpPr/>
          <p:nvPr/>
        </p:nvSpPr>
        <p:spPr>
          <a:xfrm>
            <a:off x="122271" y="2536757"/>
            <a:ext cx="228725" cy="1224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 </a:t>
            </a:r>
          </a:p>
        </p:txBody>
      </p:sp>
      <p:sp>
        <p:nvSpPr>
          <p:cNvPr id="13" name="Rectangle 12">
            <a:extLst>
              <a:ext uri="{FF2B5EF4-FFF2-40B4-BE49-F238E27FC236}">
                <a16:creationId xmlns:a16="http://schemas.microsoft.com/office/drawing/2014/main" id="{BF082744-11A9-A8EA-0352-F3473C82F223}"/>
              </a:ext>
            </a:extLst>
          </p:cNvPr>
          <p:cNvSpPr/>
          <p:nvPr/>
        </p:nvSpPr>
        <p:spPr>
          <a:xfrm>
            <a:off x="122270" y="3782023"/>
            <a:ext cx="228725" cy="2592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Medium Priority Gaps</a:t>
            </a:r>
          </a:p>
        </p:txBody>
      </p:sp>
      <p:pic>
        <p:nvPicPr>
          <p:cNvPr id="16" name="Graphic 15">
            <a:extLst>
              <a:ext uri="{FF2B5EF4-FFF2-40B4-BE49-F238E27FC236}">
                <a16:creationId xmlns:a16="http://schemas.microsoft.com/office/drawing/2014/main" id="{E5AFF0FE-4305-FB19-7E0F-E51562E8A38E}"/>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067977" y="2990785"/>
            <a:ext cx="295064" cy="295064"/>
          </a:xfrm>
          <a:prstGeom prst="rect">
            <a:avLst/>
          </a:prstGeom>
        </p:spPr>
      </p:pic>
      <p:pic>
        <p:nvPicPr>
          <p:cNvPr id="19" name="Graphic 18">
            <a:extLst>
              <a:ext uri="{FF2B5EF4-FFF2-40B4-BE49-F238E27FC236}">
                <a16:creationId xmlns:a16="http://schemas.microsoft.com/office/drawing/2014/main" id="{B198ECAA-8A1C-4326-B511-03091FCB8DBA}"/>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067977" y="5732609"/>
            <a:ext cx="295064" cy="295064"/>
          </a:xfrm>
          <a:prstGeom prst="rect">
            <a:avLst/>
          </a:prstGeom>
        </p:spPr>
      </p:pic>
      <p:sp>
        <p:nvSpPr>
          <p:cNvPr id="29" name="Arrow: Pentagon 28">
            <a:extLst>
              <a:ext uri="{FF2B5EF4-FFF2-40B4-BE49-F238E27FC236}">
                <a16:creationId xmlns:a16="http://schemas.microsoft.com/office/drawing/2014/main" id="{351AF0AB-8F5E-FC33-2E00-09CD34237A57}"/>
              </a:ext>
            </a:extLst>
          </p:cNvPr>
          <p:cNvSpPr/>
          <p:nvPr/>
        </p:nvSpPr>
        <p:spPr>
          <a:xfrm>
            <a:off x="6777896" y="5519440"/>
            <a:ext cx="1116000" cy="1913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endParaRPr lang="en-US" sz="800">
              <a:solidFill>
                <a:schemeClr val="bg1"/>
              </a:solidFill>
            </a:endParaRPr>
          </a:p>
        </p:txBody>
      </p:sp>
      <p:sp>
        <p:nvSpPr>
          <p:cNvPr id="30" name="Left Bracket 29">
            <a:extLst>
              <a:ext uri="{FF2B5EF4-FFF2-40B4-BE49-F238E27FC236}">
                <a16:creationId xmlns:a16="http://schemas.microsoft.com/office/drawing/2014/main" id="{7B0DE928-526D-AE63-A62C-8549B5CE870B}"/>
              </a:ext>
            </a:extLst>
          </p:cNvPr>
          <p:cNvSpPr/>
          <p:nvPr/>
        </p:nvSpPr>
        <p:spPr>
          <a:xfrm rot="5400000">
            <a:off x="7259188" y="4963970"/>
            <a:ext cx="70003" cy="1032588"/>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38" name="TextBox 37">
            <a:extLst>
              <a:ext uri="{FF2B5EF4-FFF2-40B4-BE49-F238E27FC236}">
                <a16:creationId xmlns:a16="http://schemas.microsoft.com/office/drawing/2014/main" id="{95EEDBE5-2527-455E-2B4B-B8C272B190BB}"/>
              </a:ext>
            </a:extLst>
          </p:cNvPr>
          <p:cNvSpPr txBox="1"/>
          <p:nvPr/>
        </p:nvSpPr>
        <p:spPr>
          <a:xfrm>
            <a:off x="6096000" y="5187683"/>
            <a:ext cx="3175591" cy="307777"/>
          </a:xfrm>
          <a:prstGeom prst="rect">
            <a:avLst/>
          </a:prstGeom>
          <a:noFill/>
        </p:spPr>
        <p:txBody>
          <a:bodyPr wrap="square" lIns="91440" tIns="91440" rIns="91440" bIns="91440" rtlCol="0">
            <a:spAutoFit/>
          </a:bodyPr>
          <a:lstStyle/>
          <a:p>
            <a:pPr algn="ctr"/>
            <a:r>
              <a:rPr lang="en-US" sz="800"/>
              <a:t>Post-hoc of RN-305 (OS2 against </a:t>
            </a:r>
            <a:r>
              <a:rPr lang="en-US" sz="800" err="1"/>
              <a:t>CTx</a:t>
            </a:r>
            <a:r>
              <a:rPr lang="en-US" sz="800"/>
              <a:t> vs.</a:t>
            </a:r>
            <a:r>
              <a:rPr lang="en-GB" sz="800">
                <a:solidFill>
                  <a:schemeClr val="tx1"/>
                </a:solidFill>
                <a:effectLst/>
              </a:rPr>
              <a:t> tislelizumab)</a:t>
            </a:r>
            <a:endParaRPr lang="en-US" sz="800"/>
          </a:p>
        </p:txBody>
      </p:sp>
      <p:sp>
        <p:nvSpPr>
          <p:cNvPr id="49" name="Arrow: Pentagon 48">
            <a:extLst>
              <a:ext uri="{FF2B5EF4-FFF2-40B4-BE49-F238E27FC236}">
                <a16:creationId xmlns:a16="http://schemas.microsoft.com/office/drawing/2014/main" id="{75A90A9D-9F36-EE7E-702C-8D821B116BD8}"/>
              </a:ext>
            </a:extLst>
          </p:cNvPr>
          <p:cNvSpPr/>
          <p:nvPr/>
        </p:nvSpPr>
        <p:spPr>
          <a:xfrm>
            <a:off x="6203158" y="2925772"/>
            <a:ext cx="679940" cy="252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endParaRPr lang="en-US" sz="800">
              <a:solidFill>
                <a:schemeClr val="bg1"/>
              </a:solidFill>
            </a:endParaRPr>
          </a:p>
        </p:txBody>
      </p:sp>
      <p:pic>
        <p:nvPicPr>
          <p:cNvPr id="52" name="Graphic 51">
            <a:extLst>
              <a:ext uri="{FF2B5EF4-FFF2-40B4-BE49-F238E27FC236}">
                <a16:creationId xmlns:a16="http://schemas.microsoft.com/office/drawing/2014/main" id="{78547719-ECB1-ECFF-8662-B9A89F4AC6B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53592" y="5717621"/>
            <a:ext cx="325041" cy="325041"/>
          </a:xfrm>
          <a:prstGeom prst="rect">
            <a:avLst/>
          </a:prstGeom>
        </p:spPr>
      </p:pic>
      <p:pic>
        <p:nvPicPr>
          <p:cNvPr id="54" name="Graphic 53">
            <a:extLst>
              <a:ext uri="{FF2B5EF4-FFF2-40B4-BE49-F238E27FC236}">
                <a16:creationId xmlns:a16="http://schemas.microsoft.com/office/drawing/2014/main" id="{64BAAE09-4A44-3DE1-572B-B5A46238287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49114" y="5742981"/>
            <a:ext cx="274320" cy="274320"/>
          </a:xfrm>
          <a:prstGeom prst="rect">
            <a:avLst/>
          </a:prstGeom>
        </p:spPr>
      </p:pic>
      <p:sp>
        <p:nvSpPr>
          <p:cNvPr id="64" name="TextBox 63">
            <a:extLst>
              <a:ext uri="{FF2B5EF4-FFF2-40B4-BE49-F238E27FC236}">
                <a16:creationId xmlns:a16="http://schemas.microsoft.com/office/drawing/2014/main" id="{A1E64A72-B499-FCE0-B298-B10C9D90A4E6}"/>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grpSp>
        <p:nvGrpSpPr>
          <p:cNvPr id="105" name="Group 104">
            <a:extLst>
              <a:ext uri="{FF2B5EF4-FFF2-40B4-BE49-F238E27FC236}">
                <a16:creationId xmlns:a16="http://schemas.microsoft.com/office/drawing/2014/main" id="{D86A15B2-DC54-0DC2-3F6B-835316563AD3}"/>
              </a:ext>
            </a:extLst>
          </p:cNvPr>
          <p:cNvGrpSpPr/>
          <p:nvPr/>
        </p:nvGrpSpPr>
        <p:grpSpPr>
          <a:xfrm>
            <a:off x="8446122" y="668447"/>
            <a:ext cx="3358520" cy="323165"/>
            <a:chOff x="8469297" y="935394"/>
            <a:chExt cx="3358520" cy="323165"/>
          </a:xfrm>
        </p:grpSpPr>
        <p:sp>
          <p:nvSpPr>
            <p:cNvPr id="106" name="TextBox 105">
              <a:extLst>
                <a:ext uri="{FF2B5EF4-FFF2-40B4-BE49-F238E27FC236}">
                  <a16:creationId xmlns:a16="http://schemas.microsoft.com/office/drawing/2014/main" id="{489419EE-71D5-9E40-153E-4509EF404E24}"/>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107" name="Isosceles Triangle 106">
              <a:extLst>
                <a:ext uri="{FF2B5EF4-FFF2-40B4-BE49-F238E27FC236}">
                  <a16:creationId xmlns:a16="http://schemas.microsoft.com/office/drawing/2014/main" id="{B6299F67-BC6C-38D7-06A3-633D08B1C24C}"/>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08" name="Star: 5 Points 107">
              <a:extLst>
                <a:ext uri="{FF2B5EF4-FFF2-40B4-BE49-F238E27FC236}">
                  <a16:creationId xmlns:a16="http://schemas.microsoft.com/office/drawing/2014/main" id="{E3CB4083-1B65-8851-D923-F1D1A2C04F4A}"/>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09" name="Arrow: Pentagon 108">
              <a:extLst>
                <a:ext uri="{FF2B5EF4-FFF2-40B4-BE49-F238E27FC236}">
                  <a16:creationId xmlns:a16="http://schemas.microsoft.com/office/drawing/2014/main" id="{00D602DF-AEE8-3AB9-6951-1ACD48CDF40E}"/>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110" name="TextBox 109">
              <a:extLst>
                <a:ext uri="{FF2B5EF4-FFF2-40B4-BE49-F238E27FC236}">
                  <a16:creationId xmlns:a16="http://schemas.microsoft.com/office/drawing/2014/main" id="{07AA0544-04A2-AC02-7820-85F57A6F8CB3}"/>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111" name="TextBox 110">
              <a:extLst>
                <a:ext uri="{FF2B5EF4-FFF2-40B4-BE49-F238E27FC236}">
                  <a16:creationId xmlns:a16="http://schemas.microsoft.com/office/drawing/2014/main" id="{45DC8558-BF0D-451E-C45A-DE5E8CFEC05E}"/>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112" name="Footer Placeholder 3">
            <a:extLst>
              <a:ext uri="{FF2B5EF4-FFF2-40B4-BE49-F238E27FC236}">
                <a16:creationId xmlns:a16="http://schemas.microsoft.com/office/drawing/2014/main" id="{45F37653-2D0D-01D2-49BB-F1CBAFA43AA6}"/>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sp>
        <p:nvSpPr>
          <p:cNvPr id="120" name="Star: 5 Points 119">
            <a:extLst>
              <a:ext uri="{FF2B5EF4-FFF2-40B4-BE49-F238E27FC236}">
                <a16:creationId xmlns:a16="http://schemas.microsoft.com/office/drawing/2014/main" id="{A92D6B77-F2B9-7C07-CC35-10B9838A4F68}"/>
              </a:ext>
            </a:extLst>
          </p:cNvPr>
          <p:cNvSpPr/>
          <p:nvPr/>
        </p:nvSpPr>
        <p:spPr>
          <a:xfrm>
            <a:off x="7968749" y="5499004"/>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21" name="TextBox 120">
            <a:extLst>
              <a:ext uri="{FF2B5EF4-FFF2-40B4-BE49-F238E27FC236}">
                <a16:creationId xmlns:a16="http://schemas.microsoft.com/office/drawing/2014/main" id="{06C3F77A-42B5-B089-80AA-4742014451A9}"/>
              </a:ext>
            </a:extLst>
          </p:cNvPr>
          <p:cNvSpPr txBox="1"/>
          <p:nvPr/>
        </p:nvSpPr>
        <p:spPr>
          <a:xfrm>
            <a:off x="8056781" y="5479662"/>
            <a:ext cx="866956" cy="307777"/>
          </a:xfrm>
          <a:prstGeom prst="rect">
            <a:avLst/>
          </a:prstGeom>
          <a:noFill/>
        </p:spPr>
        <p:txBody>
          <a:bodyPr wrap="square" lIns="91440" tIns="91440" rIns="91440" bIns="91440" rtlCol="0">
            <a:spAutoFit/>
          </a:bodyPr>
          <a:lstStyle/>
          <a:p>
            <a:pPr algn="ctr"/>
            <a:r>
              <a:rPr lang="en-US" sz="800"/>
              <a:t>Publication</a:t>
            </a:r>
          </a:p>
        </p:txBody>
      </p:sp>
      <p:sp>
        <p:nvSpPr>
          <p:cNvPr id="124" name="Left Bracket 123">
            <a:extLst>
              <a:ext uri="{FF2B5EF4-FFF2-40B4-BE49-F238E27FC236}">
                <a16:creationId xmlns:a16="http://schemas.microsoft.com/office/drawing/2014/main" id="{27942104-F67E-099E-38CA-98FA51100078}"/>
              </a:ext>
            </a:extLst>
          </p:cNvPr>
          <p:cNvSpPr/>
          <p:nvPr/>
        </p:nvSpPr>
        <p:spPr>
          <a:xfrm rot="5400000" flipH="1">
            <a:off x="6437235" y="2979332"/>
            <a:ext cx="45719" cy="540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125" name="TextBox 124">
            <a:extLst>
              <a:ext uri="{FF2B5EF4-FFF2-40B4-BE49-F238E27FC236}">
                <a16:creationId xmlns:a16="http://schemas.microsoft.com/office/drawing/2014/main" id="{D82E19A7-36AD-1786-A434-E210C6644045}"/>
              </a:ext>
            </a:extLst>
          </p:cNvPr>
          <p:cNvSpPr txBox="1"/>
          <p:nvPr/>
        </p:nvSpPr>
        <p:spPr>
          <a:xfrm>
            <a:off x="6175241" y="3268213"/>
            <a:ext cx="1205308" cy="338554"/>
          </a:xfrm>
          <a:prstGeom prst="rect">
            <a:avLst/>
          </a:prstGeom>
          <a:noFill/>
        </p:spPr>
        <p:txBody>
          <a:bodyPr wrap="square">
            <a:spAutoFit/>
          </a:bodyPr>
          <a:lstStyle/>
          <a:p>
            <a:r>
              <a:rPr lang="en-GB" sz="800"/>
              <a:t>Data extraction </a:t>
            </a:r>
            <a:r>
              <a:rPr lang="en-GB" sz="800">
                <a:effectLst/>
              </a:rPr>
              <a:t>duration</a:t>
            </a:r>
            <a:endParaRPr lang="en-GB" sz="800"/>
          </a:p>
        </p:txBody>
      </p:sp>
      <p:sp>
        <p:nvSpPr>
          <p:cNvPr id="126" name="Star: 5 Points 125">
            <a:extLst>
              <a:ext uri="{FF2B5EF4-FFF2-40B4-BE49-F238E27FC236}">
                <a16:creationId xmlns:a16="http://schemas.microsoft.com/office/drawing/2014/main" id="{88270DE0-1EF5-CBD3-42E2-C72308FFD690}"/>
              </a:ext>
            </a:extLst>
          </p:cNvPr>
          <p:cNvSpPr/>
          <p:nvPr/>
        </p:nvSpPr>
        <p:spPr>
          <a:xfrm>
            <a:off x="6748909" y="2961772"/>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27" name="TextBox 126">
            <a:extLst>
              <a:ext uri="{FF2B5EF4-FFF2-40B4-BE49-F238E27FC236}">
                <a16:creationId xmlns:a16="http://schemas.microsoft.com/office/drawing/2014/main" id="{AE7D9584-1CB4-68D4-181A-A08C8D51700E}"/>
              </a:ext>
            </a:extLst>
          </p:cNvPr>
          <p:cNvSpPr txBox="1"/>
          <p:nvPr/>
        </p:nvSpPr>
        <p:spPr>
          <a:xfrm>
            <a:off x="6890437" y="2890190"/>
            <a:ext cx="1286000" cy="307777"/>
          </a:xfrm>
          <a:prstGeom prst="rect">
            <a:avLst/>
          </a:prstGeom>
          <a:noFill/>
        </p:spPr>
        <p:txBody>
          <a:bodyPr wrap="square" lIns="91440" tIns="91440" rIns="91440" bIns="91440" rtlCol="0">
            <a:spAutoFit/>
          </a:bodyPr>
          <a:lstStyle/>
          <a:p>
            <a:pPr algn="ctr"/>
            <a:r>
              <a:rPr lang="en-US" sz="800"/>
              <a:t>Publication (TBD)</a:t>
            </a:r>
          </a:p>
        </p:txBody>
      </p:sp>
      <p:sp>
        <p:nvSpPr>
          <p:cNvPr id="129" name="Footer Placeholder 3">
            <a:extLst>
              <a:ext uri="{FF2B5EF4-FFF2-40B4-BE49-F238E27FC236}">
                <a16:creationId xmlns:a16="http://schemas.microsoft.com/office/drawing/2014/main" id="{49C6B8B6-139C-A02A-E6A2-CD04A0FA2012}"/>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latin typeface="Poppins"/>
              </a:rPr>
              <a:t>Note</a:t>
            </a:r>
            <a:r>
              <a:rPr lang="en-US">
                <a:solidFill>
                  <a:srgbClr val="000000">
                    <a:lumMod val="65000"/>
                    <a:lumOff val="35000"/>
                  </a:srgbClr>
                </a:solidFill>
              </a:rPr>
              <a:t>:  </a:t>
            </a:r>
            <a:r>
              <a:rPr lang="en-US" err="1">
                <a:solidFill>
                  <a:srgbClr val="000000">
                    <a:lumMod val="65000"/>
                    <a:lumOff val="35000"/>
                  </a:srgbClr>
                </a:solidFill>
              </a:rPr>
              <a:t>CTx</a:t>
            </a:r>
            <a:r>
              <a:rPr lang="en-US">
                <a:solidFill>
                  <a:srgbClr val="000000">
                    <a:lumMod val="65000"/>
                    <a:lumOff val="35000"/>
                  </a:srgbClr>
                </a:solidFill>
              </a:rPr>
              <a:t>: Chemotherapy; GC: Gastric Cancer; GEJ: Gastroesophageal Junction; HEOR: Health Economics Outcomes Research; IIT: Investigator Initiated Trials; PD-1: Programmed Death Protein-1; RWE: Real World Evidence</a:t>
            </a:r>
            <a:endParaRPr lang="en-US">
              <a:solidFill>
                <a:srgbClr val="000000">
                  <a:lumMod val="65000"/>
                  <a:lumOff val="35000"/>
                </a:srgbClr>
              </a:solidFill>
              <a:highlight>
                <a:srgbClr val="FFFF00"/>
              </a:highlight>
              <a:latin typeface="Poppins"/>
            </a:endParaRPr>
          </a:p>
        </p:txBody>
      </p:sp>
      <p:sp>
        <p:nvSpPr>
          <p:cNvPr id="130" name="Star: 5 Points 129">
            <a:extLst>
              <a:ext uri="{FF2B5EF4-FFF2-40B4-BE49-F238E27FC236}">
                <a16:creationId xmlns:a16="http://schemas.microsoft.com/office/drawing/2014/main" id="{FE8A84AD-CE04-A94B-077A-29DB03DB2A79}"/>
              </a:ext>
            </a:extLst>
          </p:cNvPr>
          <p:cNvSpPr/>
          <p:nvPr/>
        </p:nvSpPr>
        <p:spPr>
          <a:xfrm>
            <a:off x="7398448" y="5499004"/>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31" name="TextBox 130">
            <a:extLst>
              <a:ext uri="{FF2B5EF4-FFF2-40B4-BE49-F238E27FC236}">
                <a16:creationId xmlns:a16="http://schemas.microsoft.com/office/drawing/2014/main" id="{E770DD30-0052-9F69-4356-9B74A4118023}"/>
              </a:ext>
            </a:extLst>
          </p:cNvPr>
          <p:cNvSpPr txBox="1"/>
          <p:nvPr/>
        </p:nvSpPr>
        <p:spPr>
          <a:xfrm>
            <a:off x="6755214" y="5630564"/>
            <a:ext cx="866573" cy="430887"/>
          </a:xfrm>
          <a:prstGeom prst="rect">
            <a:avLst/>
          </a:prstGeom>
          <a:noFill/>
        </p:spPr>
        <p:txBody>
          <a:bodyPr wrap="square" lIns="91440" tIns="91440" rIns="91440" bIns="91440" rtlCol="0">
            <a:spAutoFit/>
          </a:bodyPr>
          <a:lstStyle/>
          <a:p>
            <a:pPr algn="r"/>
            <a:r>
              <a:rPr lang="en-US" sz="800"/>
              <a:t>Final Stats Analysis</a:t>
            </a:r>
          </a:p>
        </p:txBody>
      </p:sp>
      <p:sp>
        <p:nvSpPr>
          <p:cNvPr id="137" name="Arrow: Pentagon 136">
            <a:extLst>
              <a:ext uri="{FF2B5EF4-FFF2-40B4-BE49-F238E27FC236}">
                <a16:creationId xmlns:a16="http://schemas.microsoft.com/office/drawing/2014/main" id="{00796A81-1C31-4374-EBE1-15D336284730}"/>
              </a:ext>
            </a:extLst>
          </p:cNvPr>
          <p:cNvSpPr/>
          <p:nvPr/>
        </p:nvSpPr>
        <p:spPr>
          <a:xfrm>
            <a:off x="7516137" y="6015308"/>
            <a:ext cx="1476000" cy="1913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Poppins"/>
              <a:ea typeface="+mn-ea"/>
              <a:cs typeface="+mn-cs"/>
            </a:endParaRPr>
          </a:p>
        </p:txBody>
      </p:sp>
      <p:sp>
        <p:nvSpPr>
          <p:cNvPr id="138" name="Left Bracket 137">
            <a:extLst>
              <a:ext uri="{FF2B5EF4-FFF2-40B4-BE49-F238E27FC236}">
                <a16:creationId xmlns:a16="http://schemas.microsoft.com/office/drawing/2014/main" id="{2792C637-D918-A537-C4EC-6CFCF7A43C9C}"/>
              </a:ext>
            </a:extLst>
          </p:cNvPr>
          <p:cNvSpPr/>
          <p:nvPr/>
        </p:nvSpPr>
        <p:spPr>
          <a:xfrm rot="16200000" flipV="1">
            <a:off x="8215340" y="5515841"/>
            <a:ext cx="77594" cy="1476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139" name="TextBox 138">
            <a:extLst>
              <a:ext uri="{FF2B5EF4-FFF2-40B4-BE49-F238E27FC236}">
                <a16:creationId xmlns:a16="http://schemas.microsoft.com/office/drawing/2014/main" id="{941D9979-E1DB-45FE-AF34-6E22E9EE051E}"/>
              </a:ext>
            </a:extLst>
          </p:cNvPr>
          <p:cNvSpPr txBox="1"/>
          <p:nvPr/>
        </p:nvSpPr>
        <p:spPr>
          <a:xfrm>
            <a:off x="8803802" y="6129475"/>
            <a:ext cx="2384675" cy="307777"/>
          </a:xfrm>
          <a:prstGeom prst="rect">
            <a:avLst/>
          </a:prstGeom>
          <a:noFill/>
        </p:spPr>
        <p:txBody>
          <a:bodyPr wrap="square" lIns="91440" tIns="91440" rIns="91440" bIns="9144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RWE (Tislelizumab against other IOs)</a:t>
            </a: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140" name="Star: 5 Points 139">
            <a:extLst>
              <a:ext uri="{FF2B5EF4-FFF2-40B4-BE49-F238E27FC236}">
                <a16:creationId xmlns:a16="http://schemas.microsoft.com/office/drawing/2014/main" id="{6B9FC298-A251-2D93-3700-F70385D7890E}"/>
              </a:ext>
            </a:extLst>
          </p:cNvPr>
          <p:cNvSpPr/>
          <p:nvPr/>
        </p:nvSpPr>
        <p:spPr>
          <a:xfrm>
            <a:off x="9145983" y="5984190"/>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41" name="TextBox 140">
            <a:extLst>
              <a:ext uri="{FF2B5EF4-FFF2-40B4-BE49-F238E27FC236}">
                <a16:creationId xmlns:a16="http://schemas.microsoft.com/office/drawing/2014/main" id="{7025B1B4-07C3-A5E5-F7DA-311F24CBE03A}"/>
              </a:ext>
            </a:extLst>
          </p:cNvPr>
          <p:cNvSpPr txBox="1"/>
          <p:nvPr/>
        </p:nvSpPr>
        <p:spPr>
          <a:xfrm>
            <a:off x="9231260" y="5971102"/>
            <a:ext cx="866956" cy="307777"/>
          </a:xfrm>
          <a:prstGeom prst="rect">
            <a:avLst/>
          </a:prstGeom>
          <a:noFill/>
        </p:spPr>
        <p:txBody>
          <a:bodyPr wrap="square" lIns="91440" tIns="91440" rIns="91440" bIns="91440" rtlCol="0">
            <a:spAutoFit/>
          </a:bodyPr>
          <a:lstStyle/>
          <a:p>
            <a:pPr algn="ctr"/>
            <a:r>
              <a:rPr lang="en-US" sz="800"/>
              <a:t>Publication</a:t>
            </a:r>
          </a:p>
        </p:txBody>
      </p:sp>
      <p:sp>
        <p:nvSpPr>
          <p:cNvPr id="142" name="Star: 5 Points 141">
            <a:extLst>
              <a:ext uri="{FF2B5EF4-FFF2-40B4-BE49-F238E27FC236}">
                <a16:creationId xmlns:a16="http://schemas.microsoft.com/office/drawing/2014/main" id="{B1B53E10-87ED-EA7B-F0BC-F64279E40CDB}"/>
              </a:ext>
            </a:extLst>
          </p:cNvPr>
          <p:cNvSpPr/>
          <p:nvPr/>
        </p:nvSpPr>
        <p:spPr>
          <a:xfrm>
            <a:off x="8501946" y="5990444"/>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43" name="TextBox 142">
            <a:extLst>
              <a:ext uri="{FF2B5EF4-FFF2-40B4-BE49-F238E27FC236}">
                <a16:creationId xmlns:a16="http://schemas.microsoft.com/office/drawing/2014/main" id="{E39C8E6A-1FCA-1BC2-0125-5F4B4503299A}"/>
              </a:ext>
            </a:extLst>
          </p:cNvPr>
          <p:cNvSpPr txBox="1"/>
          <p:nvPr/>
        </p:nvSpPr>
        <p:spPr>
          <a:xfrm>
            <a:off x="7974260" y="5734885"/>
            <a:ext cx="1271372" cy="307777"/>
          </a:xfrm>
          <a:prstGeom prst="rect">
            <a:avLst/>
          </a:prstGeom>
          <a:noFill/>
        </p:spPr>
        <p:txBody>
          <a:bodyPr wrap="square" lIns="91440" tIns="91440" rIns="91440" bIns="91440" rtlCol="0" anchor="b">
            <a:spAutoFit/>
          </a:bodyPr>
          <a:lstStyle/>
          <a:p>
            <a:pPr algn="ctr"/>
            <a:r>
              <a:rPr lang="en-US" sz="800"/>
              <a:t>Final Stats Analysis</a:t>
            </a:r>
          </a:p>
        </p:txBody>
      </p:sp>
      <p:sp>
        <p:nvSpPr>
          <p:cNvPr id="9" name="Footer Placeholder 3">
            <a:extLst>
              <a:ext uri="{FF2B5EF4-FFF2-40B4-BE49-F238E27FC236}">
                <a16:creationId xmlns:a16="http://schemas.microsoft.com/office/drawing/2014/main" id="{53136DCD-8FA7-CBFF-199E-A295D3548BC8}"/>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0" name="Graphic 9">
            <a:extLst>
              <a:ext uri="{FF2B5EF4-FFF2-40B4-BE49-F238E27FC236}">
                <a16:creationId xmlns:a16="http://schemas.microsoft.com/office/drawing/2014/main" id="{D67DB9D5-BC62-2D52-33BD-BAECE5F3253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37570" y="958197"/>
            <a:ext cx="274320" cy="274320"/>
          </a:xfrm>
          <a:prstGeom prst="rect">
            <a:avLst/>
          </a:prstGeom>
        </p:spPr>
      </p:pic>
      <p:pic>
        <p:nvPicPr>
          <p:cNvPr id="15" name="Graphic 14">
            <a:extLst>
              <a:ext uri="{FF2B5EF4-FFF2-40B4-BE49-F238E27FC236}">
                <a16:creationId xmlns:a16="http://schemas.microsoft.com/office/drawing/2014/main" id="{BDC8141A-D97E-8E04-33DB-332D8EA2738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24487" y="958197"/>
            <a:ext cx="274320" cy="274320"/>
          </a:xfrm>
          <a:prstGeom prst="rect">
            <a:avLst/>
          </a:prstGeom>
        </p:spPr>
      </p:pic>
      <p:pic>
        <p:nvPicPr>
          <p:cNvPr id="20" name="Graphic 19">
            <a:extLst>
              <a:ext uri="{FF2B5EF4-FFF2-40B4-BE49-F238E27FC236}">
                <a16:creationId xmlns:a16="http://schemas.microsoft.com/office/drawing/2014/main" id="{148752D9-E927-F110-C1DA-AFBA7D5F747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14007" y="958197"/>
            <a:ext cx="274320" cy="274320"/>
          </a:xfrm>
          <a:prstGeom prst="rect">
            <a:avLst/>
          </a:prstGeom>
        </p:spPr>
      </p:pic>
      <p:pic>
        <p:nvPicPr>
          <p:cNvPr id="21" name="Graphic 20">
            <a:extLst>
              <a:ext uri="{FF2B5EF4-FFF2-40B4-BE49-F238E27FC236}">
                <a16:creationId xmlns:a16="http://schemas.microsoft.com/office/drawing/2014/main" id="{FFFE077D-8DE7-2C64-08BB-06878670AFDE}"/>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8194014" y="958557"/>
            <a:ext cx="273600" cy="273600"/>
          </a:xfrm>
          <a:prstGeom prst="rect">
            <a:avLst/>
          </a:prstGeom>
        </p:spPr>
      </p:pic>
      <p:pic>
        <p:nvPicPr>
          <p:cNvPr id="22" name="Graphic 21">
            <a:extLst>
              <a:ext uri="{FF2B5EF4-FFF2-40B4-BE49-F238E27FC236}">
                <a16:creationId xmlns:a16="http://schemas.microsoft.com/office/drawing/2014/main" id="{327AC584-4F6D-3493-1845-765EBDE4A07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86274" y="3015251"/>
            <a:ext cx="325041" cy="325041"/>
          </a:xfrm>
          <a:prstGeom prst="rect">
            <a:avLst/>
          </a:prstGeom>
        </p:spPr>
      </p:pic>
      <p:grpSp>
        <p:nvGrpSpPr>
          <p:cNvPr id="7" name="Group 6">
            <a:extLst>
              <a:ext uri="{FF2B5EF4-FFF2-40B4-BE49-F238E27FC236}">
                <a16:creationId xmlns:a16="http://schemas.microsoft.com/office/drawing/2014/main" id="{A5774C74-666C-7DB3-6DDC-618AA02AFA39}"/>
              </a:ext>
            </a:extLst>
          </p:cNvPr>
          <p:cNvGrpSpPr/>
          <p:nvPr/>
        </p:nvGrpSpPr>
        <p:grpSpPr>
          <a:xfrm>
            <a:off x="-9526" y="-7584"/>
            <a:ext cx="11815014" cy="180000"/>
            <a:chOff x="-9526" y="-7584"/>
            <a:chExt cx="11815014" cy="180000"/>
          </a:xfrm>
        </p:grpSpPr>
        <p:sp>
          <p:nvSpPr>
            <p:cNvPr id="8" name="Rectangle 7">
              <a:extLst>
                <a:ext uri="{FF2B5EF4-FFF2-40B4-BE49-F238E27FC236}">
                  <a16:creationId xmlns:a16="http://schemas.microsoft.com/office/drawing/2014/main" id="{CC7F95D8-58F8-486E-7557-6C649E80C014}"/>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23" name="Arrow: Pentagon 22">
              <a:extLst>
                <a:ext uri="{FF2B5EF4-FFF2-40B4-BE49-F238E27FC236}">
                  <a16:creationId xmlns:a16="http://schemas.microsoft.com/office/drawing/2014/main" id="{50CA2957-0497-A966-DA2A-0A7EE9DCA9FD}"/>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4" name="Arrow: Chevron 23">
              <a:extLst>
                <a:ext uri="{FF2B5EF4-FFF2-40B4-BE49-F238E27FC236}">
                  <a16:creationId xmlns:a16="http://schemas.microsoft.com/office/drawing/2014/main" id="{1000D942-AA40-C7F1-2B1C-3515CCE53C23}"/>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5" name="Arrow: Chevron 24">
              <a:extLst>
                <a:ext uri="{FF2B5EF4-FFF2-40B4-BE49-F238E27FC236}">
                  <a16:creationId xmlns:a16="http://schemas.microsoft.com/office/drawing/2014/main" id="{2C7CA0F5-0B27-28FF-6CF0-455F78F18DEE}"/>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6" name="Arrow: Chevron 25">
              <a:extLst>
                <a:ext uri="{FF2B5EF4-FFF2-40B4-BE49-F238E27FC236}">
                  <a16:creationId xmlns:a16="http://schemas.microsoft.com/office/drawing/2014/main" id="{9484DF3C-C9B6-6293-32DC-44435417F78E}"/>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
        <p:nvSpPr>
          <p:cNvPr id="4" name="Oval 3">
            <a:extLst>
              <a:ext uri="{FF2B5EF4-FFF2-40B4-BE49-F238E27FC236}">
                <a16:creationId xmlns:a16="http://schemas.microsoft.com/office/drawing/2014/main" id="{4330CA90-99FC-11AB-B125-25E6904AD239}"/>
              </a:ext>
            </a:extLst>
          </p:cNvPr>
          <p:cNvSpPr/>
          <p:nvPr/>
        </p:nvSpPr>
        <p:spPr>
          <a:xfrm>
            <a:off x="3105134" y="4390760"/>
            <a:ext cx="301752" cy="301752"/>
          </a:xfrm>
          <a:prstGeom prst="ellipse">
            <a:avLst/>
          </a:prstGeom>
          <a:blipFill>
            <a:blip r:embed="rId1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err="1">
              <a:solidFill>
                <a:schemeClr val="bg1"/>
              </a:solidFill>
            </a:endParaRPr>
          </a:p>
        </p:txBody>
      </p:sp>
      <p:pic>
        <p:nvPicPr>
          <p:cNvPr id="89" name="Graphic 88">
            <a:extLst>
              <a:ext uri="{FF2B5EF4-FFF2-40B4-BE49-F238E27FC236}">
                <a16:creationId xmlns:a16="http://schemas.microsoft.com/office/drawing/2014/main" id="{E36A817B-BE05-1705-0B8E-9399CC44721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341657" y="4404476"/>
            <a:ext cx="274320" cy="274320"/>
          </a:xfrm>
          <a:prstGeom prst="rect">
            <a:avLst/>
          </a:prstGeom>
        </p:spPr>
      </p:pic>
      <p:sp>
        <p:nvSpPr>
          <p:cNvPr id="5" name="Arrow: Pentagon 4">
            <a:extLst>
              <a:ext uri="{FF2B5EF4-FFF2-40B4-BE49-F238E27FC236}">
                <a16:creationId xmlns:a16="http://schemas.microsoft.com/office/drawing/2014/main" id="{91FC399B-09EF-9202-6EEB-419244540D98}"/>
              </a:ext>
            </a:extLst>
          </p:cNvPr>
          <p:cNvSpPr/>
          <p:nvPr/>
        </p:nvSpPr>
        <p:spPr>
          <a:xfrm>
            <a:off x="7297533" y="4387216"/>
            <a:ext cx="4122000" cy="288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85000" lnSpcReduction="20000"/>
          </a:bodyPr>
          <a:lstStyle/>
          <a:p>
            <a:pPr algn="ctr"/>
            <a:endParaRPr lang="en-US" err="1">
              <a:solidFill>
                <a:schemeClr val="bg1"/>
              </a:solidFill>
            </a:endParaRPr>
          </a:p>
        </p:txBody>
      </p:sp>
      <p:sp>
        <p:nvSpPr>
          <p:cNvPr id="11" name="Isosceles Triangle 10">
            <a:extLst>
              <a:ext uri="{FF2B5EF4-FFF2-40B4-BE49-F238E27FC236}">
                <a16:creationId xmlns:a16="http://schemas.microsoft.com/office/drawing/2014/main" id="{53CCA52C-452D-E42D-DA19-5173CDD6EFFA}"/>
              </a:ext>
            </a:extLst>
          </p:cNvPr>
          <p:cNvSpPr/>
          <p:nvPr/>
        </p:nvSpPr>
        <p:spPr>
          <a:xfrm>
            <a:off x="9026873" y="4437485"/>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1" name="TextBox 50">
            <a:extLst>
              <a:ext uri="{FF2B5EF4-FFF2-40B4-BE49-F238E27FC236}">
                <a16:creationId xmlns:a16="http://schemas.microsoft.com/office/drawing/2014/main" id="{4AB684E2-1587-BCFA-B5C1-5D8ED9F40A73}"/>
              </a:ext>
            </a:extLst>
          </p:cNvPr>
          <p:cNvSpPr txBox="1"/>
          <p:nvPr/>
        </p:nvSpPr>
        <p:spPr>
          <a:xfrm>
            <a:off x="8091395" y="4641013"/>
            <a:ext cx="1160272" cy="461665"/>
          </a:xfrm>
          <a:prstGeom prst="rect">
            <a:avLst/>
          </a:prstGeom>
          <a:noFill/>
        </p:spPr>
        <p:txBody>
          <a:bodyPr wrap="square" lIns="91440" tIns="91440" rIns="91440" bIns="91440" rtlCol="0">
            <a:spAutoFit/>
          </a:bodyPr>
          <a:lstStyle/>
          <a:p>
            <a:pPr algn="r"/>
            <a:r>
              <a:rPr lang="en-US" sz="900"/>
              <a:t>Interim analysis (safety)</a:t>
            </a:r>
          </a:p>
        </p:txBody>
      </p:sp>
      <p:sp>
        <p:nvSpPr>
          <p:cNvPr id="58" name="Star: 5 Points 57">
            <a:extLst>
              <a:ext uri="{FF2B5EF4-FFF2-40B4-BE49-F238E27FC236}">
                <a16:creationId xmlns:a16="http://schemas.microsoft.com/office/drawing/2014/main" id="{69470311-35AE-5A0F-1028-9169208E7182}"/>
              </a:ext>
            </a:extLst>
          </p:cNvPr>
          <p:cNvSpPr/>
          <p:nvPr/>
        </p:nvSpPr>
        <p:spPr>
          <a:xfrm>
            <a:off x="9432050" y="4434806"/>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9" name="TextBox 58">
            <a:extLst>
              <a:ext uri="{FF2B5EF4-FFF2-40B4-BE49-F238E27FC236}">
                <a16:creationId xmlns:a16="http://schemas.microsoft.com/office/drawing/2014/main" id="{88A43C41-ED03-74F9-6CDD-F837D6C14B5E}"/>
              </a:ext>
            </a:extLst>
          </p:cNvPr>
          <p:cNvSpPr txBox="1"/>
          <p:nvPr/>
        </p:nvSpPr>
        <p:spPr>
          <a:xfrm>
            <a:off x="9263215" y="4641013"/>
            <a:ext cx="691163" cy="461665"/>
          </a:xfrm>
          <a:prstGeom prst="rect">
            <a:avLst/>
          </a:prstGeom>
          <a:noFill/>
        </p:spPr>
        <p:txBody>
          <a:bodyPr wrap="square" lIns="91440" tIns="91440" rIns="91440" bIns="91440" rtlCol="0">
            <a:spAutoFit/>
          </a:bodyPr>
          <a:lstStyle/>
          <a:p>
            <a:pPr algn="ctr"/>
            <a:r>
              <a:rPr lang="en-US" sz="900"/>
              <a:t>ASCO GI 2028</a:t>
            </a:r>
          </a:p>
        </p:txBody>
      </p:sp>
      <p:sp>
        <p:nvSpPr>
          <p:cNvPr id="76" name="Left Bracket 75">
            <a:extLst>
              <a:ext uri="{FF2B5EF4-FFF2-40B4-BE49-F238E27FC236}">
                <a16:creationId xmlns:a16="http://schemas.microsoft.com/office/drawing/2014/main" id="{96E28D6D-A2DD-2133-A4D0-9A4F026B0838}"/>
              </a:ext>
            </a:extLst>
          </p:cNvPr>
          <p:cNvSpPr/>
          <p:nvPr/>
        </p:nvSpPr>
        <p:spPr>
          <a:xfrm rot="5400000" flipV="1">
            <a:off x="9129509" y="2964630"/>
            <a:ext cx="45719" cy="2664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77" name="TextBox 76">
            <a:extLst>
              <a:ext uri="{FF2B5EF4-FFF2-40B4-BE49-F238E27FC236}">
                <a16:creationId xmlns:a16="http://schemas.microsoft.com/office/drawing/2014/main" id="{A91F58F7-EAC3-5F51-E270-2A14F8974591}"/>
              </a:ext>
            </a:extLst>
          </p:cNvPr>
          <p:cNvSpPr txBox="1"/>
          <p:nvPr/>
        </p:nvSpPr>
        <p:spPr>
          <a:xfrm>
            <a:off x="8254426" y="4078848"/>
            <a:ext cx="1830215" cy="215444"/>
          </a:xfrm>
          <a:prstGeom prst="rect">
            <a:avLst/>
          </a:prstGeom>
          <a:noFill/>
        </p:spPr>
        <p:txBody>
          <a:bodyPr wrap="square">
            <a:spAutoFit/>
          </a:bodyPr>
          <a:lstStyle/>
          <a:p>
            <a:pPr algn="ctr"/>
            <a:r>
              <a:rPr lang="en-GB" sz="800">
                <a:effectLst/>
              </a:rPr>
              <a:t>IIT study duration</a:t>
            </a:r>
            <a:endParaRPr lang="en-GB" sz="800"/>
          </a:p>
        </p:txBody>
      </p:sp>
      <p:sp>
        <p:nvSpPr>
          <p:cNvPr id="78" name="Left Bracket 77">
            <a:extLst>
              <a:ext uri="{FF2B5EF4-FFF2-40B4-BE49-F238E27FC236}">
                <a16:creationId xmlns:a16="http://schemas.microsoft.com/office/drawing/2014/main" id="{32A551DD-13C2-18F6-37C0-DD28D08677AE}"/>
              </a:ext>
            </a:extLst>
          </p:cNvPr>
          <p:cNvSpPr/>
          <p:nvPr/>
        </p:nvSpPr>
        <p:spPr>
          <a:xfrm rot="5400000" flipV="1">
            <a:off x="7515412" y="4062630"/>
            <a:ext cx="45719" cy="46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79" name="TextBox 78">
            <a:extLst>
              <a:ext uri="{FF2B5EF4-FFF2-40B4-BE49-F238E27FC236}">
                <a16:creationId xmlns:a16="http://schemas.microsoft.com/office/drawing/2014/main" id="{8B073F12-0503-9285-112B-9F79DACB8CD0}"/>
              </a:ext>
            </a:extLst>
          </p:cNvPr>
          <p:cNvSpPr txBox="1"/>
          <p:nvPr/>
        </p:nvSpPr>
        <p:spPr>
          <a:xfrm>
            <a:off x="6839747" y="3919598"/>
            <a:ext cx="1439462" cy="338554"/>
          </a:xfrm>
          <a:prstGeom prst="rect">
            <a:avLst/>
          </a:prstGeom>
          <a:noFill/>
        </p:spPr>
        <p:txBody>
          <a:bodyPr wrap="square">
            <a:spAutoFit/>
          </a:bodyPr>
          <a:lstStyle/>
          <a:p>
            <a:pPr algn="ctr"/>
            <a:r>
              <a:rPr lang="en-GB" sz="800">
                <a:effectLst/>
              </a:rPr>
              <a:t>Receive, review, and accept proposa</a:t>
            </a:r>
            <a:r>
              <a:rPr lang="en-GB" sz="800"/>
              <a:t>l</a:t>
            </a:r>
          </a:p>
        </p:txBody>
      </p:sp>
      <p:sp>
        <p:nvSpPr>
          <p:cNvPr id="80" name="Star: 5 Points 79">
            <a:extLst>
              <a:ext uri="{FF2B5EF4-FFF2-40B4-BE49-F238E27FC236}">
                <a16:creationId xmlns:a16="http://schemas.microsoft.com/office/drawing/2014/main" id="{A1033818-8059-F014-BBBA-42E0EB50F6DD}"/>
              </a:ext>
            </a:extLst>
          </p:cNvPr>
          <p:cNvSpPr/>
          <p:nvPr/>
        </p:nvSpPr>
        <p:spPr>
          <a:xfrm>
            <a:off x="10425797" y="4443006"/>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91" name="TextBox 90">
            <a:extLst>
              <a:ext uri="{FF2B5EF4-FFF2-40B4-BE49-F238E27FC236}">
                <a16:creationId xmlns:a16="http://schemas.microsoft.com/office/drawing/2014/main" id="{58C072F9-3683-41A0-8C2A-36E5ACCC6841}"/>
              </a:ext>
            </a:extLst>
          </p:cNvPr>
          <p:cNvSpPr txBox="1"/>
          <p:nvPr/>
        </p:nvSpPr>
        <p:spPr>
          <a:xfrm>
            <a:off x="10143038" y="4641013"/>
            <a:ext cx="818692" cy="461665"/>
          </a:xfrm>
          <a:prstGeom prst="rect">
            <a:avLst/>
          </a:prstGeom>
          <a:noFill/>
        </p:spPr>
        <p:txBody>
          <a:bodyPr wrap="square" lIns="91440" tIns="91440" rIns="91440" bIns="91440" rtlCol="0">
            <a:spAutoFit/>
          </a:bodyPr>
          <a:lstStyle/>
          <a:p>
            <a:pPr algn="ctr"/>
            <a:r>
              <a:rPr lang="en-US" sz="900"/>
              <a:t>Final Stats Analysis</a:t>
            </a:r>
          </a:p>
        </p:txBody>
      </p:sp>
      <p:sp>
        <p:nvSpPr>
          <p:cNvPr id="93" name="Star: 5 Points 92">
            <a:extLst>
              <a:ext uri="{FF2B5EF4-FFF2-40B4-BE49-F238E27FC236}">
                <a16:creationId xmlns:a16="http://schemas.microsoft.com/office/drawing/2014/main" id="{D6C0049B-93B2-48A4-5080-9D97B9FD1FE7}"/>
              </a:ext>
            </a:extLst>
          </p:cNvPr>
          <p:cNvSpPr/>
          <p:nvPr/>
        </p:nvSpPr>
        <p:spPr>
          <a:xfrm>
            <a:off x="11303136" y="4422175"/>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94" name="TextBox 93">
            <a:extLst>
              <a:ext uri="{FF2B5EF4-FFF2-40B4-BE49-F238E27FC236}">
                <a16:creationId xmlns:a16="http://schemas.microsoft.com/office/drawing/2014/main" id="{8F09A965-4D46-E214-1595-6FBD791BD287}"/>
              </a:ext>
            </a:extLst>
          </p:cNvPr>
          <p:cNvSpPr txBox="1"/>
          <p:nvPr/>
        </p:nvSpPr>
        <p:spPr>
          <a:xfrm>
            <a:off x="10924556" y="4710263"/>
            <a:ext cx="914513" cy="323165"/>
          </a:xfrm>
          <a:prstGeom prst="rect">
            <a:avLst/>
          </a:prstGeom>
          <a:noFill/>
        </p:spPr>
        <p:txBody>
          <a:bodyPr wrap="square" lIns="91440" tIns="91440" rIns="91440" bIns="91440" rtlCol="0">
            <a:spAutoFit/>
          </a:bodyPr>
          <a:lstStyle/>
          <a:p>
            <a:pPr algn="ctr"/>
            <a:r>
              <a:rPr lang="en-US" sz="900"/>
              <a:t>Publication </a:t>
            </a:r>
          </a:p>
        </p:txBody>
      </p:sp>
      <p:sp>
        <p:nvSpPr>
          <p:cNvPr id="95" name="Left Bracket 94">
            <a:extLst>
              <a:ext uri="{FF2B5EF4-FFF2-40B4-BE49-F238E27FC236}">
                <a16:creationId xmlns:a16="http://schemas.microsoft.com/office/drawing/2014/main" id="{57D330EA-06FD-1107-B8FC-A0967B40930A}"/>
              </a:ext>
            </a:extLst>
          </p:cNvPr>
          <p:cNvSpPr/>
          <p:nvPr/>
        </p:nvSpPr>
        <p:spPr>
          <a:xfrm rot="5400000" flipV="1">
            <a:off x="10964673" y="3866668"/>
            <a:ext cx="45719" cy="864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96" name="TextBox 95">
            <a:extLst>
              <a:ext uri="{FF2B5EF4-FFF2-40B4-BE49-F238E27FC236}">
                <a16:creationId xmlns:a16="http://schemas.microsoft.com/office/drawing/2014/main" id="{267B803F-BC96-6AA8-AD62-2F6E9940AFB2}"/>
              </a:ext>
            </a:extLst>
          </p:cNvPr>
          <p:cNvSpPr txBox="1"/>
          <p:nvPr/>
        </p:nvSpPr>
        <p:spPr>
          <a:xfrm>
            <a:off x="10440731" y="4081992"/>
            <a:ext cx="1152000" cy="215444"/>
          </a:xfrm>
          <a:prstGeom prst="rect">
            <a:avLst/>
          </a:prstGeom>
          <a:noFill/>
        </p:spPr>
        <p:txBody>
          <a:bodyPr wrap="square">
            <a:spAutoFit/>
          </a:bodyPr>
          <a:lstStyle/>
          <a:p>
            <a:pPr algn="ctr"/>
            <a:r>
              <a:rPr lang="en-GB" sz="800"/>
              <a:t>Manuscript </a:t>
            </a:r>
            <a:r>
              <a:rPr lang="en-GB" sz="800" err="1"/>
              <a:t>dev’t</a:t>
            </a:r>
            <a:endParaRPr lang="en-GB" sz="800"/>
          </a:p>
        </p:txBody>
      </p:sp>
    </p:spTree>
    <p:extLst>
      <p:ext uri="{BB962C8B-B14F-4D97-AF65-F5344CB8AC3E}">
        <p14:creationId xmlns:p14="http://schemas.microsoft.com/office/powerpoint/2010/main" val="5776497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A7A0B-E83E-26EA-AB51-2B549A2E849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BF3406A-3622-8E9E-9B6B-263E9F33D762}"/>
              </a:ext>
            </a:extLst>
          </p:cNvPr>
          <p:cNvGraphicFramePr>
            <a:graphicFrameLocks noChangeAspect="1"/>
          </p:cNvGraphicFramePr>
          <p:nvPr>
            <p:custDataLst>
              <p:tags r:id="rId1"/>
            </p:custDataLst>
            <p:extLst>
              <p:ext uri="{D42A27DB-BD31-4B8C-83A1-F6EECF244321}">
                <p14:modId xmlns:p14="http://schemas.microsoft.com/office/powerpoint/2010/main" val="26692534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4BF3406A-3622-8E9E-9B6B-263E9F33D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53043FD-EA22-123E-DB7F-70AE62FC29EC}"/>
              </a:ext>
            </a:extLst>
          </p:cNvPr>
          <p:cNvSpPr>
            <a:spLocks noGrp="1"/>
          </p:cNvSpPr>
          <p:nvPr>
            <p:ph type="title"/>
          </p:nvPr>
        </p:nvSpPr>
        <p:spPr>
          <a:xfrm>
            <a:off x="358337" y="271427"/>
            <a:ext cx="11470125" cy="369332"/>
          </a:xfrm>
        </p:spPr>
        <p:txBody>
          <a:bodyPr vert="horz"/>
          <a:lstStyle/>
          <a:p>
            <a:r>
              <a:rPr lang="en-US" sz="2400"/>
              <a:t>Implementation Roadmap: Advanced/Metastatic GC/GEJ (3/3) </a:t>
            </a:r>
          </a:p>
        </p:txBody>
      </p:sp>
      <p:graphicFrame>
        <p:nvGraphicFramePr>
          <p:cNvPr id="17" name="Table 16">
            <a:extLst>
              <a:ext uri="{FF2B5EF4-FFF2-40B4-BE49-F238E27FC236}">
                <a16:creationId xmlns:a16="http://schemas.microsoft.com/office/drawing/2014/main" id="{CC82D122-DA8B-0D89-D99E-1F9A7C3EBAC2}"/>
              </a:ext>
            </a:extLst>
          </p:cNvPr>
          <p:cNvGraphicFramePr>
            <a:graphicFrameLocks noGrp="1"/>
          </p:cNvGraphicFramePr>
          <p:nvPr>
            <p:extLst>
              <p:ext uri="{D42A27DB-BD31-4B8C-83A1-F6EECF244321}">
                <p14:modId xmlns:p14="http://schemas.microsoft.com/office/powerpoint/2010/main" val="885804948"/>
              </p:ext>
            </p:extLst>
          </p:nvPr>
        </p:nvGraphicFramePr>
        <p:xfrm>
          <a:off x="358335" y="1376876"/>
          <a:ext cx="11428281" cy="4752476"/>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756000">
                  <a:extLst>
                    <a:ext uri="{9D8B030D-6E8A-4147-A177-3AD203B41FA5}">
                      <a16:colId xmlns:a16="http://schemas.microsoft.com/office/drawing/2014/main" val="2800079537"/>
                    </a:ext>
                  </a:extLst>
                </a:gridCol>
                <a:gridCol w="828000">
                  <a:extLst>
                    <a:ext uri="{9D8B030D-6E8A-4147-A177-3AD203B41FA5}">
                      <a16:colId xmlns:a16="http://schemas.microsoft.com/office/drawing/2014/main" val="3138473051"/>
                    </a:ext>
                  </a:extLst>
                </a:gridCol>
                <a:gridCol w="252000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12000">
                  <a:extLst>
                    <a:ext uri="{9D8B030D-6E8A-4147-A177-3AD203B41FA5}">
                      <a16:colId xmlns:a16="http://schemas.microsoft.com/office/drawing/2014/main" val="2868325545"/>
                    </a:ext>
                  </a:extLst>
                </a:gridCol>
                <a:gridCol w="612000">
                  <a:extLst>
                    <a:ext uri="{9D8B030D-6E8A-4147-A177-3AD203B41FA5}">
                      <a16:colId xmlns:a16="http://schemas.microsoft.com/office/drawing/2014/main" val="2178907219"/>
                    </a:ext>
                  </a:extLst>
                </a:gridCol>
              </a:tblGrid>
              <a:tr h="288119">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Advanced/Metastatic GC/GEJ </a:t>
                      </a:r>
                    </a:p>
                  </a:txBody>
                  <a:tcPr anchor="ctr">
                    <a:solidFill>
                      <a:srgbClr val="657CAB"/>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88119">
                <a:tc rowSpan="3">
                  <a:txBody>
                    <a:bodyPr/>
                    <a:lstStyle/>
                    <a:p>
                      <a:pPr algn="ctr"/>
                      <a:r>
                        <a:rPr lang="en-US" sz="900" b="1">
                          <a:solidFill>
                            <a:schemeClr val="bg1"/>
                          </a:solidFill>
                        </a:rPr>
                        <a:t>Evidence Gaps</a:t>
                      </a:r>
                    </a:p>
                  </a:txBody>
                  <a:tcPr anchor="ctr">
                    <a:solidFill>
                      <a:srgbClr val="657CAB"/>
                    </a:solidFill>
                  </a:tcPr>
                </a:tc>
                <a:tc rowSpan="3">
                  <a:txBody>
                    <a:bodyPr/>
                    <a:lstStyle/>
                    <a:p>
                      <a:pPr algn="ctr"/>
                      <a:r>
                        <a:rPr lang="en-US" sz="900" b="1">
                          <a:solidFill>
                            <a:schemeClr val="bg1"/>
                          </a:solidFill>
                        </a:rPr>
                        <a:t>Tactic Type</a:t>
                      </a:r>
                    </a:p>
                  </a:txBody>
                  <a:tcPr anchor="ctr">
                    <a:solidFill>
                      <a:srgbClr val="657CAB"/>
                    </a:solidFill>
                  </a:tcPr>
                </a:tc>
                <a:tc rowSpan="3">
                  <a:txBody>
                    <a:bodyPr/>
                    <a:lstStyle/>
                    <a:p>
                      <a:pPr algn="ctr"/>
                      <a:r>
                        <a:rPr lang="en-US" sz="900" b="1">
                          <a:solidFill>
                            <a:schemeClr val="bg1"/>
                          </a:solidFill>
                        </a:rPr>
                        <a:t>Key Markets</a:t>
                      </a:r>
                    </a:p>
                  </a:txBody>
                  <a:tcPr anchor="ctr">
                    <a:solidFill>
                      <a:srgbClr val="657CAB"/>
                    </a:solidFill>
                  </a:tcPr>
                </a:tc>
                <a:tc rowSpan="3">
                  <a:txBody>
                    <a:bodyPr/>
                    <a:lstStyle/>
                    <a:p>
                      <a:pPr algn="ctr"/>
                      <a:r>
                        <a:rPr lang="en-US" sz="900" b="1">
                          <a:solidFill>
                            <a:schemeClr val="bg1"/>
                          </a:solidFill>
                        </a:rPr>
                        <a:t>Other Assumptions/ Dependencies</a:t>
                      </a:r>
                    </a:p>
                  </a:txBody>
                  <a:tcPr anchor="ctr">
                    <a:solidFill>
                      <a:srgbClr val="657CAB"/>
                    </a:solidFill>
                  </a:tcPr>
                </a:tc>
                <a:tc gridSpan="9">
                  <a:txBody>
                    <a:bodyPr/>
                    <a:lstStyle/>
                    <a:p>
                      <a:pPr algn="ctr"/>
                      <a:r>
                        <a:rPr lang="en-US" sz="900" b="1" kern="1200">
                          <a:solidFill>
                            <a:schemeClr val="bg1"/>
                          </a:solidFill>
                          <a:latin typeface="+mn-lt"/>
                          <a:ea typeface="+mn-ea"/>
                          <a:cs typeface="+mn-cs"/>
                        </a:rPr>
                        <a:t>Evidence Roadmap</a:t>
                      </a:r>
                    </a:p>
                  </a:txBody>
                  <a:tcPr anchor="ctr">
                    <a:solidFill>
                      <a:srgbClr val="657CAB"/>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28811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rgbClr val="657CAB"/>
                    </a:solidFill>
                  </a:tcPr>
                </a:tc>
                <a:tc gridSpan="2">
                  <a:txBody>
                    <a:bodyPr/>
                    <a:lstStyle/>
                    <a:p>
                      <a:pPr algn="ctr"/>
                      <a:r>
                        <a:rPr lang="en-US" sz="900" b="1" kern="1200">
                          <a:solidFill>
                            <a:schemeClr val="bg1"/>
                          </a:solidFill>
                          <a:latin typeface="+mn-lt"/>
                          <a:ea typeface="+mn-ea"/>
                          <a:cs typeface="+mn-cs"/>
                        </a:rPr>
                        <a:t>2026</a:t>
                      </a:r>
                    </a:p>
                  </a:txBody>
                  <a:tcPr anchor="ctr">
                    <a:solidFill>
                      <a:srgbClr val="657CAB"/>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rgbClr val="657CAB"/>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rgbClr val="657CAB"/>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rgbClr val="657CAB"/>
                    </a:solidFill>
                  </a:tcPr>
                </a:tc>
                <a:tc hMerge="1">
                  <a:txBody>
                    <a:bodyPr/>
                    <a:lstStyle/>
                    <a:p>
                      <a:endParaRPr lang="en-US"/>
                    </a:p>
                  </a:txBody>
                  <a:tcPr/>
                </a:tc>
                <a:extLst>
                  <a:ext uri="{0D108BD9-81ED-4DB2-BD59-A6C34878D82A}">
                    <a16:rowId xmlns:a16="http://schemas.microsoft.com/office/drawing/2014/main" val="2912067414"/>
                  </a:ext>
                </a:extLst>
              </a:tr>
              <a:tr h="28811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tc>
                  <a:txBody>
                    <a:bodyPr/>
                    <a:lstStyle/>
                    <a:p>
                      <a:pPr algn="ctr"/>
                      <a:r>
                        <a:rPr lang="en-US" sz="900" b="1" kern="1200">
                          <a:solidFill>
                            <a:schemeClr val="bg1"/>
                          </a:solidFill>
                          <a:latin typeface="+mn-lt"/>
                          <a:ea typeface="+mn-ea"/>
                          <a:cs typeface="+mn-cs"/>
                        </a:rPr>
                        <a:t>H1</a:t>
                      </a:r>
                    </a:p>
                  </a:txBody>
                  <a:tcPr anchor="ctr">
                    <a:solidFill>
                      <a:srgbClr val="657CAB"/>
                    </a:solidFill>
                  </a:tcPr>
                </a:tc>
                <a:tc>
                  <a:txBody>
                    <a:bodyPr/>
                    <a:lstStyle/>
                    <a:p>
                      <a:pPr algn="ctr"/>
                      <a:r>
                        <a:rPr lang="en-US" sz="900" b="1" kern="1200">
                          <a:solidFill>
                            <a:schemeClr val="bg1"/>
                          </a:solidFill>
                          <a:latin typeface="+mn-lt"/>
                          <a:ea typeface="+mn-ea"/>
                          <a:cs typeface="+mn-cs"/>
                        </a:rPr>
                        <a:t>H2</a:t>
                      </a:r>
                    </a:p>
                  </a:txBody>
                  <a:tcPr anchor="ctr">
                    <a:solidFill>
                      <a:srgbClr val="657CAB"/>
                    </a:solidFill>
                  </a:tcPr>
                </a:tc>
                <a:extLst>
                  <a:ext uri="{0D108BD9-81ED-4DB2-BD59-A6C34878D82A}">
                    <a16:rowId xmlns:a16="http://schemas.microsoft.com/office/drawing/2014/main" val="618320798"/>
                  </a:ext>
                </a:extLst>
              </a:tr>
              <a:tr h="1836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tx1"/>
                          </a:solidFill>
                          <a:effectLst/>
                          <a:uLnTx/>
                          <a:uFillTx/>
                          <a:latin typeface="+mn-lt"/>
                          <a:ea typeface="+mn-ea"/>
                          <a:cs typeface="+mn-cs"/>
                        </a:rPr>
                        <a:t>Data in </a:t>
                      </a:r>
                      <a:r>
                        <a:rPr kumimoji="0" lang="en-GB" sz="900" b="1" i="0" u="none" strike="noStrike" kern="1200" cap="none" spc="0" normalizeH="0" baseline="0" noProof="0">
                          <a:ln>
                            <a:noFill/>
                          </a:ln>
                          <a:solidFill>
                            <a:schemeClr val="tx1"/>
                          </a:solidFill>
                          <a:effectLst/>
                          <a:uLnTx/>
                          <a:uFillTx/>
                          <a:latin typeface="+mn-lt"/>
                          <a:ea typeface="+mn-ea"/>
                          <a:cs typeface="+mn-cs"/>
                        </a:rPr>
                        <a:t>elderly/frail and populations </a:t>
                      </a:r>
                      <a:r>
                        <a:rPr kumimoji="0" lang="en-GB" sz="900" b="0" i="0" u="none" strike="noStrike" kern="1200" cap="none" spc="0" normalizeH="0" baseline="0" noProof="0">
                          <a:ln>
                            <a:noFill/>
                          </a:ln>
                          <a:solidFill>
                            <a:schemeClr val="tx1"/>
                          </a:solidFill>
                          <a:effectLst/>
                          <a:uLnTx/>
                          <a:uFillTx/>
                          <a:latin typeface="+mn-lt"/>
                          <a:ea typeface="+mn-ea"/>
                          <a:cs typeface="+mn-cs"/>
                        </a:rPr>
                        <a:t>with comorbidities</a:t>
                      </a:r>
                      <a:endParaRPr lang="en-GB" sz="900" i="0" kern="1200">
                        <a:solidFill>
                          <a:schemeClr val="bg1">
                            <a:lumMod val="50000"/>
                          </a:schemeClr>
                        </a:solidFill>
                        <a:latin typeface="+mn-lt"/>
                        <a:ea typeface="+mn-ea"/>
                        <a:cs typeface="+mn-cs"/>
                      </a:endParaRPr>
                    </a:p>
                  </a:txBody>
                  <a:tcPr anchor="ctr">
                    <a:solidFill>
                      <a:srgbClr val="E7E7E7"/>
                    </a:solidFill>
                  </a:tcPr>
                </a:tc>
                <a:tc>
                  <a:txBody>
                    <a:bodyPr/>
                    <a:lstStyle/>
                    <a:p>
                      <a:pPr marL="0" algn="l" defTabSz="914400" rtl="0" eaLnBrk="1" latinLnBrk="0" hangingPunct="1"/>
                      <a:endParaRPr lang="en-GB" sz="750" kern="1200">
                        <a:solidFill>
                          <a:schemeClr val="dk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marL="171450" indent="-171450">
                        <a:buFont typeface="Wingdings" panose="05000000000000000000" pitchFamily="2" charset="2"/>
                        <a:buChar char="§"/>
                      </a:pPr>
                      <a:r>
                        <a:rPr lang="en-GB" sz="800" b="1"/>
                        <a:t>Definition of elderly populations needs to be clarified</a:t>
                      </a:r>
                      <a:r>
                        <a:rPr lang="en-GB" sz="800"/>
                        <a:t>, as thresholds vary (e.g., ≥65 vs ≥75 years).</a:t>
                      </a:r>
                    </a:p>
                    <a:p>
                      <a:pPr marL="171450" indent="-171450">
                        <a:buFont typeface="Wingdings" panose="05000000000000000000" pitchFamily="2" charset="2"/>
                        <a:buChar char="§"/>
                      </a:pPr>
                      <a:r>
                        <a:rPr lang="en-GB" sz="800"/>
                        <a:t>Chronological age alone may be insufficient; alternative tools to assess </a:t>
                      </a:r>
                      <a:r>
                        <a:rPr lang="en-GB" sz="800" b="1"/>
                        <a:t>patient frailty</a:t>
                      </a:r>
                      <a:r>
                        <a:rPr lang="en-GB" sz="800"/>
                        <a:t> are often used in clinical practice.</a:t>
                      </a:r>
                    </a:p>
                    <a:p>
                      <a:pPr marL="171450" indent="-171450">
                        <a:buFont typeface="Wingdings" panose="05000000000000000000" pitchFamily="2" charset="2"/>
                        <a:buChar char="§"/>
                      </a:pPr>
                      <a:r>
                        <a:rPr lang="en-GB" sz="800"/>
                        <a:t>There are </a:t>
                      </a:r>
                      <a:r>
                        <a:rPr lang="en-GB" sz="800" b="1"/>
                        <a:t>two ongoing IITs in the EU</a:t>
                      </a:r>
                      <a:r>
                        <a:rPr lang="en-GB" sz="800"/>
                        <a:t> focused on de-escalation of therapy and associated outcomes in elderly patients.</a:t>
                      </a:r>
                    </a:p>
                    <a:p>
                      <a:pPr marL="171450" indent="-171450">
                        <a:buFont typeface="Wingdings" panose="05000000000000000000" pitchFamily="2" charset="2"/>
                        <a:buChar char="§"/>
                      </a:pPr>
                      <a:r>
                        <a:rPr lang="en-GB" sz="800" b="1"/>
                        <a:t>Timing and strategic alignment</a:t>
                      </a:r>
                      <a:r>
                        <a:rPr lang="en-GB" sz="800"/>
                        <a:t> should be discussed, taking into account regional priorities and considerations.</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1093785624"/>
                  </a:ext>
                </a:extLst>
              </a:tr>
              <a:tr h="176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Need for evidence of the </a:t>
                      </a:r>
                      <a:r>
                        <a:rPr kumimoji="0" lang="en-US" sz="900" b="1" i="0" u="none" strike="noStrike" kern="1200" cap="none" spc="0" normalizeH="0" baseline="0" noProof="0">
                          <a:ln>
                            <a:noFill/>
                          </a:ln>
                          <a:solidFill>
                            <a:srgbClr val="000000"/>
                          </a:solidFill>
                          <a:effectLst/>
                          <a:uLnTx/>
                          <a:uFillTx/>
                          <a:latin typeface="+mn-lt"/>
                          <a:ea typeface="+mn-ea"/>
                          <a:cs typeface="+mn-cs"/>
                        </a:rPr>
                        <a:t>impact of external confounders </a:t>
                      </a:r>
                      <a:r>
                        <a:rPr kumimoji="0" lang="en-US" sz="900" b="0" i="0" u="none" strike="noStrike" kern="1200" cap="none" spc="0" normalizeH="0" baseline="0" noProof="0">
                          <a:ln>
                            <a:noFill/>
                          </a:ln>
                          <a:solidFill>
                            <a:srgbClr val="000000"/>
                          </a:solidFill>
                          <a:effectLst/>
                          <a:uLnTx/>
                          <a:uFillTx/>
                          <a:latin typeface="+mn-lt"/>
                          <a:ea typeface="+mn-ea"/>
                          <a:cs typeface="+mn-cs"/>
                        </a:rPr>
                        <a:t>on the performance of </a:t>
                      </a:r>
                      <a:r>
                        <a:rPr kumimoji="0" lang="en-US" sz="900" b="1" i="0" u="none" strike="noStrike" kern="1200" cap="none" spc="0" normalizeH="0" baseline="0" noProof="0">
                          <a:ln>
                            <a:noFill/>
                          </a:ln>
                          <a:solidFill>
                            <a:srgbClr val="000000"/>
                          </a:solidFill>
                          <a:effectLst/>
                          <a:uLnTx/>
                          <a:uFillTx/>
                          <a:latin typeface="+mn-lt"/>
                          <a:ea typeface="+mn-ea"/>
                          <a:cs typeface="+mn-cs"/>
                        </a:rPr>
                        <a:t>RN-305</a:t>
                      </a:r>
                      <a:endParaRPr lang="en-GB" sz="900" b="1"/>
                    </a:p>
                  </a:txBody>
                  <a:tcPr anchor="ctr">
                    <a:solidFill>
                      <a:srgbClr val="CBCBCB"/>
                    </a:solidFill>
                  </a:tcPr>
                </a:tc>
                <a:tc>
                  <a:txBody>
                    <a:bodyPr/>
                    <a:lstStyle/>
                    <a:p>
                      <a:endParaRPr lang="en-GB" sz="9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a:t>Retrospective analysis and statistical coordination typically take 4–5 months, with </a:t>
                      </a:r>
                      <a:r>
                        <a:rPr lang="en-GB" sz="800" b="1"/>
                        <a:t>a realistic timeline of 6–9 months overall</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2942548795"/>
                  </a:ext>
                </a:extLst>
              </a:tr>
            </a:tbl>
          </a:graphicData>
        </a:graphic>
      </p:graphicFrame>
      <p:sp>
        <p:nvSpPr>
          <p:cNvPr id="13" name="Rectangle 12">
            <a:extLst>
              <a:ext uri="{FF2B5EF4-FFF2-40B4-BE49-F238E27FC236}">
                <a16:creationId xmlns:a16="http://schemas.microsoft.com/office/drawing/2014/main" id="{9799D943-70BD-88E2-F29C-BC8C84C176BB}"/>
              </a:ext>
            </a:extLst>
          </p:cNvPr>
          <p:cNvSpPr/>
          <p:nvPr/>
        </p:nvSpPr>
        <p:spPr>
          <a:xfrm>
            <a:off x="122270" y="2518102"/>
            <a:ext cx="228725" cy="360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Medium Priority Gaps </a:t>
            </a:r>
          </a:p>
        </p:txBody>
      </p:sp>
      <p:sp>
        <p:nvSpPr>
          <p:cNvPr id="64" name="TextBox 63">
            <a:extLst>
              <a:ext uri="{FF2B5EF4-FFF2-40B4-BE49-F238E27FC236}">
                <a16:creationId xmlns:a16="http://schemas.microsoft.com/office/drawing/2014/main" id="{46B8F036-976D-0528-CF34-E54B71D7F714}"/>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a:ln>
                  <a:noFill/>
                </a:ln>
                <a:solidFill>
                  <a:srgbClr val="A3333B"/>
                </a:solidFill>
                <a:effectLst/>
                <a:uLnTx/>
                <a:uFillTx/>
                <a:latin typeface="Poppins"/>
                <a:ea typeface="+mn-ea"/>
                <a:cs typeface="+mn-cs"/>
              </a:rPr>
              <a:t>Disclaimer: Timelines may shift based on study readouts and evolving priorities</a:t>
            </a:r>
            <a:endParaRPr kumimoji="0" lang="en-US" sz="800" b="1" i="0" u="none" strike="noStrike" kern="1200" cap="none" spc="0" normalizeH="0" baseline="0" noProof="0">
              <a:ln>
                <a:noFill/>
              </a:ln>
              <a:solidFill>
                <a:srgbClr val="A3333B"/>
              </a:solidFill>
              <a:effectLst/>
              <a:uLnTx/>
              <a:uFillTx/>
              <a:latin typeface="Poppins"/>
              <a:ea typeface="+mn-ea"/>
              <a:cs typeface="+mn-cs"/>
            </a:endParaRPr>
          </a:p>
        </p:txBody>
      </p:sp>
      <p:grpSp>
        <p:nvGrpSpPr>
          <p:cNvPr id="105" name="Group 104">
            <a:extLst>
              <a:ext uri="{FF2B5EF4-FFF2-40B4-BE49-F238E27FC236}">
                <a16:creationId xmlns:a16="http://schemas.microsoft.com/office/drawing/2014/main" id="{703CBE33-7992-91F8-B27C-25E3F99047B4}"/>
              </a:ext>
            </a:extLst>
          </p:cNvPr>
          <p:cNvGrpSpPr/>
          <p:nvPr/>
        </p:nvGrpSpPr>
        <p:grpSpPr>
          <a:xfrm>
            <a:off x="8446122" y="668447"/>
            <a:ext cx="3358520" cy="323165"/>
            <a:chOff x="8469297" y="935394"/>
            <a:chExt cx="3358520" cy="323165"/>
          </a:xfrm>
        </p:grpSpPr>
        <p:sp>
          <p:nvSpPr>
            <p:cNvPr id="106" name="TextBox 105">
              <a:extLst>
                <a:ext uri="{FF2B5EF4-FFF2-40B4-BE49-F238E27FC236}">
                  <a16:creationId xmlns:a16="http://schemas.microsoft.com/office/drawing/2014/main" id="{FE914631-BE1C-6016-2637-2E86657E07DB}"/>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Data Collection</a:t>
              </a:r>
            </a:p>
          </p:txBody>
        </p:sp>
        <p:sp>
          <p:nvSpPr>
            <p:cNvPr id="107" name="Isosceles Triangle 106">
              <a:extLst>
                <a:ext uri="{FF2B5EF4-FFF2-40B4-BE49-F238E27FC236}">
                  <a16:creationId xmlns:a16="http://schemas.microsoft.com/office/drawing/2014/main" id="{21DA5F78-2ACF-4D88-0170-3A7732C1A890}"/>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08" name="Star: 5 Points 107">
              <a:extLst>
                <a:ext uri="{FF2B5EF4-FFF2-40B4-BE49-F238E27FC236}">
                  <a16:creationId xmlns:a16="http://schemas.microsoft.com/office/drawing/2014/main" id="{E3F8A7BF-D876-4055-37E6-51C06EC391A0}"/>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09" name="Arrow: Pentagon 108">
              <a:extLst>
                <a:ext uri="{FF2B5EF4-FFF2-40B4-BE49-F238E27FC236}">
                  <a16:creationId xmlns:a16="http://schemas.microsoft.com/office/drawing/2014/main" id="{DE15A4F9-14BA-6873-0EF8-DE304A9100F6}"/>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110" name="TextBox 109">
              <a:extLst>
                <a:ext uri="{FF2B5EF4-FFF2-40B4-BE49-F238E27FC236}">
                  <a16:creationId xmlns:a16="http://schemas.microsoft.com/office/drawing/2014/main" id="{74EBE4DE-5E59-962D-5DEB-A1B82445F018}"/>
                </a:ext>
              </a:extLst>
            </p:cNvPr>
            <p:cNvSpPr txBox="1"/>
            <p:nvPr/>
          </p:nvSpPr>
          <p:spPr>
            <a:xfrm>
              <a:off x="8918317" y="935394"/>
              <a:ext cx="89788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Timeframe</a:t>
              </a:r>
            </a:p>
          </p:txBody>
        </p:sp>
        <p:sp>
          <p:nvSpPr>
            <p:cNvPr id="111" name="TextBox 110">
              <a:extLst>
                <a:ext uri="{FF2B5EF4-FFF2-40B4-BE49-F238E27FC236}">
                  <a16:creationId xmlns:a16="http://schemas.microsoft.com/office/drawing/2014/main" id="{07A1810A-CD65-4D40-A42F-9C446479B0E1}"/>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Milestone</a:t>
              </a:r>
            </a:p>
          </p:txBody>
        </p:sp>
      </p:grpSp>
      <p:sp>
        <p:nvSpPr>
          <p:cNvPr id="112" name="Footer Placeholder 3">
            <a:extLst>
              <a:ext uri="{FF2B5EF4-FFF2-40B4-BE49-F238E27FC236}">
                <a16:creationId xmlns:a16="http://schemas.microsoft.com/office/drawing/2014/main" id="{28C913BE-8243-817E-6110-EABF8C0974DA}"/>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Key:</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29" name="Footer Placeholder 3">
            <a:extLst>
              <a:ext uri="{FF2B5EF4-FFF2-40B4-BE49-F238E27FC236}">
                <a16:creationId xmlns:a16="http://schemas.microsoft.com/office/drawing/2014/main" id="{17D1AE9C-5C2E-9450-493B-897766474941}"/>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GC: Gastric Cancer; GEJ: Gastroesophageal Junction; HEOR: Health Economics Outcomes Research; IIT: Investigator Initiated Trials; RWE: Real World Evidence</a:t>
            </a:r>
            <a:endParaRPr kumimoji="0" lang="en-US" sz="700" b="0" i="0" u="none" strike="noStrike" kern="1200" cap="none" spc="0" normalizeH="0" baseline="0" noProof="0">
              <a:ln>
                <a:noFill/>
              </a:ln>
              <a:solidFill>
                <a:srgbClr val="000000">
                  <a:lumMod val="65000"/>
                  <a:lumOff val="35000"/>
                </a:srgbClr>
              </a:solidFill>
              <a:effectLst/>
              <a:highlight>
                <a:srgbClr val="FFFF00"/>
              </a:highlight>
              <a:uLnTx/>
              <a:uFillTx/>
              <a:latin typeface="Poppins"/>
              <a:ea typeface="+mn-ea"/>
              <a:cs typeface="+mn-cs"/>
            </a:endParaRPr>
          </a:p>
        </p:txBody>
      </p:sp>
      <p:pic>
        <p:nvPicPr>
          <p:cNvPr id="8" name="Graphic 7">
            <a:extLst>
              <a:ext uri="{FF2B5EF4-FFF2-40B4-BE49-F238E27FC236}">
                <a16:creationId xmlns:a16="http://schemas.microsoft.com/office/drawing/2014/main" id="{DA4ED333-E41A-DCFC-644E-102A0FB31D8F}"/>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083318" y="5071943"/>
            <a:ext cx="301752" cy="329184"/>
          </a:xfrm>
          <a:prstGeom prst="rect">
            <a:avLst/>
          </a:prstGeom>
        </p:spPr>
      </p:pic>
      <p:pic>
        <p:nvPicPr>
          <p:cNvPr id="9" name="Graphic 8">
            <a:extLst>
              <a:ext uri="{FF2B5EF4-FFF2-40B4-BE49-F238E27FC236}">
                <a16:creationId xmlns:a16="http://schemas.microsoft.com/office/drawing/2014/main" id="{E53BD4C9-5DF2-9D85-1709-710A47A2551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11634" y="5124134"/>
            <a:ext cx="274320" cy="274320"/>
          </a:xfrm>
          <a:prstGeom prst="rect">
            <a:avLst/>
          </a:prstGeom>
        </p:spPr>
      </p:pic>
      <p:sp>
        <p:nvSpPr>
          <p:cNvPr id="10" name="Arrow: Pentagon 9">
            <a:extLst>
              <a:ext uri="{FF2B5EF4-FFF2-40B4-BE49-F238E27FC236}">
                <a16:creationId xmlns:a16="http://schemas.microsoft.com/office/drawing/2014/main" id="{481D4395-06A1-2247-7A7A-8E62F84972CE}"/>
              </a:ext>
            </a:extLst>
          </p:cNvPr>
          <p:cNvSpPr/>
          <p:nvPr/>
        </p:nvSpPr>
        <p:spPr>
          <a:xfrm>
            <a:off x="6199654" y="5191456"/>
            <a:ext cx="1584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err="1">
              <a:solidFill>
                <a:schemeClr val="bg1"/>
              </a:solidFill>
            </a:endParaRPr>
          </a:p>
        </p:txBody>
      </p:sp>
      <p:sp>
        <p:nvSpPr>
          <p:cNvPr id="15" name="Star: 5 Points 14">
            <a:extLst>
              <a:ext uri="{FF2B5EF4-FFF2-40B4-BE49-F238E27FC236}">
                <a16:creationId xmlns:a16="http://schemas.microsoft.com/office/drawing/2014/main" id="{1EC7D95D-4C6E-0776-10FB-DCFB4BA4CD80}"/>
              </a:ext>
            </a:extLst>
          </p:cNvPr>
          <p:cNvSpPr/>
          <p:nvPr/>
        </p:nvSpPr>
        <p:spPr>
          <a:xfrm>
            <a:off x="7675654" y="5169273"/>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0" name="TextBox 19">
            <a:extLst>
              <a:ext uri="{FF2B5EF4-FFF2-40B4-BE49-F238E27FC236}">
                <a16:creationId xmlns:a16="http://schemas.microsoft.com/office/drawing/2014/main" id="{C0AE6EF2-18A7-AB4A-239E-CBF42393AE68}"/>
              </a:ext>
            </a:extLst>
          </p:cNvPr>
          <p:cNvSpPr txBox="1"/>
          <p:nvPr/>
        </p:nvSpPr>
        <p:spPr>
          <a:xfrm>
            <a:off x="7792707" y="5097690"/>
            <a:ext cx="1107183" cy="323165"/>
          </a:xfrm>
          <a:prstGeom prst="rect">
            <a:avLst/>
          </a:prstGeom>
          <a:noFill/>
        </p:spPr>
        <p:txBody>
          <a:bodyPr wrap="square" lIns="91440" tIns="91440" rIns="91440" bIns="91440" rtlCol="0">
            <a:spAutoFit/>
          </a:bodyPr>
          <a:lstStyle/>
          <a:p>
            <a:pPr algn="ctr"/>
            <a:r>
              <a:rPr lang="en-US" sz="900"/>
              <a:t>ESMO GI 2026</a:t>
            </a:r>
          </a:p>
        </p:txBody>
      </p:sp>
      <p:sp>
        <p:nvSpPr>
          <p:cNvPr id="21" name="Left Bracket 20">
            <a:extLst>
              <a:ext uri="{FF2B5EF4-FFF2-40B4-BE49-F238E27FC236}">
                <a16:creationId xmlns:a16="http://schemas.microsoft.com/office/drawing/2014/main" id="{36221DCD-7359-D5FD-8636-73E572B71DA9}"/>
              </a:ext>
            </a:extLst>
          </p:cNvPr>
          <p:cNvSpPr/>
          <p:nvPr/>
        </p:nvSpPr>
        <p:spPr>
          <a:xfrm rot="5400000" flipV="1">
            <a:off x="6730072" y="4550666"/>
            <a:ext cx="45719" cy="1116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22" name="TextBox 21">
            <a:extLst>
              <a:ext uri="{FF2B5EF4-FFF2-40B4-BE49-F238E27FC236}">
                <a16:creationId xmlns:a16="http://schemas.microsoft.com/office/drawing/2014/main" id="{435FB980-B0DE-3FD6-D4C4-068E295C6501}"/>
              </a:ext>
            </a:extLst>
          </p:cNvPr>
          <p:cNvSpPr txBox="1"/>
          <p:nvPr/>
        </p:nvSpPr>
        <p:spPr>
          <a:xfrm>
            <a:off x="6249871" y="4775031"/>
            <a:ext cx="1061061" cy="338554"/>
          </a:xfrm>
          <a:prstGeom prst="rect">
            <a:avLst/>
          </a:prstGeom>
          <a:noFill/>
        </p:spPr>
        <p:txBody>
          <a:bodyPr wrap="square">
            <a:spAutoFit/>
          </a:bodyPr>
          <a:lstStyle/>
          <a:p>
            <a:pPr algn="ctr"/>
            <a:r>
              <a:rPr lang="en-GB" sz="800"/>
              <a:t>Retrospective analysis </a:t>
            </a:r>
            <a:r>
              <a:rPr lang="en-GB" sz="800">
                <a:effectLst/>
              </a:rPr>
              <a:t>duration</a:t>
            </a:r>
            <a:endParaRPr lang="en-GB" sz="800"/>
          </a:p>
        </p:txBody>
      </p:sp>
      <p:sp>
        <p:nvSpPr>
          <p:cNvPr id="23" name="Left Bracket 22">
            <a:extLst>
              <a:ext uri="{FF2B5EF4-FFF2-40B4-BE49-F238E27FC236}">
                <a16:creationId xmlns:a16="http://schemas.microsoft.com/office/drawing/2014/main" id="{EF144028-2485-DF20-1B97-AC32DD97CF7D}"/>
              </a:ext>
            </a:extLst>
          </p:cNvPr>
          <p:cNvSpPr/>
          <p:nvPr/>
        </p:nvSpPr>
        <p:spPr>
          <a:xfrm rot="5400000" flipV="1">
            <a:off x="7544795" y="4888036"/>
            <a:ext cx="45719" cy="432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24" name="TextBox 23">
            <a:extLst>
              <a:ext uri="{FF2B5EF4-FFF2-40B4-BE49-F238E27FC236}">
                <a16:creationId xmlns:a16="http://schemas.microsoft.com/office/drawing/2014/main" id="{6C41AC00-FDC0-BF12-9829-17CD324E3E2B}"/>
              </a:ext>
            </a:extLst>
          </p:cNvPr>
          <p:cNvSpPr txBox="1"/>
          <p:nvPr/>
        </p:nvSpPr>
        <p:spPr>
          <a:xfrm>
            <a:off x="7131475" y="4768401"/>
            <a:ext cx="1107184" cy="338554"/>
          </a:xfrm>
          <a:prstGeom prst="rect">
            <a:avLst/>
          </a:prstGeom>
          <a:noFill/>
        </p:spPr>
        <p:txBody>
          <a:bodyPr wrap="square">
            <a:spAutoFit/>
          </a:bodyPr>
          <a:lstStyle/>
          <a:p>
            <a:pPr algn="ctr"/>
            <a:r>
              <a:rPr lang="en-GB" sz="800">
                <a:effectLst/>
              </a:rPr>
              <a:t>Manuscript development</a:t>
            </a:r>
            <a:endParaRPr lang="en-GB" sz="800"/>
          </a:p>
        </p:txBody>
      </p:sp>
      <p:sp>
        <p:nvSpPr>
          <p:cNvPr id="25" name="Star: 5 Points 24">
            <a:extLst>
              <a:ext uri="{FF2B5EF4-FFF2-40B4-BE49-F238E27FC236}">
                <a16:creationId xmlns:a16="http://schemas.microsoft.com/office/drawing/2014/main" id="{531F67E5-A8B0-0480-8383-192C84B9B069}"/>
              </a:ext>
            </a:extLst>
          </p:cNvPr>
          <p:cNvSpPr/>
          <p:nvPr/>
        </p:nvSpPr>
        <p:spPr>
          <a:xfrm>
            <a:off x="7229205" y="5166138"/>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6" name="TextBox 25">
            <a:extLst>
              <a:ext uri="{FF2B5EF4-FFF2-40B4-BE49-F238E27FC236}">
                <a16:creationId xmlns:a16="http://schemas.microsoft.com/office/drawing/2014/main" id="{4083D83A-6273-22B3-EA66-788F2E2D9F11}"/>
              </a:ext>
            </a:extLst>
          </p:cNvPr>
          <p:cNvSpPr txBox="1"/>
          <p:nvPr/>
        </p:nvSpPr>
        <p:spPr>
          <a:xfrm>
            <a:off x="6713556" y="5351257"/>
            <a:ext cx="1107183" cy="461665"/>
          </a:xfrm>
          <a:prstGeom prst="rect">
            <a:avLst/>
          </a:prstGeom>
          <a:noFill/>
        </p:spPr>
        <p:txBody>
          <a:bodyPr wrap="square" lIns="91440" tIns="91440" rIns="91440" bIns="91440" rtlCol="0">
            <a:spAutoFit/>
          </a:bodyPr>
          <a:lstStyle/>
          <a:p>
            <a:pPr algn="ctr"/>
            <a:r>
              <a:rPr lang="en-US" sz="900"/>
              <a:t>Final stats analysis</a:t>
            </a:r>
          </a:p>
        </p:txBody>
      </p:sp>
      <p:sp>
        <p:nvSpPr>
          <p:cNvPr id="31" name="Footer Placeholder 3">
            <a:extLst>
              <a:ext uri="{FF2B5EF4-FFF2-40B4-BE49-F238E27FC236}">
                <a16:creationId xmlns:a16="http://schemas.microsoft.com/office/drawing/2014/main" id="{6B772AD9-4BD5-AB7C-3F95-4AAD3AC307F2}"/>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32" name="Graphic 31">
            <a:extLst>
              <a:ext uri="{FF2B5EF4-FFF2-40B4-BE49-F238E27FC236}">
                <a16:creationId xmlns:a16="http://schemas.microsoft.com/office/drawing/2014/main" id="{5C9AE4F8-CE3E-6A98-D426-A0859BA248F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37570" y="958197"/>
            <a:ext cx="274320" cy="274320"/>
          </a:xfrm>
          <a:prstGeom prst="rect">
            <a:avLst/>
          </a:prstGeom>
        </p:spPr>
      </p:pic>
      <p:pic>
        <p:nvPicPr>
          <p:cNvPr id="33" name="Graphic 32">
            <a:extLst>
              <a:ext uri="{FF2B5EF4-FFF2-40B4-BE49-F238E27FC236}">
                <a16:creationId xmlns:a16="http://schemas.microsoft.com/office/drawing/2014/main" id="{0F8185E9-0DBE-6F51-6FDA-F20AEFC4396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24487" y="958197"/>
            <a:ext cx="274320" cy="274320"/>
          </a:xfrm>
          <a:prstGeom prst="rect">
            <a:avLst/>
          </a:prstGeom>
        </p:spPr>
      </p:pic>
      <p:pic>
        <p:nvPicPr>
          <p:cNvPr id="34" name="Graphic 33">
            <a:extLst>
              <a:ext uri="{FF2B5EF4-FFF2-40B4-BE49-F238E27FC236}">
                <a16:creationId xmlns:a16="http://schemas.microsoft.com/office/drawing/2014/main" id="{FD44E0BD-B2FE-B5A3-DCA3-C6FBC3BB308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14007" y="958197"/>
            <a:ext cx="274320" cy="274320"/>
          </a:xfrm>
          <a:prstGeom prst="rect">
            <a:avLst/>
          </a:prstGeom>
        </p:spPr>
      </p:pic>
      <p:pic>
        <p:nvPicPr>
          <p:cNvPr id="35" name="Graphic 34">
            <a:extLst>
              <a:ext uri="{FF2B5EF4-FFF2-40B4-BE49-F238E27FC236}">
                <a16:creationId xmlns:a16="http://schemas.microsoft.com/office/drawing/2014/main" id="{F14A17A1-B03C-3688-0082-B2203570FBE5}"/>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8194014" y="958557"/>
            <a:ext cx="273600" cy="273600"/>
          </a:xfrm>
          <a:prstGeom prst="rect">
            <a:avLst/>
          </a:prstGeom>
        </p:spPr>
      </p:pic>
      <p:grpSp>
        <p:nvGrpSpPr>
          <p:cNvPr id="2" name="Group 1">
            <a:extLst>
              <a:ext uri="{FF2B5EF4-FFF2-40B4-BE49-F238E27FC236}">
                <a16:creationId xmlns:a16="http://schemas.microsoft.com/office/drawing/2014/main" id="{B34394AF-D7B2-BEEA-29EC-5DF8FA5609FC}"/>
              </a:ext>
            </a:extLst>
          </p:cNvPr>
          <p:cNvGrpSpPr/>
          <p:nvPr/>
        </p:nvGrpSpPr>
        <p:grpSpPr>
          <a:xfrm>
            <a:off x="-9526" y="-7584"/>
            <a:ext cx="11815014" cy="180000"/>
            <a:chOff x="-9526" y="-7584"/>
            <a:chExt cx="11815014" cy="180000"/>
          </a:xfrm>
        </p:grpSpPr>
        <p:sp>
          <p:nvSpPr>
            <p:cNvPr id="7" name="Rectangle 6">
              <a:extLst>
                <a:ext uri="{FF2B5EF4-FFF2-40B4-BE49-F238E27FC236}">
                  <a16:creationId xmlns:a16="http://schemas.microsoft.com/office/drawing/2014/main" id="{5588D273-7531-5DCA-BFA0-AB0157EF0EFC}"/>
                </a:ext>
              </a:extLst>
            </p:cNvPr>
            <p:cNvSpPr/>
            <p:nvPr/>
          </p:nvSpPr>
          <p:spPr>
            <a:xfrm>
              <a:off x="-9526" y="-7584"/>
              <a:ext cx="2045850" cy="180000"/>
            </a:xfrm>
            <a:prstGeom prst="rect">
              <a:avLst/>
            </a:prstGeom>
            <a:solidFill>
              <a:srgbClr val="657CAB"/>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12" name="Arrow: Pentagon 11">
              <a:extLst>
                <a:ext uri="{FF2B5EF4-FFF2-40B4-BE49-F238E27FC236}">
                  <a16:creationId xmlns:a16="http://schemas.microsoft.com/office/drawing/2014/main" id="{CAF7158B-D1B9-272E-A4BA-4D097B34EF0B}"/>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6" name="Arrow: Chevron 15">
              <a:extLst>
                <a:ext uri="{FF2B5EF4-FFF2-40B4-BE49-F238E27FC236}">
                  <a16:creationId xmlns:a16="http://schemas.microsoft.com/office/drawing/2014/main" id="{C48A3933-D8D2-D5A6-747B-633D8467996D}"/>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9" name="Arrow: Chevron 18">
              <a:extLst>
                <a:ext uri="{FF2B5EF4-FFF2-40B4-BE49-F238E27FC236}">
                  <a16:creationId xmlns:a16="http://schemas.microsoft.com/office/drawing/2014/main" id="{0B1BA101-252E-C108-AA77-5EAFAACB2A72}"/>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7" name="Arrow: Chevron 26">
              <a:extLst>
                <a:ext uri="{FF2B5EF4-FFF2-40B4-BE49-F238E27FC236}">
                  <a16:creationId xmlns:a16="http://schemas.microsoft.com/office/drawing/2014/main" id="{0E5C46C3-8C6D-60B3-CC91-FA1C4A86547D}"/>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pic>
        <p:nvPicPr>
          <p:cNvPr id="28" name="Graphic 27">
            <a:extLst>
              <a:ext uri="{FF2B5EF4-FFF2-40B4-BE49-F238E27FC236}">
                <a16:creationId xmlns:a16="http://schemas.microsoft.com/office/drawing/2014/main" id="{A074BF77-C83C-D446-D3FC-F53AD1DE9BA5}"/>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086662" y="3281468"/>
            <a:ext cx="295064" cy="295064"/>
          </a:xfrm>
          <a:prstGeom prst="rect">
            <a:avLst/>
          </a:prstGeom>
        </p:spPr>
      </p:pic>
      <p:pic>
        <p:nvPicPr>
          <p:cNvPr id="4" name="Graphic 3">
            <a:extLst>
              <a:ext uri="{FF2B5EF4-FFF2-40B4-BE49-F238E27FC236}">
                <a16:creationId xmlns:a16="http://schemas.microsoft.com/office/drawing/2014/main" id="{8BAF731D-D7B0-58BD-3911-3DB43E7DD4D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86274" y="3266480"/>
            <a:ext cx="325041" cy="325041"/>
          </a:xfrm>
          <a:prstGeom prst="rect">
            <a:avLst/>
          </a:prstGeom>
        </p:spPr>
      </p:pic>
      <p:sp>
        <p:nvSpPr>
          <p:cNvPr id="50" name="Rectangle 49">
            <a:extLst>
              <a:ext uri="{FF2B5EF4-FFF2-40B4-BE49-F238E27FC236}">
                <a16:creationId xmlns:a16="http://schemas.microsoft.com/office/drawing/2014/main" id="{9B67F99C-1BA4-6DD2-D139-C400ADD4A9B2}"/>
              </a:ext>
            </a:extLst>
          </p:cNvPr>
          <p:cNvSpPr/>
          <p:nvPr/>
        </p:nvSpPr>
        <p:spPr>
          <a:xfrm>
            <a:off x="6484616" y="3165142"/>
            <a:ext cx="4927221" cy="3217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20000"/>
          </a:bodyPr>
          <a:lstStyle/>
          <a:p>
            <a:pPr algn="ctr"/>
            <a:r>
              <a:rPr lang="en-US">
                <a:solidFill>
                  <a:schemeClr val="bg1"/>
                </a:solidFill>
              </a:rPr>
              <a:t>Timeline – </a:t>
            </a:r>
            <a:r>
              <a:rPr lang="en-US" i="1">
                <a:solidFill>
                  <a:schemeClr val="bg1"/>
                </a:solidFill>
              </a:rPr>
              <a:t>To be discussed internally</a:t>
            </a:r>
          </a:p>
        </p:txBody>
      </p:sp>
    </p:spTree>
    <p:extLst>
      <p:ext uri="{BB962C8B-B14F-4D97-AF65-F5344CB8AC3E}">
        <p14:creationId xmlns:p14="http://schemas.microsoft.com/office/powerpoint/2010/main" val="36877988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AF14B-0E36-F6A4-69DC-4DEAC8AE082A}"/>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19A5A8B-D35E-6F8E-964B-A04B89F8CB01}"/>
              </a:ext>
            </a:extLst>
          </p:cNvPr>
          <p:cNvGraphicFramePr>
            <a:graphicFrameLocks noChangeAspect="1"/>
          </p:cNvGraphicFramePr>
          <p:nvPr>
            <p:custDataLst>
              <p:tags r:id="rId1"/>
            </p:custDataLst>
            <p:extLst>
              <p:ext uri="{D42A27DB-BD31-4B8C-83A1-F6EECF244321}">
                <p14:modId xmlns:p14="http://schemas.microsoft.com/office/powerpoint/2010/main" val="27948209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F19A5A8B-D35E-6F8E-964B-A04B89F8C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EBE4F80-FEF2-DD59-BC11-CF7A7849AEEB}"/>
              </a:ext>
            </a:extLst>
          </p:cNvPr>
          <p:cNvSpPr>
            <a:spLocks noGrp="1"/>
          </p:cNvSpPr>
          <p:nvPr>
            <p:ph type="ctrTitle"/>
          </p:nvPr>
        </p:nvSpPr>
        <p:spPr>
          <a:xfrm>
            <a:off x="336165" y="3000231"/>
            <a:ext cx="9609346" cy="738664"/>
          </a:xfrm>
        </p:spPr>
        <p:txBody>
          <a:bodyPr vert="horz"/>
          <a:lstStyle/>
          <a:p>
            <a:r>
              <a:rPr lang="en-US" b="1"/>
              <a:t>Across Lung</a:t>
            </a:r>
          </a:p>
        </p:txBody>
      </p:sp>
      <p:pic>
        <p:nvPicPr>
          <p:cNvPr id="5" name="Graphic 4">
            <a:hlinkClick r:id="rId5" action="ppaction://hlinksldjump"/>
            <a:extLst>
              <a:ext uri="{FF2B5EF4-FFF2-40B4-BE49-F238E27FC236}">
                <a16:creationId xmlns:a16="http://schemas.microsoft.com/office/drawing/2014/main" id="{B81FC36E-5C79-A710-483F-B4E2E38912D2}"/>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110002" y="6124703"/>
            <a:ext cx="720000" cy="720000"/>
          </a:xfrm>
          <a:prstGeom prst="rect">
            <a:avLst/>
          </a:prstGeom>
        </p:spPr>
      </p:pic>
    </p:spTree>
    <p:extLst>
      <p:ext uri="{BB962C8B-B14F-4D97-AF65-F5344CB8AC3E}">
        <p14:creationId xmlns:p14="http://schemas.microsoft.com/office/powerpoint/2010/main" val="42854883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996-ED76-EB12-FEC1-54D16CD41E6C}"/>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BE121902-8A60-5111-E8E1-D346BFAB9555}"/>
              </a:ext>
            </a:extLst>
          </p:cNvPr>
          <p:cNvGraphicFramePr>
            <a:graphicFrameLocks noChangeAspect="1"/>
          </p:cNvGraphicFramePr>
          <p:nvPr>
            <p:custDataLst>
              <p:tags r:id="rId1"/>
            </p:custDataLst>
            <p:extLst>
              <p:ext uri="{D42A27DB-BD31-4B8C-83A1-F6EECF244321}">
                <p14:modId xmlns:p14="http://schemas.microsoft.com/office/powerpoint/2010/main" val="8553577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BE121902-8A60-5111-E8E1-D346BFAB95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977AB17-136F-8B27-3635-BF1E93F95960}"/>
              </a:ext>
            </a:extLst>
          </p:cNvPr>
          <p:cNvSpPr>
            <a:spLocks noGrp="1"/>
          </p:cNvSpPr>
          <p:nvPr>
            <p:ph type="title"/>
          </p:nvPr>
        </p:nvSpPr>
        <p:spPr>
          <a:xfrm>
            <a:off x="358337" y="271427"/>
            <a:ext cx="11470125" cy="369332"/>
          </a:xfrm>
        </p:spPr>
        <p:txBody>
          <a:bodyPr vert="horz"/>
          <a:lstStyle/>
          <a:p>
            <a:r>
              <a:rPr lang="en-US" sz="2400"/>
              <a:t>Evidence Gap Prioritization: Across Lung</a:t>
            </a:r>
          </a:p>
        </p:txBody>
      </p:sp>
      <p:sp>
        <p:nvSpPr>
          <p:cNvPr id="4" name="Footer Placeholder 3">
            <a:extLst>
              <a:ext uri="{FF2B5EF4-FFF2-40B4-BE49-F238E27FC236}">
                <a16:creationId xmlns:a16="http://schemas.microsoft.com/office/drawing/2014/main" id="{F9CBAEF2-6085-D361-31B6-4C934FC2E137}"/>
              </a:ext>
            </a:extLst>
          </p:cNvPr>
          <p:cNvSpPr>
            <a:spLocks noGrp="1"/>
          </p:cNvSpPr>
          <p:nvPr>
            <p:ph type="ftr" sz="quarter" idx="10"/>
          </p:nvPr>
        </p:nvSpPr>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1. Key markets for each gap were determined based on materials audit, interview discussions and related pre-work, and insights gathered during the two-day workshops</a:t>
            </a: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Abbreviations: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ES-Extensive-Stage Small Cell Lung Cancer;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mAb</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Monoclonal Antibody;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mets</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a:t>
            </a:r>
            <a:r>
              <a:rPr lang="en-US">
                <a:solidFill>
                  <a:srgbClr val="000000">
                    <a:lumMod val="65000"/>
                    <a:lumOff val="35000"/>
                  </a:srgbClr>
                </a:solidFill>
                <a:latin typeface="Poppins"/>
              </a:rPr>
              <a:t>Metastases;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NSCLC: Non-Small Cell Lung Cancer; PD-1: Programmed Cell Death-(Ligand) 1; VEGF</a:t>
            </a:r>
            <a:r>
              <a:rPr kumimoji="0" lang="en-US" sz="700" b="1" i="0" u="none" strike="noStrike" kern="1200" cap="none" spc="0" normalizeH="0" baseline="0" noProof="0">
                <a:ln>
                  <a:noFill/>
                </a:ln>
                <a:solidFill>
                  <a:srgbClr val="000000">
                    <a:lumMod val="65000"/>
                    <a:lumOff val="35000"/>
                  </a:srgbClr>
                </a:solidFill>
                <a:effectLst/>
                <a:uLnTx/>
                <a:uFillTx/>
                <a:latin typeface="Poppins"/>
                <a:ea typeface="+mn-ea"/>
                <a:cs typeface="+mn-cs"/>
              </a:rPr>
              <a:t>: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Vascular Endothelial Growth Factor</a:t>
            </a:r>
          </a:p>
        </p:txBody>
      </p:sp>
      <p:graphicFrame>
        <p:nvGraphicFramePr>
          <p:cNvPr id="21511" name="Table 21510">
            <a:extLst>
              <a:ext uri="{FF2B5EF4-FFF2-40B4-BE49-F238E27FC236}">
                <a16:creationId xmlns:a16="http://schemas.microsoft.com/office/drawing/2014/main" id="{553FCD16-0FC4-3541-2AC9-1247D02053F5}"/>
              </a:ext>
            </a:extLst>
          </p:cNvPr>
          <p:cNvGraphicFramePr>
            <a:graphicFrameLocks noGrp="1"/>
          </p:cNvGraphicFramePr>
          <p:nvPr>
            <p:extLst>
              <p:ext uri="{D42A27DB-BD31-4B8C-83A1-F6EECF244321}">
                <p14:modId xmlns:p14="http://schemas.microsoft.com/office/powerpoint/2010/main" val="1658307269"/>
              </p:ext>
            </p:extLst>
          </p:nvPr>
        </p:nvGraphicFramePr>
        <p:xfrm>
          <a:off x="6114957" y="1499764"/>
          <a:ext cx="5732460" cy="4465984"/>
        </p:xfrm>
        <a:graphic>
          <a:graphicData uri="http://schemas.openxmlformats.org/drawingml/2006/table">
            <a:tbl>
              <a:tblPr firstRow="1" bandRow="1">
                <a:tableStyleId>{9DCAF9ED-07DC-4A11-8D7F-57B35C25682E}</a:tableStyleId>
              </a:tblPr>
              <a:tblGrid>
                <a:gridCol w="338604">
                  <a:extLst>
                    <a:ext uri="{9D8B030D-6E8A-4147-A177-3AD203B41FA5}">
                      <a16:colId xmlns:a16="http://schemas.microsoft.com/office/drawing/2014/main" val="1446160234"/>
                    </a:ext>
                  </a:extLst>
                </a:gridCol>
                <a:gridCol w="1200636">
                  <a:extLst>
                    <a:ext uri="{9D8B030D-6E8A-4147-A177-3AD203B41FA5}">
                      <a16:colId xmlns:a16="http://schemas.microsoft.com/office/drawing/2014/main" val="638213638"/>
                    </a:ext>
                  </a:extLst>
                </a:gridCol>
                <a:gridCol w="4193220">
                  <a:extLst>
                    <a:ext uri="{9D8B030D-6E8A-4147-A177-3AD203B41FA5}">
                      <a16:colId xmlns:a16="http://schemas.microsoft.com/office/drawing/2014/main" val="1680224606"/>
                    </a:ext>
                  </a:extLst>
                </a:gridCol>
              </a:tblGrid>
              <a:tr h="276684">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Across Lung </a:t>
                      </a:r>
                      <a:r>
                        <a:rPr lang="en-US" sz="1200" b="1" i="0">
                          <a:solidFill>
                            <a:schemeClr val="bg1"/>
                          </a:solidFill>
                        </a:rPr>
                        <a:t>(NSCLC, ES-SCLC)</a:t>
                      </a:r>
                      <a:endParaRPr lang="en-US" sz="1200" b="1" i="1">
                        <a:solidFill>
                          <a:schemeClr val="bg1"/>
                        </a:solidFill>
                      </a:endParaRPr>
                    </a:p>
                  </a:txBody>
                  <a:tcPr marL="51615" marR="51615" anchor="ctr">
                    <a:solidFill>
                      <a:srgbClr val="00B0F0"/>
                    </a:solidFill>
                  </a:tcPr>
                </a:tc>
                <a:tc hMerge="1">
                  <a:txBody>
                    <a:bodyPr/>
                    <a:lstStyle/>
                    <a:p>
                      <a:endParaRPr lang="en-GB"/>
                    </a:p>
                  </a:txBody>
                  <a:tcPr/>
                </a:tc>
                <a:tc hMerge="1">
                  <a:txBody>
                    <a:bodyPr/>
                    <a:lstStyle/>
                    <a:p>
                      <a:endParaRPr lang="en-US" sz="1200" b="1">
                        <a:solidFill>
                          <a:schemeClr val="bg1"/>
                        </a:solidFill>
                      </a:endParaRPr>
                    </a:p>
                  </a:txBody>
                  <a:tcPr marL="51615" marR="51615">
                    <a:solidFill>
                      <a:schemeClr val="accent1"/>
                    </a:solidFill>
                  </a:tcPr>
                </a:tc>
                <a:extLst>
                  <a:ext uri="{0D108BD9-81ED-4DB2-BD59-A6C34878D82A}">
                    <a16:rowId xmlns:a16="http://schemas.microsoft.com/office/drawing/2014/main" val="170152819"/>
                  </a:ext>
                </a:extLst>
              </a:tr>
              <a:tr h="276684">
                <a:tc>
                  <a:txBody>
                    <a:bodyPr/>
                    <a:lstStyle/>
                    <a:p>
                      <a:endParaRPr lang="en-US" sz="1200" b="1">
                        <a:solidFill>
                          <a:schemeClr val="bg1"/>
                        </a:solidFill>
                      </a:endParaRPr>
                    </a:p>
                  </a:txBody>
                  <a:tcPr marL="51615" marR="51615">
                    <a:solidFill>
                      <a:srgbClr val="00B0F0"/>
                    </a:solidFill>
                  </a:tcPr>
                </a:tc>
                <a:tc>
                  <a:txBody>
                    <a:bodyPr/>
                    <a:lstStyle/>
                    <a:p>
                      <a:pPr algn="ctr"/>
                      <a:r>
                        <a:rPr lang="en-US" sz="1200" b="1">
                          <a:solidFill>
                            <a:schemeClr val="bg1"/>
                          </a:solidFill>
                        </a:rPr>
                        <a:t>Key Markets</a:t>
                      </a:r>
                      <a:r>
                        <a:rPr lang="en-US" sz="1200" b="1" baseline="30000">
                          <a:solidFill>
                            <a:schemeClr val="bg1"/>
                          </a:solidFill>
                        </a:rPr>
                        <a:t>1</a:t>
                      </a:r>
                      <a:endParaRPr lang="en-US" sz="1200" b="1">
                        <a:solidFill>
                          <a:schemeClr val="bg1"/>
                        </a:solidFill>
                      </a:endParaRPr>
                    </a:p>
                  </a:txBody>
                  <a:tcPr marL="51615" marR="51615" anchor="ctr">
                    <a:solidFill>
                      <a:srgbClr val="00B0F0"/>
                    </a:solidFill>
                  </a:tcPr>
                </a:tc>
                <a:tc>
                  <a:txBody>
                    <a:bodyPr/>
                    <a:lstStyle/>
                    <a:p>
                      <a:r>
                        <a:rPr lang="en-US" sz="1200" b="1">
                          <a:solidFill>
                            <a:schemeClr val="bg1"/>
                          </a:solidFill>
                        </a:rPr>
                        <a:t>Evidence Gaps</a:t>
                      </a:r>
                    </a:p>
                  </a:txBody>
                  <a:tcPr marL="51615" marR="51615" anchor="ctr">
                    <a:solidFill>
                      <a:srgbClr val="00B0F0"/>
                    </a:solidFill>
                  </a:tcPr>
                </a:tc>
                <a:extLst>
                  <a:ext uri="{0D108BD9-81ED-4DB2-BD59-A6C34878D82A}">
                    <a16:rowId xmlns:a16="http://schemas.microsoft.com/office/drawing/2014/main" val="936799235"/>
                  </a:ext>
                </a:extLst>
              </a:tr>
              <a:tr h="978154">
                <a:tc>
                  <a:txBody>
                    <a:bodyPr/>
                    <a:lstStyle/>
                    <a:p>
                      <a:pPr algn="ctr"/>
                      <a:r>
                        <a:rPr lang="en-US" sz="1200" b="1">
                          <a:solidFill>
                            <a:schemeClr val="accent3"/>
                          </a:solidFill>
                        </a:rPr>
                        <a:t>1</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Need for comparative data (e.g., </a:t>
                      </a:r>
                      <a:r>
                        <a:rPr kumimoji="0" lang="en-US" sz="1200" b="1" i="0" u="none" strike="noStrike" kern="1200" cap="none" spc="0" normalizeH="0" baseline="0" noProof="0">
                          <a:ln>
                            <a:noFill/>
                          </a:ln>
                          <a:solidFill>
                            <a:srgbClr val="000000"/>
                          </a:solidFill>
                          <a:effectLst/>
                          <a:uLnTx/>
                          <a:uFillTx/>
                          <a:latin typeface="+mn-lt"/>
                          <a:ea typeface="+mn-ea"/>
                          <a:cs typeface="+mn-cs"/>
                        </a:rPr>
                        <a:t>safety/tolerability data</a:t>
                      </a:r>
                      <a:r>
                        <a:rPr kumimoji="0" lang="en-US" sz="1200" b="0" i="0" u="none" strike="noStrike" kern="1200" cap="none" spc="0" normalizeH="0" baseline="0" noProof="0">
                          <a:ln>
                            <a:noFill/>
                          </a:ln>
                          <a:solidFill>
                            <a:srgbClr val="000000"/>
                          </a:solidFill>
                          <a:effectLst/>
                          <a:uLnTx/>
                          <a:uFillTx/>
                          <a:latin typeface="+mn-lt"/>
                          <a:ea typeface="+mn-ea"/>
                          <a:cs typeface="+mn-cs"/>
                        </a:rPr>
                        <a:t>) against competitors </a:t>
                      </a:r>
                      <a:r>
                        <a:rPr kumimoji="0" lang="en-US" sz="1200" b="1" i="0" u="none" strike="noStrike" kern="1200" cap="none" spc="0" normalizeH="0" baseline="0" noProof="0">
                          <a:ln>
                            <a:noFill/>
                          </a:ln>
                          <a:solidFill>
                            <a:srgbClr val="000000"/>
                          </a:solidFill>
                          <a:effectLst/>
                          <a:uLnTx/>
                          <a:uFillTx/>
                          <a:latin typeface="+mn-lt"/>
                          <a:ea typeface="+mn-ea"/>
                          <a:cs typeface="+mn-cs"/>
                        </a:rPr>
                        <a:t>PD-1/PD-L1 mAb and PD-1 x VEGF bispecifics</a:t>
                      </a:r>
                      <a:r>
                        <a:rPr kumimoji="0" lang="en-US" sz="1200" b="0" i="0" u="none" strike="noStrike" kern="1200" cap="none" spc="0" normalizeH="0" baseline="0" noProof="0">
                          <a:ln>
                            <a:noFill/>
                          </a:ln>
                          <a:solidFill>
                            <a:srgbClr val="000000"/>
                          </a:solidFill>
                          <a:effectLst/>
                          <a:uLnTx/>
                          <a:uFillTx/>
                          <a:latin typeface="+mn-lt"/>
                          <a:ea typeface="+mn-ea"/>
                          <a:cs typeface="+mn-cs"/>
                        </a:rPr>
                        <a:t> (mNSCLC)</a:t>
                      </a:r>
                    </a:p>
                  </a:txBody>
                  <a:tcPr marL="51615" marR="51615" anchor="ctr"/>
                </a:tc>
                <a:extLst>
                  <a:ext uri="{0D108BD9-81ED-4DB2-BD59-A6C34878D82A}">
                    <a16:rowId xmlns:a16="http://schemas.microsoft.com/office/drawing/2014/main" val="3410379953"/>
                  </a:ext>
                </a:extLst>
              </a:tr>
              <a:tr h="978154">
                <a:tc>
                  <a:txBody>
                    <a:bodyPr/>
                    <a:lstStyle/>
                    <a:p>
                      <a:pPr algn="ctr"/>
                      <a:r>
                        <a:rPr lang="en-US" sz="1200" b="1">
                          <a:solidFill>
                            <a:schemeClr val="accent3"/>
                          </a:solidFill>
                        </a:rPr>
                        <a:t>2</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1200">
                          <a:solidFill>
                            <a:schemeClr val="tx1"/>
                          </a:solidFill>
                          <a:latin typeface="+mn-lt"/>
                          <a:ea typeface="+mn-ea"/>
                          <a:cs typeface="+mn-cs"/>
                        </a:rPr>
                        <a:t>Need for </a:t>
                      </a:r>
                      <a:r>
                        <a:rPr lang="en-US" sz="1200" b="1" i="0" kern="1200">
                          <a:solidFill>
                            <a:schemeClr val="tx1"/>
                          </a:solidFill>
                          <a:latin typeface="+mn-lt"/>
                          <a:ea typeface="+mn-ea"/>
                          <a:cs typeface="+mn-cs"/>
                        </a:rPr>
                        <a:t>efficacy &amp; outcomes data by </a:t>
                      </a:r>
                      <a:r>
                        <a:rPr lang="en-US" sz="1200" b="1" i="0" kern="1200" err="1">
                          <a:solidFill>
                            <a:schemeClr val="tx1"/>
                          </a:solidFill>
                          <a:latin typeface="+mn-lt"/>
                          <a:ea typeface="+mn-ea"/>
                          <a:cs typeface="+mn-cs"/>
                        </a:rPr>
                        <a:t>CTx</a:t>
                      </a:r>
                      <a:r>
                        <a:rPr lang="en-US" sz="1200" b="1" i="0" kern="1200">
                          <a:solidFill>
                            <a:schemeClr val="tx1"/>
                          </a:solidFill>
                          <a:latin typeface="+mn-lt"/>
                          <a:ea typeface="+mn-ea"/>
                          <a:cs typeface="+mn-cs"/>
                        </a:rPr>
                        <a:t> treatment </a:t>
                      </a:r>
                      <a:r>
                        <a:rPr lang="en-US" sz="1200" i="0" kern="1200">
                          <a:solidFill>
                            <a:schemeClr val="tx1"/>
                          </a:solidFill>
                          <a:latin typeface="+mn-lt"/>
                          <a:ea typeface="+mn-ea"/>
                          <a:cs typeface="+mn-cs"/>
                        </a:rPr>
                        <a:t>(i.e., cisplatin vs carboplatin vs cisplatin </a:t>
                      </a:r>
                      <a:r>
                        <a:rPr lang="en-US" sz="1200" i="0" kern="1200">
                          <a:solidFill>
                            <a:schemeClr val="tx1"/>
                          </a:solidFill>
                          <a:latin typeface="+mn-lt"/>
                          <a:ea typeface="+mn-ea"/>
                          <a:cs typeface="+mn-cs"/>
                          <a:sym typeface="Wingdings" panose="05000000000000000000" pitchFamily="2" charset="2"/>
                        </a:rPr>
                        <a:t> carboplatin switch due to AEs)</a:t>
                      </a:r>
                      <a:endParaRPr lang="en-US" sz="1200" i="0" kern="1200">
                        <a:solidFill>
                          <a:schemeClr val="tx1"/>
                        </a:solidFill>
                        <a:latin typeface="+mn-lt"/>
                        <a:ea typeface="+mn-ea"/>
                        <a:cs typeface="+mn-cs"/>
                      </a:endParaRPr>
                    </a:p>
                  </a:txBody>
                  <a:tcPr marL="51615" marR="51615" anchor="ctr"/>
                </a:tc>
                <a:extLst>
                  <a:ext uri="{0D108BD9-81ED-4DB2-BD59-A6C34878D82A}">
                    <a16:rowId xmlns:a16="http://schemas.microsoft.com/office/drawing/2014/main" val="1309242443"/>
                  </a:ext>
                </a:extLst>
              </a:tr>
              <a:tr h="978154">
                <a:tc>
                  <a:txBody>
                    <a:bodyPr/>
                    <a:lstStyle/>
                    <a:p>
                      <a:pPr algn="ctr"/>
                      <a:r>
                        <a:rPr lang="en-US" sz="1200" b="1">
                          <a:solidFill>
                            <a:schemeClr val="accent3"/>
                          </a:solidFill>
                        </a:rPr>
                        <a:t>3</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Need for data that supports </a:t>
                      </a:r>
                      <a:r>
                        <a:rPr kumimoji="0" lang="en-US" sz="1200" b="1" i="0" u="none" strike="noStrike" kern="1200" cap="none" spc="0" normalizeH="0" baseline="0" noProof="0">
                          <a:ln>
                            <a:noFill/>
                          </a:ln>
                          <a:solidFill>
                            <a:srgbClr val="000000"/>
                          </a:solidFill>
                          <a:effectLst/>
                          <a:uLnTx/>
                          <a:uFillTx/>
                          <a:latin typeface="+mn-lt"/>
                          <a:ea typeface="+mn-ea"/>
                          <a:cs typeface="+mn-cs"/>
                        </a:rPr>
                        <a:t>optimal treatment sequencing </a:t>
                      </a:r>
                      <a:r>
                        <a:rPr kumimoji="0" lang="en-US" sz="1200" b="0" i="0" u="none" strike="noStrike" kern="1200" cap="none" spc="0" normalizeH="0" baseline="0" noProof="0">
                          <a:ln>
                            <a:noFill/>
                          </a:ln>
                          <a:solidFill>
                            <a:srgbClr val="000000"/>
                          </a:solidFill>
                          <a:effectLst/>
                          <a:uLnTx/>
                          <a:uFillTx/>
                          <a:latin typeface="+mn-lt"/>
                          <a:ea typeface="+mn-ea"/>
                          <a:cs typeface="+mn-cs"/>
                        </a:rPr>
                        <a:t>in different patient types (e.g., </a:t>
                      </a:r>
                      <a:r>
                        <a:rPr kumimoji="0" lang="en-US" sz="1200" b="1" i="0" u="none" strike="noStrike" kern="1200" cap="none" spc="0" normalizeH="0" baseline="0" noProof="0">
                          <a:ln>
                            <a:noFill/>
                          </a:ln>
                          <a:solidFill>
                            <a:srgbClr val="000000"/>
                          </a:solidFill>
                          <a:effectLst/>
                          <a:uLnTx/>
                          <a:uFillTx/>
                          <a:latin typeface="+mn-lt"/>
                          <a:ea typeface="+mn-ea"/>
                          <a:cs typeface="+mn-cs"/>
                        </a:rPr>
                        <a:t>smokers vs non-smokers, brain / liver mets</a:t>
                      </a:r>
                      <a:r>
                        <a:rPr kumimoji="0" lang="en-US" sz="1200" b="0" i="0" u="none" strike="noStrike" kern="1200" cap="none" spc="0" normalizeH="0" baseline="0" noProof="0">
                          <a:ln>
                            <a:noFill/>
                          </a:ln>
                          <a:solidFill>
                            <a:srgbClr val="000000"/>
                          </a:solidFill>
                          <a:effectLst/>
                          <a:uLnTx/>
                          <a:uFillTx/>
                          <a:latin typeface="+mn-lt"/>
                          <a:ea typeface="+mn-ea"/>
                          <a:cs typeface="+mn-cs"/>
                        </a:rPr>
                        <a:t>)</a:t>
                      </a:r>
                    </a:p>
                  </a:txBody>
                  <a:tcPr marL="51615" marR="51615" anchor="ctr"/>
                </a:tc>
                <a:extLst>
                  <a:ext uri="{0D108BD9-81ED-4DB2-BD59-A6C34878D82A}">
                    <a16:rowId xmlns:a16="http://schemas.microsoft.com/office/drawing/2014/main" val="415336545"/>
                  </a:ext>
                </a:extLst>
              </a:tr>
              <a:tr h="978154">
                <a:tc>
                  <a:txBody>
                    <a:bodyPr/>
                    <a:lstStyle/>
                    <a:p>
                      <a:pPr algn="ctr"/>
                      <a:r>
                        <a:rPr lang="en-US" sz="1200" b="1">
                          <a:solidFill>
                            <a:schemeClr val="accent3"/>
                          </a:solidFill>
                        </a:rPr>
                        <a:t>4</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Additional analyses </a:t>
                      </a:r>
                      <a:r>
                        <a:rPr lang="en-US" sz="1200" b="1"/>
                        <a:t>supporting reimbursement in the case of label restriction</a:t>
                      </a:r>
                      <a:r>
                        <a:rPr lang="en-US" sz="1200"/>
                        <a:t> in local markets</a:t>
                      </a:r>
                    </a:p>
                  </a:txBody>
                  <a:tcPr marL="51615" marR="51615" anchor="ctr"/>
                </a:tc>
                <a:extLst>
                  <a:ext uri="{0D108BD9-81ED-4DB2-BD59-A6C34878D82A}">
                    <a16:rowId xmlns:a16="http://schemas.microsoft.com/office/drawing/2014/main" val="601365231"/>
                  </a:ext>
                </a:extLst>
              </a:tr>
            </a:tbl>
          </a:graphicData>
        </a:graphic>
      </p:graphicFrame>
      <p:grpSp>
        <p:nvGrpSpPr>
          <p:cNvPr id="46" name="Group 45">
            <a:extLst>
              <a:ext uri="{FF2B5EF4-FFF2-40B4-BE49-F238E27FC236}">
                <a16:creationId xmlns:a16="http://schemas.microsoft.com/office/drawing/2014/main" id="{8E944FE5-676F-A91A-342E-DFBE655D9967}"/>
              </a:ext>
            </a:extLst>
          </p:cNvPr>
          <p:cNvGrpSpPr/>
          <p:nvPr/>
        </p:nvGrpSpPr>
        <p:grpSpPr>
          <a:xfrm>
            <a:off x="271709" y="1739088"/>
            <a:ext cx="5702261" cy="3731496"/>
            <a:chOff x="358337" y="1921968"/>
            <a:chExt cx="5702261" cy="3731496"/>
          </a:xfrm>
        </p:grpSpPr>
        <p:grpSp>
          <p:nvGrpSpPr>
            <p:cNvPr id="21" name="Group 20">
              <a:extLst>
                <a:ext uri="{FF2B5EF4-FFF2-40B4-BE49-F238E27FC236}">
                  <a16:creationId xmlns:a16="http://schemas.microsoft.com/office/drawing/2014/main" id="{B12D7948-91EA-3ECA-6758-218A6D90C74E}"/>
                </a:ext>
              </a:extLst>
            </p:cNvPr>
            <p:cNvGrpSpPr/>
            <p:nvPr/>
          </p:nvGrpSpPr>
          <p:grpSpPr>
            <a:xfrm>
              <a:off x="358337" y="2353224"/>
              <a:ext cx="5702261" cy="3300240"/>
              <a:chOff x="5777720" y="2434279"/>
              <a:chExt cx="5702261" cy="3300240"/>
            </a:xfrm>
          </p:grpSpPr>
          <p:sp>
            <p:nvSpPr>
              <p:cNvPr id="22" name="Double flèche horizontale 8">
                <a:extLst>
                  <a:ext uri="{FF2B5EF4-FFF2-40B4-BE49-F238E27FC236}">
                    <a16:creationId xmlns:a16="http://schemas.microsoft.com/office/drawing/2014/main" id="{93CB44A6-2423-896E-F361-8DE3172C2E00}"/>
                  </a:ext>
                </a:extLst>
              </p:cNvPr>
              <p:cNvSpPr/>
              <p:nvPr/>
            </p:nvSpPr>
            <p:spPr>
              <a:xfrm>
                <a:off x="6223981" y="5388456"/>
                <a:ext cx="5256000" cy="135443"/>
              </a:xfrm>
              <a:prstGeom prs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7" name="ShapeNameChangedByPowerUser1">
                <a:extLst>
                  <a:ext uri="{FF2B5EF4-FFF2-40B4-BE49-F238E27FC236}">
                    <a16:creationId xmlns:a16="http://schemas.microsoft.com/office/drawing/2014/main" id="{25E3391B-4A0A-A431-E2BA-E256A96CCAAE}"/>
                  </a:ext>
                </a:extLst>
              </p:cNvPr>
              <p:cNvSpPr txBox="1"/>
              <p:nvPr/>
            </p:nvSpPr>
            <p:spPr>
              <a:xfrm>
                <a:off x="7229722" y="5549853"/>
                <a:ext cx="3244518" cy="184666"/>
              </a:xfrm>
              <a:prstGeom prst="rect">
                <a:avLst/>
              </a:prstGeom>
              <a:solidFill>
                <a:schemeClr val="lt1"/>
              </a:solidFill>
              <a:ln>
                <a:solidFill>
                  <a:schemeClr val="bg1"/>
                </a:solid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Urgency to Generate Evidence</a:t>
                </a:r>
              </a:p>
            </p:txBody>
          </p:sp>
          <p:sp>
            <p:nvSpPr>
              <p:cNvPr id="28" name="ShapeNameChangedByPowerUser1">
                <a:extLst>
                  <a:ext uri="{FF2B5EF4-FFF2-40B4-BE49-F238E27FC236}">
                    <a16:creationId xmlns:a16="http://schemas.microsoft.com/office/drawing/2014/main" id="{F309E663-D386-F46D-2D46-2B4C07D231DA}"/>
                  </a:ext>
                </a:extLst>
              </p:cNvPr>
              <p:cNvSpPr/>
              <p:nvPr/>
            </p:nvSpPr>
            <p:spPr>
              <a:xfrm>
                <a:off x="8035550" y="2581275"/>
                <a:ext cx="1602541" cy="1273478"/>
              </a:xfrm>
              <a:prstGeom prst="rect">
                <a:avLst/>
              </a:prstGeom>
              <a:solidFill>
                <a:srgbClr val="8BD44E"/>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9" name="Rectangle à coins arrondis 3">
                <a:extLst>
                  <a:ext uri="{FF2B5EF4-FFF2-40B4-BE49-F238E27FC236}">
                    <a16:creationId xmlns:a16="http://schemas.microsoft.com/office/drawing/2014/main" id="{D42A3318-DCB6-4C85-7887-11BDF786B3A4}"/>
                  </a:ext>
                </a:extLst>
              </p:cNvPr>
              <p:cNvSpPr/>
              <p:nvPr/>
            </p:nvSpPr>
            <p:spPr>
              <a:xfrm>
                <a:off x="8035550" y="3996691"/>
                <a:ext cx="1602541" cy="1273478"/>
              </a:xfrm>
              <a:prstGeom prst="rect">
                <a:avLst/>
              </a:prstGeom>
              <a:solidFill>
                <a:srgbClr val="FFF03B"/>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1" name="Rectangle à coins arrondis 4">
                <a:extLst>
                  <a:ext uri="{FF2B5EF4-FFF2-40B4-BE49-F238E27FC236}">
                    <a16:creationId xmlns:a16="http://schemas.microsoft.com/office/drawing/2014/main" id="{A5BD8E6B-A7E8-FD08-1DBE-4587939F7D49}"/>
                  </a:ext>
                </a:extLst>
              </p:cNvPr>
              <p:cNvSpPr/>
              <p:nvPr/>
            </p:nvSpPr>
            <p:spPr>
              <a:xfrm>
                <a:off x="6348416" y="3996691"/>
                <a:ext cx="1602541" cy="1273478"/>
              </a:xfrm>
              <a:prstGeom prst="rect">
                <a:avLst/>
              </a:prstGeom>
              <a:solidFill>
                <a:srgbClr val="FFFFCC"/>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5" name="ShapeNameChangedByPowerUser2">
                <a:extLst>
                  <a:ext uri="{FF2B5EF4-FFF2-40B4-BE49-F238E27FC236}">
                    <a16:creationId xmlns:a16="http://schemas.microsoft.com/office/drawing/2014/main" id="{9DF318BE-0414-E9EA-DA40-78D4BFB2C00F}"/>
                  </a:ext>
                </a:extLst>
              </p:cNvPr>
              <p:cNvSpPr/>
              <p:nvPr/>
            </p:nvSpPr>
            <p:spPr>
              <a:xfrm>
                <a:off x="6348416" y="2581275"/>
                <a:ext cx="1602541" cy="1273478"/>
              </a:xfrm>
              <a:prstGeom prst="rect">
                <a:avLst/>
              </a:prstGeom>
              <a:solidFill>
                <a:srgbClr val="D3F5B2"/>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a:ln>
                    <a:noFill/>
                  </a:ln>
                  <a:solidFill>
                    <a:srgbClr val="000000"/>
                  </a:solidFill>
                  <a:effectLst/>
                  <a:uLnTx/>
                  <a:uFillTx/>
                  <a:latin typeface="Poppins"/>
                  <a:ea typeface="+mn-ea"/>
                  <a:cs typeface="+mn-cs"/>
                </a:endParaRPr>
              </a:p>
            </p:txBody>
          </p:sp>
          <p:sp>
            <p:nvSpPr>
              <p:cNvPr id="36" name="ShapeNameChangedByPowerUser1">
                <a:extLst>
                  <a:ext uri="{FF2B5EF4-FFF2-40B4-BE49-F238E27FC236}">
                    <a16:creationId xmlns:a16="http://schemas.microsoft.com/office/drawing/2014/main" id="{EAC573B6-F4C1-6546-ACE7-4814A404B7E2}"/>
                  </a:ext>
                </a:extLst>
              </p:cNvPr>
              <p:cNvSpPr/>
              <p:nvPr/>
            </p:nvSpPr>
            <p:spPr>
              <a:xfrm>
                <a:off x="9722684" y="2581275"/>
                <a:ext cx="1602541" cy="1273478"/>
              </a:xfrm>
              <a:prstGeom prst="rect">
                <a:avLst/>
              </a:prstGeom>
              <a:solidFill>
                <a:srgbClr val="125B1E"/>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Poppins"/>
                  <a:ea typeface="+mn-ea"/>
                  <a:cs typeface="+mn-cs"/>
                </a:endParaRPr>
              </a:p>
            </p:txBody>
          </p:sp>
          <p:sp>
            <p:nvSpPr>
              <p:cNvPr id="37" name="Rectangle à coins arrondis 3">
                <a:extLst>
                  <a:ext uri="{FF2B5EF4-FFF2-40B4-BE49-F238E27FC236}">
                    <a16:creationId xmlns:a16="http://schemas.microsoft.com/office/drawing/2014/main" id="{C2A26D61-C064-66FC-5CF7-16E9E34AE2F9}"/>
                  </a:ext>
                </a:extLst>
              </p:cNvPr>
              <p:cNvSpPr/>
              <p:nvPr/>
            </p:nvSpPr>
            <p:spPr>
              <a:xfrm>
                <a:off x="9722684" y="3996691"/>
                <a:ext cx="1602541" cy="1273478"/>
              </a:xfrm>
              <a:prstGeom prst="rect">
                <a:avLst/>
              </a:prstGeom>
              <a:solidFill>
                <a:srgbClr val="FFC030"/>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8" name="Double flèche horizontale 8">
                <a:extLst>
                  <a:ext uri="{FF2B5EF4-FFF2-40B4-BE49-F238E27FC236}">
                    <a16:creationId xmlns:a16="http://schemas.microsoft.com/office/drawing/2014/main" id="{829723FB-EBF2-D2AC-0FB5-618ED4856D1A}"/>
                  </a:ext>
                </a:extLst>
              </p:cNvPr>
              <p:cNvSpPr/>
              <p:nvPr/>
            </p:nvSpPr>
            <p:spPr>
              <a:xfrm rot="16200000">
                <a:off x="4693981" y="3896557"/>
                <a:ext cx="3060000" cy="135443"/>
              </a:xfrm>
              <a:prstGeom prs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9" name="ZoneTexte 14">
                <a:extLst>
                  <a:ext uri="{FF2B5EF4-FFF2-40B4-BE49-F238E27FC236}">
                    <a16:creationId xmlns:a16="http://schemas.microsoft.com/office/drawing/2014/main" id="{A29B66EE-4E36-DACA-A2C3-0F9AAE70D0C6}"/>
                  </a:ext>
                </a:extLst>
              </p:cNvPr>
              <p:cNvSpPr txBox="1"/>
              <p:nvPr/>
            </p:nvSpPr>
            <p:spPr>
              <a:xfrm rot="10800000">
                <a:off x="5777720" y="3071726"/>
                <a:ext cx="369332" cy="1785104"/>
              </a:xfrm>
              <a:prstGeom prst="rect">
                <a:avLst/>
              </a:prstGeom>
              <a:solidFill>
                <a:schemeClr val="bg1"/>
              </a:solidFill>
              <a:ln>
                <a:solidFill>
                  <a:schemeClr val="bg1"/>
                </a:solidFill>
              </a:ln>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Strategic Importance</a:t>
                </a:r>
              </a:p>
            </p:txBody>
          </p:sp>
          <p:sp>
            <p:nvSpPr>
              <p:cNvPr id="40" name="TextBox 39">
                <a:extLst>
                  <a:ext uri="{FF2B5EF4-FFF2-40B4-BE49-F238E27FC236}">
                    <a16:creationId xmlns:a16="http://schemas.microsoft.com/office/drawing/2014/main" id="{33225110-FFBB-2BA4-9B1B-795DCC607F6F}"/>
                  </a:ext>
                </a:extLst>
              </p:cNvPr>
              <p:cNvSpPr txBox="1"/>
              <p:nvPr/>
            </p:nvSpPr>
            <p:spPr>
              <a:xfrm rot="16200000">
                <a:off x="6122391" y="3064126"/>
                <a:ext cx="790601" cy="307777"/>
              </a:xfrm>
              <a:prstGeom prst="rect">
                <a:avLst/>
              </a:prstGeom>
              <a:noFill/>
              <a:ln>
                <a:solidFill>
                  <a:schemeClr val="bg1"/>
                </a:solidFill>
              </a:ln>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High Priority</a:t>
                </a:r>
              </a:p>
            </p:txBody>
          </p:sp>
          <p:sp>
            <p:nvSpPr>
              <p:cNvPr id="41" name="TextBox 40">
                <a:extLst>
                  <a:ext uri="{FF2B5EF4-FFF2-40B4-BE49-F238E27FC236}">
                    <a16:creationId xmlns:a16="http://schemas.microsoft.com/office/drawing/2014/main" id="{03B73ED9-980C-7447-F50D-17B8A87A437C}"/>
                  </a:ext>
                </a:extLst>
              </p:cNvPr>
              <p:cNvSpPr txBox="1"/>
              <p:nvPr/>
            </p:nvSpPr>
            <p:spPr>
              <a:xfrm>
                <a:off x="6489403" y="4984195"/>
                <a:ext cx="1348446" cy="307777"/>
              </a:xfrm>
              <a:prstGeom prst="rect">
                <a:avLst/>
              </a:prstGeom>
              <a:noFill/>
              <a:ln>
                <a:noFill/>
              </a:ln>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(Long-term i.e., 2028+)</a:t>
                </a:r>
              </a:p>
            </p:txBody>
          </p:sp>
          <p:sp>
            <p:nvSpPr>
              <p:cNvPr id="42" name="TextBox 41">
                <a:extLst>
                  <a:ext uri="{FF2B5EF4-FFF2-40B4-BE49-F238E27FC236}">
                    <a16:creationId xmlns:a16="http://schemas.microsoft.com/office/drawing/2014/main" id="{337F6826-3347-21A4-A5EC-022E700B1178}"/>
                  </a:ext>
                </a:extLst>
              </p:cNvPr>
              <p:cNvSpPr txBox="1"/>
              <p:nvPr/>
            </p:nvSpPr>
            <p:spPr>
              <a:xfrm>
                <a:off x="7964194" y="4984195"/>
                <a:ext cx="1745251" cy="307777"/>
              </a:xfrm>
              <a:prstGeom prst="rect">
                <a:avLst/>
              </a:prstGeom>
              <a:noFill/>
              <a:ln>
                <a:noFill/>
              </a:ln>
            </p:spPr>
            <p:txBody>
              <a:bodyPr wrap="squar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(Medium-term i.e., 2027-2028)</a:t>
                </a:r>
              </a:p>
            </p:txBody>
          </p:sp>
          <p:sp>
            <p:nvSpPr>
              <p:cNvPr id="43" name="TextBox 42">
                <a:extLst>
                  <a:ext uri="{FF2B5EF4-FFF2-40B4-BE49-F238E27FC236}">
                    <a16:creationId xmlns:a16="http://schemas.microsoft.com/office/drawing/2014/main" id="{C9A9A23C-4806-E8FF-9E66-6A2A710FC5B2}"/>
                  </a:ext>
                </a:extLst>
              </p:cNvPr>
              <p:cNvSpPr txBox="1"/>
              <p:nvPr/>
            </p:nvSpPr>
            <p:spPr>
              <a:xfrm>
                <a:off x="9709445" y="4984195"/>
                <a:ext cx="1604927" cy="307777"/>
              </a:xfrm>
              <a:prstGeom prst="rect">
                <a:avLst/>
              </a:prstGeom>
              <a:noFill/>
              <a:ln>
                <a:noFill/>
              </a:ln>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(Short-term i.e., 2025-2026)</a:t>
                </a:r>
              </a:p>
            </p:txBody>
          </p:sp>
          <p:sp>
            <p:nvSpPr>
              <p:cNvPr id="44" name="TextBox 43">
                <a:extLst>
                  <a:ext uri="{FF2B5EF4-FFF2-40B4-BE49-F238E27FC236}">
                    <a16:creationId xmlns:a16="http://schemas.microsoft.com/office/drawing/2014/main" id="{4A4CC2DD-3F1A-E9F4-0B42-99FAE98A10D7}"/>
                  </a:ext>
                </a:extLst>
              </p:cNvPr>
              <p:cNvSpPr txBox="1"/>
              <p:nvPr/>
            </p:nvSpPr>
            <p:spPr>
              <a:xfrm rot="16200000">
                <a:off x="6028615" y="4431379"/>
                <a:ext cx="978153" cy="307777"/>
              </a:xfrm>
              <a:prstGeom prst="rect">
                <a:avLst/>
              </a:prstGeom>
              <a:noFill/>
              <a:ln>
                <a:solidFill>
                  <a:schemeClr val="bg1"/>
                </a:solidFill>
              </a:ln>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Medium Priority</a:t>
                </a:r>
              </a:p>
            </p:txBody>
          </p:sp>
        </p:grpSp>
        <p:sp>
          <p:nvSpPr>
            <p:cNvPr id="45" name="ZoneTexte 14">
              <a:extLst>
                <a:ext uri="{FF2B5EF4-FFF2-40B4-BE49-F238E27FC236}">
                  <a16:creationId xmlns:a16="http://schemas.microsoft.com/office/drawing/2014/main" id="{2F08A303-44C2-83EE-369B-8F24C11EF1A7}"/>
                </a:ext>
              </a:extLst>
            </p:cNvPr>
            <p:cNvSpPr txBox="1"/>
            <p:nvPr/>
          </p:nvSpPr>
          <p:spPr>
            <a:xfrm rot="16200000">
              <a:off x="2994024" y="1050896"/>
              <a:ext cx="430887" cy="2173031"/>
            </a:xfrm>
            <a:prstGeom prst="rect">
              <a:avLst/>
            </a:prstGeom>
            <a:solidFill>
              <a:schemeClr val="bg1"/>
            </a:solidFill>
            <a:ln>
              <a:solidFill>
                <a:schemeClr val="bg1"/>
              </a:solidFill>
            </a:ln>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Poppins"/>
                  <a:ea typeface="+mn-ea"/>
                  <a:cs typeface="+mn-cs"/>
                </a:rPr>
                <a:t>Prioritization Matrix</a:t>
              </a:r>
            </a:p>
          </p:txBody>
        </p:sp>
      </p:grpSp>
      <p:sp>
        <p:nvSpPr>
          <p:cNvPr id="54" name="Rectangle 53">
            <a:extLst>
              <a:ext uri="{FF2B5EF4-FFF2-40B4-BE49-F238E27FC236}">
                <a16:creationId xmlns:a16="http://schemas.microsoft.com/office/drawing/2014/main" id="{5D3E84B5-FD92-BCB2-4804-FA535BF3FB8B}"/>
              </a:ext>
            </a:extLst>
          </p:cNvPr>
          <p:cNvSpPr/>
          <p:nvPr/>
        </p:nvSpPr>
        <p:spPr>
          <a:xfrm>
            <a:off x="5117203" y="2744489"/>
            <a:ext cx="435232" cy="24765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a:t>
            </a:r>
          </a:p>
        </p:txBody>
      </p:sp>
      <p:grpSp>
        <p:nvGrpSpPr>
          <p:cNvPr id="21512" name="Group 21511">
            <a:extLst>
              <a:ext uri="{FF2B5EF4-FFF2-40B4-BE49-F238E27FC236}">
                <a16:creationId xmlns:a16="http://schemas.microsoft.com/office/drawing/2014/main" id="{AA8F6DBA-FEA8-7137-2067-83DCA6CA8505}"/>
              </a:ext>
            </a:extLst>
          </p:cNvPr>
          <p:cNvGrpSpPr/>
          <p:nvPr/>
        </p:nvGrpSpPr>
        <p:grpSpPr>
          <a:xfrm>
            <a:off x="360235" y="5515140"/>
            <a:ext cx="5448125" cy="689932"/>
            <a:chOff x="9702263" y="10164"/>
            <a:chExt cx="5601684" cy="689932"/>
          </a:xfrm>
        </p:grpSpPr>
        <p:sp>
          <p:nvSpPr>
            <p:cNvPr id="21513" name="TextBox 21512">
              <a:extLst>
                <a:ext uri="{FF2B5EF4-FFF2-40B4-BE49-F238E27FC236}">
                  <a16:creationId xmlns:a16="http://schemas.microsoft.com/office/drawing/2014/main" id="{5981006B-1A8B-CE38-A11F-FEFC22553E1A}"/>
                </a:ext>
              </a:extLst>
            </p:cNvPr>
            <p:cNvSpPr txBox="1"/>
            <p:nvPr/>
          </p:nvSpPr>
          <p:spPr>
            <a:xfrm>
              <a:off x="9702263" y="10164"/>
              <a:ext cx="5601684" cy="689932"/>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Across</a:t>
              </a: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Lung (NSCLC; ES-SCLC)</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	</a:t>
              </a:r>
            </a:p>
          </p:txBody>
        </p:sp>
        <p:sp>
          <p:nvSpPr>
            <p:cNvPr id="21514" name="Rectangle 21513">
              <a:extLst>
                <a:ext uri="{FF2B5EF4-FFF2-40B4-BE49-F238E27FC236}">
                  <a16:creationId xmlns:a16="http://schemas.microsoft.com/office/drawing/2014/main" id="{A285A2D2-F345-D585-02F2-F8DBFF0018AD}"/>
                </a:ext>
              </a:extLst>
            </p:cNvPr>
            <p:cNvSpPr/>
            <p:nvPr/>
          </p:nvSpPr>
          <p:spPr>
            <a:xfrm>
              <a:off x="10093327" y="327569"/>
              <a:ext cx="127734" cy="103786"/>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pic>
        <p:nvPicPr>
          <p:cNvPr id="10" name="Graphic 9">
            <a:extLst>
              <a:ext uri="{FF2B5EF4-FFF2-40B4-BE49-F238E27FC236}">
                <a16:creationId xmlns:a16="http://schemas.microsoft.com/office/drawing/2014/main" id="{9F9A6997-E76A-BA87-7556-DFA67B1D52E9}"/>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875278" y="2311256"/>
            <a:ext cx="388464" cy="388464"/>
          </a:xfrm>
          <a:prstGeom prst="rect">
            <a:avLst/>
          </a:prstGeom>
        </p:spPr>
      </p:pic>
      <p:sp>
        <p:nvSpPr>
          <p:cNvPr id="11" name="Rectangle 10">
            <a:extLst>
              <a:ext uri="{FF2B5EF4-FFF2-40B4-BE49-F238E27FC236}">
                <a16:creationId xmlns:a16="http://schemas.microsoft.com/office/drawing/2014/main" id="{35F85410-DF9E-8E06-DBF5-AEAAD2616699}"/>
              </a:ext>
            </a:extLst>
          </p:cNvPr>
          <p:cNvSpPr/>
          <p:nvPr/>
        </p:nvSpPr>
        <p:spPr>
          <a:xfrm>
            <a:off x="4800327" y="4193400"/>
            <a:ext cx="435232" cy="24765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2</a:t>
            </a:r>
          </a:p>
        </p:txBody>
      </p:sp>
      <p:pic>
        <p:nvPicPr>
          <p:cNvPr id="12" name="Graphic 11">
            <a:extLst>
              <a:ext uri="{FF2B5EF4-FFF2-40B4-BE49-F238E27FC236}">
                <a16:creationId xmlns:a16="http://schemas.microsoft.com/office/drawing/2014/main" id="{757CC8A4-4D85-E464-1089-7655DDB0FF2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875278" y="3292221"/>
            <a:ext cx="388464" cy="388464"/>
          </a:xfrm>
          <a:prstGeom prst="rect">
            <a:avLst/>
          </a:prstGeom>
        </p:spPr>
      </p:pic>
      <p:grpSp>
        <p:nvGrpSpPr>
          <p:cNvPr id="7" name="Group 6">
            <a:extLst>
              <a:ext uri="{FF2B5EF4-FFF2-40B4-BE49-F238E27FC236}">
                <a16:creationId xmlns:a16="http://schemas.microsoft.com/office/drawing/2014/main" id="{920C26BC-B7E3-DB3A-0410-EDC1D094B335}"/>
              </a:ext>
            </a:extLst>
          </p:cNvPr>
          <p:cNvGrpSpPr/>
          <p:nvPr/>
        </p:nvGrpSpPr>
        <p:grpSpPr>
          <a:xfrm>
            <a:off x="-9526" y="-7584"/>
            <a:ext cx="11815014" cy="180000"/>
            <a:chOff x="-9526" y="-7584"/>
            <a:chExt cx="11815014" cy="180000"/>
          </a:xfrm>
        </p:grpSpPr>
        <p:sp>
          <p:nvSpPr>
            <p:cNvPr id="8" name="Rectangle 7">
              <a:extLst>
                <a:ext uri="{FF2B5EF4-FFF2-40B4-BE49-F238E27FC236}">
                  <a16:creationId xmlns:a16="http://schemas.microsoft.com/office/drawing/2014/main" id="{5F054ECB-3B03-276F-59BF-3004F342C397}"/>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Lung</a:t>
              </a:r>
            </a:p>
          </p:txBody>
        </p:sp>
        <p:sp>
          <p:nvSpPr>
            <p:cNvPr id="13" name="Arrow: Pentagon 12">
              <a:extLst>
                <a:ext uri="{FF2B5EF4-FFF2-40B4-BE49-F238E27FC236}">
                  <a16:creationId xmlns:a16="http://schemas.microsoft.com/office/drawing/2014/main" id="{0A5B32E9-09DD-9ABA-F900-5482A67F31E1}"/>
                </a:ext>
              </a:extLst>
            </p:cNvPr>
            <p:cNvSpPr/>
            <p:nvPr/>
          </p:nvSpPr>
          <p:spPr>
            <a:xfrm>
              <a:off x="2036324"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4" name="Arrow: Chevron 13">
              <a:extLst>
                <a:ext uri="{FF2B5EF4-FFF2-40B4-BE49-F238E27FC236}">
                  <a16:creationId xmlns:a16="http://schemas.microsoft.com/office/drawing/2014/main" id="{D81B1503-AE50-5124-FDA5-24E8A8FA8210}"/>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5" name="Arrow: Chevron 14">
              <a:extLst>
                <a:ext uri="{FF2B5EF4-FFF2-40B4-BE49-F238E27FC236}">
                  <a16:creationId xmlns:a16="http://schemas.microsoft.com/office/drawing/2014/main" id="{95041AF1-882E-7DF5-76F2-70176BE79A96}"/>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4" name="Arrow: Chevron 23">
              <a:extLst>
                <a:ext uri="{FF2B5EF4-FFF2-40B4-BE49-F238E27FC236}">
                  <a16:creationId xmlns:a16="http://schemas.microsoft.com/office/drawing/2014/main" id="{F8589027-0067-EBD6-84A9-009C8AE6E1C4}"/>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grpSp>
        <p:nvGrpSpPr>
          <p:cNvPr id="2" name="Group 1">
            <a:extLst>
              <a:ext uri="{FF2B5EF4-FFF2-40B4-BE49-F238E27FC236}">
                <a16:creationId xmlns:a16="http://schemas.microsoft.com/office/drawing/2014/main" id="{39FE5E98-318D-9D3E-65CA-784CF2B4E037}"/>
              </a:ext>
            </a:extLst>
          </p:cNvPr>
          <p:cNvGrpSpPr/>
          <p:nvPr/>
        </p:nvGrpSpPr>
        <p:grpSpPr>
          <a:xfrm>
            <a:off x="6776763" y="4289429"/>
            <a:ext cx="585495" cy="393192"/>
            <a:chOff x="620519" y="2162229"/>
            <a:chExt cx="336090" cy="225703"/>
          </a:xfrm>
        </p:grpSpPr>
        <p:pic>
          <p:nvPicPr>
            <p:cNvPr id="5" name="Graphic 4">
              <a:extLst>
                <a:ext uri="{FF2B5EF4-FFF2-40B4-BE49-F238E27FC236}">
                  <a16:creationId xmlns:a16="http://schemas.microsoft.com/office/drawing/2014/main" id="{403DAFC9-C4C5-2907-2451-9BBEB1171337}"/>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20519" y="2162229"/>
              <a:ext cx="225703" cy="225703"/>
            </a:xfrm>
            <a:prstGeom prst="rect">
              <a:avLst/>
            </a:prstGeom>
          </p:spPr>
        </p:pic>
        <p:pic>
          <p:nvPicPr>
            <p:cNvPr id="6" name="Picture 5" descr="A blue circle with yellow stars in center&#10;&#10;Description automatically generated">
              <a:extLst>
                <a:ext uri="{FF2B5EF4-FFF2-40B4-BE49-F238E27FC236}">
                  <a16:creationId xmlns:a16="http://schemas.microsoft.com/office/drawing/2014/main" id="{8994D29C-34C2-AB44-F2B3-EFC3D44F4EBD}"/>
                </a:ext>
              </a:extLst>
            </p:cNvPr>
            <p:cNvPicPr>
              <a:picLocks noChangeAspect="1"/>
            </p:cNvPicPr>
            <p:nvPr/>
          </p:nvPicPr>
          <p:blipFill>
            <a:blip r:embed="rId7"/>
            <a:stretch>
              <a:fillRect/>
            </a:stretch>
          </p:blipFill>
          <p:spPr>
            <a:xfrm>
              <a:off x="748327" y="2170940"/>
              <a:ext cx="208282" cy="208282"/>
            </a:xfrm>
            <a:prstGeom prst="rect">
              <a:avLst/>
            </a:prstGeom>
            <a:ln>
              <a:noFill/>
            </a:ln>
          </p:spPr>
        </p:pic>
      </p:grpSp>
      <p:sp>
        <p:nvSpPr>
          <p:cNvPr id="16" name="Rectangle 15">
            <a:extLst>
              <a:ext uri="{FF2B5EF4-FFF2-40B4-BE49-F238E27FC236}">
                <a16:creationId xmlns:a16="http://schemas.microsoft.com/office/drawing/2014/main" id="{CF92C056-7B24-DA3D-10C9-F4EDEEBE6147}"/>
              </a:ext>
            </a:extLst>
          </p:cNvPr>
          <p:cNvSpPr/>
          <p:nvPr/>
        </p:nvSpPr>
        <p:spPr>
          <a:xfrm>
            <a:off x="4461192" y="2485781"/>
            <a:ext cx="435232" cy="24765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3</a:t>
            </a:r>
          </a:p>
        </p:txBody>
      </p:sp>
      <p:sp>
        <p:nvSpPr>
          <p:cNvPr id="17" name="Rectangle 16">
            <a:extLst>
              <a:ext uri="{FF2B5EF4-FFF2-40B4-BE49-F238E27FC236}">
                <a16:creationId xmlns:a16="http://schemas.microsoft.com/office/drawing/2014/main" id="{7497C3CD-0287-CB5A-514E-7E9CEEF7D7B3}"/>
              </a:ext>
            </a:extLst>
          </p:cNvPr>
          <p:cNvSpPr/>
          <p:nvPr/>
        </p:nvSpPr>
        <p:spPr>
          <a:xfrm>
            <a:off x="4461192" y="2904209"/>
            <a:ext cx="435232" cy="24765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4</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grpSp>
        <p:nvGrpSpPr>
          <p:cNvPr id="23" name="Group 22">
            <a:extLst>
              <a:ext uri="{FF2B5EF4-FFF2-40B4-BE49-F238E27FC236}">
                <a16:creationId xmlns:a16="http://schemas.microsoft.com/office/drawing/2014/main" id="{D52570E3-29CC-33D8-481F-1CF2454FA4C0}"/>
              </a:ext>
            </a:extLst>
          </p:cNvPr>
          <p:cNvGrpSpPr/>
          <p:nvPr/>
        </p:nvGrpSpPr>
        <p:grpSpPr>
          <a:xfrm>
            <a:off x="6777566" y="5334166"/>
            <a:ext cx="590960" cy="362843"/>
            <a:chOff x="796651" y="3592203"/>
            <a:chExt cx="548950" cy="329184"/>
          </a:xfrm>
        </p:grpSpPr>
        <p:pic>
          <p:nvPicPr>
            <p:cNvPr id="25" name="Picture 24" descr="A blue circle with yellow stars in center&#10;&#10;Description automatically generated">
              <a:extLst>
                <a:ext uri="{FF2B5EF4-FFF2-40B4-BE49-F238E27FC236}">
                  <a16:creationId xmlns:a16="http://schemas.microsoft.com/office/drawing/2014/main" id="{9C6694C4-9843-FFE4-5800-1DAED5C5731C}"/>
                </a:ext>
              </a:extLst>
            </p:cNvPr>
            <p:cNvPicPr>
              <a:picLocks noChangeAspect="1"/>
            </p:cNvPicPr>
            <p:nvPr/>
          </p:nvPicPr>
          <p:blipFill>
            <a:blip r:embed="rId7"/>
            <a:stretch>
              <a:fillRect/>
            </a:stretch>
          </p:blipFill>
          <p:spPr>
            <a:xfrm>
              <a:off x="796651" y="3610161"/>
              <a:ext cx="293268" cy="293268"/>
            </a:xfrm>
            <a:prstGeom prst="rect">
              <a:avLst/>
            </a:prstGeom>
            <a:ln>
              <a:noFill/>
            </a:ln>
          </p:spPr>
        </p:pic>
        <p:pic>
          <p:nvPicPr>
            <p:cNvPr id="26" name="Picture 25">
              <a:extLst>
                <a:ext uri="{FF2B5EF4-FFF2-40B4-BE49-F238E27FC236}">
                  <a16:creationId xmlns:a16="http://schemas.microsoft.com/office/drawing/2014/main" id="{72EC10E2-9B11-4B3B-CB24-AB5D9ED8DC39}"/>
                </a:ext>
              </a:extLst>
            </p:cNvPr>
            <p:cNvPicPr>
              <a:picLocks noChangeAspect="1"/>
            </p:cNvPicPr>
            <p:nvPr/>
          </p:nvPicPr>
          <p:blipFill rotWithShape="1">
            <a:blip r:embed="rId8"/>
            <a:srcRect l="14865" t="17319" r="20459" b="14006"/>
            <a:stretch/>
          </p:blipFill>
          <p:spPr>
            <a:xfrm>
              <a:off x="1016417" y="3592203"/>
              <a:ext cx="329184" cy="329184"/>
            </a:xfrm>
            <a:prstGeom prst="ellipse">
              <a:avLst/>
            </a:prstGeom>
          </p:spPr>
        </p:pic>
      </p:grpSp>
    </p:spTree>
    <p:extLst>
      <p:ext uri="{BB962C8B-B14F-4D97-AF65-F5344CB8AC3E}">
        <p14:creationId xmlns:p14="http://schemas.microsoft.com/office/powerpoint/2010/main" val="35156461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C209-16EE-5AA5-BA52-BD7BE1F6D71E}"/>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7190D6ED-D667-A1D8-8283-5E7E602338F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54" imgH="456" progId="TCLayout.ActiveDocument.1">
                  <p:embed/>
                </p:oleObj>
              </mc:Choice>
              <mc:Fallback>
                <p:oleObj name="think-cell Slide" r:id="rId4" imgW="454" imgH="456" progId="TCLayout.ActiveDocument.1">
                  <p:embed/>
                  <p:pic>
                    <p:nvPicPr>
                      <p:cNvPr id="9" name="think-cell data - do not delete" hidden="1">
                        <a:extLst>
                          <a:ext uri="{FF2B5EF4-FFF2-40B4-BE49-F238E27FC236}">
                            <a16:creationId xmlns:a16="http://schemas.microsoft.com/office/drawing/2014/main" id="{7190D6ED-D667-A1D8-8283-5E7E602338F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2" name="Rectangle 21">
            <a:extLst>
              <a:ext uri="{FF2B5EF4-FFF2-40B4-BE49-F238E27FC236}">
                <a16:creationId xmlns:a16="http://schemas.microsoft.com/office/drawing/2014/main" id="{CA626506-3A79-E759-B982-4A4D112D617F}"/>
              </a:ext>
            </a:extLst>
          </p:cNvPr>
          <p:cNvSpPr>
            <a:spLocks noGrp="1" noRot="1" noMove="1" noResize="1" noEditPoints="1" noAdjustHandles="1" noChangeArrowheads="1" noChangeShapeType="1"/>
          </p:cNvSpPr>
          <p:nvPr/>
        </p:nvSpPr>
        <p:spPr>
          <a:xfrm>
            <a:off x="-9525" y="640759"/>
            <a:ext cx="12201525" cy="16781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10" name="Rectangle 9">
            <a:extLst>
              <a:ext uri="{FF2B5EF4-FFF2-40B4-BE49-F238E27FC236}">
                <a16:creationId xmlns:a16="http://schemas.microsoft.com/office/drawing/2014/main" id="{2B160ABB-A89F-023D-521D-3842CC7098B0}"/>
              </a:ext>
            </a:extLst>
          </p:cNvPr>
          <p:cNvSpPr/>
          <p:nvPr/>
        </p:nvSpPr>
        <p:spPr>
          <a:xfrm>
            <a:off x="8832028" y="6227807"/>
            <a:ext cx="2066525" cy="466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3" name="Title 2">
            <a:extLst>
              <a:ext uri="{FF2B5EF4-FFF2-40B4-BE49-F238E27FC236}">
                <a16:creationId xmlns:a16="http://schemas.microsoft.com/office/drawing/2014/main" id="{AC2C4102-39E4-22D4-3508-26BC7B706E53}"/>
              </a:ext>
            </a:extLst>
          </p:cNvPr>
          <p:cNvSpPr>
            <a:spLocks noGrp="1"/>
          </p:cNvSpPr>
          <p:nvPr>
            <p:ph type="title"/>
          </p:nvPr>
        </p:nvSpPr>
        <p:spPr>
          <a:xfrm>
            <a:off x="358337" y="271427"/>
            <a:ext cx="11470125" cy="369332"/>
          </a:xfrm>
        </p:spPr>
        <p:txBody>
          <a:bodyPr vert="horz"/>
          <a:lstStyle/>
          <a:p>
            <a:r>
              <a:rPr lang="en-US" sz="2400"/>
              <a:t>Priority Gaps and Tactics: Lung</a:t>
            </a:r>
          </a:p>
        </p:txBody>
      </p:sp>
      <p:grpSp>
        <p:nvGrpSpPr>
          <p:cNvPr id="61" name="Group 60">
            <a:extLst>
              <a:ext uri="{FF2B5EF4-FFF2-40B4-BE49-F238E27FC236}">
                <a16:creationId xmlns:a16="http://schemas.microsoft.com/office/drawing/2014/main" id="{FE03086E-1BE1-8FFE-6511-376F0B783F33}"/>
              </a:ext>
            </a:extLst>
          </p:cNvPr>
          <p:cNvGrpSpPr/>
          <p:nvPr/>
        </p:nvGrpSpPr>
        <p:grpSpPr>
          <a:xfrm>
            <a:off x="1032733" y="5965220"/>
            <a:ext cx="9414890" cy="532560"/>
            <a:chOff x="1032733" y="5865902"/>
            <a:chExt cx="9517582" cy="420563"/>
          </a:xfrm>
          <a:solidFill>
            <a:schemeClr val="bg1"/>
          </a:solidFill>
        </p:grpSpPr>
        <p:sp>
          <p:nvSpPr>
            <p:cNvPr id="30" name="TextBox 29">
              <a:extLst>
                <a:ext uri="{FF2B5EF4-FFF2-40B4-BE49-F238E27FC236}">
                  <a16:creationId xmlns:a16="http://schemas.microsoft.com/office/drawing/2014/main" id="{A7BD12DF-704C-A54C-DB20-E8C3707FE7C8}"/>
                </a:ext>
              </a:extLst>
            </p:cNvPr>
            <p:cNvSpPr txBox="1"/>
            <p:nvPr/>
          </p:nvSpPr>
          <p:spPr>
            <a:xfrm>
              <a:off x="1101476" y="5916317"/>
              <a:ext cx="945998" cy="370148"/>
            </a:xfrm>
            <a:prstGeom prst="rect">
              <a:avLst/>
            </a:prstGeom>
            <a:grp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000000"/>
                  </a:solidFill>
                  <a:effectLst/>
                  <a:uLnTx/>
                  <a:uFillTx/>
                  <a:latin typeface="Poppins"/>
                  <a:ea typeface="+mn-ea"/>
                  <a:cs typeface="+mn-cs"/>
                </a:rPr>
                <a:t>Quick Wins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Poppins"/>
                  <a:ea typeface="+mn-ea"/>
                  <a:cs typeface="+mn-cs"/>
                </a:rPr>
                <a:t>6-12 months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Poppins"/>
                  <a:ea typeface="+mn-ea"/>
                  <a:cs typeface="+mn-cs"/>
                </a:rPr>
                <a:t>(2025-2026)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solidFill>
                  <a:srgbClr val="000000"/>
                </a:solidFill>
                <a:effectLst/>
                <a:uLnTx/>
                <a:uFillTx/>
                <a:latin typeface="Poppins"/>
                <a:ea typeface="+mn-ea"/>
                <a:cs typeface="+mn-cs"/>
              </a:endParaRPr>
            </a:p>
          </p:txBody>
        </p:sp>
        <p:sp>
          <p:nvSpPr>
            <p:cNvPr id="32" name="TextBox 31">
              <a:extLst>
                <a:ext uri="{FF2B5EF4-FFF2-40B4-BE49-F238E27FC236}">
                  <a16:creationId xmlns:a16="http://schemas.microsoft.com/office/drawing/2014/main" id="{A8E3B26D-2D42-BB8D-CB4F-6BF6CC9749A9}"/>
                </a:ext>
              </a:extLst>
            </p:cNvPr>
            <p:cNvSpPr txBox="1"/>
            <p:nvPr/>
          </p:nvSpPr>
          <p:spPr>
            <a:xfrm>
              <a:off x="9239048" y="5916331"/>
              <a:ext cx="1311267" cy="264386"/>
            </a:xfrm>
            <a:prstGeom prst="rect">
              <a:avLst/>
            </a:prstGeom>
            <a:grp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rgbClr val="000000"/>
                  </a:solidFill>
                  <a:effectLst/>
                  <a:uLnTx/>
                  <a:uFillTx/>
                  <a:latin typeface="Poppins"/>
                  <a:ea typeface="+mn-ea"/>
                  <a:cs typeface="+mn-cs"/>
                </a:rPr>
                <a:t>Long Term Plays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Poppins"/>
                  <a:ea typeface="+mn-ea"/>
                  <a:cs typeface="+mn-cs"/>
                </a:rPr>
                <a:t>4+ years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000000"/>
                  </a:solidFill>
                  <a:effectLst/>
                  <a:uLnTx/>
                  <a:uFillTx/>
                  <a:latin typeface="Poppins"/>
                  <a:ea typeface="+mn-ea"/>
                  <a:cs typeface="+mn-cs"/>
                </a:rPr>
                <a:t>(2029+)</a:t>
              </a:r>
            </a:p>
          </p:txBody>
        </p:sp>
        <p:cxnSp>
          <p:nvCxnSpPr>
            <p:cNvPr id="33" name="Straight Arrow Connector 32">
              <a:extLst>
                <a:ext uri="{FF2B5EF4-FFF2-40B4-BE49-F238E27FC236}">
                  <a16:creationId xmlns:a16="http://schemas.microsoft.com/office/drawing/2014/main" id="{B005EA67-420A-C922-969E-4C3859CB0E66}"/>
                </a:ext>
              </a:extLst>
            </p:cNvPr>
            <p:cNvCxnSpPr>
              <a:cxnSpLocks/>
            </p:cNvCxnSpPr>
            <p:nvPr/>
          </p:nvCxnSpPr>
          <p:spPr>
            <a:xfrm>
              <a:off x="1032733" y="5865902"/>
              <a:ext cx="9504000" cy="0"/>
            </a:xfrm>
            <a:prstGeom prst="straightConnector1">
              <a:avLst/>
            </a:prstGeom>
            <a:grpFill/>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829F8148-289A-26D0-E7CB-5018BE9EE84A}"/>
              </a:ext>
            </a:extLst>
          </p:cNvPr>
          <p:cNvSpPr txBox="1"/>
          <p:nvPr/>
        </p:nvSpPr>
        <p:spPr>
          <a:xfrm>
            <a:off x="5469160" y="6003896"/>
            <a:ext cx="644728" cy="400110"/>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Poppins"/>
                <a:ea typeface="+mn-ea"/>
                <a:cs typeface="+mn-cs"/>
              </a:rPr>
              <a:t>Time</a:t>
            </a:r>
          </a:p>
        </p:txBody>
      </p:sp>
      <p:sp>
        <p:nvSpPr>
          <p:cNvPr id="59" name="Rectangle 58">
            <a:extLst>
              <a:ext uri="{FF2B5EF4-FFF2-40B4-BE49-F238E27FC236}">
                <a16:creationId xmlns:a16="http://schemas.microsoft.com/office/drawing/2014/main" id="{50AC83FF-5D7C-BF50-F3EE-1EB7E74BE60C}"/>
              </a:ext>
            </a:extLst>
          </p:cNvPr>
          <p:cNvSpPr/>
          <p:nvPr/>
        </p:nvSpPr>
        <p:spPr>
          <a:xfrm>
            <a:off x="990759" y="3006482"/>
            <a:ext cx="9517581" cy="2836789"/>
          </a:xfrm>
          <a:prstGeom prst="rect">
            <a:avLst/>
          </a:prstGeom>
          <a:solidFill>
            <a:schemeClr val="bg1">
              <a:lumMod val="95000"/>
            </a:schemeClr>
          </a:solidFill>
          <a:ln w="1905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60" name="TextBox 59">
            <a:extLst>
              <a:ext uri="{FF2B5EF4-FFF2-40B4-BE49-F238E27FC236}">
                <a16:creationId xmlns:a16="http://schemas.microsoft.com/office/drawing/2014/main" id="{7E5303FC-0A73-FCDD-4D94-F902F8F04172}"/>
              </a:ext>
            </a:extLst>
          </p:cNvPr>
          <p:cNvSpPr txBox="1"/>
          <p:nvPr/>
        </p:nvSpPr>
        <p:spPr>
          <a:xfrm rot="16200000">
            <a:off x="-1147184" y="4198701"/>
            <a:ext cx="3241129" cy="376158"/>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Poppins"/>
                <a:ea typeface="+mn-ea"/>
                <a:cs typeface="+mn-cs"/>
              </a:rPr>
              <a:t>Strategic Importance</a:t>
            </a:r>
          </a:p>
        </p:txBody>
      </p:sp>
      <p:grpSp>
        <p:nvGrpSpPr>
          <p:cNvPr id="62" name="Group 61">
            <a:extLst>
              <a:ext uri="{FF2B5EF4-FFF2-40B4-BE49-F238E27FC236}">
                <a16:creationId xmlns:a16="http://schemas.microsoft.com/office/drawing/2014/main" id="{6A6C49D6-0ED2-AEF5-FCE6-FA97BFCBCB67}"/>
              </a:ext>
            </a:extLst>
          </p:cNvPr>
          <p:cNvGrpSpPr/>
          <p:nvPr/>
        </p:nvGrpSpPr>
        <p:grpSpPr>
          <a:xfrm rot="16200000">
            <a:off x="-871665" y="4362422"/>
            <a:ext cx="3227887" cy="370148"/>
            <a:chOff x="1262199" y="5558016"/>
            <a:chExt cx="3779204" cy="370148"/>
          </a:xfrm>
        </p:grpSpPr>
        <p:sp>
          <p:nvSpPr>
            <p:cNvPr id="63" name="TextBox 62">
              <a:extLst>
                <a:ext uri="{FF2B5EF4-FFF2-40B4-BE49-F238E27FC236}">
                  <a16:creationId xmlns:a16="http://schemas.microsoft.com/office/drawing/2014/main" id="{B83E29F8-3A05-2CB2-1CC1-8D81190838AC}"/>
                </a:ext>
              </a:extLst>
            </p:cNvPr>
            <p:cNvSpPr txBox="1"/>
            <p:nvPr/>
          </p:nvSpPr>
          <p:spPr>
            <a:xfrm>
              <a:off x="1262199" y="5558016"/>
              <a:ext cx="1102276" cy="370148"/>
            </a:xfrm>
            <a:prstGeom prst="rect">
              <a:avLst/>
            </a:prstGeom>
            <a:no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Medium</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000000"/>
                </a:solidFill>
                <a:effectLst/>
                <a:uLnTx/>
                <a:uFillTx/>
                <a:latin typeface="Poppins"/>
                <a:ea typeface="+mn-ea"/>
                <a:cs typeface="+mn-cs"/>
              </a:endParaRPr>
            </a:p>
          </p:txBody>
        </p:sp>
        <p:sp>
          <p:nvSpPr>
            <p:cNvPr id="21504" name="TextBox 21503">
              <a:extLst>
                <a:ext uri="{FF2B5EF4-FFF2-40B4-BE49-F238E27FC236}">
                  <a16:creationId xmlns:a16="http://schemas.microsoft.com/office/drawing/2014/main" id="{96635AF9-3115-53A8-F870-2E9D036FEFA4}"/>
                </a:ext>
              </a:extLst>
            </p:cNvPr>
            <p:cNvSpPr txBox="1"/>
            <p:nvPr/>
          </p:nvSpPr>
          <p:spPr>
            <a:xfrm>
              <a:off x="4356007" y="5615412"/>
              <a:ext cx="685396" cy="264386"/>
            </a:xfrm>
            <a:prstGeom prst="rect">
              <a:avLst/>
            </a:prstGeom>
            <a:noFill/>
          </p:spPr>
          <p:txBody>
            <a:bodyPr wrap="square" lIns="0" tIns="0" rIns="0" bIns="0"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Poppins"/>
                  <a:ea typeface="+mn-ea"/>
                  <a:cs typeface="+mn-cs"/>
                </a:rPr>
                <a:t>High</a:t>
              </a:r>
            </a:p>
          </p:txBody>
        </p:sp>
        <p:cxnSp>
          <p:nvCxnSpPr>
            <p:cNvPr id="21505" name="Straight Arrow Connector 21504">
              <a:extLst>
                <a:ext uri="{FF2B5EF4-FFF2-40B4-BE49-F238E27FC236}">
                  <a16:creationId xmlns:a16="http://schemas.microsoft.com/office/drawing/2014/main" id="{656F32C9-3E7E-5ED6-F9F8-208019A8AB8D}"/>
                </a:ext>
              </a:extLst>
            </p:cNvPr>
            <p:cNvCxnSpPr>
              <a:cxnSpLocks/>
            </p:cNvCxnSpPr>
            <p:nvPr/>
          </p:nvCxnSpPr>
          <p:spPr>
            <a:xfrm rot="5400000" flipH="1" flipV="1">
              <a:off x="3240716" y="4083213"/>
              <a:ext cx="15326" cy="3550025"/>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1507" name="Oval 21506">
            <a:extLst>
              <a:ext uri="{FF2B5EF4-FFF2-40B4-BE49-F238E27FC236}">
                <a16:creationId xmlns:a16="http://schemas.microsoft.com/office/drawing/2014/main" id="{172B45E1-8E66-747B-931A-2B4B08A453D1}"/>
              </a:ext>
            </a:extLst>
          </p:cNvPr>
          <p:cNvSpPr/>
          <p:nvPr/>
        </p:nvSpPr>
        <p:spPr>
          <a:xfrm>
            <a:off x="7997864" y="3489560"/>
            <a:ext cx="586557" cy="585216"/>
          </a:xfrm>
          <a:prstGeom prst="ellipse">
            <a:avLst/>
          </a:prstGeom>
          <a:solidFill>
            <a:srgbClr val="26C5B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5</a:t>
            </a:r>
          </a:p>
        </p:txBody>
      </p:sp>
      <p:sp>
        <p:nvSpPr>
          <p:cNvPr id="21508" name="TextBox 21507">
            <a:extLst>
              <a:ext uri="{FF2B5EF4-FFF2-40B4-BE49-F238E27FC236}">
                <a16:creationId xmlns:a16="http://schemas.microsoft.com/office/drawing/2014/main" id="{C2264E6F-41E9-E57A-7882-9A7767777F90}"/>
              </a:ext>
            </a:extLst>
          </p:cNvPr>
          <p:cNvSpPr txBox="1"/>
          <p:nvPr/>
        </p:nvSpPr>
        <p:spPr>
          <a:xfrm>
            <a:off x="3344249" y="2949660"/>
            <a:ext cx="1019163" cy="4616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6C5BE"/>
                </a:solidFill>
                <a:effectLst/>
                <a:uLnTx/>
                <a:uFillTx/>
                <a:latin typeface="Poppins"/>
                <a:ea typeface="+mn-ea"/>
                <a:cs typeface="+mn-cs"/>
              </a:rPr>
              <a:t>LTFU</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6C5BE"/>
                </a:solidFill>
                <a:effectLst/>
                <a:uLnTx/>
                <a:uFillTx/>
                <a:latin typeface="Poppins"/>
                <a:ea typeface="+mn-ea"/>
                <a:cs typeface="+mn-cs"/>
              </a:rPr>
              <a:t> of RN-315</a:t>
            </a:r>
            <a:endParaRPr kumimoji="0" lang="en-US" sz="900" b="1" i="0" u="none" strike="noStrike" kern="1200" cap="none" spc="0" normalizeH="0" baseline="0" noProof="0">
              <a:ln>
                <a:noFill/>
              </a:ln>
              <a:solidFill>
                <a:srgbClr val="26C5BE"/>
              </a:solidFill>
              <a:effectLst/>
              <a:uLnTx/>
              <a:uFillTx/>
              <a:latin typeface="Poppins"/>
              <a:ea typeface="+mn-ea"/>
              <a:cs typeface="+mn-cs"/>
            </a:endParaRPr>
          </a:p>
        </p:txBody>
      </p:sp>
      <p:sp>
        <p:nvSpPr>
          <p:cNvPr id="7" name="Rectangle 6">
            <a:extLst>
              <a:ext uri="{FF2B5EF4-FFF2-40B4-BE49-F238E27FC236}">
                <a16:creationId xmlns:a16="http://schemas.microsoft.com/office/drawing/2014/main" id="{D1F1EE2D-2EF7-8841-ECAB-FF5588F80306}"/>
              </a:ext>
            </a:extLst>
          </p:cNvPr>
          <p:cNvSpPr/>
          <p:nvPr/>
        </p:nvSpPr>
        <p:spPr>
          <a:xfrm>
            <a:off x="371248" y="738506"/>
            <a:ext cx="5628650" cy="1035122"/>
          </a:xfrm>
          <a:prstGeom prst="rect">
            <a:avLst/>
          </a:prstGeom>
          <a:solidFill>
            <a:schemeClr val="bg1">
              <a:lumMod val="95000"/>
            </a:schemeClr>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o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000" b="1" i="0" u="none" strike="noStrike" kern="1200" cap="none" spc="0" normalizeH="0" baseline="0" noProof="0">
                <a:ln>
                  <a:noFill/>
                </a:ln>
                <a:solidFill>
                  <a:srgbClr val="00B0F0"/>
                </a:solidFill>
                <a:effectLst/>
                <a:uLnTx/>
                <a:uFillTx/>
                <a:latin typeface="Poppins"/>
                <a:ea typeface="+mn-ea"/>
                <a:cs typeface="+mn-cs"/>
              </a:rPr>
              <a:t>Evidence Gaps – Across Lung (NSCLC, ES-SCLC)</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kumimoji="0" lang="en-US" sz="700" b="0" i="0" u="none" strike="noStrike" kern="1200" cap="none" spc="0" normalizeH="0" baseline="0" noProof="0">
                <a:ln>
                  <a:noFill/>
                </a:ln>
                <a:solidFill>
                  <a:srgbClr val="000000"/>
                </a:solidFill>
                <a:effectLst/>
                <a:uLnTx/>
                <a:uFillTx/>
                <a:latin typeface="Poppins"/>
                <a:ea typeface="+mn-ea"/>
                <a:cs typeface="+mn-cs"/>
              </a:rPr>
              <a:t>Need for comparative data (e.g., </a:t>
            </a:r>
            <a:r>
              <a:rPr kumimoji="0" lang="en-US" sz="700" b="1" i="0" u="none" strike="noStrike" kern="1200" cap="none" spc="0" normalizeH="0" baseline="0" noProof="0">
                <a:ln>
                  <a:noFill/>
                </a:ln>
                <a:solidFill>
                  <a:srgbClr val="000000"/>
                </a:solidFill>
                <a:effectLst/>
                <a:uLnTx/>
                <a:uFillTx/>
                <a:latin typeface="Poppins"/>
                <a:ea typeface="+mn-ea"/>
                <a:cs typeface="+mn-cs"/>
              </a:rPr>
              <a:t>safety/tolerability data</a:t>
            </a:r>
            <a:r>
              <a:rPr kumimoji="0" lang="en-US" sz="700" b="0" i="0" u="none" strike="noStrike" kern="1200" cap="none" spc="0" normalizeH="0" baseline="0" noProof="0">
                <a:ln>
                  <a:noFill/>
                </a:ln>
                <a:solidFill>
                  <a:srgbClr val="000000"/>
                </a:solidFill>
                <a:effectLst/>
                <a:uLnTx/>
                <a:uFillTx/>
                <a:latin typeface="Poppins"/>
                <a:ea typeface="+mn-ea"/>
                <a:cs typeface="+mn-cs"/>
              </a:rPr>
              <a:t>) against competitors </a:t>
            </a:r>
            <a:r>
              <a:rPr kumimoji="0" lang="en-US" sz="700" b="1" i="0" u="none" strike="noStrike" kern="1200" cap="none" spc="0" normalizeH="0" baseline="0" noProof="0">
                <a:ln>
                  <a:noFill/>
                </a:ln>
                <a:solidFill>
                  <a:srgbClr val="000000"/>
                </a:solidFill>
                <a:effectLst/>
                <a:uLnTx/>
                <a:uFillTx/>
                <a:latin typeface="Poppins"/>
                <a:ea typeface="+mn-ea"/>
                <a:cs typeface="+mn-cs"/>
              </a:rPr>
              <a:t>PD-1/PD-L1 mAb and PD-1 x VEGF </a:t>
            </a:r>
            <a:r>
              <a:rPr kumimoji="0" lang="en-US" sz="700" b="1" i="0" u="none" strike="noStrike" kern="1200" cap="none" spc="0" normalizeH="0" baseline="0" noProof="0" err="1">
                <a:ln>
                  <a:noFill/>
                </a:ln>
                <a:solidFill>
                  <a:srgbClr val="000000"/>
                </a:solidFill>
                <a:effectLst/>
                <a:uLnTx/>
                <a:uFillTx/>
                <a:latin typeface="Poppins"/>
                <a:ea typeface="+mn-ea"/>
                <a:cs typeface="+mn-cs"/>
              </a:rPr>
              <a:t>bispecifics</a:t>
            </a:r>
            <a:r>
              <a:rPr kumimoji="0" lang="en-US" sz="700" b="0" i="0" u="none" strike="noStrike" kern="1200" cap="none" spc="0" normalizeH="0" baseline="0" noProof="0">
                <a:ln>
                  <a:noFill/>
                </a:ln>
                <a:solidFill>
                  <a:srgbClr val="000000"/>
                </a:solidFill>
                <a:effectLst/>
                <a:uLnTx/>
                <a:uFillTx/>
                <a:latin typeface="Poppins"/>
                <a:ea typeface="+mn-ea"/>
                <a:cs typeface="+mn-cs"/>
              </a:rPr>
              <a:t> (</a:t>
            </a:r>
            <a:r>
              <a:rPr kumimoji="0" lang="en-US" sz="700" b="0" i="0" u="none" strike="noStrike" kern="1200" cap="none" spc="0" normalizeH="0" baseline="0" noProof="0" err="1">
                <a:ln>
                  <a:noFill/>
                </a:ln>
                <a:solidFill>
                  <a:srgbClr val="000000"/>
                </a:solidFill>
                <a:effectLst/>
                <a:uLnTx/>
                <a:uFillTx/>
                <a:latin typeface="Poppins"/>
                <a:ea typeface="+mn-ea"/>
                <a:cs typeface="+mn-cs"/>
              </a:rPr>
              <a:t>mNSCLC</a:t>
            </a:r>
            <a:r>
              <a:rPr kumimoji="0" lang="en-US" sz="700" b="0" i="0" u="none" strike="noStrike" kern="1200" cap="none" spc="0" normalizeH="0" baseline="0" noProof="0">
                <a:ln>
                  <a:noFill/>
                </a:ln>
                <a:solidFill>
                  <a:srgbClr val="000000"/>
                </a:solidFill>
                <a:effectLst/>
                <a:uLnTx/>
                <a:uFillTx/>
                <a:latin typeface="Poppins"/>
                <a:ea typeface="+mn-ea"/>
                <a:cs typeface="+mn-cs"/>
              </a:rPr>
              <a:t>)</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kumimoji="0" lang="en-US" sz="700" b="0" i="0" u="none" strike="noStrike" kern="1200" cap="none" spc="0" normalizeH="0" baseline="0" noProof="0">
                <a:ln>
                  <a:noFill/>
                </a:ln>
                <a:solidFill>
                  <a:sysClr val="windowText" lastClr="000000"/>
                </a:solidFill>
                <a:effectLst/>
                <a:uLnTx/>
                <a:uFillTx/>
                <a:latin typeface="Poppins"/>
                <a:ea typeface="+mn-ea"/>
                <a:cs typeface="+mn-cs"/>
              </a:rPr>
              <a:t>Need for </a:t>
            </a:r>
            <a:r>
              <a:rPr kumimoji="0" lang="en-US" sz="700" b="1" i="0" u="none" strike="noStrike" kern="1200" cap="none" spc="0" normalizeH="0" baseline="0" noProof="0">
                <a:ln>
                  <a:noFill/>
                </a:ln>
                <a:solidFill>
                  <a:sysClr val="windowText" lastClr="000000"/>
                </a:solidFill>
                <a:effectLst/>
                <a:uLnTx/>
                <a:uFillTx/>
                <a:latin typeface="Poppins"/>
                <a:ea typeface="+mn-ea"/>
                <a:cs typeface="+mn-cs"/>
              </a:rPr>
              <a:t>efficacy &amp; outcomes data by </a:t>
            </a:r>
            <a:r>
              <a:rPr kumimoji="0" lang="en-US" sz="700" b="1" i="0" u="none" strike="noStrike" kern="1200" cap="none" spc="0" normalizeH="0" baseline="0" noProof="0" err="1">
                <a:ln>
                  <a:noFill/>
                </a:ln>
                <a:solidFill>
                  <a:sysClr val="windowText" lastClr="000000"/>
                </a:solidFill>
                <a:effectLst/>
                <a:uLnTx/>
                <a:uFillTx/>
                <a:latin typeface="Poppins"/>
                <a:ea typeface="+mn-ea"/>
                <a:cs typeface="+mn-cs"/>
              </a:rPr>
              <a:t>CTx</a:t>
            </a:r>
            <a:r>
              <a:rPr kumimoji="0" lang="en-US" sz="700" b="1" i="0" u="none" strike="noStrike" kern="1200" cap="none" spc="0" normalizeH="0" baseline="0" noProof="0">
                <a:ln>
                  <a:noFill/>
                </a:ln>
                <a:solidFill>
                  <a:sysClr val="windowText" lastClr="000000"/>
                </a:solidFill>
                <a:effectLst/>
                <a:uLnTx/>
                <a:uFillTx/>
                <a:latin typeface="Poppins"/>
                <a:ea typeface="+mn-ea"/>
                <a:cs typeface="+mn-cs"/>
              </a:rPr>
              <a:t> treatment </a:t>
            </a:r>
            <a:r>
              <a:rPr kumimoji="0" lang="en-US" sz="700" b="0" i="0" u="none" strike="noStrike" kern="1200" cap="none" spc="0" normalizeH="0" baseline="0" noProof="0">
                <a:ln>
                  <a:noFill/>
                </a:ln>
                <a:solidFill>
                  <a:sysClr val="windowText" lastClr="000000"/>
                </a:solidFill>
                <a:effectLst/>
                <a:uLnTx/>
                <a:uFillTx/>
                <a:latin typeface="Poppins"/>
                <a:ea typeface="+mn-ea"/>
                <a:cs typeface="+mn-cs"/>
              </a:rPr>
              <a:t>(i.e., cisplatin vs carboplatin vs cisplatin  carboplatin switch due to AEs)</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r>
              <a:rPr kumimoji="0" lang="en-US" sz="700" b="0" i="0" u="none" strike="noStrike" kern="1200" cap="none" spc="0" normalizeH="0" baseline="0" noProof="0">
                <a:ln>
                  <a:noFill/>
                </a:ln>
                <a:solidFill>
                  <a:srgbClr val="000000"/>
                </a:solidFill>
                <a:effectLst/>
                <a:uLnTx/>
                <a:uFillTx/>
                <a:latin typeface="Poppins"/>
                <a:ea typeface="+mn-ea"/>
                <a:cs typeface="+mn-cs"/>
              </a:rPr>
              <a:t>Need for data that supports </a:t>
            </a:r>
            <a:r>
              <a:rPr kumimoji="0" lang="en-US" sz="700" b="1" i="0" u="none" strike="noStrike" kern="1200" cap="none" spc="0" normalizeH="0" baseline="0" noProof="0">
                <a:ln>
                  <a:noFill/>
                </a:ln>
                <a:solidFill>
                  <a:srgbClr val="000000"/>
                </a:solidFill>
                <a:effectLst/>
                <a:uLnTx/>
                <a:uFillTx/>
                <a:latin typeface="Poppins"/>
                <a:ea typeface="+mn-ea"/>
                <a:cs typeface="+mn-cs"/>
              </a:rPr>
              <a:t>optimal treatment sequencing </a:t>
            </a:r>
            <a:r>
              <a:rPr kumimoji="0" lang="en-US" sz="700" b="0" i="0" u="none" strike="noStrike" kern="1200" cap="none" spc="0" normalizeH="0" baseline="0" noProof="0">
                <a:ln>
                  <a:noFill/>
                </a:ln>
                <a:solidFill>
                  <a:srgbClr val="000000"/>
                </a:solidFill>
                <a:effectLst/>
                <a:uLnTx/>
                <a:uFillTx/>
                <a:latin typeface="Poppins"/>
                <a:ea typeface="+mn-ea"/>
                <a:cs typeface="+mn-cs"/>
              </a:rPr>
              <a:t>in different patient types (e.g., </a:t>
            </a:r>
            <a:r>
              <a:rPr kumimoji="0" lang="en-US" sz="700" b="1" i="0" u="none" strike="noStrike" kern="1200" cap="none" spc="0" normalizeH="0" baseline="0" noProof="0">
                <a:ln>
                  <a:noFill/>
                </a:ln>
                <a:solidFill>
                  <a:srgbClr val="000000"/>
                </a:solidFill>
                <a:effectLst/>
                <a:uLnTx/>
                <a:uFillTx/>
                <a:latin typeface="Poppins"/>
                <a:ea typeface="+mn-ea"/>
                <a:cs typeface="+mn-cs"/>
              </a:rPr>
              <a:t>smokers vs non-smokers, brain / liver mets</a:t>
            </a:r>
            <a:r>
              <a:rPr kumimoji="0" lang="en-US" sz="700" b="0" i="0" u="none" strike="noStrike" kern="1200" cap="none" spc="0" normalizeH="0" baseline="0" noProof="0">
                <a:ln>
                  <a:noFill/>
                </a:ln>
                <a:solidFill>
                  <a:srgbClr val="000000"/>
                </a:solidFill>
                <a:effectLst/>
                <a:uLnTx/>
                <a:uFillTx/>
                <a:latin typeface="Poppins"/>
                <a:ea typeface="+mn-ea"/>
                <a:cs typeface="+mn-cs"/>
              </a:rPr>
              <a:t>)</a:t>
            </a:r>
          </a:p>
          <a:p>
            <a:pPr marL="228600" indent="-228600">
              <a:buFontTx/>
              <a:buAutoNum type="arabicPeriod"/>
              <a:defRPr/>
            </a:pPr>
            <a:r>
              <a:rPr lang="en-US" sz="700">
                <a:solidFill>
                  <a:srgbClr val="000000"/>
                </a:solidFill>
                <a:latin typeface="Poppins"/>
              </a:rPr>
              <a:t>Additional </a:t>
            </a:r>
            <a:r>
              <a:rPr lang="en-US" sz="700" b="1">
                <a:solidFill>
                  <a:srgbClr val="000000"/>
                </a:solidFill>
                <a:latin typeface="Poppins"/>
              </a:rPr>
              <a:t>analyses supporting reimbursement </a:t>
            </a:r>
            <a:r>
              <a:rPr lang="en-US" sz="700">
                <a:solidFill>
                  <a:srgbClr val="000000"/>
                </a:solidFill>
                <a:latin typeface="Poppins"/>
              </a:rPr>
              <a:t>in the case of label restriction in local markets</a:t>
            </a:r>
          </a:p>
          <a:p>
            <a:pPr marL="228600" marR="0" lvl="0" indent="-228600" algn="l" defTabSz="457200" rtl="0" eaLnBrk="1" fontAlgn="auto" latinLnBrk="0" hangingPunct="1">
              <a:lnSpc>
                <a:spcPct val="100000"/>
              </a:lnSpc>
              <a:spcBef>
                <a:spcPts val="0"/>
              </a:spcBef>
              <a:spcAft>
                <a:spcPts val="0"/>
              </a:spcAft>
              <a:buClrTx/>
              <a:buSzTx/>
              <a:buFontTx/>
              <a:buAutoNum type="arabicPeriod"/>
              <a:tabLst/>
              <a:defRPr/>
            </a:pPr>
            <a:endParaRPr kumimoji="0" lang="en-US" sz="1000" b="0" i="0" u="none" strike="noStrike" kern="1200" cap="none" spc="0" normalizeH="0" baseline="0" noProof="0">
              <a:ln>
                <a:noFill/>
              </a:ln>
              <a:solidFill>
                <a:srgbClr val="000000"/>
              </a:solidFill>
              <a:effectLst/>
              <a:uLnTx/>
              <a:uFillTx/>
              <a:latin typeface="Poppins"/>
              <a:ea typeface="+mn-ea"/>
              <a:cs typeface="+mn-cs"/>
            </a:endParaRPr>
          </a:p>
        </p:txBody>
      </p:sp>
      <p:sp>
        <p:nvSpPr>
          <p:cNvPr id="14" name="Rectangle 13">
            <a:extLst>
              <a:ext uri="{FF2B5EF4-FFF2-40B4-BE49-F238E27FC236}">
                <a16:creationId xmlns:a16="http://schemas.microsoft.com/office/drawing/2014/main" id="{E41F48F0-C519-8149-0063-48BD94C8C447}"/>
              </a:ext>
            </a:extLst>
          </p:cNvPr>
          <p:cNvSpPr/>
          <p:nvPr/>
        </p:nvSpPr>
        <p:spPr>
          <a:xfrm>
            <a:off x="371248" y="1832666"/>
            <a:ext cx="5628650" cy="1035122"/>
          </a:xfrm>
          <a:prstGeom prst="rect">
            <a:avLst/>
          </a:prstGeom>
          <a:solidFill>
            <a:schemeClr val="bg1">
              <a:lumMod val="95000"/>
            </a:schemeClr>
          </a:solidFill>
          <a:ln w="19050">
            <a:solidFill>
              <a:srgbClr val="26C5BE"/>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oAutofit/>
          </a:bodyPr>
          <a:lstStyle/>
          <a:p>
            <a:pPr marL="0" marR="0" lvl="0" indent="0" algn="l" defTabSz="457200" rtl="0" eaLnBrk="1" fontAlgn="auto" latinLnBrk="0" hangingPunct="1">
              <a:lnSpc>
                <a:spcPct val="100000"/>
              </a:lnSpc>
              <a:spcBef>
                <a:spcPts val="0"/>
              </a:spcBef>
              <a:spcAft>
                <a:spcPts val="300"/>
              </a:spcAft>
              <a:buClrTx/>
              <a:buSzTx/>
              <a:buFontTx/>
              <a:buNone/>
              <a:tabLst/>
              <a:defRPr/>
            </a:pPr>
            <a:r>
              <a:rPr kumimoji="0" lang="en-GB" sz="1100" b="1" i="0" u="none" strike="noStrike" kern="1200" cap="none" spc="0" normalizeH="0" baseline="0" noProof="0">
                <a:ln>
                  <a:noFill/>
                </a:ln>
                <a:solidFill>
                  <a:srgbClr val="26C5BE"/>
                </a:solidFill>
                <a:effectLst/>
                <a:uLnTx/>
                <a:uFillTx/>
                <a:latin typeface="Poppins"/>
                <a:ea typeface="+mn-ea"/>
                <a:cs typeface="+mn-cs"/>
              </a:rPr>
              <a:t>Evidence Gaps – Perioperative NSCLC</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5"/>
              <a:tabLst/>
              <a:defRPr/>
            </a:pPr>
            <a:r>
              <a:rPr kumimoji="0" lang="en-US" sz="700" b="0" i="0" u="none" strike="noStrike" kern="1200" cap="none" spc="0" normalizeH="0" baseline="0" noProof="0">
                <a:ln>
                  <a:noFill/>
                </a:ln>
                <a:solidFill>
                  <a:srgbClr val="000000"/>
                </a:solidFill>
                <a:effectLst/>
                <a:uLnTx/>
                <a:uFillTx/>
                <a:latin typeface="Poppins"/>
                <a:ea typeface="+mn-ea"/>
                <a:cs typeface="+mn-cs"/>
              </a:rPr>
              <a:t>[Pan-peri] Completion and adherence to adjuvant tislelizumab (vs control arm) as predictor of long-term response or outcome</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5"/>
              <a:tabLst/>
              <a:defRPr/>
            </a:pPr>
            <a:r>
              <a:rPr kumimoji="0" lang="en-US" sz="700" b="0" i="0" u="none" strike="noStrike" kern="1200" cap="none" spc="0" normalizeH="0" baseline="0" noProof="0">
                <a:ln>
                  <a:noFill/>
                </a:ln>
                <a:solidFill>
                  <a:srgbClr val="000000"/>
                </a:solidFill>
                <a:effectLst/>
                <a:uLnTx/>
                <a:uFillTx/>
                <a:latin typeface="Poppins"/>
                <a:ea typeface="+mn-ea"/>
                <a:cs typeface="+mn-cs"/>
              </a:rPr>
              <a:t>[Pan-peri] </a:t>
            </a:r>
            <a:r>
              <a:rPr kumimoji="0" lang="en-US" sz="700" b="1" i="0" u="none" strike="noStrike" kern="1200" cap="none" spc="0" normalizeH="0" baseline="0" noProof="0">
                <a:ln>
                  <a:noFill/>
                </a:ln>
                <a:solidFill>
                  <a:srgbClr val="000000"/>
                </a:solidFill>
                <a:effectLst/>
                <a:uLnTx/>
                <a:uFillTx/>
                <a:latin typeface="Poppins"/>
                <a:ea typeface="+mn-ea"/>
                <a:cs typeface="+mn-cs"/>
              </a:rPr>
              <a:t>Need to understand the combination of patient characteristics </a:t>
            </a:r>
            <a:r>
              <a:rPr kumimoji="0" lang="en-US" sz="700" b="0" i="0" u="none" strike="noStrike" kern="1200" cap="none" spc="0" normalizeH="0" baseline="0" noProof="0">
                <a:ln>
                  <a:noFill/>
                </a:ln>
                <a:solidFill>
                  <a:srgbClr val="000000"/>
                </a:solidFill>
                <a:effectLst/>
                <a:uLnTx/>
                <a:uFillTx/>
                <a:latin typeface="Poppins"/>
                <a:ea typeface="+mn-ea"/>
                <a:cs typeface="+mn-cs"/>
              </a:rPr>
              <a:t>that can influence treatment decision</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5"/>
              <a:tabLst/>
              <a:defRPr/>
            </a:pPr>
            <a:r>
              <a:rPr kumimoji="0" lang="en-US" sz="700" b="0" i="0" u="none" strike="noStrike" kern="1200" cap="none" spc="0" normalizeH="0" baseline="0" noProof="0">
                <a:ln>
                  <a:noFill/>
                </a:ln>
                <a:solidFill>
                  <a:srgbClr val="000000"/>
                </a:solidFill>
                <a:effectLst/>
                <a:uLnTx/>
                <a:uFillTx/>
                <a:latin typeface="Poppins"/>
                <a:ea typeface="+mn-ea"/>
                <a:cs typeface="+mn-cs"/>
              </a:rPr>
              <a:t>[Pan-peri] Need for </a:t>
            </a:r>
            <a:r>
              <a:rPr kumimoji="0" lang="en-US" sz="700" b="1" i="0" u="none" strike="noStrike" kern="1200" cap="none" spc="0" normalizeH="0" baseline="0" noProof="0">
                <a:ln>
                  <a:noFill/>
                </a:ln>
                <a:solidFill>
                  <a:srgbClr val="000000"/>
                </a:solidFill>
                <a:effectLst/>
                <a:uLnTx/>
                <a:uFillTx/>
                <a:latin typeface="Poppins"/>
                <a:ea typeface="+mn-ea"/>
                <a:cs typeface="+mn-cs"/>
              </a:rPr>
              <a:t>median follow-up of at least 36 months </a:t>
            </a:r>
            <a:r>
              <a:rPr kumimoji="0" lang="en-US" sz="700" b="0" i="0" u="none" strike="noStrike" kern="1200" cap="none" spc="0" normalizeH="0" baseline="0" noProof="0">
                <a:ln>
                  <a:noFill/>
                </a:ln>
                <a:solidFill>
                  <a:srgbClr val="000000"/>
                </a:solidFill>
                <a:effectLst/>
                <a:uLnTx/>
                <a:uFillTx/>
                <a:latin typeface="Poppins"/>
                <a:ea typeface="+mn-ea"/>
                <a:cs typeface="+mn-cs"/>
              </a:rPr>
              <a:t>(with a </a:t>
            </a:r>
            <a:r>
              <a:rPr kumimoji="0" lang="en-US" sz="700" b="0" i="0" u="none" strike="noStrike" kern="1200" cap="none" spc="0" normalizeH="0" baseline="0" noProof="0" err="1">
                <a:ln>
                  <a:noFill/>
                </a:ln>
                <a:solidFill>
                  <a:srgbClr val="000000"/>
                </a:solidFill>
                <a:effectLst/>
                <a:uLnTx/>
                <a:uFillTx/>
                <a:latin typeface="Poppins"/>
                <a:ea typeface="+mn-ea"/>
                <a:cs typeface="+mn-cs"/>
              </a:rPr>
              <a:t>mOS</a:t>
            </a:r>
            <a:r>
              <a:rPr kumimoji="0" lang="en-US" sz="700" b="0" i="0" u="none" strike="noStrike" kern="1200" cap="none" spc="0" normalizeH="0" baseline="0" noProof="0">
                <a:ln>
                  <a:noFill/>
                </a:ln>
                <a:solidFill>
                  <a:srgbClr val="000000"/>
                </a:solidFill>
                <a:effectLst/>
                <a:uLnTx/>
                <a:uFillTx/>
                <a:latin typeface="Poppins"/>
                <a:ea typeface="+mn-ea"/>
                <a:cs typeface="+mn-cs"/>
              </a:rPr>
              <a:t> delta of at least 10% at 24 months landmark) in RN-315</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5"/>
              <a:tabLst/>
              <a:defRPr/>
            </a:pPr>
            <a:r>
              <a:rPr kumimoji="0" lang="en-US" sz="700" b="0" i="0" u="none" strike="noStrike" kern="1200" cap="none" spc="0" normalizeH="0" baseline="0" noProof="0">
                <a:ln>
                  <a:noFill/>
                </a:ln>
                <a:solidFill>
                  <a:srgbClr val="000000"/>
                </a:solidFill>
                <a:effectLst/>
                <a:uLnTx/>
                <a:uFillTx/>
                <a:latin typeface="Poppins"/>
                <a:ea typeface="+mn-ea"/>
                <a:cs typeface="+mn-cs"/>
              </a:rPr>
              <a:t>[Neo] Need for </a:t>
            </a:r>
            <a:r>
              <a:rPr kumimoji="0" lang="en-US" sz="700" b="1" i="0" u="none" strike="noStrike" kern="1200" cap="none" spc="0" normalizeH="0" baseline="0" noProof="0">
                <a:ln>
                  <a:noFill/>
                </a:ln>
                <a:solidFill>
                  <a:srgbClr val="000000"/>
                </a:solidFill>
                <a:effectLst/>
                <a:uLnTx/>
                <a:uFillTx/>
                <a:latin typeface="Poppins"/>
                <a:ea typeface="+mn-ea"/>
                <a:cs typeface="+mn-cs"/>
              </a:rPr>
              <a:t>EFS </a:t>
            </a:r>
            <a:r>
              <a:rPr kumimoji="0" lang="en-US" sz="700" b="0" i="0" u="none" strike="noStrike" kern="1200" cap="none" spc="0" normalizeH="0" baseline="0" noProof="0">
                <a:ln>
                  <a:noFill/>
                </a:ln>
                <a:solidFill>
                  <a:srgbClr val="000000"/>
                </a:solidFill>
                <a:effectLst/>
                <a:uLnTx/>
                <a:uFillTx/>
                <a:latin typeface="Poppins"/>
                <a:ea typeface="+mn-ea"/>
                <a:cs typeface="+mn-cs"/>
              </a:rPr>
              <a:t>data by </a:t>
            </a:r>
            <a:r>
              <a:rPr kumimoji="0" lang="en-US" sz="700" b="1" i="0" u="none" strike="noStrike" kern="1200" cap="none" spc="0" normalizeH="0" baseline="0" noProof="0">
                <a:ln>
                  <a:noFill/>
                </a:ln>
                <a:solidFill>
                  <a:srgbClr val="000000"/>
                </a:solidFill>
                <a:effectLst/>
                <a:uLnTx/>
                <a:uFillTx/>
                <a:latin typeface="Poppins"/>
                <a:ea typeface="+mn-ea"/>
                <a:cs typeface="+mn-cs"/>
              </a:rPr>
              <a:t>surgically relevant subgroups</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5"/>
              <a:tabLst/>
              <a:defRPr/>
            </a:pPr>
            <a:r>
              <a:rPr kumimoji="0" lang="en-US" sz="700" b="0" i="0" u="none" strike="noStrike" kern="1200" cap="none" spc="0" normalizeH="0" baseline="0" noProof="0">
                <a:ln>
                  <a:noFill/>
                </a:ln>
                <a:solidFill>
                  <a:srgbClr val="000000"/>
                </a:solidFill>
                <a:effectLst/>
                <a:uLnTx/>
                <a:uFillTx/>
                <a:latin typeface="Poppins"/>
                <a:ea typeface="+mn-ea"/>
                <a:cs typeface="+mn-cs"/>
              </a:rPr>
              <a:t>[Neo] Need for </a:t>
            </a:r>
            <a:r>
              <a:rPr kumimoji="0" lang="en-US" sz="700" b="1" i="0" u="none" strike="noStrike" kern="1200" cap="none" spc="0" normalizeH="0" baseline="0" noProof="0">
                <a:ln>
                  <a:noFill/>
                </a:ln>
                <a:solidFill>
                  <a:srgbClr val="000000"/>
                </a:solidFill>
                <a:effectLst/>
                <a:uLnTx/>
                <a:uFillTx/>
                <a:latin typeface="Poppins"/>
                <a:ea typeface="+mn-ea"/>
                <a:cs typeface="+mn-cs"/>
              </a:rPr>
              <a:t>data analyses </a:t>
            </a:r>
            <a:r>
              <a:rPr kumimoji="0" lang="en-US" sz="700" b="0" i="0" u="none" strike="noStrike" kern="1200" cap="none" spc="0" normalizeH="0" baseline="0" noProof="0">
                <a:ln>
                  <a:noFill/>
                </a:ln>
                <a:solidFill>
                  <a:srgbClr val="000000"/>
                </a:solidFill>
                <a:effectLst/>
                <a:uLnTx/>
                <a:uFillTx/>
                <a:latin typeface="Poppins"/>
                <a:ea typeface="+mn-ea"/>
                <a:cs typeface="+mn-cs"/>
              </a:rPr>
              <a:t>on</a:t>
            </a:r>
            <a:r>
              <a:rPr kumimoji="0" lang="en-US" sz="700" b="1" i="0" u="none" strike="noStrike" kern="1200" cap="none" spc="0" normalizeH="0" baseline="0" noProof="0">
                <a:ln>
                  <a:noFill/>
                </a:ln>
                <a:solidFill>
                  <a:srgbClr val="000000"/>
                </a:solidFill>
                <a:effectLst/>
                <a:uLnTx/>
                <a:uFillTx/>
                <a:latin typeface="Poppins"/>
                <a:ea typeface="+mn-ea"/>
                <a:cs typeface="+mn-cs"/>
              </a:rPr>
              <a:t> EFS and OS </a:t>
            </a:r>
            <a:r>
              <a:rPr kumimoji="0" lang="en-US" sz="700" b="0" i="0" u="none" strike="noStrike" kern="1200" cap="none" spc="0" normalizeH="0" baseline="0" noProof="0">
                <a:ln>
                  <a:noFill/>
                </a:ln>
                <a:solidFill>
                  <a:srgbClr val="000000"/>
                </a:solidFill>
                <a:effectLst/>
                <a:uLnTx/>
                <a:uFillTx/>
                <a:latin typeface="Poppins"/>
                <a:ea typeface="+mn-ea"/>
                <a:cs typeface="+mn-cs"/>
              </a:rPr>
              <a:t>stratified by </a:t>
            </a:r>
            <a:r>
              <a:rPr kumimoji="0" lang="en-US" sz="700" b="1" i="0" u="none" strike="noStrike" kern="1200" cap="none" spc="0" normalizeH="0" baseline="0" noProof="0">
                <a:ln>
                  <a:noFill/>
                </a:ln>
                <a:solidFill>
                  <a:srgbClr val="000000"/>
                </a:solidFill>
                <a:effectLst/>
                <a:uLnTx/>
                <a:uFillTx/>
                <a:latin typeface="Poppins"/>
                <a:ea typeface="+mn-ea"/>
                <a:cs typeface="+mn-cs"/>
              </a:rPr>
              <a:t>MPR and </a:t>
            </a:r>
            <a:r>
              <a:rPr kumimoji="0" lang="en-US" sz="700" b="1" i="0" u="none" strike="noStrike" kern="1200" cap="none" spc="0" normalizeH="0" baseline="0" noProof="0" err="1">
                <a:ln>
                  <a:noFill/>
                </a:ln>
                <a:solidFill>
                  <a:srgbClr val="000000"/>
                </a:solidFill>
                <a:effectLst/>
                <a:uLnTx/>
                <a:uFillTx/>
                <a:latin typeface="Poppins"/>
                <a:ea typeface="+mn-ea"/>
                <a:cs typeface="+mn-cs"/>
              </a:rPr>
              <a:t>pCR</a:t>
            </a:r>
            <a:r>
              <a:rPr kumimoji="0" lang="en-US" sz="700" b="1" i="0" u="none" strike="noStrike" kern="1200" cap="none" spc="0" normalizeH="0" baseline="0" noProof="0">
                <a:ln>
                  <a:noFill/>
                </a:ln>
                <a:solidFill>
                  <a:srgbClr val="000000"/>
                </a:solidFill>
                <a:effectLst/>
                <a:uLnTx/>
                <a:uFillTx/>
                <a:latin typeface="Poppins"/>
                <a:ea typeface="+mn-ea"/>
                <a:cs typeface="+mn-cs"/>
              </a:rPr>
              <a:t> for neoadjuvant </a:t>
            </a:r>
            <a:r>
              <a:rPr kumimoji="0" lang="en-US" sz="700" b="0" i="0" u="none" strike="noStrike" kern="1200" cap="none" spc="0" normalizeH="0" baseline="0" noProof="0">
                <a:ln>
                  <a:noFill/>
                </a:ln>
                <a:solidFill>
                  <a:srgbClr val="000000"/>
                </a:solidFill>
                <a:effectLst/>
                <a:uLnTx/>
                <a:uFillTx/>
                <a:latin typeface="Poppins"/>
                <a:ea typeface="+mn-ea"/>
                <a:cs typeface="+mn-cs"/>
              </a:rPr>
              <a:t>population</a:t>
            </a:r>
          </a:p>
        </p:txBody>
      </p:sp>
      <p:sp>
        <p:nvSpPr>
          <p:cNvPr id="15" name="Rectangle 14">
            <a:extLst>
              <a:ext uri="{FF2B5EF4-FFF2-40B4-BE49-F238E27FC236}">
                <a16:creationId xmlns:a16="http://schemas.microsoft.com/office/drawing/2014/main" id="{99F6472A-2F50-BF31-50C3-35B8D1F22990}"/>
              </a:ext>
            </a:extLst>
          </p:cNvPr>
          <p:cNvSpPr/>
          <p:nvPr/>
        </p:nvSpPr>
        <p:spPr>
          <a:xfrm>
            <a:off x="6091237" y="733643"/>
            <a:ext cx="5628651" cy="1035122"/>
          </a:xfrm>
          <a:prstGeom prst="rect">
            <a:avLst/>
          </a:prstGeom>
          <a:solidFill>
            <a:schemeClr val="bg1">
              <a:lumMod val="95000"/>
            </a:schemeClr>
          </a:solidFill>
          <a:ln w="19050">
            <a:solidFill>
              <a:srgbClr val="004D6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o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000" b="1" i="0" u="none" strike="noStrike" kern="1200" cap="none" spc="0" normalizeH="0" baseline="0" noProof="0">
                <a:ln>
                  <a:noFill/>
                </a:ln>
                <a:solidFill>
                  <a:srgbClr val="004D60"/>
                </a:solidFill>
                <a:effectLst/>
                <a:uLnTx/>
                <a:uFillTx/>
                <a:latin typeface="Poppins"/>
                <a:ea typeface="+mn-ea"/>
                <a:cs typeface="+mn-cs"/>
              </a:rPr>
              <a:t>Evidence Gaps – Metastatic NSCLC</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10"/>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Need</a:t>
            </a:r>
            <a:r>
              <a:rPr kumimoji="0" lang="en-US" sz="800" b="1" i="0" u="none" strike="noStrike" kern="1200" cap="none" spc="0" normalizeH="0" baseline="0" noProof="0">
                <a:ln>
                  <a:noFill/>
                </a:ln>
                <a:solidFill>
                  <a:srgbClr val="000000"/>
                </a:solidFill>
                <a:effectLst/>
                <a:uLnTx/>
                <a:uFillTx/>
                <a:latin typeface="Poppins"/>
                <a:ea typeface="+mn-ea"/>
                <a:cs typeface="+mn-cs"/>
              </a:rPr>
              <a:t> </a:t>
            </a:r>
            <a:r>
              <a:rPr kumimoji="0" lang="en-US" sz="800" b="0" i="0" u="none" strike="noStrike" kern="1200" cap="none" spc="0" normalizeH="0" baseline="0" noProof="0">
                <a:ln>
                  <a:noFill/>
                </a:ln>
                <a:solidFill>
                  <a:srgbClr val="000000"/>
                </a:solidFill>
                <a:effectLst/>
                <a:uLnTx/>
                <a:uFillTx/>
                <a:latin typeface="Poppins"/>
                <a:ea typeface="+mn-ea"/>
                <a:cs typeface="+mn-cs"/>
              </a:rPr>
              <a:t>for</a:t>
            </a:r>
            <a:r>
              <a:rPr kumimoji="0" lang="en-US" sz="800" b="1" i="0" u="none" strike="noStrike" kern="1200" cap="none" spc="0" normalizeH="0" baseline="0" noProof="0">
                <a:ln>
                  <a:noFill/>
                </a:ln>
                <a:solidFill>
                  <a:srgbClr val="000000"/>
                </a:solidFill>
                <a:effectLst/>
                <a:uLnTx/>
                <a:uFillTx/>
                <a:latin typeface="Poppins"/>
                <a:ea typeface="+mn-ea"/>
                <a:cs typeface="+mn-cs"/>
              </a:rPr>
              <a:t> comparative data </a:t>
            </a:r>
            <a:r>
              <a:rPr kumimoji="0" lang="en-US" sz="800" b="0" i="0" u="none" strike="noStrike" kern="1200" cap="none" spc="0" normalizeH="0" baseline="0" noProof="0">
                <a:ln>
                  <a:noFill/>
                </a:ln>
                <a:solidFill>
                  <a:srgbClr val="000000"/>
                </a:solidFill>
                <a:effectLst/>
                <a:uLnTx/>
                <a:uFillTx/>
                <a:latin typeface="Poppins"/>
                <a:ea typeface="+mn-ea"/>
                <a:cs typeface="+mn-cs"/>
              </a:rPr>
              <a:t>demonstrating the value of tislelizumab + </a:t>
            </a:r>
            <a:r>
              <a:rPr kumimoji="0" lang="en-US" sz="800" b="0" i="0" u="none" strike="noStrike" kern="1200" cap="none" spc="0" normalizeH="0" baseline="0" noProof="0" err="1">
                <a:ln>
                  <a:noFill/>
                </a:ln>
                <a:solidFill>
                  <a:srgbClr val="000000"/>
                </a:solidFill>
                <a:effectLst/>
                <a:uLnTx/>
                <a:uFillTx/>
                <a:latin typeface="Poppins"/>
                <a:ea typeface="+mn-ea"/>
                <a:cs typeface="+mn-cs"/>
              </a:rPr>
              <a:t>CTx</a:t>
            </a:r>
            <a:r>
              <a:rPr kumimoji="0" lang="en-US" sz="800" b="0" i="0" u="none" strike="noStrike" kern="1200" cap="none" spc="0" normalizeH="0" baseline="0" noProof="0">
                <a:ln>
                  <a:noFill/>
                </a:ln>
                <a:solidFill>
                  <a:srgbClr val="000000"/>
                </a:solidFill>
                <a:effectLst/>
                <a:uLnTx/>
                <a:uFillTx/>
                <a:latin typeface="Poppins"/>
                <a:ea typeface="+mn-ea"/>
                <a:cs typeface="+mn-cs"/>
              </a:rPr>
              <a:t> vs. IO monotherapy in PD-L1 &gt;50% patients</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10"/>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Need for </a:t>
            </a:r>
            <a:r>
              <a:rPr kumimoji="0" lang="en-US" sz="800" b="1" i="0" u="none" strike="noStrike" kern="1200" cap="none" spc="0" normalizeH="0" baseline="0" noProof="0">
                <a:ln>
                  <a:noFill/>
                </a:ln>
                <a:solidFill>
                  <a:srgbClr val="000000"/>
                </a:solidFill>
                <a:effectLst/>
                <a:uLnTx/>
                <a:uFillTx/>
                <a:latin typeface="Poppins"/>
                <a:ea typeface="+mn-ea"/>
                <a:cs typeface="+mn-cs"/>
              </a:rPr>
              <a:t>integrated biomarker analysis </a:t>
            </a:r>
            <a:r>
              <a:rPr kumimoji="0" lang="en-US" sz="800" b="0" i="0" u="none" strike="noStrike" kern="1200" cap="none" spc="0" normalizeH="0" baseline="0" noProof="0">
                <a:ln>
                  <a:noFill/>
                </a:ln>
                <a:solidFill>
                  <a:srgbClr val="000000"/>
                </a:solidFill>
                <a:effectLst/>
                <a:uLnTx/>
                <a:uFillTx/>
                <a:latin typeface="Poppins"/>
                <a:ea typeface="+mn-ea"/>
                <a:cs typeface="+mn-cs"/>
              </a:rPr>
              <a:t>to guide treatment decisions and help personalize treatment</a:t>
            </a: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10"/>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Need</a:t>
            </a:r>
            <a:r>
              <a:rPr kumimoji="0" lang="en-US" sz="800" b="1" i="0" u="none" strike="noStrike" kern="1200" cap="none" spc="0" normalizeH="0" baseline="0" noProof="0">
                <a:ln>
                  <a:noFill/>
                </a:ln>
                <a:solidFill>
                  <a:srgbClr val="000000"/>
                </a:solidFill>
                <a:effectLst/>
                <a:uLnTx/>
                <a:uFillTx/>
                <a:latin typeface="Poppins"/>
                <a:ea typeface="+mn-ea"/>
                <a:cs typeface="+mn-cs"/>
              </a:rPr>
              <a:t> </a:t>
            </a:r>
            <a:r>
              <a:rPr kumimoji="0" lang="en-US" sz="800" b="0" i="0" u="none" strike="noStrike" kern="1200" cap="none" spc="0" normalizeH="0" baseline="0" noProof="0">
                <a:ln>
                  <a:noFill/>
                </a:ln>
                <a:solidFill>
                  <a:srgbClr val="000000"/>
                </a:solidFill>
                <a:effectLst/>
                <a:uLnTx/>
                <a:uFillTx/>
                <a:latin typeface="Poppins"/>
                <a:ea typeface="+mn-ea"/>
                <a:cs typeface="+mn-cs"/>
              </a:rPr>
              <a:t>for</a:t>
            </a:r>
            <a:r>
              <a:rPr kumimoji="0" lang="en-US" sz="800" b="1" i="0" u="none" strike="noStrike" kern="1200" cap="none" spc="0" normalizeH="0" baseline="0" noProof="0">
                <a:ln>
                  <a:noFill/>
                </a:ln>
                <a:solidFill>
                  <a:srgbClr val="000000"/>
                </a:solidFill>
                <a:effectLst/>
                <a:uLnTx/>
                <a:uFillTx/>
                <a:latin typeface="Poppins"/>
                <a:ea typeface="+mn-ea"/>
                <a:cs typeface="+mn-cs"/>
              </a:rPr>
              <a:t> evidence further characterizing </a:t>
            </a:r>
            <a:r>
              <a:rPr kumimoji="0" lang="en-US" sz="800" b="1" i="0" u="none" strike="noStrike" kern="1200" cap="none" spc="0" normalizeH="0" baseline="0" noProof="0" err="1">
                <a:ln>
                  <a:noFill/>
                </a:ln>
                <a:solidFill>
                  <a:srgbClr val="000000"/>
                </a:solidFill>
                <a:effectLst/>
                <a:uLnTx/>
                <a:uFillTx/>
                <a:latin typeface="Poppins"/>
                <a:ea typeface="+mn-ea"/>
                <a:cs typeface="+mn-cs"/>
              </a:rPr>
              <a:t>MoA</a:t>
            </a:r>
            <a:r>
              <a:rPr kumimoji="0" lang="en-US" sz="800" b="1" i="0" u="none" strike="noStrike" kern="1200" cap="none" spc="0" normalizeH="0" baseline="0" noProof="0">
                <a:ln>
                  <a:noFill/>
                </a:ln>
                <a:solidFill>
                  <a:srgbClr val="000000"/>
                </a:solidFill>
                <a:effectLst/>
                <a:uLnTx/>
                <a:uFillTx/>
                <a:latin typeface="Poppins"/>
                <a:ea typeface="+mn-ea"/>
                <a:cs typeface="+mn-cs"/>
              </a:rPr>
              <a:t> </a:t>
            </a:r>
            <a:r>
              <a:rPr kumimoji="0" lang="en-US" sz="800" b="0" i="0" u="none" strike="noStrike" kern="1200" cap="none" spc="0" normalizeH="0" baseline="0" noProof="0">
                <a:ln>
                  <a:noFill/>
                </a:ln>
                <a:solidFill>
                  <a:srgbClr val="000000"/>
                </a:solidFill>
                <a:effectLst/>
                <a:uLnTx/>
                <a:uFillTx/>
                <a:latin typeface="Poppins"/>
                <a:ea typeface="+mn-ea"/>
                <a:cs typeface="+mn-cs"/>
              </a:rPr>
              <a:t>in metastatic NSCLC (i.e., TILs and FCr) - correlate with clinical response</a:t>
            </a:r>
          </a:p>
        </p:txBody>
      </p:sp>
      <p:sp>
        <p:nvSpPr>
          <p:cNvPr id="41" name="Oval 40">
            <a:extLst>
              <a:ext uri="{FF2B5EF4-FFF2-40B4-BE49-F238E27FC236}">
                <a16:creationId xmlns:a16="http://schemas.microsoft.com/office/drawing/2014/main" id="{44A9F762-E97A-D938-7780-CE04545FA1DD}"/>
              </a:ext>
            </a:extLst>
          </p:cNvPr>
          <p:cNvSpPr/>
          <p:nvPr/>
        </p:nvSpPr>
        <p:spPr>
          <a:xfrm>
            <a:off x="2715219" y="3262004"/>
            <a:ext cx="720000" cy="720000"/>
          </a:xfrm>
          <a:prstGeom prst="ellipse">
            <a:avLst/>
          </a:prstGeom>
          <a:solidFill>
            <a:srgbClr val="00B0F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1</a:t>
            </a:r>
          </a:p>
        </p:txBody>
      </p:sp>
      <p:sp>
        <p:nvSpPr>
          <p:cNvPr id="42" name="TextBox 41">
            <a:extLst>
              <a:ext uri="{FF2B5EF4-FFF2-40B4-BE49-F238E27FC236}">
                <a16:creationId xmlns:a16="http://schemas.microsoft.com/office/drawing/2014/main" id="{572E9014-5104-068C-CB10-E5CAB72897A3}"/>
              </a:ext>
            </a:extLst>
          </p:cNvPr>
          <p:cNvSpPr txBox="1"/>
          <p:nvPr/>
        </p:nvSpPr>
        <p:spPr>
          <a:xfrm>
            <a:off x="2454308" y="3937778"/>
            <a:ext cx="1153703" cy="60016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B0F0"/>
                </a:solidFill>
                <a:effectLst/>
                <a:uLnTx/>
                <a:uFillTx/>
                <a:latin typeface="Poppins"/>
                <a:ea typeface="+mn-ea"/>
                <a:cs typeface="+mn-cs"/>
              </a:rPr>
              <a:t>ITC / Match Comparison (HARMONI-2)</a:t>
            </a:r>
          </a:p>
        </p:txBody>
      </p:sp>
      <p:sp>
        <p:nvSpPr>
          <p:cNvPr id="43" name="Oval 42">
            <a:extLst>
              <a:ext uri="{FF2B5EF4-FFF2-40B4-BE49-F238E27FC236}">
                <a16:creationId xmlns:a16="http://schemas.microsoft.com/office/drawing/2014/main" id="{9603D514-07D1-C50E-773A-EBFA065EAB88}"/>
              </a:ext>
            </a:extLst>
          </p:cNvPr>
          <p:cNvSpPr/>
          <p:nvPr/>
        </p:nvSpPr>
        <p:spPr>
          <a:xfrm>
            <a:off x="1986775" y="4820803"/>
            <a:ext cx="548640" cy="548640"/>
          </a:xfrm>
          <a:prstGeom prst="ellipse">
            <a:avLst/>
          </a:prstGeom>
          <a:solidFill>
            <a:srgbClr val="00B0F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44" name="TextBox 43">
            <a:extLst>
              <a:ext uri="{FF2B5EF4-FFF2-40B4-BE49-F238E27FC236}">
                <a16:creationId xmlns:a16="http://schemas.microsoft.com/office/drawing/2014/main" id="{C42F6483-5D03-D056-FB5C-FDD94B7DF3F4}"/>
              </a:ext>
            </a:extLst>
          </p:cNvPr>
          <p:cNvSpPr txBox="1"/>
          <p:nvPr/>
        </p:nvSpPr>
        <p:spPr>
          <a:xfrm>
            <a:off x="1832150" y="5322105"/>
            <a:ext cx="880508" cy="60016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B0F0"/>
                </a:solidFill>
                <a:effectLst/>
                <a:uLnTx/>
                <a:uFillTx/>
                <a:latin typeface="Poppins"/>
                <a:ea typeface="+mn-ea"/>
                <a:cs typeface="+mn-cs"/>
              </a:rPr>
              <a:t>Post-hoc of RN-312 &amp; RN-304</a:t>
            </a:r>
          </a:p>
        </p:txBody>
      </p:sp>
      <p:sp>
        <p:nvSpPr>
          <p:cNvPr id="4" name="Oval 3">
            <a:extLst>
              <a:ext uri="{FF2B5EF4-FFF2-40B4-BE49-F238E27FC236}">
                <a16:creationId xmlns:a16="http://schemas.microsoft.com/office/drawing/2014/main" id="{917DA5E9-8793-AA30-CECE-60170DED6DB1}"/>
              </a:ext>
            </a:extLst>
          </p:cNvPr>
          <p:cNvSpPr/>
          <p:nvPr/>
        </p:nvSpPr>
        <p:spPr>
          <a:xfrm>
            <a:off x="3532207" y="3295598"/>
            <a:ext cx="720000" cy="720000"/>
          </a:xfrm>
          <a:prstGeom prst="ellipse">
            <a:avLst/>
          </a:prstGeom>
          <a:solidFill>
            <a:srgbClr val="26C5B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7</a:t>
            </a:r>
          </a:p>
        </p:txBody>
      </p:sp>
      <p:sp>
        <p:nvSpPr>
          <p:cNvPr id="5" name="TextBox 4">
            <a:extLst>
              <a:ext uri="{FF2B5EF4-FFF2-40B4-BE49-F238E27FC236}">
                <a16:creationId xmlns:a16="http://schemas.microsoft.com/office/drawing/2014/main" id="{6895835B-CFF7-16F8-559B-C119730F3FF8}"/>
              </a:ext>
            </a:extLst>
          </p:cNvPr>
          <p:cNvSpPr txBox="1"/>
          <p:nvPr/>
        </p:nvSpPr>
        <p:spPr>
          <a:xfrm>
            <a:off x="7846454" y="4019589"/>
            <a:ext cx="954551" cy="4616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6C5BE"/>
                </a:solidFill>
                <a:effectLst/>
                <a:uLnTx/>
                <a:uFillTx/>
                <a:latin typeface="Poppins"/>
                <a:ea typeface="+mn-ea"/>
                <a:cs typeface="+mn-cs"/>
              </a:rPr>
              <a:t>Post-hoc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6C5BE"/>
                </a:solidFill>
                <a:effectLst/>
                <a:uLnTx/>
                <a:uFillTx/>
                <a:latin typeface="Poppins"/>
                <a:ea typeface="+mn-ea"/>
                <a:cs typeface="+mn-cs"/>
              </a:rPr>
              <a:t>of RN-315</a:t>
            </a:r>
            <a:endParaRPr kumimoji="0" lang="en-US" sz="900" b="1" i="0" u="none" strike="noStrike" kern="1200" cap="none" spc="0" normalizeH="0" baseline="0" noProof="0">
              <a:ln>
                <a:noFill/>
              </a:ln>
              <a:solidFill>
                <a:srgbClr val="26C5BE"/>
              </a:solidFill>
              <a:effectLst/>
              <a:uLnTx/>
              <a:uFillTx/>
              <a:latin typeface="Poppins"/>
              <a:ea typeface="+mn-ea"/>
              <a:cs typeface="+mn-cs"/>
            </a:endParaRPr>
          </a:p>
        </p:txBody>
      </p:sp>
      <p:sp>
        <p:nvSpPr>
          <p:cNvPr id="8" name="TextBox 7">
            <a:extLst>
              <a:ext uri="{FF2B5EF4-FFF2-40B4-BE49-F238E27FC236}">
                <a16:creationId xmlns:a16="http://schemas.microsoft.com/office/drawing/2014/main" id="{BD61373B-7097-BE4E-6759-418EBE23B07A}"/>
              </a:ext>
            </a:extLst>
          </p:cNvPr>
          <p:cNvSpPr txBox="1"/>
          <p:nvPr/>
        </p:nvSpPr>
        <p:spPr>
          <a:xfrm>
            <a:off x="1025088" y="3879371"/>
            <a:ext cx="954551" cy="4616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6C5BE"/>
                </a:solidFill>
                <a:effectLst/>
                <a:uLnTx/>
                <a:uFillTx/>
                <a:latin typeface="Poppins"/>
                <a:ea typeface="+mn-ea"/>
                <a:cs typeface="+mn-cs"/>
              </a:rPr>
              <a:t>Post-hoc of RN-315</a:t>
            </a:r>
            <a:endParaRPr kumimoji="0" lang="en-US" sz="900" b="1" i="0" u="none" strike="noStrike" kern="1200" cap="none" spc="0" normalizeH="0" baseline="0" noProof="0">
              <a:ln>
                <a:noFill/>
              </a:ln>
              <a:solidFill>
                <a:srgbClr val="26C5BE"/>
              </a:solidFill>
              <a:effectLst/>
              <a:uLnTx/>
              <a:uFillTx/>
              <a:latin typeface="Poppins"/>
              <a:ea typeface="+mn-ea"/>
              <a:cs typeface="+mn-cs"/>
            </a:endParaRPr>
          </a:p>
        </p:txBody>
      </p:sp>
      <p:sp>
        <p:nvSpPr>
          <p:cNvPr id="21" name="TextBox 20">
            <a:extLst>
              <a:ext uri="{FF2B5EF4-FFF2-40B4-BE49-F238E27FC236}">
                <a16:creationId xmlns:a16="http://schemas.microsoft.com/office/drawing/2014/main" id="{68012DF1-32F6-7AFF-11DC-34770BC87210}"/>
              </a:ext>
            </a:extLst>
          </p:cNvPr>
          <p:cNvSpPr txBox="1"/>
          <p:nvPr/>
        </p:nvSpPr>
        <p:spPr>
          <a:xfrm>
            <a:off x="4011935" y="3010356"/>
            <a:ext cx="954551" cy="4616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6C5BE"/>
                </a:solidFill>
                <a:effectLst/>
                <a:uLnTx/>
                <a:uFillTx/>
                <a:latin typeface="Poppins"/>
                <a:ea typeface="+mn-ea"/>
                <a:cs typeface="+mn-cs"/>
              </a:rPr>
              <a:t>Post-hoc</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6C5BE"/>
                </a:solidFill>
                <a:effectLst/>
                <a:uLnTx/>
                <a:uFillTx/>
                <a:latin typeface="Poppins"/>
                <a:ea typeface="+mn-ea"/>
                <a:cs typeface="+mn-cs"/>
              </a:rPr>
              <a:t> of RN-315</a:t>
            </a:r>
            <a:endParaRPr kumimoji="0" lang="en-US" sz="900" b="1" i="0" u="none" strike="noStrike" kern="1200" cap="none" spc="0" normalizeH="0" baseline="0" noProof="0">
              <a:ln>
                <a:noFill/>
              </a:ln>
              <a:solidFill>
                <a:srgbClr val="26C5BE"/>
              </a:solidFill>
              <a:effectLst/>
              <a:uLnTx/>
              <a:uFillTx/>
              <a:latin typeface="Poppins"/>
              <a:ea typeface="+mn-ea"/>
              <a:cs typeface="+mn-cs"/>
            </a:endParaRPr>
          </a:p>
        </p:txBody>
      </p:sp>
      <p:sp>
        <p:nvSpPr>
          <p:cNvPr id="46" name="TextBox 45">
            <a:extLst>
              <a:ext uri="{FF2B5EF4-FFF2-40B4-BE49-F238E27FC236}">
                <a16:creationId xmlns:a16="http://schemas.microsoft.com/office/drawing/2014/main" id="{20E5D828-7B3D-53BA-4E07-D698189C5109}"/>
              </a:ext>
            </a:extLst>
          </p:cNvPr>
          <p:cNvSpPr txBox="1"/>
          <p:nvPr/>
        </p:nvSpPr>
        <p:spPr>
          <a:xfrm>
            <a:off x="5470963" y="2980716"/>
            <a:ext cx="954551" cy="4616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6C5BE"/>
                </a:solidFill>
                <a:effectLst/>
                <a:uLnTx/>
                <a:uFillTx/>
                <a:latin typeface="Poppins"/>
                <a:ea typeface="+mn-ea"/>
                <a:cs typeface="+mn-cs"/>
              </a:rPr>
              <a:t>Post-hoc</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26C5BE"/>
                </a:solidFill>
                <a:effectLst/>
                <a:uLnTx/>
                <a:uFillTx/>
                <a:latin typeface="Poppins"/>
                <a:ea typeface="+mn-ea"/>
                <a:cs typeface="+mn-cs"/>
              </a:rPr>
              <a:t> of RN-315</a:t>
            </a:r>
            <a:endParaRPr kumimoji="0" lang="en-US" sz="900" b="1" i="0" u="none" strike="noStrike" kern="1200" cap="none" spc="0" normalizeH="0" baseline="0" noProof="0">
              <a:ln>
                <a:noFill/>
              </a:ln>
              <a:solidFill>
                <a:srgbClr val="26C5BE"/>
              </a:solidFill>
              <a:effectLst/>
              <a:uLnTx/>
              <a:uFillTx/>
              <a:latin typeface="Poppins"/>
              <a:ea typeface="+mn-ea"/>
              <a:cs typeface="+mn-cs"/>
            </a:endParaRPr>
          </a:p>
        </p:txBody>
      </p:sp>
      <p:sp>
        <p:nvSpPr>
          <p:cNvPr id="53" name="TextBox 52">
            <a:extLst>
              <a:ext uri="{FF2B5EF4-FFF2-40B4-BE49-F238E27FC236}">
                <a16:creationId xmlns:a16="http://schemas.microsoft.com/office/drawing/2014/main" id="{BE57A47F-20ED-7435-7CE9-32C3715B7494}"/>
              </a:ext>
            </a:extLst>
          </p:cNvPr>
          <p:cNvSpPr txBox="1"/>
          <p:nvPr/>
        </p:nvSpPr>
        <p:spPr>
          <a:xfrm>
            <a:off x="5001250" y="3897117"/>
            <a:ext cx="1069113" cy="60016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4D60"/>
                </a:solidFill>
                <a:effectLst/>
                <a:uLnTx/>
                <a:uFillTx/>
                <a:latin typeface="Poppins"/>
                <a:ea typeface="+mn-ea"/>
                <a:cs typeface="+mn-cs"/>
              </a:rPr>
              <a:t>ITC of RN-304, RN-307, AvanTIG-302</a:t>
            </a:r>
            <a:endParaRPr kumimoji="0" lang="en-US" sz="900" b="1" i="0" u="none" strike="noStrike" kern="1200" cap="none" spc="0" normalizeH="0" baseline="0" noProof="0">
              <a:ln>
                <a:noFill/>
              </a:ln>
              <a:solidFill>
                <a:srgbClr val="004D60"/>
              </a:solidFill>
              <a:effectLst/>
              <a:uLnTx/>
              <a:uFillTx/>
              <a:latin typeface="Poppins"/>
              <a:ea typeface="+mn-ea"/>
              <a:cs typeface="+mn-cs"/>
            </a:endParaRPr>
          </a:p>
        </p:txBody>
      </p:sp>
      <p:sp>
        <p:nvSpPr>
          <p:cNvPr id="54" name="Oval 53">
            <a:extLst>
              <a:ext uri="{FF2B5EF4-FFF2-40B4-BE49-F238E27FC236}">
                <a16:creationId xmlns:a16="http://schemas.microsoft.com/office/drawing/2014/main" id="{21CD7645-814B-05E4-289E-4BBFBFC1D68C}"/>
              </a:ext>
            </a:extLst>
          </p:cNvPr>
          <p:cNvSpPr/>
          <p:nvPr/>
        </p:nvSpPr>
        <p:spPr>
          <a:xfrm>
            <a:off x="6631619" y="3358224"/>
            <a:ext cx="548640" cy="548640"/>
          </a:xfrm>
          <a:prstGeom prst="ellipse">
            <a:avLst/>
          </a:prstGeom>
          <a:solidFill>
            <a:srgbClr val="004D6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11</a:t>
            </a:r>
          </a:p>
        </p:txBody>
      </p:sp>
      <p:sp>
        <p:nvSpPr>
          <p:cNvPr id="55" name="TextBox 54">
            <a:extLst>
              <a:ext uri="{FF2B5EF4-FFF2-40B4-BE49-F238E27FC236}">
                <a16:creationId xmlns:a16="http://schemas.microsoft.com/office/drawing/2014/main" id="{95D7245A-6946-A765-FE76-F5145633725B}"/>
              </a:ext>
            </a:extLst>
          </p:cNvPr>
          <p:cNvSpPr txBox="1"/>
          <p:nvPr/>
        </p:nvSpPr>
        <p:spPr>
          <a:xfrm>
            <a:off x="6423433" y="3854829"/>
            <a:ext cx="954551" cy="4616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4D60"/>
                </a:solidFill>
                <a:effectLst/>
                <a:uLnTx/>
                <a:uFillTx/>
                <a:latin typeface="Poppins"/>
                <a:ea typeface="+mn-ea"/>
                <a:cs typeface="+mn-cs"/>
              </a:rPr>
              <a:t>Post-hoc of RN-307</a:t>
            </a:r>
            <a:endParaRPr kumimoji="0" lang="en-US" sz="900" b="1" i="0" u="none" strike="noStrike" kern="1200" cap="none" spc="0" normalizeH="0" baseline="0" noProof="0">
              <a:ln>
                <a:noFill/>
              </a:ln>
              <a:solidFill>
                <a:srgbClr val="004D60"/>
              </a:solidFill>
              <a:effectLst/>
              <a:uLnTx/>
              <a:uFillTx/>
              <a:latin typeface="Poppins"/>
              <a:ea typeface="+mn-ea"/>
              <a:cs typeface="+mn-cs"/>
            </a:endParaRPr>
          </a:p>
        </p:txBody>
      </p:sp>
      <p:sp>
        <p:nvSpPr>
          <p:cNvPr id="21509" name="Oval 21508">
            <a:extLst>
              <a:ext uri="{FF2B5EF4-FFF2-40B4-BE49-F238E27FC236}">
                <a16:creationId xmlns:a16="http://schemas.microsoft.com/office/drawing/2014/main" id="{E3C969A0-DC25-030D-DD67-529E236D517B}"/>
              </a:ext>
            </a:extLst>
          </p:cNvPr>
          <p:cNvSpPr/>
          <p:nvPr/>
        </p:nvSpPr>
        <p:spPr>
          <a:xfrm>
            <a:off x="6387856" y="4668165"/>
            <a:ext cx="720000" cy="720000"/>
          </a:xfrm>
          <a:prstGeom prst="ellipse">
            <a:avLst/>
          </a:prstGeom>
          <a:solidFill>
            <a:srgbClr val="00B0F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algn="ctr">
              <a:spcAft>
                <a:spcPts val="600"/>
              </a:spcAft>
            </a:pPr>
            <a:r>
              <a:rPr lang="en-US" sz="1000" b="1">
                <a:solidFill>
                  <a:srgbClr val="FFFFFF"/>
                </a:solidFill>
                <a:latin typeface="Poppins"/>
              </a:rPr>
              <a:t>Gap 4</a:t>
            </a:r>
          </a:p>
        </p:txBody>
      </p:sp>
      <p:sp>
        <p:nvSpPr>
          <p:cNvPr id="21511" name="Oval 21510">
            <a:extLst>
              <a:ext uri="{FF2B5EF4-FFF2-40B4-BE49-F238E27FC236}">
                <a16:creationId xmlns:a16="http://schemas.microsoft.com/office/drawing/2014/main" id="{8F8B6EAC-36C1-A360-4A25-7E5D42190C50}"/>
              </a:ext>
            </a:extLst>
          </p:cNvPr>
          <p:cNvSpPr/>
          <p:nvPr/>
        </p:nvSpPr>
        <p:spPr>
          <a:xfrm>
            <a:off x="7477368" y="4788106"/>
            <a:ext cx="548640" cy="548640"/>
          </a:xfrm>
          <a:prstGeom prst="ellipse">
            <a:avLst/>
          </a:prstGeom>
          <a:solidFill>
            <a:srgbClr val="004D6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12</a:t>
            </a:r>
          </a:p>
        </p:txBody>
      </p:sp>
      <p:sp>
        <p:nvSpPr>
          <p:cNvPr id="21512" name="TextBox 21511">
            <a:extLst>
              <a:ext uri="{FF2B5EF4-FFF2-40B4-BE49-F238E27FC236}">
                <a16:creationId xmlns:a16="http://schemas.microsoft.com/office/drawing/2014/main" id="{49FFB581-B27C-9046-5C66-CB16CEA21A0B}"/>
              </a:ext>
            </a:extLst>
          </p:cNvPr>
          <p:cNvSpPr txBox="1"/>
          <p:nvPr/>
        </p:nvSpPr>
        <p:spPr>
          <a:xfrm>
            <a:off x="7193210" y="5264309"/>
            <a:ext cx="1153015" cy="60016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4D60"/>
                </a:solidFill>
                <a:effectLst/>
                <a:uLnTx/>
                <a:uFillTx/>
                <a:latin typeface="Poppins"/>
                <a:ea typeface="+mn-ea"/>
                <a:cs typeface="+mn-cs"/>
              </a:rPr>
              <a:t>Post-hoc of RN-303, RN-304, RN-307</a:t>
            </a:r>
          </a:p>
        </p:txBody>
      </p:sp>
      <p:grpSp>
        <p:nvGrpSpPr>
          <p:cNvPr id="29" name="Group 28">
            <a:extLst>
              <a:ext uri="{FF2B5EF4-FFF2-40B4-BE49-F238E27FC236}">
                <a16:creationId xmlns:a16="http://schemas.microsoft.com/office/drawing/2014/main" id="{4DC44761-A1AD-C37C-F3B8-A7C11B254176}"/>
              </a:ext>
            </a:extLst>
          </p:cNvPr>
          <p:cNvGrpSpPr/>
          <p:nvPr/>
        </p:nvGrpSpPr>
        <p:grpSpPr>
          <a:xfrm>
            <a:off x="6175944" y="230102"/>
            <a:ext cx="5448125" cy="538609"/>
            <a:chOff x="9702263" y="10164"/>
            <a:chExt cx="5601684" cy="538609"/>
          </a:xfrm>
        </p:grpSpPr>
        <p:sp>
          <p:nvSpPr>
            <p:cNvPr id="31" name="TextBox 30">
              <a:extLst>
                <a:ext uri="{FF2B5EF4-FFF2-40B4-BE49-F238E27FC236}">
                  <a16:creationId xmlns:a16="http://schemas.microsoft.com/office/drawing/2014/main" id="{98FB4AA8-F14A-F7A5-80B7-BC7846C03685}"/>
                </a:ext>
              </a:extLst>
            </p:cNvPr>
            <p:cNvSpPr txBox="1"/>
            <p:nvPr/>
          </p:nvSpPr>
          <p:spPr>
            <a:xfrm>
              <a:off x="9702263" y="10164"/>
              <a:ext cx="5601684"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r>
                <a:rPr kumimoji="0" lang="en-US" sz="900" b="0" i="0" u="none" strike="noStrike" kern="1200" cap="none" spc="0" normalizeH="0" baseline="0" noProof="0">
                  <a:ln>
                    <a:noFill/>
                  </a:ln>
                  <a:solidFill>
                    <a:srgbClr val="000000"/>
                  </a:solidFill>
                  <a:effectLst/>
                  <a:uLnTx/>
                  <a:uFillTx/>
                  <a:latin typeface="Poppins"/>
                  <a:ea typeface="+mn-ea"/>
                  <a:cs typeface="+mn-cs"/>
                </a:rPr>
                <a:t>Across Lung (NSCLC, ES-SCLC)		Extensive-Stage SCLC</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Perioperative NSCLC           		Metastatic NSCLC</a:t>
              </a:r>
            </a:p>
          </p:txBody>
        </p:sp>
        <p:sp>
          <p:nvSpPr>
            <p:cNvPr id="35" name="Rectangle 34">
              <a:extLst>
                <a:ext uri="{FF2B5EF4-FFF2-40B4-BE49-F238E27FC236}">
                  <a16:creationId xmlns:a16="http://schemas.microsoft.com/office/drawing/2014/main" id="{A5DDC4A0-E01F-DEB8-73AD-C7D78FC7DD40}"/>
                </a:ext>
              </a:extLst>
            </p:cNvPr>
            <p:cNvSpPr/>
            <p:nvPr/>
          </p:nvSpPr>
          <p:spPr>
            <a:xfrm>
              <a:off x="10557817" y="121248"/>
              <a:ext cx="127734" cy="103786"/>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6" name="Rectangle 35">
              <a:extLst>
                <a:ext uri="{FF2B5EF4-FFF2-40B4-BE49-F238E27FC236}">
                  <a16:creationId xmlns:a16="http://schemas.microsoft.com/office/drawing/2014/main" id="{5E94F55C-EA03-3F41-3F0F-964C5692592D}"/>
                </a:ext>
              </a:extLst>
            </p:cNvPr>
            <p:cNvSpPr/>
            <p:nvPr/>
          </p:nvSpPr>
          <p:spPr>
            <a:xfrm>
              <a:off x="10557945" y="327569"/>
              <a:ext cx="127734" cy="103786"/>
            </a:xfrm>
            <a:prstGeom prst="rect">
              <a:avLst/>
            </a:prstGeom>
            <a:solidFill>
              <a:srgbClr val="26C5BE"/>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7" name="Rectangle 36">
              <a:extLst>
                <a:ext uri="{FF2B5EF4-FFF2-40B4-BE49-F238E27FC236}">
                  <a16:creationId xmlns:a16="http://schemas.microsoft.com/office/drawing/2014/main" id="{616C733C-3339-BC4B-8651-FE1B96E13E6D}"/>
                </a:ext>
              </a:extLst>
            </p:cNvPr>
            <p:cNvSpPr/>
            <p:nvPr/>
          </p:nvSpPr>
          <p:spPr>
            <a:xfrm>
              <a:off x="12885330" y="327569"/>
              <a:ext cx="127734" cy="103786"/>
            </a:xfrm>
            <a:prstGeom prst="rect">
              <a:avLst/>
            </a:prstGeom>
            <a:solidFill>
              <a:srgbClr val="004D60"/>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nvGrpSpPr>
          <p:cNvPr id="2" name="Group 1">
            <a:extLst>
              <a:ext uri="{FF2B5EF4-FFF2-40B4-BE49-F238E27FC236}">
                <a16:creationId xmlns:a16="http://schemas.microsoft.com/office/drawing/2014/main" id="{E4906D3A-BE6F-1D3B-DAFC-C845EE5DA5CC}"/>
              </a:ext>
            </a:extLst>
          </p:cNvPr>
          <p:cNvGrpSpPr/>
          <p:nvPr/>
        </p:nvGrpSpPr>
        <p:grpSpPr>
          <a:xfrm>
            <a:off x="10727901" y="3086803"/>
            <a:ext cx="1356385" cy="3012158"/>
            <a:chOff x="10571579" y="2400134"/>
            <a:chExt cx="1356385" cy="3012158"/>
          </a:xfrm>
        </p:grpSpPr>
        <p:grpSp>
          <p:nvGrpSpPr>
            <p:cNvPr id="24" name="Group 23">
              <a:extLst>
                <a:ext uri="{FF2B5EF4-FFF2-40B4-BE49-F238E27FC236}">
                  <a16:creationId xmlns:a16="http://schemas.microsoft.com/office/drawing/2014/main" id="{BB3370EA-7C3C-A238-D804-48BB51E86BB6}"/>
                </a:ext>
              </a:extLst>
            </p:cNvPr>
            <p:cNvGrpSpPr/>
            <p:nvPr/>
          </p:nvGrpSpPr>
          <p:grpSpPr>
            <a:xfrm rot="16200000">
              <a:off x="9989351" y="3762952"/>
              <a:ext cx="2520868" cy="777811"/>
              <a:chOff x="8743360" y="1304898"/>
              <a:chExt cx="2520868" cy="777811"/>
            </a:xfrm>
          </p:grpSpPr>
          <p:sp>
            <p:nvSpPr>
              <p:cNvPr id="26" name="Oval 25">
                <a:extLst>
                  <a:ext uri="{FF2B5EF4-FFF2-40B4-BE49-F238E27FC236}">
                    <a16:creationId xmlns:a16="http://schemas.microsoft.com/office/drawing/2014/main" id="{202211D8-73F6-44A8-5937-499F1C8953AF}"/>
                  </a:ext>
                </a:extLst>
              </p:cNvPr>
              <p:cNvSpPr/>
              <p:nvPr/>
            </p:nvSpPr>
            <p:spPr>
              <a:xfrm rot="5400000">
                <a:off x="8966437" y="1549803"/>
                <a:ext cx="288000" cy="288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27" name="TextBox 26">
                <a:extLst>
                  <a:ext uri="{FF2B5EF4-FFF2-40B4-BE49-F238E27FC236}">
                    <a16:creationId xmlns:a16="http://schemas.microsoft.com/office/drawing/2014/main" id="{D2777FBC-4851-83A0-BDAC-B10A7EF36827}"/>
                  </a:ext>
                </a:extLst>
              </p:cNvPr>
              <p:cNvSpPr txBox="1"/>
              <p:nvPr/>
            </p:nvSpPr>
            <p:spPr>
              <a:xfrm rot="5400000">
                <a:off x="8653204" y="1574764"/>
                <a:ext cx="418391" cy="23808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Low</a:t>
                </a:r>
              </a:p>
            </p:txBody>
          </p:sp>
          <p:sp>
            <p:nvSpPr>
              <p:cNvPr id="28" name="Oval 27">
                <a:extLst>
                  <a:ext uri="{FF2B5EF4-FFF2-40B4-BE49-F238E27FC236}">
                    <a16:creationId xmlns:a16="http://schemas.microsoft.com/office/drawing/2014/main" id="{99E638E2-D74C-CE30-501E-ED345BBC4470}"/>
                  </a:ext>
                </a:extLst>
              </p:cNvPr>
              <p:cNvSpPr/>
              <p:nvPr/>
            </p:nvSpPr>
            <p:spPr>
              <a:xfrm rot="5400000">
                <a:off x="9666529" y="1441812"/>
                <a:ext cx="504000" cy="504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38" name="TextBox 37">
                <a:extLst>
                  <a:ext uri="{FF2B5EF4-FFF2-40B4-BE49-F238E27FC236}">
                    <a16:creationId xmlns:a16="http://schemas.microsoft.com/office/drawing/2014/main" id="{D94C161B-4CB7-1E1A-E117-80D526D4FC14}"/>
                  </a:ext>
                </a:extLst>
              </p:cNvPr>
              <p:cNvSpPr txBox="1"/>
              <p:nvPr/>
            </p:nvSpPr>
            <p:spPr>
              <a:xfrm rot="5400000">
                <a:off x="9177519" y="1574764"/>
                <a:ext cx="777811" cy="23808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Medium</a:t>
                </a:r>
              </a:p>
            </p:txBody>
          </p:sp>
          <p:sp>
            <p:nvSpPr>
              <p:cNvPr id="39" name="Oval 38">
                <a:extLst>
                  <a:ext uri="{FF2B5EF4-FFF2-40B4-BE49-F238E27FC236}">
                    <a16:creationId xmlns:a16="http://schemas.microsoft.com/office/drawing/2014/main" id="{110A2C31-A47B-B8F0-36AC-B47AB2DFD7E5}"/>
                  </a:ext>
                </a:extLst>
              </p:cNvPr>
              <p:cNvSpPr/>
              <p:nvPr/>
            </p:nvSpPr>
            <p:spPr>
              <a:xfrm rot="5400000">
                <a:off x="10544228" y="1333813"/>
                <a:ext cx="720000" cy="720000"/>
              </a:xfrm>
              <a:prstGeom prst="ellipse">
                <a:avLst/>
              </a:prstGeom>
              <a:solidFill>
                <a:schemeClr val="bg1">
                  <a:lumMod val="8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40" name="TextBox 39">
                <a:extLst>
                  <a:ext uri="{FF2B5EF4-FFF2-40B4-BE49-F238E27FC236}">
                    <a16:creationId xmlns:a16="http://schemas.microsoft.com/office/drawing/2014/main" id="{3B442987-2BB2-AD81-3BC0-BD354D831161}"/>
                  </a:ext>
                </a:extLst>
              </p:cNvPr>
              <p:cNvSpPr txBox="1"/>
              <p:nvPr/>
            </p:nvSpPr>
            <p:spPr>
              <a:xfrm rot="5400000">
                <a:off x="10244641" y="1574764"/>
                <a:ext cx="418391" cy="238080"/>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High</a:t>
                </a:r>
              </a:p>
            </p:txBody>
          </p:sp>
        </p:grpSp>
        <p:sp>
          <p:nvSpPr>
            <p:cNvPr id="25" name="TextBox 24">
              <a:extLst>
                <a:ext uri="{FF2B5EF4-FFF2-40B4-BE49-F238E27FC236}">
                  <a16:creationId xmlns:a16="http://schemas.microsoft.com/office/drawing/2014/main" id="{F9581E95-5705-21D0-D59C-9964A2CA826B}"/>
                </a:ext>
              </a:extLst>
            </p:cNvPr>
            <p:cNvSpPr txBox="1"/>
            <p:nvPr/>
          </p:nvSpPr>
          <p:spPr>
            <a:xfrm>
              <a:off x="10571579" y="2400134"/>
              <a:ext cx="1356385" cy="418299"/>
            </a:xfrm>
            <a:prstGeom prst="rect">
              <a:avLst/>
            </a:prstGeom>
            <a:noFill/>
          </p:spPr>
          <p:txBody>
            <a:bodyPr wrap="square" lIns="0" tIns="0" r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Relative Investment Required to Execute Tactic</a:t>
              </a:r>
            </a:p>
          </p:txBody>
        </p:sp>
      </p:grpSp>
      <p:sp>
        <p:nvSpPr>
          <p:cNvPr id="21513" name="Oval 21512">
            <a:extLst>
              <a:ext uri="{FF2B5EF4-FFF2-40B4-BE49-F238E27FC236}">
                <a16:creationId xmlns:a16="http://schemas.microsoft.com/office/drawing/2014/main" id="{42BDCA63-8A2D-1F2A-B7D1-30E188E5AD43}"/>
              </a:ext>
            </a:extLst>
          </p:cNvPr>
          <p:cNvSpPr/>
          <p:nvPr/>
        </p:nvSpPr>
        <p:spPr>
          <a:xfrm>
            <a:off x="8718752" y="3485151"/>
            <a:ext cx="586557" cy="586557"/>
          </a:xfrm>
          <a:prstGeom prst="ellipse">
            <a:avLst/>
          </a:prstGeom>
          <a:solidFill>
            <a:srgbClr val="26C5B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9</a:t>
            </a:r>
          </a:p>
        </p:txBody>
      </p:sp>
      <p:sp>
        <p:nvSpPr>
          <p:cNvPr id="21514" name="TextBox 21513">
            <a:extLst>
              <a:ext uri="{FF2B5EF4-FFF2-40B4-BE49-F238E27FC236}">
                <a16:creationId xmlns:a16="http://schemas.microsoft.com/office/drawing/2014/main" id="{FE9870A5-6C96-5845-3051-2C9EF905B843}"/>
              </a:ext>
            </a:extLst>
          </p:cNvPr>
          <p:cNvSpPr txBox="1"/>
          <p:nvPr/>
        </p:nvSpPr>
        <p:spPr>
          <a:xfrm>
            <a:off x="8432573" y="3083082"/>
            <a:ext cx="1157985" cy="4616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26C5BE"/>
                </a:solidFill>
                <a:effectLst/>
                <a:uLnTx/>
                <a:uFillTx/>
                <a:latin typeface="Poppins"/>
                <a:ea typeface="+mn-ea"/>
                <a:cs typeface="+mn-cs"/>
              </a:rPr>
              <a:t>Research collaboration</a:t>
            </a:r>
          </a:p>
        </p:txBody>
      </p:sp>
      <p:sp>
        <p:nvSpPr>
          <p:cNvPr id="21515" name="Oval 21514">
            <a:extLst>
              <a:ext uri="{FF2B5EF4-FFF2-40B4-BE49-F238E27FC236}">
                <a16:creationId xmlns:a16="http://schemas.microsoft.com/office/drawing/2014/main" id="{15CA7931-929F-7C91-38E5-C23EB9B65769}"/>
              </a:ext>
            </a:extLst>
          </p:cNvPr>
          <p:cNvSpPr/>
          <p:nvPr/>
        </p:nvSpPr>
        <p:spPr>
          <a:xfrm>
            <a:off x="9570965" y="3442381"/>
            <a:ext cx="720000" cy="720000"/>
          </a:xfrm>
          <a:prstGeom prst="ellipse">
            <a:avLst/>
          </a:prstGeom>
          <a:solidFill>
            <a:srgbClr val="004D6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10</a:t>
            </a:r>
          </a:p>
        </p:txBody>
      </p:sp>
      <p:sp>
        <p:nvSpPr>
          <p:cNvPr id="21516" name="TextBox 21515">
            <a:extLst>
              <a:ext uri="{FF2B5EF4-FFF2-40B4-BE49-F238E27FC236}">
                <a16:creationId xmlns:a16="http://schemas.microsoft.com/office/drawing/2014/main" id="{34F1D7DD-9603-D8AE-B882-F910723474F0}"/>
              </a:ext>
            </a:extLst>
          </p:cNvPr>
          <p:cNvSpPr txBox="1"/>
          <p:nvPr/>
        </p:nvSpPr>
        <p:spPr>
          <a:xfrm>
            <a:off x="9289634" y="3172480"/>
            <a:ext cx="1157985" cy="3231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4D60"/>
                </a:solidFill>
                <a:effectLst/>
                <a:uLnTx/>
                <a:uFillTx/>
                <a:latin typeface="Poppins"/>
                <a:ea typeface="+mn-ea"/>
                <a:cs typeface="+mn-cs"/>
              </a:rPr>
              <a:t>IIT study</a:t>
            </a:r>
          </a:p>
        </p:txBody>
      </p:sp>
      <p:sp>
        <p:nvSpPr>
          <p:cNvPr id="49" name="Rectangle 48">
            <a:extLst>
              <a:ext uri="{FF2B5EF4-FFF2-40B4-BE49-F238E27FC236}">
                <a16:creationId xmlns:a16="http://schemas.microsoft.com/office/drawing/2014/main" id="{E85B0BA7-32DF-2483-E876-1B84AE6A33F9}"/>
              </a:ext>
            </a:extLst>
          </p:cNvPr>
          <p:cNvSpPr/>
          <p:nvPr/>
        </p:nvSpPr>
        <p:spPr>
          <a:xfrm>
            <a:off x="9271754" y="322723"/>
            <a:ext cx="124232" cy="103786"/>
          </a:xfrm>
          <a:prstGeom prst="rect">
            <a:avLst/>
          </a:prstGeom>
          <a:solidFill>
            <a:schemeClr val="accent6">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1" name="Rectangle 50">
            <a:extLst>
              <a:ext uri="{FF2B5EF4-FFF2-40B4-BE49-F238E27FC236}">
                <a16:creationId xmlns:a16="http://schemas.microsoft.com/office/drawing/2014/main" id="{956AD829-455B-2C0B-E399-67DE1E9E8168}"/>
              </a:ext>
            </a:extLst>
          </p:cNvPr>
          <p:cNvSpPr/>
          <p:nvPr/>
        </p:nvSpPr>
        <p:spPr>
          <a:xfrm>
            <a:off x="6093399" y="1848916"/>
            <a:ext cx="5626489" cy="1017930"/>
          </a:xfrm>
          <a:prstGeom prst="rect">
            <a:avLst/>
          </a:prstGeom>
          <a:solidFill>
            <a:schemeClr val="bg1">
              <a:lumMod val="95000"/>
            </a:schemeClr>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GB" sz="1050" b="1" i="0" u="none" strike="noStrike" kern="1200" cap="none" spc="0" normalizeH="0" baseline="0" noProof="0">
                <a:ln>
                  <a:noFill/>
                </a:ln>
                <a:solidFill>
                  <a:srgbClr val="EB7500">
                    <a:lumMod val="75000"/>
                  </a:srgbClr>
                </a:solidFill>
                <a:effectLst/>
                <a:uLnTx/>
                <a:uFillTx/>
                <a:latin typeface="Poppins"/>
                <a:ea typeface="+mn-ea"/>
                <a:cs typeface="+mn-cs"/>
              </a:rPr>
              <a:t>Evidence Gaps – Extensive-Stage SCLC</a:t>
            </a:r>
            <a:endParaRPr kumimoji="0" lang="en-US" sz="800" b="0" i="0" u="none" strike="noStrike" kern="1200" cap="none" spc="0" normalizeH="0" baseline="0" noProof="0">
              <a:ln>
                <a:noFill/>
              </a:ln>
              <a:solidFill>
                <a:srgbClr val="000000"/>
              </a:solidFill>
              <a:effectLst/>
              <a:uLnTx/>
              <a:uFillTx/>
              <a:latin typeface="Poppins"/>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13"/>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Need for </a:t>
            </a:r>
            <a:r>
              <a:rPr kumimoji="0" lang="en-US" sz="800" b="1" i="0" u="none" strike="noStrike" kern="1200" cap="none" spc="0" normalizeH="0" baseline="0" noProof="0" err="1">
                <a:ln>
                  <a:noFill/>
                </a:ln>
                <a:solidFill>
                  <a:srgbClr val="000000"/>
                </a:solidFill>
                <a:effectLst/>
                <a:uLnTx/>
                <a:uFillTx/>
                <a:latin typeface="Poppins"/>
                <a:ea typeface="+mn-ea"/>
                <a:cs typeface="+mn-cs"/>
              </a:rPr>
              <a:t>iPFS</a:t>
            </a:r>
            <a:r>
              <a:rPr kumimoji="0" lang="en-US" sz="800" b="1" i="0" u="none" strike="noStrike" kern="1200" cap="none" spc="0" normalizeH="0" baseline="0" noProof="0">
                <a:ln>
                  <a:noFill/>
                </a:ln>
                <a:solidFill>
                  <a:srgbClr val="000000"/>
                </a:solidFill>
                <a:effectLst/>
                <a:uLnTx/>
                <a:uFillTx/>
                <a:latin typeface="Poppins"/>
                <a:ea typeface="+mn-ea"/>
                <a:cs typeface="+mn-cs"/>
              </a:rPr>
              <a:t> data</a:t>
            </a:r>
            <a:r>
              <a:rPr kumimoji="0" lang="en-US" sz="800" b="0" i="0" u="none" strike="noStrike" kern="1200" cap="none" spc="0" normalizeH="0" baseline="0" noProof="0">
                <a:ln>
                  <a:noFill/>
                </a:ln>
                <a:solidFill>
                  <a:srgbClr val="000000"/>
                </a:solidFill>
                <a:effectLst/>
                <a:uLnTx/>
                <a:uFillTx/>
                <a:latin typeface="Poppins"/>
                <a:ea typeface="+mn-ea"/>
                <a:cs typeface="+mn-cs"/>
              </a:rPr>
              <a:t>, and other relevant endpoints (e.g., intracranial PR / CR) in SCLC </a:t>
            </a:r>
            <a:r>
              <a:rPr kumimoji="0" lang="en-US" sz="800" b="1" i="0" u="none" strike="noStrike" kern="1200" cap="none" spc="0" normalizeH="0" baseline="0" noProof="0">
                <a:ln>
                  <a:noFill/>
                </a:ln>
                <a:solidFill>
                  <a:srgbClr val="000000"/>
                </a:solidFill>
                <a:effectLst/>
                <a:uLnTx/>
                <a:uFillTx/>
                <a:latin typeface="Poppins"/>
                <a:ea typeface="+mn-ea"/>
                <a:cs typeface="+mn-cs"/>
              </a:rPr>
              <a:t>patients with brain metastases</a:t>
            </a:r>
            <a:endParaRPr kumimoji="0" lang="en-US" sz="800" b="0" i="0" u="none" strike="noStrike" kern="1200" cap="none" spc="0" normalizeH="0" baseline="0" noProof="0">
              <a:ln>
                <a:noFill/>
              </a:ln>
              <a:solidFill>
                <a:srgbClr val="000000"/>
              </a:solidFill>
              <a:effectLst/>
              <a:uLnTx/>
              <a:uFillTx/>
              <a:latin typeface="Poppins"/>
              <a:ea typeface="+mn-ea"/>
              <a:cs typeface="+mn-cs"/>
            </a:endParaRPr>
          </a:p>
          <a:p>
            <a:pPr marL="228600" marR="0" lvl="0" indent="-228600" algn="l" defTabSz="457200" rtl="0" eaLnBrk="1" fontAlgn="auto" latinLnBrk="0" hangingPunct="1">
              <a:lnSpc>
                <a:spcPct val="100000"/>
              </a:lnSpc>
              <a:spcBef>
                <a:spcPts val="0"/>
              </a:spcBef>
              <a:spcAft>
                <a:spcPts val="0"/>
              </a:spcAft>
              <a:buClrTx/>
              <a:buSzTx/>
              <a:buFont typeface="+mj-lt"/>
              <a:buAutoNum type="arabicPeriod" startAt="13"/>
              <a:tabLst/>
              <a:defRPr/>
            </a:pPr>
            <a:r>
              <a:rPr kumimoji="0" lang="en-US" sz="800" b="0" i="0" u="none" strike="noStrike" kern="1200" cap="none" spc="0" normalizeH="0" baseline="0" noProof="0">
                <a:ln>
                  <a:noFill/>
                </a:ln>
                <a:solidFill>
                  <a:srgbClr val="000000"/>
                </a:solidFill>
                <a:effectLst/>
                <a:uLnTx/>
                <a:uFillTx/>
                <a:latin typeface="Poppins"/>
                <a:ea typeface="+mn-ea"/>
                <a:cs typeface="+mn-cs"/>
              </a:rPr>
              <a:t>Need for data demonstrating </a:t>
            </a:r>
            <a:r>
              <a:rPr kumimoji="0" lang="en-US" sz="800" b="1" i="0" u="none" strike="noStrike" kern="1200" cap="none" spc="0" normalizeH="0" baseline="0" noProof="0">
                <a:ln>
                  <a:noFill/>
                </a:ln>
                <a:solidFill>
                  <a:srgbClr val="000000"/>
                </a:solidFill>
                <a:effectLst/>
                <a:uLnTx/>
                <a:uFillTx/>
                <a:latin typeface="Poppins"/>
                <a:ea typeface="+mn-ea"/>
                <a:cs typeface="+mn-cs"/>
              </a:rPr>
              <a:t>protection of tislelizumab-treated pts from metastases </a:t>
            </a:r>
            <a:r>
              <a:rPr kumimoji="0" lang="en-US" sz="800" b="0" i="0" u="none" strike="noStrike" kern="1200" cap="none" spc="0" normalizeH="0" baseline="0" noProof="0">
                <a:ln>
                  <a:noFill/>
                </a:ln>
                <a:solidFill>
                  <a:srgbClr val="000000"/>
                </a:solidFill>
                <a:effectLst/>
                <a:uLnTx/>
                <a:uFillTx/>
                <a:latin typeface="Poppins"/>
                <a:ea typeface="+mn-ea"/>
                <a:cs typeface="+mn-cs"/>
              </a:rPr>
              <a:t>in ES-SCLC</a:t>
            </a:r>
          </a:p>
        </p:txBody>
      </p:sp>
      <p:sp>
        <p:nvSpPr>
          <p:cNvPr id="58" name="TextBox 57">
            <a:extLst>
              <a:ext uri="{FF2B5EF4-FFF2-40B4-BE49-F238E27FC236}">
                <a16:creationId xmlns:a16="http://schemas.microsoft.com/office/drawing/2014/main" id="{A43948D8-027C-0EA0-24C2-5E4E12CE4598}"/>
              </a:ext>
            </a:extLst>
          </p:cNvPr>
          <p:cNvSpPr txBox="1"/>
          <p:nvPr/>
        </p:nvSpPr>
        <p:spPr>
          <a:xfrm>
            <a:off x="3733693" y="4382802"/>
            <a:ext cx="1032265" cy="73866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0F0"/>
                </a:solidFill>
                <a:effectLst/>
                <a:uLnTx/>
                <a:uFillTx/>
                <a:latin typeface="Poppins"/>
                <a:ea typeface="+mn-ea"/>
                <a:cs typeface="+mn-cs"/>
              </a:rPr>
              <a:t>Post-hoc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0F0"/>
                </a:solidFill>
                <a:effectLst/>
                <a:uLnTx/>
                <a:uFillTx/>
                <a:latin typeface="Poppins"/>
                <a:ea typeface="+mn-ea"/>
                <a:cs typeface="+mn-cs"/>
              </a:rPr>
              <a:t>of RN-312: liver / brain </a:t>
            </a:r>
            <a:r>
              <a:rPr kumimoji="0" lang="en-GB" sz="900" b="1" i="0" u="none" strike="noStrike" kern="1200" cap="none" spc="0" normalizeH="0" baseline="0" noProof="0" err="1">
                <a:ln>
                  <a:noFill/>
                </a:ln>
                <a:solidFill>
                  <a:srgbClr val="00B0F0"/>
                </a:solidFill>
                <a:effectLst/>
                <a:uLnTx/>
                <a:uFillTx/>
                <a:latin typeface="Poppins"/>
                <a:ea typeface="+mn-ea"/>
                <a:cs typeface="+mn-cs"/>
              </a:rPr>
              <a:t>mets</a:t>
            </a:r>
            <a:endParaRPr kumimoji="0" lang="en-US" sz="900" b="1" i="0" u="none" strike="noStrike" kern="1200" cap="none" spc="0" normalizeH="0" baseline="0" noProof="0">
              <a:ln>
                <a:noFill/>
              </a:ln>
              <a:solidFill>
                <a:srgbClr val="00B0F0"/>
              </a:solidFill>
              <a:effectLst/>
              <a:uLnTx/>
              <a:uFillTx/>
              <a:latin typeface="Poppins"/>
              <a:ea typeface="+mn-ea"/>
              <a:cs typeface="+mn-cs"/>
            </a:endParaRPr>
          </a:p>
        </p:txBody>
      </p:sp>
      <p:sp>
        <p:nvSpPr>
          <p:cNvPr id="21517" name="TextBox 21516">
            <a:extLst>
              <a:ext uri="{FF2B5EF4-FFF2-40B4-BE49-F238E27FC236}">
                <a16:creationId xmlns:a16="http://schemas.microsoft.com/office/drawing/2014/main" id="{812CCCDE-DA70-3F16-4202-62D6703F381D}"/>
              </a:ext>
            </a:extLst>
          </p:cNvPr>
          <p:cNvSpPr txBox="1"/>
          <p:nvPr/>
        </p:nvSpPr>
        <p:spPr>
          <a:xfrm>
            <a:off x="2948955" y="4357696"/>
            <a:ext cx="1093069" cy="73866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0F0"/>
                </a:solidFill>
                <a:effectLst/>
                <a:uLnTx/>
                <a:uFillTx/>
                <a:latin typeface="Poppins"/>
                <a:ea typeface="+mn-ea"/>
                <a:cs typeface="+mn-cs"/>
              </a:rPr>
              <a:t>Post-hoc of RN-315 &amp;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0F0"/>
                </a:solidFill>
                <a:effectLst/>
                <a:uLnTx/>
                <a:uFillTx/>
                <a:latin typeface="Poppins"/>
                <a:ea typeface="+mn-ea"/>
                <a:cs typeface="+mn-cs"/>
              </a:rPr>
              <a:t>RN-312: smokers</a:t>
            </a:r>
            <a:endParaRPr kumimoji="0" lang="en-US" sz="900" b="1" i="0" u="none" strike="noStrike" kern="1200" cap="none" spc="0" normalizeH="0" baseline="0" noProof="0">
              <a:ln>
                <a:noFill/>
              </a:ln>
              <a:solidFill>
                <a:srgbClr val="00B0F0"/>
              </a:solidFill>
              <a:effectLst/>
              <a:uLnTx/>
              <a:uFillTx/>
              <a:latin typeface="Poppins"/>
              <a:ea typeface="+mn-ea"/>
              <a:cs typeface="+mn-cs"/>
            </a:endParaRPr>
          </a:p>
        </p:txBody>
      </p:sp>
      <p:sp>
        <p:nvSpPr>
          <p:cNvPr id="21518" name="Oval 21517">
            <a:extLst>
              <a:ext uri="{FF2B5EF4-FFF2-40B4-BE49-F238E27FC236}">
                <a16:creationId xmlns:a16="http://schemas.microsoft.com/office/drawing/2014/main" id="{9AA8ED37-2989-E223-002D-0EA3A2ECA43F}"/>
              </a:ext>
            </a:extLst>
          </p:cNvPr>
          <p:cNvSpPr/>
          <p:nvPr/>
        </p:nvSpPr>
        <p:spPr>
          <a:xfrm>
            <a:off x="9145290" y="4064601"/>
            <a:ext cx="720000" cy="720000"/>
          </a:xfrm>
          <a:prstGeom prst="ellipse">
            <a:avLst/>
          </a:prstGeom>
          <a:solidFill>
            <a:schemeClr val="accent6">
              <a:lumMod val="75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Gap 13</a:t>
            </a:r>
          </a:p>
        </p:txBody>
      </p:sp>
      <p:sp>
        <p:nvSpPr>
          <p:cNvPr id="21519" name="TextBox 21518">
            <a:extLst>
              <a:ext uri="{FF2B5EF4-FFF2-40B4-BE49-F238E27FC236}">
                <a16:creationId xmlns:a16="http://schemas.microsoft.com/office/drawing/2014/main" id="{77A60168-C950-86E4-34B8-729D94490AF8}"/>
              </a:ext>
            </a:extLst>
          </p:cNvPr>
          <p:cNvSpPr txBox="1"/>
          <p:nvPr/>
        </p:nvSpPr>
        <p:spPr>
          <a:xfrm>
            <a:off x="8900745" y="4741834"/>
            <a:ext cx="1251793" cy="4616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EB7500">
                    <a:lumMod val="75000"/>
                  </a:srgbClr>
                </a:solidFill>
                <a:effectLst/>
                <a:uLnTx/>
                <a:uFillTx/>
                <a:latin typeface="Poppins"/>
                <a:ea typeface="+mn-ea"/>
                <a:cs typeface="+mn-cs"/>
              </a:rPr>
              <a:t>IIT study of brain met patients</a:t>
            </a:r>
            <a:endParaRPr kumimoji="0" lang="en-US" sz="900" b="1" i="0" u="none" strike="noStrike" kern="1200" cap="none" spc="0" normalizeH="0" baseline="0" noProof="0">
              <a:ln>
                <a:noFill/>
              </a:ln>
              <a:solidFill>
                <a:srgbClr val="EB7500">
                  <a:lumMod val="75000"/>
                </a:srgbClr>
              </a:solidFill>
              <a:effectLst/>
              <a:uLnTx/>
              <a:uFillTx/>
              <a:latin typeface="Poppins"/>
              <a:ea typeface="+mn-ea"/>
              <a:cs typeface="+mn-cs"/>
            </a:endParaRPr>
          </a:p>
        </p:txBody>
      </p:sp>
      <p:sp>
        <p:nvSpPr>
          <p:cNvPr id="21520" name="TextBox 21519">
            <a:extLst>
              <a:ext uri="{FF2B5EF4-FFF2-40B4-BE49-F238E27FC236}">
                <a16:creationId xmlns:a16="http://schemas.microsoft.com/office/drawing/2014/main" id="{AE3E730D-4D3B-8120-3746-F0C438845815}"/>
              </a:ext>
            </a:extLst>
          </p:cNvPr>
          <p:cNvSpPr txBox="1"/>
          <p:nvPr/>
        </p:nvSpPr>
        <p:spPr>
          <a:xfrm>
            <a:off x="4411536" y="4296763"/>
            <a:ext cx="851732" cy="461665"/>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EB7500">
                    <a:lumMod val="75000"/>
                  </a:srgbClr>
                </a:solidFill>
                <a:effectLst/>
                <a:uLnTx/>
                <a:uFillTx/>
                <a:latin typeface="Poppins"/>
                <a:ea typeface="+mn-ea"/>
                <a:cs typeface="+mn-cs"/>
              </a:rPr>
              <a:t>Post-hoc of RN-312</a:t>
            </a:r>
            <a:endParaRPr kumimoji="0" lang="en-US" sz="900" b="1" i="0" u="none" strike="noStrike" kern="1200" cap="none" spc="0" normalizeH="0" baseline="0" noProof="0">
              <a:ln>
                <a:noFill/>
              </a:ln>
              <a:solidFill>
                <a:srgbClr val="EB7500">
                  <a:lumMod val="75000"/>
                </a:srgbClr>
              </a:solidFill>
              <a:effectLst/>
              <a:uLnTx/>
              <a:uFillTx/>
              <a:latin typeface="Poppins"/>
              <a:ea typeface="+mn-ea"/>
              <a:cs typeface="+mn-cs"/>
            </a:endParaRPr>
          </a:p>
        </p:txBody>
      </p:sp>
      <p:sp>
        <p:nvSpPr>
          <p:cNvPr id="21522" name="Oval 21521">
            <a:extLst>
              <a:ext uri="{FF2B5EF4-FFF2-40B4-BE49-F238E27FC236}">
                <a16:creationId xmlns:a16="http://schemas.microsoft.com/office/drawing/2014/main" id="{C1C32E7F-C4FA-E9ED-5E4E-C91783C411BD}"/>
              </a:ext>
            </a:extLst>
          </p:cNvPr>
          <p:cNvSpPr/>
          <p:nvPr/>
        </p:nvSpPr>
        <p:spPr>
          <a:xfrm>
            <a:off x="4541119" y="3830063"/>
            <a:ext cx="548640" cy="548640"/>
          </a:xfrm>
          <a:prstGeom prst="ellipse">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23" name="TextBox 21522">
            <a:extLst>
              <a:ext uri="{FF2B5EF4-FFF2-40B4-BE49-F238E27FC236}">
                <a16:creationId xmlns:a16="http://schemas.microsoft.com/office/drawing/2014/main" id="{50C0FF01-0486-226C-A0AF-F2AB47EB71A4}"/>
              </a:ext>
            </a:extLst>
          </p:cNvPr>
          <p:cNvSpPr txBox="1"/>
          <p:nvPr/>
        </p:nvSpPr>
        <p:spPr>
          <a:xfrm>
            <a:off x="4446075" y="3943327"/>
            <a:ext cx="720000"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Gap 14</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24" name="TextBox 21523">
            <a:extLst>
              <a:ext uri="{FF2B5EF4-FFF2-40B4-BE49-F238E27FC236}">
                <a16:creationId xmlns:a16="http://schemas.microsoft.com/office/drawing/2014/main" id="{3BE8C900-E29F-49C8-2893-63E75DDD40AD}"/>
              </a:ext>
            </a:extLst>
          </p:cNvPr>
          <p:cNvSpPr txBox="1"/>
          <p:nvPr/>
        </p:nvSpPr>
        <p:spPr>
          <a:xfrm>
            <a:off x="6134189" y="5331437"/>
            <a:ext cx="1224328" cy="60016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900" b="1">
                <a:solidFill>
                  <a:srgbClr val="00B0F0"/>
                </a:solidFill>
                <a:latin typeface="Poppins"/>
              </a:rPr>
              <a:t>[Tactic pending local regulatory outcomes]1</a:t>
            </a:r>
          </a:p>
        </p:txBody>
      </p:sp>
      <p:sp>
        <p:nvSpPr>
          <p:cNvPr id="11" name="Oval 10">
            <a:extLst>
              <a:ext uri="{FF2B5EF4-FFF2-40B4-BE49-F238E27FC236}">
                <a16:creationId xmlns:a16="http://schemas.microsoft.com/office/drawing/2014/main" id="{8716F1CA-3188-D17B-C957-87CE102CF7E2}"/>
              </a:ext>
            </a:extLst>
          </p:cNvPr>
          <p:cNvSpPr/>
          <p:nvPr/>
        </p:nvSpPr>
        <p:spPr>
          <a:xfrm>
            <a:off x="4209977" y="3395447"/>
            <a:ext cx="548640" cy="548640"/>
          </a:xfrm>
          <a:prstGeom prst="ellipse">
            <a:avLst/>
          </a:prstGeom>
          <a:solidFill>
            <a:srgbClr val="26C5B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32" name="TextBox 21531">
            <a:extLst>
              <a:ext uri="{FF2B5EF4-FFF2-40B4-BE49-F238E27FC236}">
                <a16:creationId xmlns:a16="http://schemas.microsoft.com/office/drawing/2014/main" id="{BAD3FE88-F7FA-2F7A-11CC-ECEE9DECE6B1}"/>
              </a:ext>
            </a:extLst>
          </p:cNvPr>
          <p:cNvSpPr txBox="1"/>
          <p:nvPr/>
        </p:nvSpPr>
        <p:spPr>
          <a:xfrm>
            <a:off x="4101537" y="3487410"/>
            <a:ext cx="720000"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Gap 8</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35" name="Oval 21534">
            <a:extLst>
              <a:ext uri="{FF2B5EF4-FFF2-40B4-BE49-F238E27FC236}">
                <a16:creationId xmlns:a16="http://schemas.microsoft.com/office/drawing/2014/main" id="{F09D11E9-9223-B7C9-469B-CF85A20DB3CC}"/>
              </a:ext>
            </a:extLst>
          </p:cNvPr>
          <p:cNvSpPr/>
          <p:nvPr/>
        </p:nvSpPr>
        <p:spPr>
          <a:xfrm>
            <a:off x="5693645" y="3395447"/>
            <a:ext cx="548640" cy="548640"/>
          </a:xfrm>
          <a:prstGeom prst="ellipse">
            <a:avLst/>
          </a:prstGeom>
          <a:solidFill>
            <a:srgbClr val="26C5B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36" name="TextBox 21535">
            <a:extLst>
              <a:ext uri="{FF2B5EF4-FFF2-40B4-BE49-F238E27FC236}">
                <a16:creationId xmlns:a16="http://schemas.microsoft.com/office/drawing/2014/main" id="{A62C9732-58E0-A81B-6C9E-8A00A13BBF0C}"/>
              </a:ext>
            </a:extLst>
          </p:cNvPr>
          <p:cNvSpPr txBox="1"/>
          <p:nvPr/>
        </p:nvSpPr>
        <p:spPr>
          <a:xfrm>
            <a:off x="5607965" y="3500490"/>
            <a:ext cx="720000"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Gap 9</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38" name="Oval 21537">
            <a:extLst>
              <a:ext uri="{FF2B5EF4-FFF2-40B4-BE49-F238E27FC236}">
                <a16:creationId xmlns:a16="http://schemas.microsoft.com/office/drawing/2014/main" id="{F36AF624-313A-3F22-CED4-5CD181F369EF}"/>
              </a:ext>
            </a:extLst>
          </p:cNvPr>
          <p:cNvSpPr/>
          <p:nvPr/>
        </p:nvSpPr>
        <p:spPr>
          <a:xfrm>
            <a:off x="1219787" y="3358224"/>
            <a:ext cx="548640" cy="548640"/>
          </a:xfrm>
          <a:prstGeom prst="ellipse">
            <a:avLst/>
          </a:prstGeom>
          <a:solidFill>
            <a:srgbClr val="26C5BE"/>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39" name="TextBox 21538">
            <a:extLst>
              <a:ext uri="{FF2B5EF4-FFF2-40B4-BE49-F238E27FC236}">
                <a16:creationId xmlns:a16="http://schemas.microsoft.com/office/drawing/2014/main" id="{C3D4E5A4-DB0E-D219-9CED-98AB9FD4027E}"/>
              </a:ext>
            </a:extLst>
          </p:cNvPr>
          <p:cNvSpPr txBox="1"/>
          <p:nvPr/>
        </p:nvSpPr>
        <p:spPr>
          <a:xfrm>
            <a:off x="1134107" y="3463267"/>
            <a:ext cx="720000"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Gap 6</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41" name="TextBox 21540">
            <a:extLst>
              <a:ext uri="{FF2B5EF4-FFF2-40B4-BE49-F238E27FC236}">
                <a16:creationId xmlns:a16="http://schemas.microsoft.com/office/drawing/2014/main" id="{D26D96AE-9CED-6123-D3F1-F6B7D9CE5C33}"/>
              </a:ext>
            </a:extLst>
          </p:cNvPr>
          <p:cNvSpPr txBox="1"/>
          <p:nvPr/>
        </p:nvSpPr>
        <p:spPr>
          <a:xfrm>
            <a:off x="1897383" y="4915075"/>
            <a:ext cx="720000"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Gap 2</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43" name="Oval 21542">
            <a:extLst>
              <a:ext uri="{FF2B5EF4-FFF2-40B4-BE49-F238E27FC236}">
                <a16:creationId xmlns:a16="http://schemas.microsoft.com/office/drawing/2014/main" id="{46D433E8-B096-1D3E-6F89-A4ACE096684C}"/>
              </a:ext>
            </a:extLst>
          </p:cNvPr>
          <p:cNvSpPr/>
          <p:nvPr/>
        </p:nvSpPr>
        <p:spPr>
          <a:xfrm>
            <a:off x="3438266" y="3830063"/>
            <a:ext cx="548640" cy="548640"/>
          </a:xfrm>
          <a:prstGeom prst="ellipse">
            <a:avLst/>
          </a:prstGeom>
          <a:solidFill>
            <a:srgbClr val="00B0F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44" name="TextBox 21543">
            <a:extLst>
              <a:ext uri="{FF2B5EF4-FFF2-40B4-BE49-F238E27FC236}">
                <a16:creationId xmlns:a16="http://schemas.microsoft.com/office/drawing/2014/main" id="{515B2320-C3D9-7CD7-74AC-C00EEFF2E62F}"/>
              </a:ext>
            </a:extLst>
          </p:cNvPr>
          <p:cNvSpPr txBox="1"/>
          <p:nvPr/>
        </p:nvSpPr>
        <p:spPr>
          <a:xfrm>
            <a:off x="3343222" y="3943327"/>
            <a:ext cx="720000"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Gap 3</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46" name="Oval 21545">
            <a:extLst>
              <a:ext uri="{FF2B5EF4-FFF2-40B4-BE49-F238E27FC236}">
                <a16:creationId xmlns:a16="http://schemas.microsoft.com/office/drawing/2014/main" id="{24DB76AB-F9C8-A720-5D69-2C28E5081744}"/>
              </a:ext>
            </a:extLst>
          </p:cNvPr>
          <p:cNvSpPr/>
          <p:nvPr/>
        </p:nvSpPr>
        <p:spPr>
          <a:xfrm>
            <a:off x="3997299" y="3830063"/>
            <a:ext cx="548640" cy="548640"/>
          </a:xfrm>
          <a:prstGeom prst="ellipse">
            <a:avLst/>
          </a:prstGeom>
          <a:solidFill>
            <a:srgbClr val="00B0F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47" name="TextBox 21546">
            <a:extLst>
              <a:ext uri="{FF2B5EF4-FFF2-40B4-BE49-F238E27FC236}">
                <a16:creationId xmlns:a16="http://schemas.microsoft.com/office/drawing/2014/main" id="{D40B5682-A2BB-9DA5-9B14-0A7155FC0A3E}"/>
              </a:ext>
            </a:extLst>
          </p:cNvPr>
          <p:cNvSpPr txBox="1"/>
          <p:nvPr/>
        </p:nvSpPr>
        <p:spPr>
          <a:xfrm>
            <a:off x="3902255" y="3943327"/>
            <a:ext cx="720000"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Gap 3</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grpSp>
        <p:nvGrpSpPr>
          <p:cNvPr id="21549" name="Group 21548">
            <a:extLst>
              <a:ext uri="{FF2B5EF4-FFF2-40B4-BE49-F238E27FC236}">
                <a16:creationId xmlns:a16="http://schemas.microsoft.com/office/drawing/2014/main" id="{0FBF0F68-E8EA-F372-4244-6262E3C85F4F}"/>
              </a:ext>
            </a:extLst>
          </p:cNvPr>
          <p:cNvGrpSpPr/>
          <p:nvPr/>
        </p:nvGrpSpPr>
        <p:grpSpPr>
          <a:xfrm>
            <a:off x="5176755" y="3451092"/>
            <a:ext cx="720000" cy="434078"/>
            <a:chOff x="5071524" y="3468147"/>
            <a:chExt cx="720000" cy="434078"/>
          </a:xfrm>
        </p:grpSpPr>
        <p:sp>
          <p:nvSpPr>
            <p:cNvPr id="47" name="Oval 46">
              <a:extLst>
                <a:ext uri="{FF2B5EF4-FFF2-40B4-BE49-F238E27FC236}">
                  <a16:creationId xmlns:a16="http://schemas.microsoft.com/office/drawing/2014/main" id="{91CF27C0-A26E-521A-72CF-C872D99141DC}"/>
                </a:ext>
              </a:extLst>
            </p:cNvPr>
            <p:cNvSpPr/>
            <p:nvPr/>
          </p:nvSpPr>
          <p:spPr>
            <a:xfrm>
              <a:off x="5212284" y="3468147"/>
              <a:ext cx="434078" cy="434078"/>
            </a:xfrm>
            <a:prstGeom prst="ellipse">
              <a:avLst/>
            </a:prstGeom>
            <a:solidFill>
              <a:srgbClr val="004D6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36000" rIns="0" bIns="36000" rtlCol="0" anchor="ctr"/>
            <a:lstStyle/>
            <a:p>
              <a:pPr marL="0" marR="0" lvl="0" indent="0" algn="ctr" defTabSz="457200" rtl="0" eaLnBrk="1" fontAlgn="auto" latinLnBrk="0" hangingPunct="1">
                <a:lnSpc>
                  <a:spcPct val="100000"/>
                </a:lnSpc>
                <a:spcBef>
                  <a:spcPts val="0"/>
                </a:spcBef>
                <a:spcAft>
                  <a:spcPts val="600"/>
                </a:spcAft>
                <a:buClrTx/>
                <a:buSzTx/>
                <a:buFontTx/>
                <a:buNone/>
                <a:tabLst/>
                <a:defRPr/>
              </a:pP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sp>
          <p:nvSpPr>
            <p:cNvPr id="21548" name="TextBox 21547">
              <a:extLst>
                <a:ext uri="{FF2B5EF4-FFF2-40B4-BE49-F238E27FC236}">
                  <a16:creationId xmlns:a16="http://schemas.microsoft.com/office/drawing/2014/main" id="{0CA7EE36-C366-7851-DC49-8B91D3C0A90A}"/>
                </a:ext>
              </a:extLst>
            </p:cNvPr>
            <p:cNvSpPr txBox="1"/>
            <p:nvPr/>
          </p:nvSpPr>
          <p:spPr>
            <a:xfrm>
              <a:off x="5071524" y="3511716"/>
              <a:ext cx="720000" cy="338554"/>
            </a:xfrm>
            <a:prstGeom prst="rect">
              <a:avLst/>
            </a:prstGeom>
            <a:noFill/>
          </p:spPr>
          <p:txBody>
            <a:bodyPr wrap="square" lIns="91440" tIns="91440" rIns="91440" bIns="9144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Poppins"/>
                  <a:ea typeface="+mn-ea"/>
                  <a:cs typeface="+mn-cs"/>
                </a:rPr>
                <a:t>Gap 10</a:t>
              </a:r>
              <a:endParaRPr kumimoji="0" lang="en-US" sz="1000" b="1" i="0" u="none" strike="noStrike" kern="1200" cap="none" spc="0" normalizeH="0" baseline="0" noProof="0">
                <a:ln>
                  <a:noFill/>
                </a:ln>
                <a:solidFill>
                  <a:srgbClr val="FFFFFF"/>
                </a:solidFill>
                <a:effectLst/>
                <a:uLnTx/>
                <a:uFillTx/>
                <a:latin typeface="Poppins"/>
                <a:ea typeface="+mn-ea"/>
                <a:cs typeface="+mn-cs"/>
              </a:endParaRPr>
            </a:p>
          </p:txBody>
        </p:sp>
      </p:grpSp>
      <p:sp>
        <p:nvSpPr>
          <p:cNvPr id="6" name="Footer Placeholder 3">
            <a:extLst>
              <a:ext uri="{FF2B5EF4-FFF2-40B4-BE49-F238E27FC236}">
                <a16:creationId xmlns:a16="http://schemas.microsoft.com/office/drawing/2014/main" id="{3534CFA0-2676-8A0B-B199-D67BC473599F}"/>
              </a:ext>
            </a:extLst>
          </p:cNvPr>
          <p:cNvSpPr txBox="1">
            <a:spLocks/>
          </p:cNvSpPr>
          <p:nvPr/>
        </p:nvSpPr>
        <p:spPr>
          <a:xfrm>
            <a:off x="358336" y="6381486"/>
            <a:ext cx="10540217" cy="430802"/>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1. Efforts to address this gap hinges on the label restriction outcomes and requires close monitoring of local regulator feedback. Abbreviations: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EFS: Event Free Survival; ES-SCLC: Extensive-Stage Small Cell Lung Cancer; FCr: Fc Receptor; ITC: Indirect Treatment Comparison; IIT: Investigator Initiated Trial; LTFU: Long-term Follow up; mAb: Monoclonal Antibody; mets: metastases; MPR: Major Pathological Response; NSCLC: Non-Small cell lung cancer; OS: Overall Survival; PD-(L)1: Programmed Cell Death (Ligand) 1; Peri: Perioperative;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iPFS</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(intracranial) Progression Free Survival; PR / CR: Partial/Complete Response; TIL: Tumor Infiltrating Lymphocytes</a:t>
            </a:r>
          </a:p>
        </p:txBody>
      </p:sp>
      <p:grpSp>
        <p:nvGrpSpPr>
          <p:cNvPr id="45" name="Group 44">
            <a:extLst>
              <a:ext uri="{FF2B5EF4-FFF2-40B4-BE49-F238E27FC236}">
                <a16:creationId xmlns:a16="http://schemas.microsoft.com/office/drawing/2014/main" id="{8251A061-F3E8-3B0E-201E-013051C06882}"/>
              </a:ext>
            </a:extLst>
          </p:cNvPr>
          <p:cNvGrpSpPr/>
          <p:nvPr/>
        </p:nvGrpSpPr>
        <p:grpSpPr>
          <a:xfrm>
            <a:off x="-9526" y="-7584"/>
            <a:ext cx="11815014" cy="180000"/>
            <a:chOff x="-9526" y="-7584"/>
            <a:chExt cx="11815014" cy="180000"/>
          </a:xfrm>
        </p:grpSpPr>
        <p:sp>
          <p:nvSpPr>
            <p:cNvPr id="48" name="Rectangle 47">
              <a:extLst>
                <a:ext uri="{FF2B5EF4-FFF2-40B4-BE49-F238E27FC236}">
                  <a16:creationId xmlns:a16="http://schemas.microsoft.com/office/drawing/2014/main" id="{4F0EA418-3C67-1D89-82FE-9752C45C8791}"/>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Lung</a:t>
              </a:r>
            </a:p>
          </p:txBody>
        </p:sp>
        <p:sp>
          <p:nvSpPr>
            <p:cNvPr id="50" name="Arrow: Pentagon 49">
              <a:extLst>
                <a:ext uri="{FF2B5EF4-FFF2-40B4-BE49-F238E27FC236}">
                  <a16:creationId xmlns:a16="http://schemas.microsoft.com/office/drawing/2014/main" id="{5EEB6F07-83D4-1045-E74B-C1FD24BCFD7C}"/>
                </a:ext>
              </a:extLst>
            </p:cNvPr>
            <p:cNvSpPr/>
            <p:nvPr/>
          </p:nvSpPr>
          <p:spPr>
            <a:xfrm>
              <a:off x="2036324"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Priority Gaps and Tactics Overview</a:t>
              </a:r>
            </a:p>
          </p:txBody>
        </p:sp>
        <p:sp>
          <p:nvSpPr>
            <p:cNvPr id="52" name="Arrow: Chevron 51">
              <a:extLst>
                <a:ext uri="{FF2B5EF4-FFF2-40B4-BE49-F238E27FC236}">
                  <a16:creationId xmlns:a16="http://schemas.microsoft.com/office/drawing/2014/main" id="{6B2B51DC-3756-4E91-BAC7-0AF26762139B}"/>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Evidence Gaps Deep Dive</a:t>
              </a:r>
            </a:p>
          </p:txBody>
        </p:sp>
        <p:sp>
          <p:nvSpPr>
            <p:cNvPr id="56" name="Arrow: Chevron 55">
              <a:extLst>
                <a:ext uri="{FF2B5EF4-FFF2-40B4-BE49-F238E27FC236}">
                  <a16:creationId xmlns:a16="http://schemas.microsoft.com/office/drawing/2014/main" id="{D0D666ED-C46B-6AD2-1364-DFF9B55E48F1}"/>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Tactics Deep Dive</a:t>
              </a:r>
            </a:p>
          </p:txBody>
        </p:sp>
        <p:sp>
          <p:nvSpPr>
            <p:cNvPr id="57" name="Arrow: Chevron 56">
              <a:extLst>
                <a:ext uri="{FF2B5EF4-FFF2-40B4-BE49-F238E27FC236}">
                  <a16:creationId xmlns:a16="http://schemas.microsoft.com/office/drawing/2014/main" id="{F6D5A375-4454-658D-99F5-E51531B1775E}"/>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Implementation Roadmap</a:t>
              </a:r>
            </a:p>
          </p:txBody>
        </p:sp>
      </p:grpSp>
    </p:spTree>
    <p:extLst>
      <p:ext uri="{BB962C8B-B14F-4D97-AF65-F5344CB8AC3E}">
        <p14:creationId xmlns:p14="http://schemas.microsoft.com/office/powerpoint/2010/main" val="2111892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4EA9D-0A93-3892-8FA5-7D66765C3D0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CBB990A-1E29-B9DF-6490-7C25431E879D}"/>
              </a:ext>
            </a:extLst>
          </p:cNvPr>
          <p:cNvGraphicFramePr>
            <a:graphicFrameLocks noChangeAspect="1"/>
          </p:cNvGraphicFramePr>
          <p:nvPr>
            <p:custDataLst>
              <p:tags r:id="rId1"/>
            </p:custDataLst>
            <p:extLst>
              <p:ext uri="{D42A27DB-BD31-4B8C-83A1-F6EECF244321}">
                <p14:modId xmlns:p14="http://schemas.microsoft.com/office/powerpoint/2010/main" val="33778178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DCBB990A-1E29-B9DF-6490-7C25431E87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7E5739B-ED16-50FB-69CB-A577AB6B7161}"/>
              </a:ext>
            </a:extLst>
          </p:cNvPr>
          <p:cNvSpPr>
            <a:spLocks noGrp="1"/>
          </p:cNvSpPr>
          <p:nvPr>
            <p:ph type="title"/>
          </p:nvPr>
        </p:nvSpPr>
        <p:spPr>
          <a:xfrm>
            <a:off x="358337" y="271427"/>
            <a:ext cx="11470125" cy="369332"/>
          </a:xfrm>
        </p:spPr>
        <p:txBody>
          <a:bodyPr vert="horz"/>
          <a:lstStyle/>
          <a:p>
            <a:r>
              <a:rPr lang="en-US" sz="2400"/>
              <a:t>Evidence Gaps: Across Lung</a:t>
            </a:r>
          </a:p>
        </p:txBody>
      </p:sp>
      <p:graphicFrame>
        <p:nvGraphicFramePr>
          <p:cNvPr id="17" name="Table 16">
            <a:extLst>
              <a:ext uri="{FF2B5EF4-FFF2-40B4-BE49-F238E27FC236}">
                <a16:creationId xmlns:a16="http://schemas.microsoft.com/office/drawing/2014/main" id="{B0DD233F-4DFA-2C85-0B28-ACD70FC148A7}"/>
              </a:ext>
            </a:extLst>
          </p:cNvPr>
          <p:cNvGraphicFramePr>
            <a:graphicFrameLocks noGrp="1"/>
          </p:cNvGraphicFramePr>
          <p:nvPr>
            <p:extLst>
              <p:ext uri="{D42A27DB-BD31-4B8C-83A1-F6EECF244321}">
                <p14:modId xmlns:p14="http://schemas.microsoft.com/office/powerpoint/2010/main" val="5205434"/>
              </p:ext>
            </p:extLst>
          </p:nvPr>
        </p:nvGraphicFramePr>
        <p:xfrm>
          <a:off x="358332" y="1376891"/>
          <a:ext cx="11502001" cy="4880456"/>
        </p:xfrm>
        <a:graphic>
          <a:graphicData uri="http://schemas.openxmlformats.org/drawingml/2006/table">
            <a:tbl>
              <a:tblPr firstRow="1" bandRow="1">
                <a:tableStyleId>{073A0DAA-6AF3-43AB-8588-CEC1D06C72B9}</a:tableStyleId>
              </a:tblPr>
              <a:tblGrid>
                <a:gridCol w="1138129">
                  <a:extLst>
                    <a:ext uri="{9D8B030D-6E8A-4147-A177-3AD203B41FA5}">
                      <a16:colId xmlns:a16="http://schemas.microsoft.com/office/drawing/2014/main" val="2049536112"/>
                    </a:ext>
                  </a:extLst>
                </a:gridCol>
                <a:gridCol w="2425598">
                  <a:extLst>
                    <a:ext uri="{9D8B030D-6E8A-4147-A177-3AD203B41FA5}">
                      <a16:colId xmlns:a16="http://schemas.microsoft.com/office/drawing/2014/main" val="4274197813"/>
                    </a:ext>
                  </a:extLst>
                </a:gridCol>
                <a:gridCol w="461682">
                  <a:extLst>
                    <a:ext uri="{9D8B030D-6E8A-4147-A177-3AD203B41FA5}">
                      <a16:colId xmlns:a16="http://schemas.microsoft.com/office/drawing/2014/main" val="630035166"/>
                    </a:ext>
                  </a:extLst>
                </a:gridCol>
                <a:gridCol w="636494">
                  <a:extLst>
                    <a:ext uri="{9D8B030D-6E8A-4147-A177-3AD203B41FA5}">
                      <a16:colId xmlns:a16="http://schemas.microsoft.com/office/drawing/2014/main" val="489961881"/>
                    </a:ext>
                  </a:extLst>
                </a:gridCol>
                <a:gridCol w="5615747">
                  <a:extLst>
                    <a:ext uri="{9D8B030D-6E8A-4147-A177-3AD203B41FA5}">
                      <a16:colId xmlns:a16="http://schemas.microsoft.com/office/drawing/2014/main" val="23286241"/>
                    </a:ext>
                  </a:extLst>
                </a:gridCol>
                <a:gridCol w="1224351">
                  <a:extLst>
                    <a:ext uri="{9D8B030D-6E8A-4147-A177-3AD203B41FA5}">
                      <a16:colId xmlns:a16="http://schemas.microsoft.com/office/drawing/2014/main" val="2080052265"/>
                    </a:ext>
                  </a:extLst>
                </a:gridCol>
              </a:tblGrid>
              <a:tr h="264852">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Across Lung (NSCLC, ES-SCLC)</a:t>
                      </a:r>
                      <a:endParaRPr lang="en-US" sz="1200" b="1" i="1">
                        <a:solidFill>
                          <a:schemeClr val="bg1"/>
                        </a:solidFill>
                      </a:endParaRPr>
                    </a:p>
                  </a:txBody>
                  <a:tcPr anchor="ctr">
                    <a:solidFill>
                      <a:srgbClr val="00B0F0"/>
                    </a:solidFill>
                  </a:tcPr>
                </a:tc>
                <a:tc hMerge="1">
                  <a:txBody>
                    <a:bodyPr/>
                    <a:lstStyle/>
                    <a:p>
                      <a:endParaRPr/>
                    </a:p>
                  </a:txBody>
                  <a:tcPr anchor="ctr">
                    <a:solidFill>
                      <a:schemeClr val="accent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4414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Key Markets</a:t>
                      </a:r>
                    </a:p>
                  </a:txBody>
                  <a:tcPr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High Priority Gaps</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00B0F0"/>
                    </a:solidFill>
                  </a:tcPr>
                </a:tc>
                <a:extLst>
                  <a:ext uri="{0D108BD9-81ED-4DB2-BD59-A6C34878D82A}">
                    <a16:rowId xmlns:a16="http://schemas.microsoft.com/office/drawing/2014/main" val="1667024452"/>
                  </a:ext>
                </a:extLst>
              </a:tr>
              <a:tr h="57375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0" kern="1200" noProof="0">
                        <a:solidFill>
                          <a:schemeClr val="tx1"/>
                        </a:solidFill>
                        <a:latin typeface="+mn-lt"/>
                        <a:ea typeface="+mn-ea"/>
                        <a:cs typeface="+mn-cs"/>
                      </a:endParaRP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Need for comparative data (e.g., </a:t>
                      </a:r>
                      <a:r>
                        <a:rPr kumimoji="0" lang="en-US" sz="1000" b="1" i="0" u="none" strike="noStrike" kern="1200" cap="none" spc="0" normalizeH="0" baseline="0" noProof="0">
                          <a:ln>
                            <a:noFill/>
                          </a:ln>
                          <a:solidFill>
                            <a:srgbClr val="000000"/>
                          </a:solidFill>
                          <a:effectLst/>
                          <a:uLnTx/>
                          <a:uFillTx/>
                          <a:latin typeface="+mn-lt"/>
                          <a:ea typeface="+mn-ea"/>
                          <a:cs typeface="+mn-cs"/>
                        </a:rPr>
                        <a:t>safety/tolerability data</a:t>
                      </a:r>
                      <a:r>
                        <a:rPr kumimoji="0" lang="en-US" sz="1000" b="0" i="0" u="none" strike="noStrike" kern="1200" cap="none" spc="0" normalizeH="0" baseline="0" noProof="0">
                          <a:ln>
                            <a:noFill/>
                          </a:ln>
                          <a:solidFill>
                            <a:srgbClr val="000000"/>
                          </a:solidFill>
                          <a:effectLst/>
                          <a:uLnTx/>
                          <a:uFillTx/>
                          <a:latin typeface="+mn-lt"/>
                          <a:ea typeface="+mn-ea"/>
                          <a:cs typeface="+mn-cs"/>
                        </a:rPr>
                        <a:t>) against competitors </a:t>
                      </a:r>
                      <a:r>
                        <a:rPr kumimoji="0" lang="en-US" sz="1000" b="1" i="0" u="none" strike="noStrike" kern="1200" cap="none" spc="0" normalizeH="0" baseline="0" noProof="0">
                          <a:ln>
                            <a:noFill/>
                          </a:ln>
                          <a:solidFill>
                            <a:srgbClr val="000000"/>
                          </a:solidFill>
                          <a:effectLst/>
                          <a:uLnTx/>
                          <a:uFillTx/>
                          <a:latin typeface="+mn-lt"/>
                          <a:ea typeface="+mn-ea"/>
                          <a:cs typeface="+mn-cs"/>
                        </a:rPr>
                        <a:t>PD-1/PD-L1 mAb and PD-1 x VEGF bispecifics</a:t>
                      </a:r>
                      <a:r>
                        <a:rPr kumimoji="0" lang="en-US" sz="1000" b="0" i="0" u="none" strike="noStrike" kern="1200" cap="none" spc="0" normalizeH="0" baseline="0" noProof="0">
                          <a:ln>
                            <a:noFill/>
                          </a:ln>
                          <a:solidFill>
                            <a:srgbClr val="000000"/>
                          </a:solidFill>
                          <a:effectLst/>
                          <a:uLnTx/>
                          <a:uFillTx/>
                          <a:latin typeface="+mn-lt"/>
                          <a:ea typeface="+mn-ea"/>
                          <a:cs typeface="+mn-cs"/>
                        </a:rPr>
                        <a:t> (mNSCLC)</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1,3</a:t>
                      </a: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With the PD-1/PD-L1 space becoming crowed, it’s important to showcase how tislelizumab differentiates in terms of both efficacy and safety, particularly for HTA and formulary reviews, as well as market uptake</a:t>
                      </a:r>
                      <a:endParaRPr lang="en-US" sz="1000"/>
                    </a:p>
                  </a:txBody>
                  <a:tcPr anchor="ctr">
                    <a:solidFill>
                      <a:srgbClr val="CBCBCB"/>
                    </a:solidFill>
                  </a:tcP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solidFill>
                      <a:srgbClr val="E7E7E7"/>
                    </a:solidFill>
                  </a:tcPr>
                </a:tc>
                <a:extLst>
                  <a:ext uri="{0D108BD9-81ED-4DB2-BD59-A6C34878D82A}">
                    <a16:rowId xmlns:a16="http://schemas.microsoft.com/office/drawing/2014/main" val="681968937"/>
                  </a:ext>
                </a:extLst>
              </a:tr>
              <a:tr h="573758">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t>2</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082089781"/>
                  </a:ext>
                </a:extLst>
              </a:tr>
              <a:tr h="40370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0" kern="1200" noProof="0">
                        <a:solidFill>
                          <a:schemeClr val="tx1"/>
                        </a:solidFill>
                        <a:latin typeface="+mn-lt"/>
                        <a:ea typeface="+mn-ea"/>
                        <a:cs typeface="+mn-cs"/>
                      </a:endParaRP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a:solidFill>
                            <a:schemeClr val="tx1"/>
                          </a:solidFill>
                          <a:latin typeface="+mn-lt"/>
                          <a:ea typeface="+mn-ea"/>
                          <a:cs typeface="+mn-cs"/>
                        </a:rPr>
                        <a:t>Need for data that supports </a:t>
                      </a:r>
                      <a:r>
                        <a:rPr lang="en-US" sz="1000" b="1" i="0" kern="1200">
                          <a:solidFill>
                            <a:schemeClr val="tx1"/>
                          </a:solidFill>
                          <a:latin typeface="+mn-lt"/>
                          <a:ea typeface="+mn-ea"/>
                          <a:cs typeface="+mn-cs"/>
                        </a:rPr>
                        <a:t>optimal treatment sequencing </a:t>
                      </a:r>
                      <a:r>
                        <a:rPr lang="en-US" sz="1000" i="0" kern="1200">
                          <a:solidFill>
                            <a:schemeClr val="tx1"/>
                          </a:solidFill>
                          <a:latin typeface="+mn-lt"/>
                          <a:ea typeface="+mn-ea"/>
                          <a:cs typeface="+mn-cs"/>
                        </a:rPr>
                        <a:t>in different patient types (e.g., </a:t>
                      </a:r>
                      <a:r>
                        <a:rPr lang="en-US" sz="1000" b="1" i="0" kern="1200">
                          <a:solidFill>
                            <a:schemeClr val="tx1"/>
                          </a:solidFill>
                          <a:latin typeface="+mn-lt"/>
                          <a:ea typeface="+mn-ea"/>
                          <a:cs typeface="+mn-cs"/>
                        </a:rPr>
                        <a:t>smokers vs non-smokers, brain / liver mets</a:t>
                      </a:r>
                      <a:r>
                        <a:rPr lang="en-US" sz="1000" b="0" i="0" kern="1200">
                          <a:solidFill>
                            <a:schemeClr val="tx1"/>
                          </a:solidFill>
                          <a:latin typeface="+mn-lt"/>
                          <a:ea typeface="+mn-ea"/>
                          <a:cs typeface="+mn-cs"/>
                        </a:rPr>
                        <a:t>)</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rgbClr val="D62B1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Robust data in the smokers builds payer and HCP confidence that tislelizumab data will translate into local subpopulations, particularly in the EU, where the proportion of smokers is higher than in pivotal trial data. Generating efficacy data in patients with brain and liver metastases supports differentiation of tislelizumab as a leading treatment option in these high-risk populations</a:t>
                      </a: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rgbClr val="E7E7E7"/>
                    </a:solidFill>
                  </a:tcPr>
                </a:tc>
                <a:extLst>
                  <a:ext uri="{0D108BD9-81ED-4DB2-BD59-A6C34878D82A}">
                    <a16:rowId xmlns:a16="http://schemas.microsoft.com/office/drawing/2014/main" val="3492254253"/>
                  </a:ext>
                </a:extLst>
              </a:tr>
              <a:tr h="420276">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2</a:t>
                      </a:r>
                    </a:p>
                  </a:txBody>
                  <a:tcPr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951777048"/>
                  </a:ext>
                </a:extLst>
              </a:tr>
              <a:tr h="6768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0" kern="1200" noProof="0">
                        <a:solidFill>
                          <a:schemeClr val="tx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Additional analyses </a:t>
                      </a:r>
                      <a:r>
                        <a:rPr lang="en-US" sz="1000" b="1"/>
                        <a:t>supporting reimbursement in the case of label restriction</a:t>
                      </a:r>
                      <a:r>
                        <a:rPr lang="en-US" sz="1000"/>
                        <a:t> in local markets</a:t>
                      </a:r>
                    </a:p>
                  </a:txBody>
                  <a:tcPr anchor="ctr">
                    <a:solidFill>
                      <a:srgbClr val="CBCBCB"/>
                    </a:solidFill>
                  </a:tcPr>
                </a:tc>
                <a:tc>
                  <a:txBody>
                    <a:bodyPr/>
                    <a:lstStyle/>
                    <a:p>
                      <a:endParaRPr lang="en-US" sz="1000"/>
                    </a:p>
                  </a:txBody>
                  <a:tcPr anchor="ctr">
                    <a:solidFill>
                      <a:schemeClr val="accent6"/>
                    </a:solidFill>
                  </a:tcPr>
                </a:tc>
                <a:tc>
                  <a:txBody>
                    <a:bodyPr/>
                    <a:lstStyle/>
                    <a:p>
                      <a:pPr algn="ctr"/>
                      <a:r>
                        <a:rPr lang="en-US" sz="1000"/>
                        <a:t>1,2</a:t>
                      </a:r>
                    </a:p>
                  </a:txBody>
                  <a:tcPr anchor="ctr">
                    <a:solidFill>
                      <a:srgbClr val="CBCBCB"/>
                    </a:solidFill>
                  </a:tcPr>
                </a:tc>
                <a:tc>
                  <a:txBody>
                    <a:bodyPr/>
                    <a:lstStyle/>
                    <a:p>
                      <a:r>
                        <a:rPr lang="en-US" sz="1000" kern="1200">
                          <a:solidFill>
                            <a:schemeClr val="dk1"/>
                          </a:solidFill>
                          <a:latin typeface="+mn-lt"/>
                          <a:ea typeface="+mn-ea"/>
                          <a:cs typeface="+mn-cs"/>
                        </a:rPr>
                        <a:t>In markets where reimbursement may be limited by label restrictions, tailored analyses are essential to demonstrate value within the approved population. These can support payer negotiations, mitigate access barriers, and ensure the clinical and economic case for reimbursement remains strong</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rgbClr val="E7E7E7"/>
                    </a:solidFill>
                  </a:tcPr>
                </a:tc>
                <a:extLst>
                  <a:ext uri="{0D108BD9-81ED-4DB2-BD59-A6C34878D82A}">
                    <a16:rowId xmlns:a16="http://schemas.microsoft.com/office/drawing/2014/main" val="3939967386"/>
                  </a:ext>
                </a:extLst>
              </a:tr>
              <a:tr h="5829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Key Markets</a:t>
                      </a:r>
                    </a:p>
                  </a:txBody>
                  <a:tcPr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Medium Priority Gaps</a:t>
                      </a:r>
                    </a:p>
                  </a:txBody>
                  <a:tcPr anchor="c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00B0F0"/>
                    </a:solidFill>
                  </a:tcPr>
                </a:tc>
                <a:extLst>
                  <a:ext uri="{0D108BD9-81ED-4DB2-BD59-A6C34878D82A}">
                    <a16:rowId xmlns:a16="http://schemas.microsoft.com/office/drawing/2014/main" val="1370853194"/>
                  </a:ext>
                </a:extLst>
              </a:tr>
              <a:tr h="86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nchor="ctr">
                    <a:solidFill>
                      <a:srgbClr val="E7E7E7"/>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ysClr val="windowText" lastClr="000000"/>
                          </a:solidFill>
                          <a:effectLst/>
                          <a:uLnTx/>
                          <a:uFillTx/>
                          <a:latin typeface="+mn-lt"/>
                          <a:ea typeface="+mn-ea"/>
                          <a:cs typeface="+mn-cs"/>
                        </a:rPr>
                        <a:t>Data on efficacy by CTx treatment supports </a:t>
                      </a:r>
                      <a:r>
                        <a:rPr kumimoji="0" lang="en-US" sz="800" b="1" i="0" u="none" strike="noStrike" kern="1200" cap="none" spc="0" normalizeH="0" baseline="0" noProof="0">
                          <a:ln>
                            <a:noFill/>
                          </a:ln>
                          <a:solidFill>
                            <a:sysClr val="windowText" lastClr="000000"/>
                          </a:solidFill>
                          <a:effectLst/>
                          <a:uLnTx/>
                          <a:uFillTx/>
                          <a:latin typeface="+mn-lt"/>
                          <a:ea typeface="+mn-ea"/>
                          <a:cs typeface="+mn-cs"/>
                        </a:rPr>
                        <a:t>secure broad access</a:t>
                      </a:r>
                      <a:r>
                        <a:rPr kumimoji="0" lang="en-US" sz="800" b="0" i="0" u="none" strike="noStrike" kern="1200" cap="none" spc="0" normalizeH="0" baseline="0" noProof="0">
                          <a:ln>
                            <a:noFill/>
                          </a:ln>
                          <a:solidFill>
                            <a:sysClr val="windowText" lastClr="000000"/>
                          </a:solidFill>
                          <a:effectLst/>
                          <a:uLnTx/>
                          <a:uFillTx/>
                          <a:latin typeface="+mn-lt"/>
                          <a:ea typeface="+mn-ea"/>
                          <a:cs typeface="+mn-cs"/>
                        </a:rPr>
                        <a:t> in markets where standard CTx may differ</a:t>
                      </a:r>
                      <a:r>
                        <a:rPr kumimoji="0" lang="en-US" sz="800" b="1" i="0" u="none" strike="noStrike" kern="1200" cap="none" spc="0" normalizeH="0" baseline="0" noProof="0">
                          <a:ln>
                            <a:noFill/>
                          </a:ln>
                          <a:solidFill>
                            <a:sysClr val="windowText" lastClr="000000"/>
                          </a:solidFill>
                          <a:effectLst/>
                          <a:uLnTx/>
                          <a:uFillTx/>
                          <a:latin typeface="+mn-lt"/>
                          <a:ea typeface="+mn-ea"/>
                          <a:cs typeface="+mn-cs"/>
                        </a:rPr>
                        <a:t> </a:t>
                      </a:r>
                      <a:r>
                        <a:rPr kumimoji="0" lang="en-US" sz="800" b="0" i="0" u="none" strike="noStrike" kern="1200" cap="none" spc="0" normalizeH="0" baseline="0" noProof="0">
                          <a:ln>
                            <a:noFill/>
                          </a:ln>
                          <a:solidFill>
                            <a:sysClr val="windowText" lastClr="000000"/>
                          </a:solidFill>
                          <a:effectLst/>
                          <a:uLnTx/>
                          <a:uFillTx/>
                          <a:latin typeface="+mn-lt"/>
                          <a:ea typeface="+mn-ea"/>
                          <a:cs typeface="+mn-cs"/>
                        </a:rPr>
                        <a:t>via</a:t>
                      </a:r>
                      <a:r>
                        <a:rPr kumimoji="0" lang="en-US" sz="800" b="1" i="0" u="none" strike="noStrike" kern="1200" cap="none" spc="0" normalizeH="0" baseline="0" noProof="0">
                          <a:ln>
                            <a:noFill/>
                          </a:ln>
                          <a:solidFill>
                            <a:sysClr val="windowText" lastClr="000000"/>
                          </a:solidFill>
                          <a:effectLst/>
                          <a:uLnTx/>
                          <a:uFillTx/>
                          <a:latin typeface="+mn-lt"/>
                          <a:ea typeface="+mn-ea"/>
                          <a:cs typeface="+mn-cs"/>
                        </a:rPr>
                        <a:t> Integrated Evidence Generation</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kern="1200">
                        <a:solidFill>
                          <a:schemeClr val="tx1"/>
                        </a:solidFill>
                        <a:latin typeface="+mn-lt"/>
                        <a:ea typeface="+mn-ea"/>
                        <a:cs typeface="+mn-cs"/>
                      </a:endParaRPr>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1,4</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a:solidFill>
                            <a:sysClr val="windowText" lastClr="000000"/>
                          </a:solidFill>
                          <a:latin typeface="+mn-lt"/>
                          <a:ea typeface="+mn-ea"/>
                          <a:cs typeface="+mn-cs"/>
                        </a:rPr>
                        <a:t>Efficacy data stratified by </a:t>
                      </a:r>
                      <a:r>
                        <a:rPr lang="en-US" sz="1000" i="0" kern="1200" err="1">
                          <a:solidFill>
                            <a:sysClr val="windowText" lastClr="000000"/>
                          </a:solidFill>
                          <a:latin typeface="+mn-lt"/>
                          <a:ea typeface="+mn-ea"/>
                          <a:cs typeface="+mn-cs"/>
                        </a:rPr>
                        <a:t>CTx</a:t>
                      </a:r>
                      <a:r>
                        <a:rPr lang="en-US" sz="1000" i="0" kern="1200">
                          <a:solidFill>
                            <a:sysClr val="windowText" lastClr="000000"/>
                          </a:solidFill>
                          <a:latin typeface="+mn-lt"/>
                          <a:ea typeface="+mn-ea"/>
                          <a:cs typeface="+mn-cs"/>
                        </a:rPr>
                        <a:t> treatment builds on value narrative of tislelizumab as a well tolerated therapy and increases HCP confidence in real-world use of Tislelizumab with a variety of </a:t>
                      </a:r>
                      <a:r>
                        <a:rPr lang="en-US" sz="1000" i="0" kern="1200" err="1">
                          <a:solidFill>
                            <a:sysClr val="windowText" lastClr="000000"/>
                          </a:solidFill>
                          <a:latin typeface="+mn-lt"/>
                          <a:ea typeface="+mn-ea"/>
                          <a:cs typeface="+mn-cs"/>
                        </a:rPr>
                        <a:t>CTx</a:t>
                      </a:r>
                      <a:r>
                        <a:rPr lang="en-US" sz="1000" i="0" kern="1200">
                          <a:solidFill>
                            <a:sysClr val="windowText" lastClr="000000"/>
                          </a:solidFill>
                          <a:latin typeface="+mn-lt"/>
                          <a:ea typeface="+mn-ea"/>
                          <a:cs typeface="+mn-cs"/>
                        </a:rPr>
                        <a:t> options</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solidFill>
                      <a:srgbClr val="E7E7E7"/>
                    </a:solidFill>
                  </a:tcPr>
                </a:tc>
                <a:extLst>
                  <a:ext uri="{0D108BD9-81ED-4DB2-BD59-A6C34878D82A}">
                    <a16:rowId xmlns:a16="http://schemas.microsoft.com/office/drawing/2014/main" val="2092317498"/>
                  </a:ext>
                </a:extLst>
              </a:tr>
            </a:tbl>
          </a:graphicData>
        </a:graphic>
      </p:graphicFrame>
      <p:pic>
        <p:nvPicPr>
          <p:cNvPr id="23" name="Graphic 22">
            <a:extLst>
              <a:ext uri="{FF2B5EF4-FFF2-40B4-BE49-F238E27FC236}">
                <a16:creationId xmlns:a16="http://schemas.microsoft.com/office/drawing/2014/main" id="{C6A3CAAE-0AE4-C8A0-9683-82A5B8230773}"/>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563" y="4355049"/>
            <a:ext cx="288000" cy="288000"/>
          </a:xfrm>
          <a:prstGeom prst="rect">
            <a:avLst/>
          </a:prstGeom>
        </p:spPr>
      </p:pic>
      <p:sp>
        <p:nvSpPr>
          <p:cNvPr id="24" name="Left Bracket 23">
            <a:extLst>
              <a:ext uri="{FF2B5EF4-FFF2-40B4-BE49-F238E27FC236}">
                <a16:creationId xmlns:a16="http://schemas.microsoft.com/office/drawing/2014/main" id="{72614312-F6E2-F081-5E5D-0986CF16861C}"/>
              </a:ext>
            </a:extLst>
          </p:cNvPr>
          <p:cNvSpPr/>
          <p:nvPr/>
        </p:nvSpPr>
        <p:spPr>
          <a:xfrm>
            <a:off x="274776" y="2181427"/>
            <a:ext cx="56891" cy="4068000"/>
          </a:xfrm>
          <a:prstGeom prst="leftBracket">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Poppins"/>
              <a:ea typeface="+mn-ea"/>
              <a:cs typeface="+mn-cs"/>
            </a:endParaRPr>
          </a:p>
        </p:txBody>
      </p:sp>
      <p:grpSp>
        <p:nvGrpSpPr>
          <p:cNvPr id="5" name="Group 4">
            <a:extLst>
              <a:ext uri="{FF2B5EF4-FFF2-40B4-BE49-F238E27FC236}">
                <a16:creationId xmlns:a16="http://schemas.microsoft.com/office/drawing/2014/main" id="{FCBC1E91-AD22-4424-FA8A-F28671B8C80D}"/>
              </a:ext>
            </a:extLst>
          </p:cNvPr>
          <p:cNvGrpSpPr/>
          <p:nvPr/>
        </p:nvGrpSpPr>
        <p:grpSpPr>
          <a:xfrm>
            <a:off x="5388474" y="687287"/>
            <a:ext cx="6454552" cy="582211"/>
            <a:chOff x="5034616" y="687287"/>
            <a:chExt cx="6454552" cy="582211"/>
          </a:xfrm>
        </p:grpSpPr>
        <p:grpSp>
          <p:nvGrpSpPr>
            <p:cNvPr id="16" name="Group 15">
              <a:extLst>
                <a:ext uri="{FF2B5EF4-FFF2-40B4-BE49-F238E27FC236}">
                  <a16:creationId xmlns:a16="http://schemas.microsoft.com/office/drawing/2014/main" id="{DE2B2004-16DC-2A03-D0F0-FEDB21F72627}"/>
                </a:ext>
              </a:extLst>
            </p:cNvPr>
            <p:cNvGrpSpPr/>
            <p:nvPr/>
          </p:nvGrpSpPr>
          <p:grpSpPr>
            <a:xfrm>
              <a:off x="5034616" y="730889"/>
              <a:ext cx="4876763" cy="538609"/>
              <a:chOff x="7315237" y="702314"/>
              <a:chExt cx="4876763" cy="538609"/>
            </a:xfrm>
          </p:grpSpPr>
          <p:grpSp>
            <p:nvGrpSpPr>
              <p:cNvPr id="32" name="Group 31">
                <a:extLst>
                  <a:ext uri="{FF2B5EF4-FFF2-40B4-BE49-F238E27FC236}">
                    <a16:creationId xmlns:a16="http://schemas.microsoft.com/office/drawing/2014/main" id="{21F4ED75-9565-C56B-3052-53C483B27315}"/>
                  </a:ext>
                </a:extLst>
              </p:cNvPr>
              <p:cNvGrpSpPr/>
              <p:nvPr/>
            </p:nvGrpSpPr>
            <p:grpSpPr>
              <a:xfrm>
                <a:off x="7636378" y="702314"/>
                <a:ext cx="4555622" cy="538609"/>
                <a:chOff x="8842110" y="702314"/>
                <a:chExt cx="4555622" cy="538609"/>
              </a:xfrm>
            </p:grpSpPr>
            <p:sp>
              <p:nvSpPr>
                <p:cNvPr id="34" name="TextBox 33">
                  <a:extLst>
                    <a:ext uri="{FF2B5EF4-FFF2-40B4-BE49-F238E27FC236}">
                      <a16:creationId xmlns:a16="http://schemas.microsoft.com/office/drawing/2014/main" id="{99E388FD-DBC8-C74D-02A3-4258E3DE763A}"/>
                    </a:ext>
                  </a:extLst>
                </p:cNvPr>
                <p:cNvSpPr txBox="1"/>
                <p:nvPr/>
              </p:nvSpPr>
              <p:spPr>
                <a:xfrm>
                  <a:off x="8842110" y="702314"/>
                  <a:ext cx="4555622"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Poppins"/>
                    <a:ea typeface="+mn-ea"/>
                    <a:cs typeface="+mn-cs"/>
                  </a:endParaRPr>
                </a:p>
                <a:p>
                  <a:pPr lvl="0">
                    <a:spcAft>
                      <a:spcPts val="100"/>
                    </a:spcAf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lang="en-US" sz="900">
                      <a:solidFill>
                        <a:srgbClr val="000000"/>
                      </a:solidFill>
                    </a:rPr>
                    <a:t> Gaps for which tactics were developed during WS (May ‘25)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35" name="Graphic 34">
                  <a:extLst>
                    <a:ext uri="{FF2B5EF4-FFF2-40B4-BE49-F238E27FC236}">
                      <a16:creationId xmlns:a16="http://schemas.microsoft.com/office/drawing/2014/main" id="{1AC53937-3C03-9DCD-0D9E-611AA798337F}"/>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9142249" y="950352"/>
                  <a:ext cx="216000" cy="216000"/>
                </a:xfrm>
                <a:prstGeom prst="rect">
                  <a:avLst/>
                </a:prstGeom>
              </p:spPr>
            </p:pic>
          </p:grpSp>
          <p:sp>
            <p:nvSpPr>
              <p:cNvPr id="33" name="TextBox 32">
                <a:extLst>
                  <a:ext uri="{FF2B5EF4-FFF2-40B4-BE49-F238E27FC236}">
                    <a16:creationId xmlns:a16="http://schemas.microsoft.com/office/drawing/2014/main" id="{252BC829-2A17-970B-09BE-5703909ACD5D}"/>
                  </a:ext>
                </a:extLst>
              </p:cNvPr>
              <p:cNvSpPr txBox="1"/>
              <p:nvPr/>
            </p:nvSpPr>
            <p:spPr>
              <a:xfrm>
                <a:off x="7315237" y="917758"/>
                <a:ext cx="92088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nvGrpSpPr>
            <p:cNvPr id="19" name="Group 18">
              <a:extLst>
                <a:ext uri="{FF2B5EF4-FFF2-40B4-BE49-F238E27FC236}">
                  <a16:creationId xmlns:a16="http://schemas.microsoft.com/office/drawing/2014/main" id="{F40A08BA-1908-DAF7-669F-9D021DF52F36}"/>
                </a:ext>
              </a:extLst>
            </p:cNvPr>
            <p:cNvGrpSpPr/>
            <p:nvPr/>
          </p:nvGrpSpPr>
          <p:grpSpPr>
            <a:xfrm>
              <a:off x="5034617" y="687287"/>
              <a:ext cx="6454551" cy="323165"/>
              <a:chOff x="9702263" y="10164"/>
              <a:chExt cx="6636476" cy="323165"/>
            </a:xfrm>
          </p:grpSpPr>
          <p:sp>
            <p:nvSpPr>
              <p:cNvPr id="25" name="TextBox 24">
                <a:extLst>
                  <a:ext uri="{FF2B5EF4-FFF2-40B4-BE49-F238E27FC236}">
                    <a16:creationId xmlns:a16="http://schemas.microsoft.com/office/drawing/2014/main" id="{62328600-D23A-BB1C-0F1E-88EFCA2490FB}"/>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29" name="Rectangle 28">
                <a:extLst>
                  <a:ext uri="{FF2B5EF4-FFF2-40B4-BE49-F238E27FC236}">
                    <a16:creationId xmlns:a16="http://schemas.microsoft.com/office/drawing/2014/main" id="{B028406D-6F7F-1D7C-8333-9CE481ACB1DE}"/>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0" name="Rectangle 29">
                <a:extLst>
                  <a:ext uri="{FF2B5EF4-FFF2-40B4-BE49-F238E27FC236}">
                    <a16:creationId xmlns:a16="http://schemas.microsoft.com/office/drawing/2014/main" id="{D0756F40-85F3-239D-FDCC-45829ED285E9}"/>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1" name="Rectangle 30">
                <a:extLst>
                  <a:ext uri="{FF2B5EF4-FFF2-40B4-BE49-F238E27FC236}">
                    <a16:creationId xmlns:a16="http://schemas.microsoft.com/office/drawing/2014/main" id="{7629BA45-8CC8-FCD1-B34A-60749CB7809B}"/>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pic>
        <p:nvPicPr>
          <p:cNvPr id="18" name="Graphic 17">
            <a:extLst>
              <a:ext uri="{FF2B5EF4-FFF2-40B4-BE49-F238E27FC236}">
                <a16:creationId xmlns:a16="http://schemas.microsoft.com/office/drawing/2014/main" id="{2F820D59-6B76-1CDF-11A2-49F998361922}"/>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784140" y="2592857"/>
            <a:ext cx="295064" cy="295064"/>
          </a:xfrm>
          <a:prstGeom prst="rect">
            <a:avLst/>
          </a:prstGeom>
        </p:spPr>
      </p:pic>
      <p:grpSp>
        <p:nvGrpSpPr>
          <p:cNvPr id="9" name="Group 8">
            <a:extLst>
              <a:ext uri="{FF2B5EF4-FFF2-40B4-BE49-F238E27FC236}">
                <a16:creationId xmlns:a16="http://schemas.microsoft.com/office/drawing/2014/main" id="{99DE984B-C587-1F93-1448-92EACBE7BE5F}"/>
              </a:ext>
            </a:extLst>
          </p:cNvPr>
          <p:cNvGrpSpPr/>
          <p:nvPr/>
        </p:nvGrpSpPr>
        <p:grpSpPr>
          <a:xfrm>
            <a:off x="710393" y="5656758"/>
            <a:ext cx="476369" cy="295064"/>
            <a:chOff x="710393" y="4608791"/>
            <a:chExt cx="476369" cy="295064"/>
          </a:xfrm>
        </p:grpSpPr>
        <p:pic>
          <p:nvPicPr>
            <p:cNvPr id="27" name="Graphic 26">
              <a:extLst>
                <a:ext uri="{FF2B5EF4-FFF2-40B4-BE49-F238E27FC236}">
                  <a16:creationId xmlns:a16="http://schemas.microsoft.com/office/drawing/2014/main" id="{75E6BF59-9FB9-8B62-0795-6E0884D2D2BF}"/>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710393" y="4608791"/>
              <a:ext cx="295064" cy="295064"/>
            </a:xfrm>
            <a:prstGeom prst="rect">
              <a:avLst/>
            </a:prstGeom>
          </p:spPr>
        </p:pic>
        <p:pic>
          <p:nvPicPr>
            <p:cNvPr id="2" name="Picture 1" descr="A blue circle with yellow stars in center&#10;&#10;Description automatically generated">
              <a:extLst>
                <a:ext uri="{FF2B5EF4-FFF2-40B4-BE49-F238E27FC236}">
                  <a16:creationId xmlns:a16="http://schemas.microsoft.com/office/drawing/2014/main" id="{C8EE40A6-E79E-C537-802A-08492E4DBAC1}"/>
                </a:ext>
              </a:extLst>
            </p:cNvPr>
            <p:cNvPicPr>
              <a:picLocks noChangeAspect="1"/>
            </p:cNvPicPr>
            <p:nvPr/>
          </p:nvPicPr>
          <p:blipFill>
            <a:blip r:embed="rId9"/>
            <a:stretch>
              <a:fillRect/>
            </a:stretch>
          </p:blipFill>
          <p:spPr>
            <a:xfrm>
              <a:off x="918398" y="4622141"/>
              <a:ext cx="268364" cy="268364"/>
            </a:xfrm>
            <a:prstGeom prst="rect">
              <a:avLst/>
            </a:prstGeom>
            <a:ln>
              <a:noFill/>
            </a:ln>
          </p:spPr>
        </p:pic>
      </p:grpSp>
      <p:sp>
        <p:nvSpPr>
          <p:cNvPr id="7" name="Footer Placeholder 3">
            <a:extLst>
              <a:ext uri="{FF2B5EF4-FFF2-40B4-BE49-F238E27FC236}">
                <a16:creationId xmlns:a16="http://schemas.microsoft.com/office/drawing/2014/main" id="{D334EBD0-112A-27E1-4686-320CE4707625}"/>
              </a:ext>
            </a:extLst>
          </p:cNvPr>
          <p:cNvSpPr txBox="1">
            <a:spLocks/>
          </p:cNvSpPr>
          <p:nvPr/>
        </p:nvSpPr>
        <p:spPr>
          <a:xfrm>
            <a:off x="358336" y="6461964"/>
            <a:ext cx="8489102"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t>Note:</a:t>
            </a:r>
            <a:r>
              <a:rPr lang="en-GB"/>
              <a:t> * Medical Objectives: </a:t>
            </a:r>
            <a:r>
              <a:rPr lang="en-GB" b="1"/>
              <a:t>Drive Differentiation:</a:t>
            </a:r>
            <a:r>
              <a:rPr lang="en-GB"/>
              <a:t> 1. Evidence-Based Differentiation 2. Communicate One Scientific Story 3. Competitive Medical Mindset 4. </a:t>
            </a:r>
            <a:r>
              <a:rPr lang="en-GB" err="1"/>
              <a:t>BeOne</a:t>
            </a:r>
            <a:r>
              <a:rPr lang="en-GB"/>
              <a:t> Experience; </a:t>
            </a:r>
            <a:r>
              <a:rPr lang="en-GB" b="1"/>
              <a:t>Secure Broad Access: </a:t>
            </a:r>
            <a:r>
              <a:rPr lang="en-GB"/>
              <a:t>1. Integrated Evidence Generation 2. Support Market Access 3. Expanded Access Program; </a:t>
            </a:r>
            <a:r>
              <a:rPr lang="en-GB" b="1"/>
              <a:t>Build Solid </a:t>
            </a:r>
            <a:r>
              <a:rPr lang="en-GB" b="1" err="1"/>
              <a:t>Tumor</a:t>
            </a:r>
            <a:r>
              <a:rPr lang="en-GB" b="1"/>
              <a:t> Leadership: </a:t>
            </a:r>
            <a:r>
              <a:rPr lang="en-GB"/>
              <a:t>1. KOL Engagement and Advocacy 2. Research Collaboration 3. Solid </a:t>
            </a:r>
            <a:r>
              <a:rPr lang="en-GB" err="1"/>
              <a:t>Tumor</a:t>
            </a:r>
            <a:r>
              <a:rPr lang="en-GB"/>
              <a:t> Awareness 4. Maintain and Continue to Build</a:t>
            </a:r>
            <a:endParaRPr lang="en-US"/>
          </a:p>
          <a:p>
            <a:pPr>
              <a:defRPr/>
            </a:pPr>
            <a:r>
              <a:rPr lang="en-US">
                <a:solidFill>
                  <a:srgbClr val="000000">
                    <a:lumMod val="65000"/>
                    <a:lumOff val="35000"/>
                  </a:srgbClr>
                </a:solidFill>
              </a:rPr>
              <a:t>Abbreviations: AE: Adverse Event; </a:t>
            </a:r>
            <a:r>
              <a:rPr lang="en-US" err="1">
                <a:solidFill>
                  <a:srgbClr val="000000">
                    <a:lumMod val="65000"/>
                    <a:lumOff val="35000"/>
                  </a:srgbClr>
                </a:solidFill>
              </a:rPr>
              <a:t>CTx</a:t>
            </a:r>
            <a:r>
              <a:rPr lang="en-US">
                <a:solidFill>
                  <a:srgbClr val="000000">
                    <a:lumMod val="65000"/>
                    <a:lumOff val="35000"/>
                  </a:srgbClr>
                </a:solidFill>
              </a:rPr>
              <a:t>: Chemotherapy; HCP: Healthcare Provider; </a:t>
            </a:r>
            <a:r>
              <a:rPr lang="en-US" err="1">
                <a:solidFill>
                  <a:srgbClr val="000000">
                    <a:lumMod val="65000"/>
                    <a:lumOff val="35000"/>
                  </a:srgbClr>
                </a:solidFill>
              </a:rPr>
              <a:t>mAb</a:t>
            </a:r>
            <a:r>
              <a:rPr lang="en-US">
                <a:solidFill>
                  <a:srgbClr val="000000">
                    <a:lumMod val="65000"/>
                    <a:lumOff val="35000"/>
                  </a:srgbClr>
                </a:solidFill>
              </a:rPr>
              <a:t>: Monoclonal Antibody; </a:t>
            </a:r>
            <a:r>
              <a:rPr lang="en-US" err="1">
                <a:solidFill>
                  <a:srgbClr val="000000">
                    <a:lumMod val="65000"/>
                    <a:lumOff val="35000"/>
                  </a:srgbClr>
                </a:solidFill>
              </a:rPr>
              <a:t>mets</a:t>
            </a:r>
            <a:r>
              <a:rPr lang="en-US">
                <a:solidFill>
                  <a:srgbClr val="000000">
                    <a:lumMod val="65000"/>
                    <a:lumOff val="35000"/>
                  </a:srgbClr>
                </a:solidFill>
              </a:rPr>
              <a:t>: Metastases; MO: Medical Objective; NSCLC: Non-Small Cell Lung Cancer; PD(L)-1: Programmed Death (Ligand)-1; SI: Strategic Imperative; VEGF: Vascular Endothelial Growth Factor</a:t>
            </a:r>
          </a:p>
        </p:txBody>
      </p:sp>
      <p:grpSp>
        <p:nvGrpSpPr>
          <p:cNvPr id="10" name="Group 9">
            <a:extLst>
              <a:ext uri="{FF2B5EF4-FFF2-40B4-BE49-F238E27FC236}">
                <a16:creationId xmlns:a16="http://schemas.microsoft.com/office/drawing/2014/main" id="{180C4794-7FC4-608C-2F90-C3CE2622D9F7}"/>
              </a:ext>
            </a:extLst>
          </p:cNvPr>
          <p:cNvGrpSpPr/>
          <p:nvPr/>
        </p:nvGrpSpPr>
        <p:grpSpPr>
          <a:xfrm>
            <a:off x="-9526" y="-7584"/>
            <a:ext cx="11815014" cy="180000"/>
            <a:chOff x="-9526" y="-7584"/>
            <a:chExt cx="11815014" cy="180000"/>
          </a:xfrm>
        </p:grpSpPr>
        <p:sp>
          <p:nvSpPr>
            <p:cNvPr id="11" name="Rectangle 10">
              <a:extLst>
                <a:ext uri="{FF2B5EF4-FFF2-40B4-BE49-F238E27FC236}">
                  <a16:creationId xmlns:a16="http://schemas.microsoft.com/office/drawing/2014/main" id="{2EC78A50-EE51-B6F3-735A-55EE8E995FB9}"/>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Lung</a:t>
              </a:r>
            </a:p>
          </p:txBody>
        </p:sp>
        <p:sp>
          <p:nvSpPr>
            <p:cNvPr id="12" name="Arrow: Pentagon 11">
              <a:extLst>
                <a:ext uri="{FF2B5EF4-FFF2-40B4-BE49-F238E27FC236}">
                  <a16:creationId xmlns:a16="http://schemas.microsoft.com/office/drawing/2014/main" id="{56A28D72-3D69-4B79-2E41-C5A5A8E93204}"/>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36" name="Arrow: Chevron 35">
              <a:extLst>
                <a:ext uri="{FF2B5EF4-FFF2-40B4-BE49-F238E27FC236}">
                  <a16:creationId xmlns:a16="http://schemas.microsoft.com/office/drawing/2014/main" id="{6F48897A-0C4E-F9A7-7D19-1A1CF0C9E374}"/>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37" name="Arrow: Chevron 36">
              <a:extLst>
                <a:ext uri="{FF2B5EF4-FFF2-40B4-BE49-F238E27FC236}">
                  <a16:creationId xmlns:a16="http://schemas.microsoft.com/office/drawing/2014/main" id="{C8ED71A5-82DA-FC2E-0A54-907DE6B0576D}"/>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8" name="Arrow: Chevron 37">
              <a:extLst>
                <a:ext uri="{FF2B5EF4-FFF2-40B4-BE49-F238E27FC236}">
                  <a16:creationId xmlns:a16="http://schemas.microsoft.com/office/drawing/2014/main" id="{2AB9CCAF-C32E-137A-F0F4-1D6261788848}"/>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grpSp>
        <p:nvGrpSpPr>
          <p:cNvPr id="4" name="Group 3">
            <a:extLst>
              <a:ext uri="{FF2B5EF4-FFF2-40B4-BE49-F238E27FC236}">
                <a16:creationId xmlns:a16="http://schemas.microsoft.com/office/drawing/2014/main" id="{0EB1871C-C9FC-78A6-6E02-6B06B30CE30D}"/>
              </a:ext>
            </a:extLst>
          </p:cNvPr>
          <p:cNvGrpSpPr/>
          <p:nvPr/>
        </p:nvGrpSpPr>
        <p:grpSpPr>
          <a:xfrm>
            <a:off x="693488" y="3489959"/>
            <a:ext cx="476369" cy="295064"/>
            <a:chOff x="710393" y="4608791"/>
            <a:chExt cx="476369" cy="295064"/>
          </a:xfrm>
        </p:grpSpPr>
        <p:pic>
          <p:nvPicPr>
            <p:cNvPr id="8" name="Graphic 7">
              <a:extLst>
                <a:ext uri="{FF2B5EF4-FFF2-40B4-BE49-F238E27FC236}">
                  <a16:creationId xmlns:a16="http://schemas.microsoft.com/office/drawing/2014/main" id="{9D200E7F-9054-3FA4-E30E-1BC5159246FB}"/>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710393" y="4608791"/>
              <a:ext cx="295064" cy="295064"/>
            </a:xfrm>
            <a:prstGeom prst="rect">
              <a:avLst/>
            </a:prstGeom>
          </p:spPr>
        </p:pic>
        <p:pic>
          <p:nvPicPr>
            <p:cNvPr id="13" name="Picture 12" descr="A blue circle with yellow stars in center&#10;&#10;Description automatically generated">
              <a:extLst>
                <a:ext uri="{FF2B5EF4-FFF2-40B4-BE49-F238E27FC236}">
                  <a16:creationId xmlns:a16="http://schemas.microsoft.com/office/drawing/2014/main" id="{5F061645-D299-3DB9-9B68-F19CEEA5F138}"/>
                </a:ext>
              </a:extLst>
            </p:cNvPr>
            <p:cNvPicPr>
              <a:picLocks noChangeAspect="1"/>
            </p:cNvPicPr>
            <p:nvPr/>
          </p:nvPicPr>
          <p:blipFill>
            <a:blip r:embed="rId9"/>
            <a:stretch>
              <a:fillRect/>
            </a:stretch>
          </p:blipFill>
          <p:spPr>
            <a:xfrm>
              <a:off x="918398" y="4622141"/>
              <a:ext cx="268364" cy="268364"/>
            </a:xfrm>
            <a:prstGeom prst="rect">
              <a:avLst/>
            </a:prstGeom>
            <a:ln>
              <a:noFill/>
            </a:ln>
          </p:spPr>
        </p:pic>
      </p:grpSp>
      <p:pic>
        <p:nvPicPr>
          <p:cNvPr id="14" name="Picture 2" descr="European Society for Medical Oncology (ESMO) - YouTube">
            <a:extLst>
              <a:ext uri="{FF2B5EF4-FFF2-40B4-BE49-F238E27FC236}">
                <a16:creationId xmlns:a16="http://schemas.microsoft.com/office/drawing/2014/main" id="{90E282CF-AF16-07A0-536A-4582ECB1996B}"/>
              </a:ext>
            </a:extLst>
          </p:cNvPr>
          <p:cNvPicPr>
            <a:picLocks noChangeAspect="1"/>
          </p:cNvPicPr>
          <p:nvPr/>
        </p:nvPicPr>
        <p:blipFill rotWithShape="1">
          <a:blip r:embed="rId10">
            <a:extLst>
              <a:ext uri="{28A0092B-C50C-407E-A947-70E740481C1C}">
                <a14:useLocalDpi xmlns:a14="http://schemas.microsoft.com/office/drawing/2010/main" val="0"/>
              </a:ext>
            </a:extLst>
          </a:blip>
          <a:srcRect/>
          <a:stretch/>
        </p:blipFill>
        <p:spPr bwMode="auto">
          <a:xfrm>
            <a:off x="3332324" y="3910922"/>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D58EAEBD-DF55-88BC-ABF9-70B9D90FC344}"/>
              </a:ext>
            </a:extLst>
          </p:cNvPr>
          <p:cNvGrpSpPr/>
          <p:nvPr/>
        </p:nvGrpSpPr>
        <p:grpSpPr>
          <a:xfrm>
            <a:off x="693928" y="4323169"/>
            <a:ext cx="475488" cy="292608"/>
            <a:chOff x="796651" y="3592203"/>
            <a:chExt cx="548950" cy="329184"/>
          </a:xfrm>
        </p:grpSpPr>
        <p:pic>
          <p:nvPicPr>
            <p:cNvPr id="20" name="Picture 19" descr="A blue circle with yellow stars in center&#10;&#10;Description automatically generated">
              <a:extLst>
                <a:ext uri="{FF2B5EF4-FFF2-40B4-BE49-F238E27FC236}">
                  <a16:creationId xmlns:a16="http://schemas.microsoft.com/office/drawing/2014/main" id="{085E719F-33E1-5610-A6DB-27CB6DC20A19}"/>
                </a:ext>
              </a:extLst>
            </p:cNvPr>
            <p:cNvPicPr>
              <a:picLocks noChangeAspect="1"/>
            </p:cNvPicPr>
            <p:nvPr/>
          </p:nvPicPr>
          <p:blipFill>
            <a:blip r:embed="rId9"/>
            <a:stretch>
              <a:fillRect/>
            </a:stretch>
          </p:blipFill>
          <p:spPr>
            <a:xfrm>
              <a:off x="796651" y="3610161"/>
              <a:ext cx="293268" cy="293268"/>
            </a:xfrm>
            <a:prstGeom prst="rect">
              <a:avLst/>
            </a:prstGeom>
            <a:ln>
              <a:noFill/>
            </a:ln>
          </p:spPr>
        </p:pic>
        <p:pic>
          <p:nvPicPr>
            <p:cNvPr id="21" name="Picture 20">
              <a:extLst>
                <a:ext uri="{FF2B5EF4-FFF2-40B4-BE49-F238E27FC236}">
                  <a16:creationId xmlns:a16="http://schemas.microsoft.com/office/drawing/2014/main" id="{B46CE0E8-B9C6-E870-8A09-EF3D6B931493}"/>
                </a:ext>
              </a:extLst>
            </p:cNvPr>
            <p:cNvPicPr>
              <a:picLocks noChangeAspect="1"/>
            </p:cNvPicPr>
            <p:nvPr/>
          </p:nvPicPr>
          <p:blipFill rotWithShape="1">
            <a:blip r:embed="rId11"/>
            <a:srcRect l="14865" t="17319" r="20459" b="14006"/>
            <a:stretch/>
          </p:blipFill>
          <p:spPr>
            <a:xfrm>
              <a:off x="1016417" y="3592203"/>
              <a:ext cx="329184" cy="329184"/>
            </a:xfrm>
            <a:prstGeom prst="ellipse">
              <a:avLst/>
            </a:prstGeom>
          </p:spPr>
        </p:pic>
      </p:grpSp>
    </p:spTree>
    <p:extLst>
      <p:ext uri="{BB962C8B-B14F-4D97-AF65-F5344CB8AC3E}">
        <p14:creationId xmlns:p14="http://schemas.microsoft.com/office/powerpoint/2010/main" val="30702383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211CF-AC17-CF65-E509-B86CAF05C8E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AE141F4-3AE4-00EA-A52F-603C028CFBC8}"/>
              </a:ext>
            </a:extLst>
          </p:cNvPr>
          <p:cNvGraphicFramePr>
            <a:graphicFrameLocks noChangeAspect="1"/>
          </p:cNvGraphicFramePr>
          <p:nvPr>
            <p:custDataLst>
              <p:tags r:id="rId1"/>
            </p:custDataLst>
            <p:extLst>
              <p:ext uri="{D42A27DB-BD31-4B8C-83A1-F6EECF244321}">
                <p14:modId xmlns:p14="http://schemas.microsoft.com/office/powerpoint/2010/main" val="29565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FAE141F4-3AE4-00EA-A52F-603C028CFBC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45E57FC-070A-D9CB-90E1-469986D61C51}"/>
              </a:ext>
            </a:extLst>
          </p:cNvPr>
          <p:cNvSpPr>
            <a:spLocks noGrp="1"/>
          </p:cNvSpPr>
          <p:nvPr>
            <p:ph type="title"/>
          </p:nvPr>
        </p:nvSpPr>
        <p:spPr>
          <a:xfrm>
            <a:off x="358337" y="271427"/>
            <a:ext cx="11470125" cy="369332"/>
          </a:xfrm>
        </p:spPr>
        <p:txBody>
          <a:bodyPr vert="horz"/>
          <a:lstStyle/>
          <a:p>
            <a:r>
              <a:rPr lang="en-US" sz="2400"/>
              <a:t>Tactics: Across Lung (1/2)</a:t>
            </a:r>
          </a:p>
        </p:txBody>
      </p:sp>
      <p:graphicFrame>
        <p:nvGraphicFramePr>
          <p:cNvPr id="9" name="Table 8">
            <a:extLst>
              <a:ext uri="{FF2B5EF4-FFF2-40B4-BE49-F238E27FC236}">
                <a16:creationId xmlns:a16="http://schemas.microsoft.com/office/drawing/2014/main" id="{67940278-F97C-4C13-3C88-6A5E7F3EDF8B}"/>
              </a:ext>
            </a:extLst>
          </p:cNvPr>
          <p:cNvGraphicFramePr>
            <a:graphicFrameLocks noGrp="1"/>
          </p:cNvGraphicFramePr>
          <p:nvPr>
            <p:extLst>
              <p:ext uri="{D42A27DB-BD31-4B8C-83A1-F6EECF244321}">
                <p14:modId xmlns:p14="http://schemas.microsoft.com/office/powerpoint/2010/main" val="937626709"/>
              </p:ext>
            </p:extLst>
          </p:nvPr>
        </p:nvGraphicFramePr>
        <p:xfrm>
          <a:off x="370918" y="1234648"/>
          <a:ext cx="11616256" cy="5007733"/>
        </p:xfrm>
        <a:graphic>
          <a:graphicData uri="http://schemas.openxmlformats.org/drawingml/2006/table">
            <a:tbl>
              <a:tblPr firstRow="1" bandRow="1">
                <a:tableStyleId>{073A0DAA-6AF3-43AB-8588-CEC1D06C72B9}</a:tableStyleId>
              </a:tblPr>
              <a:tblGrid>
                <a:gridCol w="2592000">
                  <a:extLst>
                    <a:ext uri="{9D8B030D-6E8A-4147-A177-3AD203B41FA5}">
                      <a16:colId xmlns:a16="http://schemas.microsoft.com/office/drawing/2014/main" val="4061028324"/>
                    </a:ext>
                  </a:extLst>
                </a:gridCol>
                <a:gridCol w="960256">
                  <a:extLst>
                    <a:ext uri="{9D8B030D-6E8A-4147-A177-3AD203B41FA5}">
                      <a16:colId xmlns:a16="http://schemas.microsoft.com/office/drawing/2014/main" val="676171002"/>
                    </a:ext>
                  </a:extLst>
                </a:gridCol>
                <a:gridCol w="1512000">
                  <a:extLst>
                    <a:ext uri="{9D8B030D-6E8A-4147-A177-3AD203B41FA5}">
                      <a16:colId xmlns:a16="http://schemas.microsoft.com/office/drawing/2014/main" val="2800079537"/>
                    </a:ext>
                  </a:extLst>
                </a:gridCol>
                <a:gridCol w="1548000">
                  <a:extLst>
                    <a:ext uri="{9D8B030D-6E8A-4147-A177-3AD203B41FA5}">
                      <a16:colId xmlns:a16="http://schemas.microsoft.com/office/drawing/2014/main" val="2491557635"/>
                    </a:ext>
                  </a:extLst>
                </a:gridCol>
                <a:gridCol w="1296000">
                  <a:extLst>
                    <a:ext uri="{9D8B030D-6E8A-4147-A177-3AD203B41FA5}">
                      <a16:colId xmlns:a16="http://schemas.microsoft.com/office/drawing/2014/main" val="1837877681"/>
                    </a:ext>
                  </a:extLst>
                </a:gridCol>
                <a:gridCol w="1080000">
                  <a:extLst>
                    <a:ext uri="{9D8B030D-6E8A-4147-A177-3AD203B41FA5}">
                      <a16:colId xmlns:a16="http://schemas.microsoft.com/office/drawing/2014/main" val="3673164344"/>
                    </a:ext>
                  </a:extLst>
                </a:gridCol>
                <a:gridCol w="1080000">
                  <a:extLst>
                    <a:ext uri="{9D8B030D-6E8A-4147-A177-3AD203B41FA5}">
                      <a16:colId xmlns:a16="http://schemas.microsoft.com/office/drawing/2014/main" val="4213931367"/>
                    </a:ext>
                  </a:extLst>
                </a:gridCol>
                <a:gridCol w="288000">
                  <a:extLst>
                    <a:ext uri="{9D8B030D-6E8A-4147-A177-3AD203B41FA5}">
                      <a16:colId xmlns:a16="http://schemas.microsoft.com/office/drawing/2014/main" val="350193575"/>
                    </a:ext>
                  </a:extLst>
                </a:gridCol>
                <a:gridCol w="1260000">
                  <a:extLst>
                    <a:ext uri="{9D8B030D-6E8A-4147-A177-3AD203B41FA5}">
                      <a16:colId xmlns:a16="http://schemas.microsoft.com/office/drawing/2014/main" val="393198505"/>
                    </a:ext>
                  </a:extLst>
                </a:gridCol>
              </a:tblGrid>
              <a:tr h="285817">
                <a:tc gridSpan="9">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bg1"/>
                          </a:solidFill>
                        </a:rPr>
                        <a:t>Across Lung (NSCLC, ES-SCLC)</a:t>
                      </a:r>
                      <a:endParaRPr lang="en-US" sz="1400" b="1" i="1">
                        <a:solidFill>
                          <a:schemeClr val="bg1"/>
                        </a:solidFill>
                      </a:endParaRPr>
                    </a:p>
                  </a:txBody>
                  <a:tcPr marL="45720" marR="45720" anchor="ctr">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643089">
                <a:tc>
                  <a:txBody>
                    <a:bodyPr/>
                    <a:lstStyle/>
                    <a:p>
                      <a:pPr algn="ctr"/>
                      <a:r>
                        <a:rPr lang="en-US" sz="1000" b="1">
                          <a:solidFill>
                            <a:schemeClr val="bg1"/>
                          </a:solidFill>
                        </a:rPr>
                        <a:t>Evidence Gap</a:t>
                      </a:r>
                    </a:p>
                  </a:txBody>
                  <a:tcPr marL="45720" marR="45720"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Tactic Type</a:t>
                      </a:r>
                    </a:p>
                  </a:txBody>
                  <a:tcPr marL="45720" marR="45720" anchor="ctr">
                    <a:solidFill>
                      <a:srgbClr val="00B0F0"/>
                    </a:solidFill>
                  </a:tcPr>
                </a:tc>
                <a:tc>
                  <a:txBody>
                    <a:bodyPr/>
                    <a:lstStyle/>
                    <a:p>
                      <a:pPr algn="ctr"/>
                      <a:r>
                        <a:rPr lang="en-US" sz="1000" b="1">
                          <a:solidFill>
                            <a:schemeClr val="bg1"/>
                          </a:solidFill>
                        </a:rPr>
                        <a:t>New Tactic</a:t>
                      </a:r>
                    </a:p>
                  </a:txBody>
                  <a:tcPr marL="45720" marR="45720" anchor="ctr">
                    <a:solidFill>
                      <a:srgbClr val="00B0F0"/>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rgbClr val="00B0F0"/>
                    </a:solidFill>
                  </a:tcPr>
                </a:tc>
                <a:tc>
                  <a:txBody>
                    <a:bodyPr/>
                    <a:lstStyle/>
                    <a:p>
                      <a:pPr algn="ctr"/>
                      <a:r>
                        <a:rPr lang="en-US" sz="1000" b="1">
                          <a:solidFill>
                            <a:schemeClr val="bg1"/>
                          </a:solidFill>
                        </a:rPr>
                        <a:t>Current Efforts &amp; Plans </a:t>
                      </a:r>
                    </a:p>
                  </a:txBody>
                  <a:tcPr marL="45720" marR="45720" anchor="ctr">
                    <a:solidFill>
                      <a:srgbClr val="00B0F0"/>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Impact on External Stakeholders</a:t>
                      </a:r>
                    </a:p>
                  </a:txBody>
                  <a:tcPr marL="45720" marR="45720" anchor="ctr">
                    <a:solidFill>
                      <a:srgbClr val="00B0F0"/>
                    </a:solidFill>
                  </a:tcPr>
                </a:tc>
                <a:tc>
                  <a:txBody>
                    <a:bodyPr/>
                    <a:lstStyle/>
                    <a:p>
                      <a:pPr marL="0" algn="ctr" defTabSz="914400" rtl="0" eaLnBrk="1" latinLnBrk="0" hangingPunct="1"/>
                      <a:r>
                        <a:rPr lang="en-US" sz="1000" b="1" kern="1200">
                          <a:solidFill>
                            <a:schemeClr val="bg1"/>
                          </a:solidFill>
                          <a:latin typeface="+mn-lt"/>
                          <a:ea typeface="+mn-ea"/>
                          <a:cs typeface="+mn-cs"/>
                        </a:rPr>
                        <a:t>SIs</a:t>
                      </a:r>
                    </a:p>
                  </a:txBody>
                  <a:tcPr marL="45720" marR="45720" anchor="ctr">
                    <a:solidFill>
                      <a:srgbClr val="00B0F0"/>
                    </a:solidFill>
                  </a:tcPr>
                </a:tc>
                <a:tc>
                  <a:txBody>
                    <a:bodyPr/>
                    <a:lstStyle/>
                    <a:p>
                      <a:pPr marL="0" algn="ctr" defTabSz="914400" rtl="0" eaLnBrk="1" latinLnBrk="0" hangingPunct="1"/>
                      <a:r>
                        <a:rPr lang="en-US" sz="1000" b="1" kern="1200">
                          <a:solidFill>
                            <a:schemeClr val="bg1"/>
                          </a:solidFill>
                          <a:latin typeface="+mn-lt"/>
                          <a:ea typeface="+mn-ea"/>
                          <a:cs typeface="+mn-cs"/>
                        </a:rPr>
                        <a:t>Medical Objective &amp; Impact</a:t>
                      </a:r>
                    </a:p>
                  </a:txBody>
                  <a:tcPr marL="45720" marR="45720" anchor="ctr">
                    <a:solidFill>
                      <a:srgbClr val="00B0F0"/>
                    </a:solidFill>
                  </a:tcPr>
                </a:tc>
                <a:extLst>
                  <a:ext uri="{0D108BD9-81ED-4DB2-BD59-A6C34878D82A}">
                    <a16:rowId xmlns:a16="http://schemas.microsoft.com/office/drawing/2014/main" val="3378915935"/>
                  </a:ext>
                </a:extLst>
              </a:tr>
              <a:tr h="75027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Need for comparative data (e.g., </a:t>
                      </a:r>
                      <a:r>
                        <a:rPr lang="en-US" sz="900" b="1" i="0" kern="1200">
                          <a:solidFill>
                            <a:schemeClr val="tx1"/>
                          </a:solidFill>
                          <a:latin typeface="+mn-lt"/>
                          <a:ea typeface="+mn-ea"/>
                          <a:cs typeface="+mn-cs"/>
                        </a:rPr>
                        <a:t>safety/tolerability data</a:t>
                      </a:r>
                      <a:r>
                        <a:rPr lang="en-US" sz="900" i="0" kern="1200">
                          <a:solidFill>
                            <a:schemeClr val="tx1"/>
                          </a:solidFill>
                          <a:latin typeface="+mn-lt"/>
                          <a:ea typeface="+mn-ea"/>
                          <a:cs typeface="+mn-cs"/>
                        </a:rPr>
                        <a:t>) </a:t>
                      </a:r>
                      <a:r>
                        <a:rPr lang="en-US" sz="900" b="1" i="0" kern="1200">
                          <a:solidFill>
                            <a:schemeClr val="tx1"/>
                          </a:solidFill>
                          <a:latin typeface="+mn-lt"/>
                          <a:ea typeface="+mn-ea"/>
                          <a:cs typeface="+mn-cs"/>
                        </a:rPr>
                        <a:t>against competitors PD-1/PD-L1 mAb and PD-1 x VEGF bispecifics</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ITC/match comparison with HARMONI-2 by PD-L1 expression</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PFS, OS, ORR, Safety (based on data availability)</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i="0" kern="1200">
                          <a:solidFill>
                            <a:schemeClr val="tx1"/>
                          </a:solidFill>
                          <a:latin typeface="+mn-lt"/>
                          <a:ea typeface="+mn-ea"/>
                          <a:cs typeface="+mn-cs"/>
                        </a:rPr>
                        <a:t>Ongoing ITCs for ES-SCLC, perioperative NSCLC</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900" i="0" kern="1200">
                          <a:solidFill>
                            <a:schemeClr val="tx1"/>
                          </a:solidFill>
                          <a:latin typeface="+mn-lt"/>
                          <a:ea typeface="+mn-ea"/>
                          <a:cs typeface="+mn-cs"/>
                        </a:rPr>
                        <a:t>mNSCLC data available</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CBCBCB"/>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Regulators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Competitive Medical Mindset</a:t>
                      </a:r>
                    </a:p>
                  </a:txBody>
                  <a:tcPr marL="45720" marR="45720" anchor="ctr">
                    <a:solidFill>
                      <a:srgbClr val="CBCBCB"/>
                    </a:solidFill>
                  </a:tcPr>
                </a:tc>
                <a:extLst>
                  <a:ext uri="{0D108BD9-81ED-4DB2-BD59-A6C34878D82A}">
                    <a16:rowId xmlns:a16="http://schemas.microsoft.com/office/drawing/2014/main" val="3949311326"/>
                  </a:ext>
                </a:extLst>
              </a:tr>
              <a:tr h="4287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Support Market Access</a:t>
                      </a:r>
                    </a:p>
                  </a:txBody>
                  <a:tcPr marL="45720" marR="45720" anchor="ctr">
                    <a:solidFill>
                      <a:srgbClr val="CBCBCB"/>
                    </a:solidFill>
                  </a:tcPr>
                </a:tc>
                <a:extLst>
                  <a:ext uri="{0D108BD9-81ED-4DB2-BD59-A6C34878D82A}">
                    <a16:rowId xmlns:a16="http://schemas.microsoft.com/office/drawing/2014/main" val="3591936428"/>
                  </a:ext>
                </a:extLst>
              </a:tr>
              <a:tr h="428725">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Need for data that supports </a:t>
                      </a:r>
                      <a:r>
                        <a:rPr lang="en-US" sz="900" b="1" i="0" kern="1200">
                          <a:solidFill>
                            <a:schemeClr val="tx1"/>
                          </a:solidFill>
                          <a:latin typeface="+mn-lt"/>
                          <a:ea typeface="+mn-ea"/>
                          <a:cs typeface="+mn-cs"/>
                        </a:rPr>
                        <a:t>optimal treatment sequencing</a:t>
                      </a:r>
                      <a:r>
                        <a:rPr lang="en-US" sz="900" i="0" kern="1200">
                          <a:solidFill>
                            <a:schemeClr val="tx1"/>
                          </a:solidFill>
                          <a:latin typeface="+mn-lt"/>
                          <a:ea typeface="+mn-ea"/>
                          <a:cs typeface="+mn-cs"/>
                        </a:rPr>
                        <a:t> in different patient types (e.g., </a:t>
                      </a:r>
                      <a:r>
                        <a:rPr lang="en-US" sz="900" b="1" i="0" kern="1200">
                          <a:solidFill>
                            <a:schemeClr val="tx1"/>
                          </a:solidFill>
                          <a:latin typeface="+mn-lt"/>
                          <a:ea typeface="+mn-ea"/>
                          <a:cs typeface="+mn-cs"/>
                        </a:rPr>
                        <a:t>smokers vs non-smokers, brain / liver mets</a:t>
                      </a:r>
                      <a:r>
                        <a:rPr lang="en-US" sz="900" i="0" kern="1200">
                          <a:solidFill>
                            <a:schemeClr val="tx1"/>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i="0" kern="1200">
                        <a:solidFill>
                          <a:schemeClr val="tx1"/>
                        </a:solidFill>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Post hoc analysis: Patients with metastases (liver / brain </a:t>
                      </a:r>
                      <a:r>
                        <a:rPr lang="en-US" sz="900" i="0" kern="1200" err="1">
                          <a:solidFill>
                            <a:schemeClr val="tx1"/>
                          </a:solidFill>
                          <a:latin typeface="+mn-lt"/>
                          <a:ea typeface="+mn-ea"/>
                          <a:cs typeface="+mn-cs"/>
                        </a:rPr>
                        <a:t>mets</a:t>
                      </a:r>
                      <a:r>
                        <a:rPr lang="en-US" sz="900" i="0" kern="1200">
                          <a:solidFill>
                            <a:schemeClr val="tx1"/>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Time to progression; first site of metastasis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Address lack of brain met patients in pivotal trials</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i="0" kern="1200">
                          <a:solidFill>
                            <a:schemeClr val="tx1"/>
                          </a:solidFill>
                          <a:latin typeface="+mn-lt"/>
                          <a:ea typeface="+mn-ea"/>
                          <a:cs typeface="+mn-cs"/>
                        </a:rPr>
                        <a:t>N/A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Regulators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rgbClr val="D62B1E"/>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Evidence-Based Differentiation</a:t>
                      </a:r>
                    </a:p>
                  </a:txBody>
                  <a:tcPr marL="45720" marR="45720" anchor="ctr">
                    <a:solidFill>
                      <a:srgbClr val="E7E7E7"/>
                    </a:solidFill>
                  </a:tcPr>
                </a:tc>
                <a:extLst>
                  <a:ext uri="{0D108BD9-81ED-4DB2-BD59-A6C34878D82A}">
                    <a16:rowId xmlns:a16="http://schemas.microsoft.com/office/drawing/2014/main" val="3504932354"/>
                  </a:ext>
                </a:extLst>
              </a:tr>
              <a:tr h="50931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Support Market Access</a:t>
                      </a:r>
                    </a:p>
                  </a:txBody>
                  <a:tcPr marL="45720" marR="45720" anchor="ctr">
                    <a:solidFill>
                      <a:srgbClr val="E7E7E7"/>
                    </a:solidFill>
                  </a:tcPr>
                </a:tc>
                <a:extLst>
                  <a:ext uri="{0D108BD9-81ED-4DB2-BD59-A6C34878D82A}">
                    <a16:rowId xmlns:a16="http://schemas.microsoft.com/office/drawing/2014/main" val="1767264370"/>
                  </a:ext>
                </a:extLst>
              </a:tr>
              <a:tr h="428725">
                <a:tc vMerge="1">
                  <a:txBody>
                    <a:bodyPr/>
                    <a:lstStyle/>
                    <a:p>
                      <a:endParaRPr lang="en-US"/>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Post hoc analysis leveraging RN-312 &amp; RN-315 data on tislelizumab efficacy in smokers vs non-smokers</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pCR, PFS, OS- Demonstrate efficacy in smokers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i="0" kern="1200">
                          <a:solidFill>
                            <a:schemeClr val="tx1"/>
                          </a:solidFill>
                          <a:latin typeface="+mn-lt"/>
                          <a:ea typeface="+mn-ea"/>
                          <a:cs typeface="+mn-cs"/>
                        </a:rPr>
                        <a:t>N/A</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Regulators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rgbClr val="D62B1E"/>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Evidence-Based Differentiation</a:t>
                      </a:r>
                    </a:p>
                  </a:txBody>
                  <a:tcPr marL="45720" marR="45720" anchor="ctr">
                    <a:solidFill>
                      <a:srgbClr val="E7E7E7"/>
                    </a:solidFill>
                  </a:tcPr>
                </a:tc>
                <a:extLst>
                  <a:ext uri="{0D108BD9-81ED-4DB2-BD59-A6C34878D82A}">
                    <a16:rowId xmlns:a16="http://schemas.microsoft.com/office/drawing/2014/main" val="4171321008"/>
                  </a:ext>
                </a:extLst>
              </a:tr>
              <a:tr h="37521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Support Market Access</a:t>
                      </a:r>
                    </a:p>
                  </a:txBody>
                  <a:tcPr marL="45720" marR="45720" anchor="ctr">
                    <a:solidFill>
                      <a:srgbClr val="E7E7E7"/>
                    </a:solidFill>
                  </a:tcPr>
                </a:tc>
                <a:extLst>
                  <a:ext uri="{0D108BD9-81ED-4DB2-BD59-A6C34878D82A}">
                    <a16:rowId xmlns:a16="http://schemas.microsoft.com/office/drawing/2014/main" val="3850049634"/>
                  </a:ext>
                </a:extLst>
              </a:tr>
              <a:tr h="1138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Additional analyses </a:t>
                      </a:r>
                      <a:r>
                        <a:rPr lang="en-US" sz="900" b="1"/>
                        <a:t>supporting reimbursement in the case of label restriction</a:t>
                      </a:r>
                      <a:r>
                        <a:rPr lang="en-US" sz="900"/>
                        <a:t> in local markets</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Subgroup analysis aligned with local population characteristics from RN-307 and RN-304</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Paucity (dependent on geographies of restriction) and country-dependent; demonstrate intent on treatment for reimbursement</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i="0" kern="1200">
                          <a:solidFill>
                            <a:schemeClr val="tx1"/>
                          </a:solidFill>
                          <a:latin typeface="+mn-lt"/>
                          <a:ea typeface="+mn-ea"/>
                          <a:cs typeface="+mn-cs"/>
                        </a:rPr>
                        <a:t>N/A</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Regulators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Support Market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Integrated Evidence Generation</a:t>
                      </a:r>
                    </a:p>
                  </a:txBody>
                  <a:tcPr marL="45720" marR="45720" anchor="ctr">
                    <a:solidFill>
                      <a:srgbClr val="CBCBCB"/>
                    </a:solidFill>
                  </a:tcPr>
                </a:tc>
                <a:extLst>
                  <a:ext uri="{0D108BD9-81ED-4DB2-BD59-A6C34878D82A}">
                    <a16:rowId xmlns:a16="http://schemas.microsoft.com/office/drawing/2014/main" val="3682193952"/>
                  </a:ext>
                </a:extLst>
              </a:tr>
            </a:tbl>
          </a:graphicData>
        </a:graphic>
      </p:graphicFrame>
      <p:pic>
        <p:nvPicPr>
          <p:cNvPr id="4" name="Graphic 3">
            <a:extLst>
              <a:ext uri="{FF2B5EF4-FFF2-40B4-BE49-F238E27FC236}">
                <a16:creationId xmlns:a16="http://schemas.microsoft.com/office/drawing/2014/main" id="{4514B67A-C211-EA3F-CDFA-5754D7BECA89}"/>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8647796" y="2620700"/>
            <a:ext cx="329184" cy="329184"/>
          </a:xfrm>
          <a:prstGeom prst="rect">
            <a:avLst/>
          </a:prstGeom>
        </p:spPr>
      </p:pic>
      <p:sp>
        <p:nvSpPr>
          <p:cNvPr id="21" name="TextBox 20">
            <a:extLst>
              <a:ext uri="{FF2B5EF4-FFF2-40B4-BE49-F238E27FC236}">
                <a16:creationId xmlns:a16="http://schemas.microsoft.com/office/drawing/2014/main" id="{95EF7E9F-00B1-18C0-2A31-826E0B1F1719}"/>
              </a:ext>
            </a:extLst>
          </p:cNvPr>
          <p:cNvSpPr txBox="1"/>
          <p:nvPr/>
        </p:nvSpPr>
        <p:spPr>
          <a:xfrm>
            <a:off x="246059" y="6297645"/>
            <a:ext cx="8587045" cy="507831"/>
          </a:xfrm>
          <a:prstGeom prst="rect">
            <a:avLst/>
          </a:prstGeom>
          <a:noFill/>
        </p:spPr>
        <p:txBody>
          <a:bodyPr wrap="square" lIns="91440" tIns="91440" rIns="91440" bIns="91440" rtlCol="0">
            <a:spAutoFit/>
          </a:bodyPr>
          <a:lstStyle/>
          <a:p>
            <a:r>
              <a:rPr lang="en-US" sz="700">
                <a:solidFill>
                  <a:srgbClr val="000000">
                    <a:lumMod val="65000"/>
                    <a:lumOff val="35000"/>
                  </a:srgbClr>
                </a:solidFill>
              </a:rPr>
              <a:t>Note: </a:t>
            </a:r>
            <a:r>
              <a:rPr lang="en-US" sz="700" err="1">
                <a:solidFill>
                  <a:srgbClr val="000000">
                    <a:lumMod val="65000"/>
                    <a:lumOff val="35000"/>
                  </a:srgbClr>
                </a:solidFill>
              </a:rPr>
              <a:t>CTx</a:t>
            </a:r>
            <a:r>
              <a:rPr lang="en-US" sz="700">
                <a:solidFill>
                  <a:srgbClr val="000000">
                    <a:lumMod val="65000"/>
                    <a:lumOff val="35000"/>
                  </a:srgbClr>
                </a:solidFill>
              </a:rPr>
              <a:t>: Chemotherapy; ES-SCLC: Extensive-Stage Small Cell Lung Cancer; HCP: Healthcare Provider: ITC: Indirect Treatment Comparison; mAb: Monoclonal Antibody; mets: Metastases; NSCLC: Non-Small Cell Lung Cancer; ORR: Objective Response Rate; OS: Overall Survival; PD(L)-1: Programmed Death (Ligand)-1; </a:t>
            </a:r>
            <a:r>
              <a:rPr lang="en-US" sz="700" err="1">
                <a:solidFill>
                  <a:srgbClr val="000000">
                    <a:lumMod val="65000"/>
                    <a:lumOff val="35000"/>
                  </a:srgbClr>
                </a:solidFill>
              </a:rPr>
              <a:t>pCR</a:t>
            </a:r>
            <a:r>
              <a:rPr lang="en-US" sz="700">
                <a:solidFill>
                  <a:srgbClr val="000000">
                    <a:lumMod val="65000"/>
                    <a:lumOff val="35000"/>
                  </a:srgbClr>
                </a:solidFill>
              </a:rPr>
              <a:t>: Pathological Complete Response; PFS: Progression Free Survival; SI: Strategic Imperative; VEGF: Vascular Endothelial Growth Factor</a:t>
            </a:r>
          </a:p>
        </p:txBody>
      </p:sp>
      <p:grpSp>
        <p:nvGrpSpPr>
          <p:cNvPr id="12" name="Group 11">
            <a:extLst>
              <a:ext uri="{FF2B5EF4-FFF2-40B4-BE49-F238E27FC236}">
                <a16:creationId xmlns:a16="http://schemas.microsoft.com/office/drawing/2014/main" id="{48BFDB6C-673E-A5B6-6373-0DB1BEEAE277}"/>
              </a:ext>
            </a:extLst>
          </p:cNvPr>
          <p:cNvGrpSpPr/>
          <p:nvPr/>
        </p:nvGrpSpPr>
        <p:grpSpPr>
          <a:xfrm>
            <a:off x="5387787" y="634600"/>
            <a:ext cx="6454551" cy="323165"/>
            <a:chOff x="9702263" y="10164"/>
            <a:chExt cx="6636476" cy="323165"/>
          </a:xfrm>
        </p:grpSpPr>
        <p:sp>
          <p:nvSpPr>
            <p:cNvPr id="17" name="TextBox 16">
              <a:extLst>
                <a:ext uri="{FF2B5EF4-FFF2-40B4-BE49-F238E27FC236}">
                  <a16:creationId xmlns:a16="http://schemas.microsoft.com/office/drawing/2014/main" id="{2C03E31E-B100-0E79-83CB-1978569E02E6}"/>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8" name="Rectangle 17">
              <a:extLst>
                <a:ext uri="{FF2B5EF4-FFF2-40B4-BE49-F238E27FC236}">
                  <a16:creationId xmlns:a16="http://schemas.microsoft.com/office/drawing/2014/main" id="{FB3981F2-9587-3413-3EF5-99D9FACFB4C1}"/>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9" name="Rectangle 18">
              <a:extLst>
                <a:ext uri="{FF2B5EF4-FFF2-40B4-BE49-F238E27FC236}">
                  <a16:creationId xmlns:a16="http://schemas.microsoft.com/office/drawing/2014/main" id="{6DF13BDB-6614-2987-1650-CD4937A12E66}"/>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0" name="Rectangle 19">
              <a:extLst>
                <a:ext uri="{FF2B5EF4-FFF2-40B4-BE49-F238E27FC236}">
                  <a16:creationId xmlns:a16="http://schemas.microsoft.com/office/drawing/2014/main" id="{33C5E058-B354-887A-CD3A-F3D3A34DEF07}"/>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44" name="Rectangle 43">
            <a:extLst>
              <a:ext uri="{FF2B5EF4-FFF2-40B4-BE49-F238E27FC236}">
                <a16:creationId xmlns:a16="http://schemas.microsoft.com/office/drawing/2014/main" id="{E17F8B5C-BB62-E397-9ABB-8058BE5D83AE}"/>
              </a:ext>
            </a:extLst>
          </p:cNvPr>
          <p:cNvSpPr/>
          <p:nvPr/>
        </p:nvSpPr>
        <p:spPr>
          <a:xfrm>
            <a:off x="126749" y="2229654"/>
            <a:ext cx="231587" cy="404407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grpSp>
        <p:nvGrpSpPr>
          <p:cNvPr id="16" name="Group 15">
            <a:extLst>
              <a:ext uri="{FF2B5EF4-FFF2-40B4-BE49-F238E27FC236}">
                <a16:creationId xmlns:a16="http://schemas.microsoft.com/office/drawing/2014/main" id="{76466611-7745-3E23-AD51-3F4E375DEA88}"/>
              </a:ext>
            </a:extLst>
          </p:cNvPr>
          <p:cNvGrpSpPr/>
          <p:nvPr/>
        </p:nvGrpSpPr>
        <p:grpSpPr>
          <a:xfrm>
            <a:off x="8557510" y="3661441"/>
            <a:ext cx="509757" cy="329184"/>
            <a:chOff x="8560752" y="4910504"/>
            <a:chExt cx="509757" cy="329184"/>
          </a:xfrm>
        </p:grpSpPr>
        <p:pic>
          <p:nvPicPr>
            <p:cNvPr id="14" name="Graphic 13">
              <a:extLst>
                <a:ext uri="{FF2B5EF4-FFF2-40B4-BE49-F238E27FC236}">
                  <a16:creationId xmlns:a16="http://schemas.microsoft.com/office/drawing/2014/main" id="{F6ACB826-6261-8500-3ACC-604F40A9408A}"/>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8560752" y="4910504"/>
              <a:ext cx="329184" cy="329184"/>
            </a:xfrm>
            <a:prstGeom prst="rect">
              <a:avLst/>
            </a:prstGeom>
          </p:spPr>
        </p:pic>
        <p:pic>
          <p:nvPicPr>
            <p:cNvPr id="10" name="Picture 9" descr="A blue circle with yellow stars in center&#10;&#10;Description automatically generated">
              <a:extLst>
                <a:ext uri="{FF2B5EF4-FFF2-40B4-BE49-F238E27FC236}">
                  <a16:creationId xmlns:a16="http://schemas.microsoft.com/office/drawing/2014/main" id="{834C6443-A597-09E0-02A1-991938B0F2F4}"/>
                </a:ext>
              </a:extLst>
            </p:cNvPr>
            <p:cNvPicPr>
              <a:picLocks noChangeAspect="1"/>
            </p:cNvPicPr>
            <p:nvPr/>
          </p:nvPicPr>
          <p:blipFill>
            <a:blip r:embed="rId8"/>
            <a:stretch>
              <a:fillRect/>
            </a:stretch>
          </p:blipFill>
          <p:spPr>
            <a:xfrm>
              <a:off x="8768757" y="4924220"/>
              <a:ext cx="301752" cy="301752"/>
            </a:xfrm>
            <a:prstGeom prst="rect">
              <a:avLst/>
            </a:prstGeom>
            <a:ln>
              <a:noFill/>
            </a:ln>
          </p:spPr>
        </p:pic>
      </p:grpSp>
      <p:sp>
        <p:nvSpPr>
          <p:cNvPr id="23" name="Footer Placeholder 3">
            <a:extLst>
              <a:ext uri="{FF2B5EF4-FFF2-40B4-BE49-F238E27FC236}">
                <a16:creationId xmlns:a16="http://schemas.microsoft.com/office/drawing/2014/main" id="{9143BDB0-57DF-E831-D688-0F4B8EDAF651}"/>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27" name="Graphic 26">
            <a:extLst>
              <a:ext uri="{FF2B5EF4-FFF2-40B4-BE49-F238E27FC236}">
                <a16:creationId xmlns:a16="http://schemas.microsoft.com/office/drawing/2014/main" id="{FCA8ECAC-F386-A4FC-A55D-17C236A936C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7570" y="958197"/>
            <a:ext cx="274320" cy="274320"/>
          </a:xfrm>
          <a:prstGeom prst="rect">
            <a:avLst/>
          </a:prstGeom>
        </p:spPr>
      </p:pic>
      <p:pic>
        <p:nvPicPr>
          <p:cNvPr id="28" name="Graphic 27">
            <a:extLst>
              <a:ext uri="{FF2B5EF4-FFF2-40B4-BE49-F238E27FC236}">
                <a16:creationId xmlns:a16="http://schemas.microsoft.com/office/drawing/2014/main" id="{724836B5-46C4-9C22-DBA5-714B149F2B9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4487" y="958197"/>
            <a:ext cx="274320" cy="274320"/>
          </a:xfrm>
          <a:prstGeom prst="rect">
            <a:avLst/>
          </a:prstGeom>
        </p:spPr>
      </p:pic>
      <p:pic>
        <p:nvPicPr>
          <p:cNvPr id="29" name="Graphic 28">
            <a:extLst>
              <a:ext uri="{FF2B5EF4-FFF2-40B4-BE49-F238E27FC236}">
                <a16:creationId xmlns:a16="http://schemas.microsoft.com/office/drawing/2014/main" id="{71136B3C-88BF-8FDD-335B-3F1FFBD04B8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14007" y="958197"/>
            <a:ext cx="274320" cy="274320"/>
          </a:xfrm>
          <a:prstGeom prst="rect">
            <a:avLst/>
          </a:prstGeom>
        </p:spPr>
      </p:pic>
      <p:pic>
        <p:nvPicPr>
          <p:cNvPr id="30" name="Graphic 29">
            <a:extLst>
              <a:ext uri="{FF2B5EF4-FFF2-40B4-BE49-F238E27FC236}">
                <a16:creationId xmlns:a16="http://schemas.microsoft.com/office/drawing/2014/main" id="{17A67EB5-9EDC-4876-EC49-C60B59D841A2}"/>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8194014" y="958557"/>
            <a:ext cx="273600" cy="273600"/>
          </a:xfrm>
          <a:prstGeom prst="rect">
            <a:avLst/>
          </a:prstGeom>
        </p:spPr>
      </p:pic>
      <p:grpSp>
        <p:nvGrpSpPr>
          <p:cNvPr id="24" name="Group 23">
            <a:extLst>
              <a:ext uri="{FF2B5EF4-FFF2-40B4-BE49-F238E27FC236}">
                <a16:creationId xmlns:a16="http://schemas.microsoft.com/office/drawing/2014/main" id="{D5346219-F715-D9D6-3EF6-9A7B43D19018}"/>
              </a:ext>
            </a:extLst>
          </p:cNvPr>
          <p:cNvGrpSpPr/>
          <p:nvPr/>
        </p:nvGrpSpPr>
        <p:grpSpPr>
          <a:xfrm>
            <a:off x="-9526" y="-7584"/>
            <a:ext cx="11815014" cy="180000"/>
            <a:chOff x="-9526" y="-7584"/>
            <a:chExt cx="11815014" cy="180000"/>
          </a:xfrm>
        </p:grpSpPr>
        <p:sp>
          <p:nvSpPr>
            <p:cNvPr id="25" name="Rectangle 24">
              <a:extLst>
                <a:ext uri="{FF2B5EF4-FFF2-40B4-BE49-F238E27FC236}">
                  <a16:creationId xmlns:a16="http://schemas.microsoft.com/office/drawing/2014/main" id="{06B51B2E-DE2E-1110-31AB-A31A19EA3D03}"/>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Lung</a:t>
              </a:r>
            </a:p>
          </p:txBody>
        </p:sp>
        <p:sp>
          <p:nvSpPr>
            <p:cNvPr id="26" name="Arrow: Pentagon 25">
              <a:extLst>
                <a:ext uri="{FF2B5EF4-FFF2-40B4-BE49-F238E27FC236}">
                  <a16:creationId xmlns:a16="http://schemas.microsoft.com/office/drawing/2014/main" id="{6BBB304D-E8BE-A745-717D-1D40E891FE93}"/>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32" name="Arrow: Chevron 31">
              <a:extLst>
                <a:ext uri="{FF2B5EF4-FFF2-40B4-BE49-F238E27FC236}">
                  <a16:creationId xmlns:a16="http://schemas.microsoft.com/office/drawing/2014/main" id="{0D751609-B38C-10C7-B9D3-BE6455C6B3E7}"/>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33" name="Arrow: Chevron 32">
              <a:extLst>
                <a:ext uri="{FF2B5EF4-FFF2-40B4-BE49-F238E27FC236}">
                  <a16:creationId xmlns:a16="http://schemas.microsoft.com/office/drawing/2014/main" id="{C53C1144-1AEC-FADE-D252-F3C95C33DF93}"/>
                </a:ext>
              </a:extLst>
            </p:cNvPr>
            <p:cNvSpPr/>
            <p:nvPr/>
          </p:nvSpPr>
          <p:spPr>
            <a:xfrm>
              <a:off x="6945064"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4" name="Arrow: Chevron 33">
              <a:extLst>
                <a:ext uri="{FF2B5EF4-FFF2-40B4-BE49-F238E27FC236}">
                  <a16:creationId xmlns:a16="http://schemas.microsoft.com/office/drawing/2014/main" id="{2D713B6D-C6DA-F23F-D0CE-8EF12484D05A}"/>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grpSp>
        <p:nvGrpSpPr>
          <p:cNvPr id="13" name="Group 12">
            <a:extLst>
              <a:ext uri="{FF2B5EF4-FFF2-40B4-BE49-F238E27FC236}">
                <a16:creationId xmlns:a16="http://schemas.microsoft.com/office/drawing/2014/main" id="{9C52F3B1-7C7A-0C43-6E01-CED313323938}"/>
              </a:ext>
            </a:extLst>
          </p:cNvPr>
          <p:cNvGrpSpPr/>
          <p:nvPr/>
        </p:nvGrpSpPr>
        <p:grpSpPr>
          <a:xfrm>
            <a:off x="8557510" y="4457546"/>
            <a:ext cx="509757" cy="329184"/>
            <a:chOff x="8560752" y="4910504"/>
            <a:chExt cx="509757" cy="329184"/>
          </a:xfrm>
        </p:grpSpPr>
        <p:pic>
          <p:nvPicPr>
            <p:cNvPr id="35" name="Graphic 34">
              <a:extLst>
                <a:ext uri="{FF2B5EF4-FFF2-40B4-BE49-F238E27FC236}">
                  <a16:creationId xmlns:a16="http://schemas.microsoft.com/office/drawing/2014/main" id="{B764AEFD-B98B-FC8C-F3DA-6050B31CC38A}"/>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8560752" y="4910504"/>
              <a:ext cx="329184" cy="329184"/>
            </a:xfrm>
            <a:prstGeom prst="rect">
              <a:avLst/>
            </a:prstGeom>
          </p:spPr>
        </p:pic>
        <p:pic>
          <p:nvPicPr>
            <p:cNvPr id="36" name="Picture 35" descr="A blue circle with yellow stars in center&#10;&#10;Description automatically generated">
              <a:extLst>
                <a:ext uri="{FF2B5EF4-FFF2-40B4-BE49-F238E27FC236}">
                  <a16:creationId xmlns:a16="http://schemas.microsoft.com/office/drawing/2014/main" id="{8479117A-1584-457C-F62D-83169D11CF35}"/>
                </a:ext>
              </a:extLst>
            </p:cNvPr>
            <p:cNvPicPr>
              <a:picLocks noChangeAspect="1"/>
            </p:cNvPicPr>
            <p:nvPr/>
          </p:nvPicPr>
          <p:blipFill>
            <a:blip r:embed="rId8"/>
            <a:stretch>
              <a:fillRect/>
            </a:stretch>
          </p:blipFill>
          <p:spPr>
            <a:xfrm>
              <a:off x="8768757" y="4924220"/>
              <a:ext cx="301752" cy="301752"/>
            </a:xfrm>
            <a:prstGeom prst="rect">
              <a:avLst/>
            </a:prstGeom>
            <a:ln>
              <a:noFill/>
            </a:ln>
          </p:spPr>
        </p:pic>
      </p:grpSp>
      <p:pic>
        <p:nvPicPr>
          <p:cNvPr id="40" name="Graphic 39">
            <a:extLst>
              <a:ext uri="{FF2B5EF4-FFF2-40B4-BE49-F238E27FC236}">
                <a16:creationId xmlns:a16="http://schemas.microsoft.com/office/drawing/2014/main" id="{1646AF5D-924B-0F9C-50C5-C30FBC83BEB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23912" y="4522504"/>
            <a:ext cx="274320" cy="274320"/>
          </a:xfrm>
          <a:prstGeom prst="rect">
            <a:avLst/>
          </a:prstGeom>
        </p:spPr>
      </p:pic>
      <p:pic>
        <p:nvPicPr>
          <p:cNvPr id="41" name="Graphic 40">
            <a:extLst>
              <a:ext uri="{FF2B5EF4-FFF2-40B4-BE49-F238E27FC236}">
                <a16:creationId xmlns:a16="http://schemas.microsoft.com/office/drawing/2014/main" id="{6B118F80-D1E1-9D77-2F55-DF2541D225D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23912" y="3634365"/>
            <a:ext cx="274320" cy="274320"/>
          </a:xfrm>
          <a:prstGeom prst="rect">
            <a:avLst/>
          </a:prstGeom>
        </p:spPr>
      </p:pic>
      <p:pic>
        <p:nvPicPr>
          <p:cNvPr id="5" name="Graphic 4">
            <a:extLst>
              <a:ext uri="{FF2B5EF4-FFF2-40B4-BE49-F238E27FC236}">
                <a16:creationId xmlns:a16="http://schemas.microsoft.com/office/drawing/2014/main" id="{CD08AFB0-4EA3-1FEE-E376-6320727CD76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23912" y="5527012"/>
            <a:ext cx="274320" cy="274320"/>
          </a:xfrm>
          <a:prstGeom prst="rect">
            <a:avLst/>
          </a:prstGeom>
        </p:spPr>
      </p:pic>
      <p:grpSp>
        <p:nvGrpSpPr>
          <p:cNvPr id="7" name="Group 6">
            <a:extLst>
              <a:ext uri="{FF2B5EF4-FFF2-40B4-BE49-F238E27FC236}">
                <a16:creationId xmlns:a16="http://schemas.microsoft.com/office/drawing/2014/main" id="{185B62D6-226B-D196-F8A0-8FA9141DE0A8}"/>
              </a:ext>
            </a:extLst>
          </p:cNvPr>
          <p:cNvGrpSpPr/>
          <p:nvPr/>
        </p:nvGrpSpPr>
        <p:grpSpPr>
          <a:xfrm>
            <a:off x="8560984" y="5489240"/>
            <a:ext cx="548950" cy="329184"/>
            <a:chOff x="796651" y="3592203"/>
            <a:chExt cx="548950" cy="329184"/>
          </a:xfrm>
        </p:grpSpPr>
        <p:pic>
          <p:nvPicPr>
            <p:cNvPr id="11" name="Picture 10" descr="A blue circle with yellow stars in center&#10;&#10;Description automatically generated">
              <a:extLst>
                <a:ext uri="{FF2B5EF4-FFF2-40B4-BE49-F238E27FC236}">
                  <a16:creationId xmlns:a16="http://schemas.microsoft.com/office/drawing/2014/main" id="{E162B6F4-C61E-D96A-24F1-4647212486E3}"/>
                </a:ext>
              </a:extLst>
            </p:cNvPr>
            <p:cNvPicPr>
              <a:picLocks noChangeAspect="1"/>
            </p:cNvPicPr>
            <p:nvPr/>
          </p:nvPicPr>
          <p:blipFill>
            <a:blip r:embed="rId8"/>
            <a:stretch>
              <a:fillRect/>
            </a:stretch>
          </p:blipFill>
          <p:spPr>
            <a:xfrm>
              <a:off x="796651" y="3610161"/>
              <a:ext cx="293268" cy="293268"/>
            </a:xfrm>
            <a:prstGeom prst="rect">
              <a:avLst/>
            </a:prstGeom>
            <a:ln>
              <a:noFill/>
            </a:ln>
          </p:spPr>
        </p:pic>
        <p:pic>
          <p:nvPicPr>
            <p:cNvPr id="42" name="Picture 41">
              <a:extLst>
                <a:ext uri="{FF2B5EF4-FFF2-40B4-BE49-F238E27FC236}">
                  <a16:creationId xmlns:a16="http://schemas.microsoft.com/office/drawing/2014/main" id="{2C3C4803-7A03-3E8D-C6B4-52D4DDAD9729}"/>
                </a:ext>
              </a:extLst>
            </p:cNvPr>
            <p:cNvPicPr>
              <a:picLocks noChangeAspect="1"/>
            </p:cNvPicPr>
            <p:nvPr/>
          </p:nvPicPr>
          <p:blipFill rotWithShape="1">
            <a:blip r:embed="rId17"/>
            <a:srcRect l="14865" t="17319" r="20459" b="14006"/>
            <a:stretch/>
          </p:blipFill>
          <p:spPr>
            <a:xfrm>
              <a:off x="1016417" y="3592203"/>
              <a:ext cx="329184" cy="329184"/>
            </a:xfrm>
            <a:prstGeom prst="ellipse">
              <a:avLst/>
            </a:prstGeom>
          </p:spPr>
        </p:pic>
      </p:grpSp>
      <p:pic>
        <p:nvPicPr>
          <p:cNvPr id="2" name="Graphic 1">
            <a:extLst>
              <a:ext uri="{FF2B5EF4-FFF2-40B4-BE49-F238E27FC236}">
                <a16:creationId xmlns:a16="http://schemas.microsoft.com/office/drawing/2014/main" id="{1F8305BB-F989-4A73-8735-FDA27F8135D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323912" y="2411153"/>
            <a:ext cx="274320" cy="274320"/>
          </a:xfrm>
          <a:prstGeom prst="rect">
            <a:avLst/>
          </a:prstGeom>
        </p:spPr>
      </p:pic>
      <p:pic>
        <p:nvPicPr>
          <p:cNvPr id="43" name="Graphic 42">
            <a:extLst>
              <a:ext uri="{FF2B5EF4-FFF2-40B4-BE49-F238E27FC236}">
                <a16:creationId xmlns:a16="http://schemas.microsoft.com/office/drawing/2014/main" id="{A8A204C0-1659-ECEB-9F94-4FED3A65842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91795" y="2814480"/>
            <a:ext cx="338554" cy="338554"/>
          </a:xfrm>
          <a:prstGeom prst="rect">
            <a:avLst/>
          </a:prstGeom>
        </p:spPr>
      </p:pic>
    </p:spTree>
    <p:extLst>
      <p:ext uri="{BB962C8B-B14F-4D97-AF65-F5344CB8AC3E}">
        <p14:creationId xmlns:p14="http://schemas.microsoft.com/office/powerpoint/2010/main" val="11326446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80A45-93DB-F75F-E412-CE3C312369DA}"/>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7A40FF3-1778-1995-5F27-9C0B2022BCB9}"/>
              </a:ext>
            </a:extLst>
          </p:cNvPr>
          <p:cNvGraphicFramePr>
            <a:graphicFrameLocks noChangeAspect="1"/>
          </p:cNvGraphicFramePr>
          <p:nvPr>
            <p:custDataLst>
              <p:tags r:id="rId1"/>
            </p:custDataLst>
            <p:extLst>
              <p:ext uri="{D42A27DB-BD31-4B8C-83A1-F6EECF244321}">
                <p14:modId xmlns:p14="http://schemas.microsoft.com/office/powerpoint/2010/main" val="2853663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47A40FF3-1778-1995-5F27-9C0B2022BCB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E083AEE-6FED-18B0-FDEB-171DF88A2F9F}"/>
              </a:ext>
            </a:extLst>
          </p:cNvPr>
          <p:cNvSpPr>
            <a:spLocks noGrp="1"/>
          </p:cNvSpPr>
          <p:nvPr>
            <p:ph type="title"/>
          </p:nvPr>
        </p:nvSpPr>
        <p:spPr>
          <a:xfrm>
            <a:off x="358337" y="271427"/>
            <a:ext cx="11470125" cy="369332"/>
          </a:xfrm>
        </p:spPr>
        <p:txBody>
          <a:bodyPr vert="horz"/>
          <a:lstStyle/>
          <a:p>
            <a:r>
              <a:rPr lang="en-US" sz="2400"/>
              <a:t>Tactics: Across Lung (2/2)</a:t>
            </a:r>
          </a:p>
        </p:txBody>
      </p:sp>
      <p:graphicFrame>
        <p:nvGraphicFramePr>
          <p:cNvPr id="9" name="Table 8">
            <a:extLst>
              <a:ext uri="{FF2B5EF4-FFF2-40B4-BE49-F238E27FC236}">
                <a16:creationId xmlns:a16="http://schemas.microsoft.com/office/drawing/2014/main" id="{7C1A4B64-4D67-4A02-65B2-DFFD9B49E547}"/>
              </a:ext>
            </a:extLst>
          </p:cNvPr>
          <p:cNvGraphicFramePr>
            <a:graphicFrameLocks noGrp="1"/>
          </p:cNvGraphicFramePr>
          <p:nvPr>
            <p:extLst>
              <p:ext uri="{D42A27DB-BD31-4B8C-83A1-F6EECF244321}">
                <p14:modId xmlns:p14="http://schemas.microsoft.com/office/powerpoint/2010/main" val="4058235810"/>
              </p:ext>
            </p:extLst>
          </p:nvPr>
        </p:nvGraphicFramePr>
        <p:xfrm>
          <a:off x="358336" y="1234648"/>
          <a:ext cx="11616256" cy="2086758"/>
        </p:xfrm>
        <a:graphic>
          <a:graphicData uri="http://schemas.openxmlformats.org/drawingml/2006/table">
            <a:tbl>
              <a:tblPr firstRow="1" bandRow="1">
                <a:tableStyleId>{073A0DAA-6AF3-43AB-8588-CEC1D06C72B9}</a:tableStyleId>
              </a:tblPr>
              <a:tblGrid>
                <a:gridCol w="2592000">
                  <a:extLst>
                    <a:ext uri="{9D8B030D-6E8A-4147-A177-3AD203B41FA5}">
                      <a16:colId xmlns:a16="http://schemas.microsoft.com/office/drawing/2014/main" val="4061028324"/>
                    </a:ext>
                  </a:extLst>
                </a:gridCol>
                <a:gridCol w="960256">
                  <a:extLst>
                    <a:ext uri="{9D8B030D-6E8A-4147-A177-3AD203B41FA5}">
                      <a16:colId xmlns:a16="http://schemas.microsoft.com/office/drawing/2014/main" val="676171002"/>
                    </a:ext>
                  </a:extLst>
                </a:gridCol>
                <a:gridCol w="1512000">
                  <a:extLst>
                    <a:ext uri="{9D8B030D-6E8A-4147-A177-3AD203B41FA5}">
                      <a16:colId xmlns:a16="http://schemas.microsoft.com/office/drawing/2014/main" val="2800079537"/>
                    </a:ext>
                  </a:extLst>
                </a:gridCol>
                <a:gridCol w="1548000">
                  <a:extLst>
                    <a:ext uri="{9D8B030D-6E8A-4147-A177-3AD203B41FA5}">
                      <a16:colId xmlns:a16="http://schemas.microsoft.com/office/drawing/2014/main" val="2491557635"/>
                    </a:ext>
                  </a:extLst>
                </a:gridCol>
                <a:gridCol w="1296000">
                  <a:extLst>
                    <a:ext uri="{9D8B030D-6E8A-4147-A177-3AD203B41FA5}">
                      <a16:colId xmlns:a16="http://schemas.microsoft.com/office/drawing/2014/main" val="1837877681"/>
                    </a:ext>
                  </a:extLst>
                </a:gridCol>
                <a:gridCol w="1080000">
                  <a:extLst>
                    <a:ext uri="{9D8B030D-6E8A-4147-A177-3AD203B41FA5}">
                      <a16:colId xmlns:a16="http://schemas.microsoft.com/office/drawing/2014/main" val="3673164344"/>
                    </a:ext>
                  </a:extLst>
                </a:gridCol>
                <a:gridCol w="1080000">
                  <a:extLst>
                    <a:ext uri="{9D8B030D-6E8A-4147-A177-3AD203B41FA5}">
                      <a16:colId xmlns:a16="http://schemas.microsoft.com/office/drawing/2014/main" val="4213931367"/>
                    </a:ext>
                  </a:extLst>
                </a:gridCol>
                <a:gridCol w="288000">
                  <a:extLst>
                    <a:ext uri="{9D8B030D-6E8A-4147-A177-3AD203B41FA5}">
                      <a16:colId xmlns:a16="http://schemas.microsoft.com/office/drawing/2014/main" val="350193575"/>
                    </a:ext>
                  </a:extLst>
                </a:gridCol>
                <a:gridCol w="1260000">
                  <a:extLst>
                    <a:ext uri="{9D8B030D-6E8A-4147-A177-3AD203B41FA5}">
                      <a16:colId xmlns:a16="http://schemas.microsoft.com/office/drawing/2014/main" val="393198505"/>
                    </a:ext>
                  </a:extLst>
                </a:gridCol>
              </a:tblGrid>
              <a:tr h="285817">
                <a:tc gridSpan="9">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bg1"/>
                          </a:solidFill>
                        </a:rPr>
                        <a:t>Across Lung (NSCLC, ES-SCLC)</a:t>
                      </a:r>
                      <a:endParaRPr lang="en-US" sz="1600" b="1" i="1">
                        <a:solidFill>
                          <a:schemeClr val="bg1"/>
                        </a:solidFill>
                      </a:endParaRPr>
                    </a:p>
                  </a:txBody>
                  <a:tcPr marL="45720" marR="45720" anchor="ctr">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643089">
                <a:tc>
                  <a:txBody>
                    <a:bodyPr/>
                    <a:lstStyle/>
                    <a:p>
                      <a:pPr algn="ctr"/>
                      <a:r>
                        <a:rPr lang="en-US" sz="1000" b="1">
                          <a:solidFill>
                            <a:schemeClr val="bg1"/>
                          </a:solidFill>
                        </a:rPr>
                        <a:t>Evidence Gap</a:t>
                      </a:r>
                    </a:p>
                  </a:txBody>
                  <a:tcPr marL="45720" marR="45720"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Tactic Type</a:t>
                      </a:r>
                    </a:p>
                  </a:txBody>
                  <a:tcPr marL="45720" marR="45720" anchor="ctr">
                    <a:solidFill>
                      <a:srgbClr val="00B0F0"/>
                    </a:solidFill>
                  </a:tcPr>
                </a:tc>
                <a:tc>
                  <a:txBody>
                    <a:bodyPr/>
                    <a:lstStyle/>
                    <a:p>
                      <a:pPr algn="ctr"/>
                      <a:r>
                        <a:rPr lang="en-US" sz="1000" b="1">
                          <a:solidFill>
                            <a:schemeClr val="bg1"/>
                          </a:solidFill>
                        </a:rPr>
                        <a:t>New Tactic</a:t>
                      </a:r>
                    </a:p>
                  </a:txBody>
                  <a:tcPr marL="45720" marR="45720" anchor="ctr">
                    <a:solidFill>
                      <a:srgbClr val="00B0F0"/>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rgbClr val="00B0F0"/>
                    </a:solidFill>
                  </a:tcPr>
                </a:tc>
                <a:tc>
                  <a:txBody>
                    <a:bodyPr/>
                    <a:lstStyle/>
                    <a:p>
                      <a:pPr algn="ctr"/>
                      <a:r>
                        <a:rPr lang="en-US" sz="1000" b="1">
                          <a:solidFill>
                            <a:schemeClr val="bg1"/>
                          </a:solidFill>
                        </a:rPr>
                        <a:t>Current Efforts &amp; Plans </a:t>
                      </a:r>
                    </a:p>
                  </a:txBody>
                  <a:tcPr marL="45720" marR="45720" anchor="ctr">
                    <a:solidFill>
                      <a:srgbClr val="00B0F0"/>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rgbClr val="00B0F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Impact on External Stakeholders</a:t>
                      </a:r>
                    </a:p>
                  </a:txBody>
                  <a:tcPr marL="45720" marR="45720" anchor="ctr">
                    <a:solidFill>
                      <a:srgbClr val="00B0F0"/>
                    </a:solidFill>
                  </a:tcPr>
                </a:tc>
                <a:tc>
                  <a:txBody>
                    <a:bodyPr/>
                    <a:lstStyle/>
                    <a:p>
                      <a:pPr marL="0" algn="ctr" defTabSz="914400" rtl="0" eaLnBrk="1" latinLnBrk="0" hangingPunct="1"/>
                      <a:r>
                        <a:rPr lang="en-US" sz="1000" b="1" kern="1200">
                          <a:solidFill>
                            <a:schemeClr val="bg1"/>
                          </a:solidFill>
                          <a:latin typeface="+mn-lt"/>
                          <a:ea typeface="+mn-ea"/>
                          <a:cs typeface="+mn-cs"/>
                        </a:rPr>
                        <a:t>SIs</a:t>
                      </a:r>
                    </a:p>
                  </a:txBody>
                  <a:tcPr marL="45720" marR="45720" anchor="ctr">
                    <a:solidFill>
                      <a:srgbClr val="00B0F0"/>
                    </a:solidFill>
                  </a:tcPr>
                </a:tc>
                <a:tc>
                  <a:txBody>
                    <a:bodyPr/>
                    <a:lstStyle/>
                    <a:p>
                      <a:pPr marL="0" algn="ctr" defTabSz="914400" rtl="0" eaLnBrk="1" latinLnBrk="0" hangingPunct="1"/>
                      <a:r>
                        <a:rPr lang="en-US" sz="1000" b="1" kern="1200">
                          <a:solidFill>
                            <a:schemeClr val="bg1"/>
                          </a:solidFill>
                          <a:latin typeface="+mn-lt"/>
                          <a:ea typeface="+mn-ea"/>
                          <a:cs typeface="+mn-cs"/>
                        </a:rPr>
                        <a:t>Medical Objective &amp; Impact</a:t>
                      </a:r>
                    </a:p>
                  </a:txBody>
                  <a:tcPr marL="45720" marR="45720" anchor="ctr">
                    <a:solidFill>
                      <a:srgbClr val="00B0F0"/>
                    </a:solidFill>
                  </a:tcPr>
                </a:tc>
                <a:extLst>
                  <a:ext uri="{0D108BD9-81ED-4DB2-BD59-A6C34878D82A}">
                    <a16:rowId xmlns:a16="http://schemas.microsoft.com/office/drawing/2014/main" val="3378915935"/>
                  </a:ext>
                </a:extLst>
              </a:tr>
              <a:tr h="113886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Need for </a:t>
                      </a:r>
                      <a:r>
                        <a:rPr lang="en-US" sz="900" b="1" i="0" kern="1200">
                          <a:solidFill>
                            <a:schemeClr val="tx1"/>
                          </a:solidFill>
                          <a:latin typeface="+mn-lt"/>
                          <a:ea typeface="+mn-ea"/>
                          <a:cs typeface="+mn-cs"/>
                        </a:rPr>
                        <a:t>efficacy &amp; outcomes data by </a:t>
                      </a:r>
                      <a:r>
                        <a:rPr lang="en-US" sz="900" b="1" i="0" kern="1200" err="1">
                          <a:solidFill>
                            <a:schemeClr val="tx1"/>
                          </a:solidFill>
                          <a:latin typeface="+mn-lt"/>
                          <a:ea typeface="+mn-ea"/>
                          <a:cs typeface="+mn-cs"/>
                        </a:rPr>
                        <a:t>CTx</a:t>
                      </a:r>
                      <a:r>
                        <a:rPr lang="en-US" sz="900" b="1" i="0" kern="1200">
                          <a:solidFill>
                            <a:schemeClr val="tx1"/>
                          </a:solidFill>
                          <a:latin typeface="+mn-lt"/>
                          <a:ea typeface="+mn-ea"/>
                          <a:cs typeface="+mn-cs"/>
                        </a:rPr>
                        <a:t> treatment </a:t>
                      </a:r>
                      <a:r>
                        <a:rPr lang="en-US" sz="900" i="0" kern="1200">
                          <a:solidFill>
                            <a:schemeClr val="tx1"/>
                          </a:solidFill>
                          <a:latin typeface="+mn-lt"/>
                          <a:ea typeface="+mn-ea"/>
                          <a:cs typeface="+mn-cs"/>
                        </a:rPr>
                        <a:t>(i.e., cisplatin vs carboplatin vs cisplatin </a:t>
                      </a:r>
                      <a:r>
                        <a:rPr lang="en-US" sz="900" i="0" kern="1200">
                          <a:solidFill>
                            <a:schemeClr val="tx1"/>
                          </a:solidFill>
                          <a:latin typeface="+mn-lt"/>
                          <a:ea typeface="+mn-ea"/>
                          <a:cs typeface="+mn-cs"/>
                          <a:sym typeface="Wingdings" panose="05000000000000000000" pitchFamily="2" charset="2"/>
                        </a:rPr>
                        <a:t> carboplatin switch due to AEs)</a:t>
                      </a:r>
                      <a:endParaRPr lang="en-US" sz="900" i="0" kern="1200">
                        <a:solidFill>
                          <a:schemeClr val="tx1"/>
                        </a:solidFill>
                        <a:latin typeface="+mn-lt"/>
                        <a:ea typeface="+mn-ea"/>
                        <a:cs typeface="+mn-cs"/>
                      </a:endParaRP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Post hoc analysis of pivotal study data of RN-304 and RN-312</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PFS, Duration of response, OS to demonstrate flexibility in CTx choice</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i="0" kern="1200">
                          <a:solidFill>
                            <a:schemeClr val="tx1"/>
                          </a:solidFill>
                          <a:latin typeface="+mn-lt"/>
                          <a:ea typeface="+mn-ea"/>
                          <a:cs typeface="+mn-cs"/>
                        </a:rPr>
                        <a:t>N/A</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i="0" kern="1200">
                        <a:solidFill>
                          <a:schemeClr val="tx1"/>
                        </a:solidFill>
                        <a:latin typeface="+mn-lt"/>
                        <a:ea typeface="+mn-ea"/>
                        <a:cs typeface="+mn-cs"/>
                      </a:endParaRP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0" kern="1200">
                        <a:solidFill>
                          <a:schemeClr val="tx1"/>
                        </a:solidFill>
                        <a:latin typeface="+mn-lt"/>
                        <a:ea typeface="+mn-ea"/>
                        <a:cs typeface="+mn-cs"/>
                      </a:endParaRPr>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Maintain and Continue to Build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KOL Engagement and Advocacy</a:t>
                      </a:r>
                    </a:p>
                  </a:txBody>
                  <a:tcPr marL="45720" marR="45720" anchor="ctr">
                    <a:solidFill>
                      <a:srgbClr val="CBCBCB"/>
                    </a:solidFill>
                  </a:tcPr>
                </a:tc>
                <a:extLst>
                  <a:ext uri="{0D108BD9-81ED-4DB2-BD59-A6C34878D82A}">
                    <a16:rowId xmlns:a16="http://schemas.microsoft.com/office/drawing/2014/main" val="3682193952"/>
                  </a:ext>
                </a:extLst>
              </a:tr>
            </a:tbl>
          </a:graphicData>
        </a:graphic>
      </p:graphicFrame>
      <p:pic>
        <p:nvPicPr>
          <p:cNvPr id="8" name="Graphic 7">
            <a:extLst>
              <a:ext uri="{FF2B5EF4-FFF2-40B4-BE49-F238E27FC236}">
                <a16:creationId xmlns:a16="http://schemas.microsoft.com/office/drawing/2014/main" id="{10AAC1BB-E746-4ABB-8CC8-0D9831AE7E0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34322" y="2524167"/>
            <a:ext cx="274320" cy="274320"/>
          </a:xfrm>
          <a:prstGeom prst="rect">
            <a:avLst/>
          </a:prstGeom>
        </p:spPr>
      </p:pic>
      <p:grpSp>
        <p:nvGrpSpPr>
          <p:cNvPr id="22" name="Group 21">
            <a:extLst>
              <a:ext uri="{FF2B5EF4-FFF2-40B4-BE49-F238E27FC236}">
                <a16:creationId xmlns:a16="http://schemas.microsoft.com/office/drawing/2014/main" id="{22782DC1-C779-50EE-E259-95837C263286}"/>
              </a:ext>
            </a:extLst>
          </p:cNvPr>
          <p:cNvGrpSpPr/>
          <p:nvPr/>
        </p:nvGrpSpPr>
        <p:grpSpPr>
          <a:xfrm>
            <a:off x="1288129" y="3051471"/>
            <a:ext cx="3383401" cy="432000"/>
            <a:chOff x="1272578" y="5563152"/>
            <a:chExt cx="3383401" cy="432000"/>
          </a:xfrm>
        </p:grpSpPr>
        <p:sp>
          <p:nvSpPr>
            <p:cNvPr id="2" name="Speech Bubble: Rectangle 1">
              <a:extLst>
                <a:ext uri="{FF2B5EF4-FFF2-40B4-BE49-F238E27FC236}">
                  <a16:creationId xmlns:a16="http://schemas.microsoft.com/office/drawing/2014/main" id="{4DE2788A-202D-9D0C-5F11-053811B3CD51}"/>
                </a:ext>
              </a:extLst>
            </p:cNvPr>
            <p:cNvSpPr/>
            <p:nvPr/>
          </p:nvSpPr>
          <p:spPr>
            <a:xfrm>
              <a:off x="1272578" y="5620690"/>
              <a:ext cx="3383401" cy="316924"/>
            </a:xfrm>
            <a:prstGeom prst="wedgeRectCallout">
              <a:avLst>
                <a:gd name="adj1" fmla="val -21750"/>
                <a:gd name="adj2" fmla="val -86949"/>
              </a:avLst>
            </a:prstGeom>
            <a:solidFill>
              <a:srgbClr val="FFE3C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ysClr val="windowText" lastClr="000000"/>
                  </a:solidFill>
                  <a:effectLst/>
                  <a:uLnTx/>
                  <a:uFillTx/>
                  <a:latin typeface="Poppins"/>
                  <a:ea typeface="+mn-ea"/>
                  <a:cs typeface="+mn-cs"/>
                </a:rPr>
                <a:t>Gap primarily relevant for ES-SCLC</a:t>
              </a:r>
              <a:endParaRPr kumimoji="0" lang="en-US" sz="1050" b="0" i="0" u="none" strike="noStrike" kern="1200" cap="none" spc="0" normalizeH="0" baseline="0" noProof="0">
                <a:ln>
                  <a:noFill/>
                </a:ln>
                <a:solidFill>
                  <a:sysClr val="windowText" lastClr="000000"/>
                </a:solidFill>
                <a:effectLst/>
                <a:uLnTx/>
                <a:uFillTx/>
                <a:latin typeface="Poppins"/>
                <a:ea typeface="+mn-ea"/>
                <a:cs typeface="+mn-cs"/>
              </a:endParaRPr>
            </a:p>
          </p:txBody>
        </p:sp>
        <p:pic>
          <p:nvPicPr>
            <p:cNvPr id="15" name="Graphic 14">
              <a:extLst>
                <a:ext uri="{FF2B5EF4-FFF2-40B4-BE49-F238E27FC236}">
                  <a16:creationId xmlns:a16="http://schemas.microsoft.com/office/drawing/2014/main" id="{2B874C81-CCB3-4413-F94C-565EFBFF582D}"/>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1399499" y="5563152"/>
              <a:ext cx="432000" cy="432000"/>
            </a:xfrm>
            <a:prstGeom prst="rect">
              <a:avLst/>
            </a:prstGeom>
          </p:spPr>
        </p:pic>
      </p:grpSp>
      <p:sp>
        <p:nvSpPr>
          <p:cNvPr id="21" name="TextBox 20">
            <a:extLst>
              <a:ext uri="{FF2B5EF4-FFF2-40B4-BE49-F238E27FC236}">
                <a16:creationId xmlns:a16="http://schemas.microsoft.com/office/drawing/2014/main" id="{DD1330F0-1D8C-B9E1-F202-090EB43F6954}"/>
              </a:ext>
            </a:extLst>
          </p:cNvPr>
          <p:cNvSpPr txBox="1"/>
          <p:nvPr/>
        </p:nvSpPr>
        <p:spPr>
          <a:xfrm>
            <a:off x="246059" y="6297645"/>
            <a:ext cx="8587045" cy="400110"/>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a:t>
            </a:r>
            <a:r>
              <a:rPr lang="en-US" sz="700">
                <a:solidFill>
                  <a:srgbClr val="000000">
                    <a:lumMod val="65000"/>
                    <a:lumOff val="35000"/>
                  </a:srgbClr>
                </a:solidFill>
                <a:latin typeface="Poppins"/>
              </a:rPr>
              <a:t>AE: Adverse Event;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ES-SCLC: Extensive Stage-Small Cell Lung Cancer; HCP: Healthcare Provider:; KOL: Key Opinion </a:t>
            </a:r>
            <a:r>
              <a:rPr lang="en-US" sz="700">
                <a:solidFill>
                  <a:srgbClr val="000000">
                    <a:lumMod val="65000"/>
                    <a:lumOff val="35000"/>
                  </a:srgbClr>
                </a:solidFill>
                <a:latin typeface="Poppins"/>
              </a:rPr>
              <a:t>Leader;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NSCLC: Non-Small Cell Lung Cancer; OS: Overall Survival; PFS: Progression Free Survival; SI: Strategic Imperative</a:t>
            </a:r>
          </a:p>
        </p:txBody>
      </p:sp>
      <p:grpSp>
        <p:nvGrpSpPr>
          <p:cNvPr id="12" name="Group 11">
            <a:extLst>
              <a:ext uri="{FF2B5EF4-FFF2-40B4-BE49-F238E27FC236}">
                <a16:creationId xmlns:a16="http://schemas.microsoft.com/office/drawing/2014/main" id="{B708B6F3-E27F-7A33-8848-CA68F213190F}"/>
              </a:ext>
            </a:extLst>
          </p:cNvPr>
          <p:cNvGrpSpPr/>
          <p:nvPr/>
        </p:nvGrpSpPr>
        <p:grpSpPr>
          <a:xfrm>
            <a:off x="5387787" y="634600"/>
            <a:ext cx="6454551" cy="323165"/>
            <a:chOff x="9702263" y="10164"/>
            <a:chExt cx="6636476" cy="323165"/>
          </a:xfrm>
        </p:grpSpPr>
        <p:sp>
          <p:nvSpPr>
            <p:cNvPr id="17" name="TextBox 16">
              <a:extLst>
                <a:ext uri="{FF2B5EF4-FFF2-40B4-BE49-F238E27FC236}">
                  <a16:creationId xmlns:a16="http://schemas.microsoft.com/office/drawing/2014/main" id="{AF158B61-95D0-299C-42AC-B911E7B128F3}"/>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8" name="Rectangle 17">
              <a:extLst>
                <a:ext uri="{FF2B5EF4-FFF2-40B4-BE49-F238E27FC236}">
                  <a16:creationId xmlns:a16="http://schemas.microsoft.com/office/drawing/2014/main" id="{D7F8C7A7-0FAB-33B9-7CC8-DF6673A92471}"/>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9" name="Rectangle 18">
              <a:extLst>
                <a:ext uri="{FF2B5EF4-FFF2-40B4-BE49-F238E27FC236}">
                  <a16:creationId xmlns:a16="http://schemas.microsoft.com/office/drawing/2014/main" id="{D1F25655-E5A4-412B-D0C1-719F4ACA8434}"/>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0" name="Rectangle 19">
              <a:extLst>
                <a:ext uri="{FF2B5EF4-FFF2-40B4-BE49-F238E27FC236}">
                  <a16:creationId xmlns:a16="http://schemas.microsoft.com/office/drawing/2014/main" id="{E73CCA20-0556-0FA8-D869-2E631E51E2B3}"/>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45" name="Rectangle 44">
            <a:extLst>
              <a:ext uri="{FF2B5EF4-FFF2-40B4-BE49-F238E27FC236}">
                <a16:creationId xmlns:a16="http://schemas.microsoft.com/office/drawing/2014/main" id="{2B5C4BE7-E7F8-F387-8249-C44B377A46FD}"/>
              </a:ext>
            </a:extLst>
          </p:cNvPr>
          <p:cNvSpPr/>
          <p:nvPr/>
        </p:nvSpPr>
        <p:spPr>
          <a:xfrm>
            <a:off x="121670" y="2139290"/>
            <a:ext cx="228725" cy="119778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Poppins"/>
                <a:ea typeface="+mn-ea"/>
                <a:cs typeface="+mn-cs"/>
              </a:rPr>
              <a:t>Medium Priority</a:t>
            </a:r>
          </a:p>
        </p:txBody>
      </p:sp>
      <p:sp>
        <p:nvSpPr>
          <p:cNvPr id="23" name="Footer Placeholder 3">
            <a:extLst>
              <a:ext uri="{FF2B5EF4-FFF2-40B4-BE49-F238E27FC236}">
                <a16:creationId xmlns:a16="http://schemas.microsoft.com/office/drawing/2014/main" id="{616E0884-2B22-02D3-FE17-CB53081C8656}"/>
              </a:ext>
            </a:extLst>
          </p:cNvPr>
          <p:cNvSpPr>
            <a:spLocks noGrp="1"/>
          </p:cNvSpPr>
          <p:nvPr>
            <p:ph type="ftr" sz="quarter" idx="10"/>
          </p:nvPr>
        </p:nvSpPr>
        <p:spPr>
          <a:xfrm>
            <a:off x="4309920" y="808474"/>
            <a:ext cx="7611755" cy="573767"/>
          </a:xfrm>
          <a:ln>
            <a:noFill/>
          </a:ln>
        </p:spPr>
        <p:txBody>
          <a:bodyPr lIns="91440" tIns="91440" rIns="91440" bIns="91440" anchor="ct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Post-hoc Analyses              Interventional Studies / IITs             Non-Interventional Studies / IITs              RWE/HEOR studies </a:t>
            </a:r>
          </a:p>
        </p:txBody>
      </p:sp>
      <p:pic>
        <p:nvPicPr>
          <p:cNvPr id="27" name="Graphic 26">
            <a:extLst>
              <a:ext uri="{FF2B5EF4-FFF2-40B4-BE49-F238E27FC236}">
                <a16:creationId xmlns:a16="http://schemas.microsoft.com/office/drawing/2014/main" id="{07E09EA2-778D-539F-4512-8DEA869C873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37570" y="958197"/>
            <a:ext cx="274320" cy="274320"/>
          </a:xfrm>
          <a:prstGeom prst="rect">
            <a:avLst/>
          </a:prstGeom>
        </p:spPr>
      </p:pic>
      <p:pic>
        <p:nvPicPr>
          <p:cNvPr id="28" name="Graphic 27">
            <a:extLst>
              <a:ext uri="{FF2B5EF4-FFF2-40B4-BE49-F238E27FC236}">
                <a16:creationId xmlns:a16="http://schemas.microsoft.com/office/drawing/2014/main" id="{50955F3F-8552-20CE-23EB-DC8BB462BDB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24487" y="958197"/>
            <a:ext cx="274320" cy="274320"/>
          </a:xfrm>
          <a:prstGeom prst="rect">
            <a:avLst/>
          </a:prstGeom>
        </p:spPr>
      </p:pic>
      <p:pic>
        <p:nvPicPr>
          <p:cNvPr id="29" name="Graphic 28">
            <a:extLst>
              <a:ext uri="{FF2B5EF4-FFF2-40B4-BE49-F238E27FC236}">
                <a16:creationId xmlns:a16="http://schemas.microsoft.com/office/drawing/2014/main" id="{D1F60348-AB99-A8CF-9593-8EC399540B9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14007" y="958197"/>
            <a:ext cx="274320" cy="274320"/>
          </a:xfrm>
          <a:prstGeom prst="rect">
            <a:avLst/>
          </a:prstGeom>
        </p:spPr>
      </p:pic>
      <p:pic>
        <p:nvPicPr>
          <p:cNvPr id="30" name="Graphic 29">
            <a:extLst>
              <a:ext uri="{FF2B5EF4-FFF2-40B4-BE49-F238E27FC236}">
                <a16:creationId xmlns:a16="http://schemas.microsoft.com/office/drawing/2014/main" id="{99764AB1-E7EA-E946-6FF6-70B8AF01475A}"/>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8194014" y="958557"/>
            <a:ext cx="273600" cy="273600"/>
          </a:xfrm>
          <a:prstGeom prst="rect">
            <a:avLst/>
          </a:prstGeom>
        </p:spPr>
      </p:pic>
      <p:grpSp>
        <p:nvGrpSpPr>
          <p:cNvPr id="24" name="Group 23">
            <a:extLst>
              <a:ext uri="{FF2B5EF4-FFF2-40B4-BE49-F238E27FC236}">
                <a16:creationId xmlns:a16="http://schemas.microsoft.com/office/drawing/2014/main" id="{16155EC8-68EC-4AB9-FA1B-22183C24F8A2}"/>
              </a:ext>
            </a:extLst>
          </p:cNvPr>
          <p:cNvGrpSpPr/>
          <p:nvPr/>
        </p:nvGrpSpPr>
        <p:grpSpPr>
          <a:xfrm>
            <a:off x="-9526" y="-7584"/>
            <a:ext cx="11815014" cy="180000"/>
            <a:chOff x="-9526" y="-7584"/>
            <a:chExt cx="11815014" cy="180000"/>
          </a:xfrm>
        </p:grpSpPr>
        <p:sp>
          <p:nvSpPr>
            <p:cNvPr id="25" name="Rectangle 24">
              <a:extLst>
                <a:ext uri="{FF2B5EF4-FFF2-40B4-BE49-F238E27FC236}">
                  <a16:creationId xmlns:a16="http://schemas.microsoft.com/office/drawing/2014/main" id="{7174B004-9306-01B9-D110-D2A2611BBC95}"/>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Lung</a:t>
              </a:r>
            </a:p>
          </p:txBody>
        </p:sp>
        <p:sp>
          <p:nvSpPr>
            <p:cNvPr id="26" name="Arrow: Pentagon 25">
              <a:extLst>
                <a:ext uri="{FF2B5EF4-FFF2-40B4-BE49-F238E27FC236}">
                  <a16:creationId xmlns:a16="http://schemas.microsoft.com/office/drawing/2014/main" id="{AEED8825-20EB-84EF-3BAB-F188540F72F0}"/>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Priority Gaps and Tactics Overview</a:t>
              </a:r>
            </a:p>
          </p:txBody>
        </p:sp>
        <p:sp>
          <p:nvSpPr>
            <p:cNvPr id="32" name="Arrow: Chevron 31">
              <a:extLst>
                <a:ext uri="{FF2B5EF4-FFF2-40B4-BE49-F238E27FC236}">
                  <a16:creationId xmlns:a16="http://schemas.microsoft.com/office/drawing/2014/main" id="{353DAA26-6577-F109-BD95-6EB1E857E4A8}"/>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Evidence Gaps Deep Dive</a:t>
              </a:r>
            </a:p>
          </p:txBody>
        </p:sp>
        <p:sp>
          <p:nvSpPr>
            <p:cNvPr id="33" name="Arrow: Chevron 32">
              <a:extLst>
                <a:ext uri="{FF2B5EF4-FFF2-40B4-BE49-F238E27FC236}">
                  <a16:creationId xmlns:a16="http://schemas.microsoft.com/office/drawing/2014/main" id="{C144B7F9-DBFE-5DFF-1960-53FE549EBF30}"/>
                </a:ext>
              </a:extLst>
            </p:cNvPr>
            <p:cNvSpPr/>
            <p:nvPr/>
          </p:nvSpPr>
          <p:spPr>
            <a:xfrm>
              <a:off x="6945064"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Tactics Deep Dive</a:t>
              </a:r>
            </a:p>
          </p:txBody>
        </p:sp>
        <p:sp>
          <p:nvSpPr>
            <p:cNvPr id="34" name="Arrow: Chevron 33">
              <a:extLst>
                <a:ext uri="{FF2B5EF4-FFF2-40B4-BE49-F238E27FC236}">
                  <a16:creationId xmlns:a16="http://schemas.microsoft.com/office/drawing/2014/main" id="{0159EDAE-8000-9F84-2464-339237C9526A}"/>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Implementation Roadmap</a:t>
              </a:r>
            </a:p>
          </p:txBody>
        </p:sp>
      </p:grpSp>
      <p:grpSp>
        <p:nvGrpSpPr>
          <p:cNvPr id="37" name="Group 36">
            <a:extLst>
              <a:ext uri="{FF2B5EF4-FFF2-40B4-BE49-F238E27FC236}">
                <a16:creationId xmlns:a16="http://schemas.microsoft.com/office/drawing/2014/main" id="{50704751-D972-297E-A37D-5C0A187CDEE3}"/>
              </a:ext>
            </a:extLst>
          </p:cNvPr>
          <p:cNvGrpSpPr/>
          <p:nvPr/>
        </p:nvGrpSpPr>
        <p:grpSpPr>
          <a:xfrm>
            <a:off x="8557510" y="2549567"/>
            <a:ext cx="509757" cy="329184"/>
            <a:chOff x="8560752" y="4910504"/>
            <a:chExt cx="509757" cy="329184"/>
          </a:xfrm>
        </p:grpSpPr>
        <p:pic>
          <p:nvPicPr>
            <p:cNvPr id="38" name="Graphic 37">
              <a:extLst>
                <a:ext uri="{FF2B5EF4-FFF2-40B4-BE49-F238E27FC236}">
                  <a16:creationId xmlns:a16="http://schemas.microsoft.com/office/drawing/2014/main" id="{719D6236-1A5F-349D-8881-207A3E32AA79}"/>
                </a:ext>
              </a:extLst>
            </p:cNvPr>
            <p:cNvPicPr>
              <a:picLocks/>
            </p:cNvPicPr>
            <p:nvPr/>
          </p:nvPicPr>
          <p:blipFill>
            <a:blip r:embed="rId16">
              <a:extLst>
                <a:ext uri="{96DAC541-7B7A-43D3-8B79-37D633B846F1}">
                  <asvg:svgBlip xmlns:asvg="http://schemas.microsoft.com/office/drawing/2016/SVG/main" r:embed="rId17"/>
                </a:ext>
              </a:extLst>
            </a:blip>
            <a:stretch>
              <a:fillRect/>
            </a:stretch>
          </p:blipFill>
          <p:spPr>
            <a:xfrm>
              <a:off x="8560752" y="4910504"/>
              <a:ext cx="329184" cy="329184"/>
            </a:xfrm>
            <a:prstGeom prst="rect">
              <a:avLst/>
            </a:prstGeom>
          </p:spPr>
        </p:pic>
        <p:pic>
          <p:nvPicPr>
            <p:cNvPr id="39" name="Picture 38" descr="A blue circle with yellow stars in center&#10;&#10;Description automatically generated">
              <a:extLst>
                <a:ext uri="{FF2B5EF4-FFF2-40B4-BE49-F238E27FC236}">
                  <a16:creationId xmlns:a16="http://schemas.microsoft.com/office/drawing/2014/main" id="{58F64B35-8896-3F2C-B1E8-537CB788D02E}"/>
                </a:ext>
              </a:extLst>
            </p:cNvPr>
            <p:cNvPicPr>
              <a:picLocks noChangeAspect="1"/>
            </p:cNvPicPr>
            <p:nvPr/>
          </p:nvPicPr>
          <p:blipFill>
            <a:blip r:embed="rId18"/>
            <a:stretch>
              <a:fillRect/>
            </a:stretch>
          </p:blipFill>
          <p:spPr>
            <a:xfrm>
              <a:off x="8768757" y="4924220"/>
              <a:ext cx="301752" cy="301752"/>
            </a:xfrm>
            <a:prstGeom prst="rect">
              <a:avLst/>
            </a:prstGeom>
            <a:ln>
              <a:noFill/>
            </a:ln>
          </p:spPr>
        </p:pic>
      </p:grpSp>
    </p:spTree>
    <p:extLst>
      <p:ext uri="{BB962C8B-B14F-4D97-AF65-F5344CB8AC3E}">
        <p14:creationId xmlns:p14="http://schemas.microsoft.com/office/powerpoint/2010/main" val="14208249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52094-8907-00AB-A5E8-A330DA073E9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2E4CE03-75EB-6D8E-9249-C2F0E1F490EC}"/>
              </a:ext>
            </a:extLst>
          </p:cNvPr>
          <p:cNvGraphicFramePr>
            <a:graphicFrameLocks noChangeAspect="1"/>
          </p:cNvGraphicFramePr>
          <p:nvPr>
            <p:custDataLst>
              <p:tags r:id="rId1"/>
            </p:custDataLst>
            <p:extLst>
              <p:ext uri="{D42A27DB-BD31-4B8C-83A1-F6EECF244321}">
                <p14:modId xmlns:p14="http://schemas.microsoft.com/office/powerpoint/2010/main" val="2603207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12E4CE03-75EB-6D8E-9249-C2F0E1F490E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4" name="TextBox 53">
            <a:extLst>
              <a:ext uri="{FF2B5EF4-FFF2-40B4-BE49-F238E27FC236}">
                <a16:creationId xmlns:a16="http://schemas.microsoft.com/office/drawing/2014/main" id="{7E10A0DF-D83A-3970-5B06-C26AF89D9322}"/>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sp>
        <p:nvSpPr>
          <p:cNvPr id="3" name="Title 2">
            <a:extLst>
              <a:ext uri="{FF2B5EF4-FFF2-40B4-BE49-F238E27FC236}">
                <a16:creationId xmlns:a16="http://schemas.microsoft.com/office/drawing/2014/main" id="{72CB4B9E-0573-2032-2AF2-BCF6C7D38620}"/>
              </a:ext>
            </a:extLst>
          </p:cNvPr>
          <p:cNvSpPr>
            <a:spLocks noGrp="1"/>
          </p:cNvSpPr>
          <p:nvPr>
            <p:ph type="title"/>
          </p:nvPr>
        </p:nvSpPr>
        <p:spPr>
          <a:xfrm>
            <a:off x="358337" y="271427"/>
            <a:ext cx="11470125" cy="369332"/>
          </a:xfrm>
        </p:spPr>
        <p:txBody>
          <a:bodyPr vert="horz"/>
          <a:lstStyle/>
          <a:p>
            <a:r>
              <a:rPr lang="en-US" sz="2400"/>
              <a:t>Implementation Roadmap: Across Lung (1/2)</a:t>
            </a:r>
          </a:p>
        </p:txBody>
      </p:sp>
      <p:graphicFrame>
        <p:nvGraphicFramePr>
          <p:cNvPr id="7" name="Table 6">
            <a:extLst>
              <a:ext uri="{FF2B5EF4-FFF2-40B4-BE49-F238E27FC236}">
                <a16:creationId xmlns:a16="http://schemas.microsoft.com/office/drawing/2014/main" id="{E275E43A-89D9-3F8E-0EFE-91D81A48AEDA}"/>
              </a:ext>
            </a:extLst>
          </p:cNvPr>
          <p:cNvGraphicFramePr>
            <a:graphicFrameLocks noGrp="1"/>
          </p:cNvGraphicFramePr>
          <p:nvPr>
            <p:extLst>
              <p:ext uri="{D42A27DB-BD31-4B8C-83A1-F6EECF244321}">
                <p14:modId xmlns:p14="http://schemas.microsoft.com/office/powerpoint/2010/main" val="4132653798"/>
              </p:ext>
            </p:extLst>
          </p:nvPr>
        </p:nvGraphicFramePr>
        <p:xfrm>
          <a:off x="358335" y="1376898"/>
          <a:ext cx="11465266" cy="5142358"/>
        </p:xfrm>
        <a:graphic>
          <a:graphicData uri="http://schemas.openxmlformats.org/drawingml/2006/table">
            <a:tbl>
              <a:tblPr firstRow="1" bandRow="1">
                <a:tableStyleId>{073A0DAA-6AF3-43AB-8588-CEC1D06C72B9}</a:tableStyleId>
              </a:tblPr>
              <a:tblGrid>
                <a:gridCol w="1692000">
                  <a:extLst>
                    <a:ext uri="{9D8B030D-6E8A-4147-A177-3AD203B41FA5}">
                      <a16:colId xmlns:a16="http://schemas.microsoft.com/office/drawing/2014/main" val="4210984082"/>
                    </a:ext>
                  </a:extLst>
                </a:gridCol>
                <a:gridCol w="652081">
                  <a:extLst>
                    <a:ext uri="{9D8B030D-6E8A-4147-A177-3AD203B41FA5}">
                      <a16:colId xmlns:a16="http://schemas.microsoft.com/office/drawing/2014/main" val="2800079537"/>
                    </a:ext>
                  </a:extLst>
                </a:gridCol>
                <a:gridCol w="682134">
                  <a:extLst>
                    <a:ext uri="{9D8B030D-6E8A-4147-A177-3AD203B41FA5}">
                      <a16:colId xmlns:a16="http://schemas.microsoft.com/office/drawing/2014/main" val="3138473051"/>
                    </a:ext>
                  </a:extLst>
                </a:gridCol>
                <a:gridCol w="2809866">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287946">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Across Lung (NSCLC, ES-SCLC)</a:t>
                      </a:r>
                      <a:endParaRPr lang="en-US" sz="1200" b="1" i="1">
                        <a:solidFill>
                          <a:schemeClr val="bg1"/>
                        </a:solidFill>
                      </a:endParaRPr>
                    </a:p>
                  </a:txBody>
                  <a:tcPr anchor="ctr">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39955">
                <a:tc rowSpan="3">
                  <a:txBody>
                    <a:bodyPr/>
                    <a:lstStyle/>
                    <a:p>
                      <a:pPr algn="ctr"/>
                      <a:r>
                        <a:rPr lang="en-US" sz="900" b="1">
                          <a:solidFill>
                            <a:schemeClr val="bg1"/>
                          </a:solidFill>
                        </a:rPr>
                        <a:t>Evidence Gaps</a:t>
                      </a:r>
                    </a:p>
                  </a:txBody>
                  <a:tcPr anchor="ctr">
                    <a:solidFill>
                      <a:srgbClr val="00B0F0"/>
                    </a:solidFill>
                  </a:tcPr>
                </a:tc>
                <a:tc rowSpan="3">
                  <a:txBody>
                    <a:bodyPr/>
                    <a:lstStyle/>
                    <a:p>
                      <a:pPr algn="ctr"/>
                      <a:r>
                        <a:rPr lang="en-US" sz="900" b="1">
                          <a:solidFill>
                            <a:schemeClr val="bg1"/>
                          </a:solidFill>
                        </a:rPr>
                        <a:t>Tactic Type</a:t>
                      </a:r>
                    </a:p>
                  </a:txBody>
                  <a:tcPr anchor="ctr">
                    <a:solidFill>
                      <a:srgbClr val="00B0F0"/>
                    </a:solidFill>
                  </a:tcPr>
                </a:tc>
                <a:tc rowSpan="3">
                  <a:txBody>
                    <a:bodyPr/>
                    <a:lstStyle/>
                    <a:p>
                      <a:pPr algn="ctr"/>
                      <a:r>
                        <a:rPr lang="en-US" sz="900" b="1">
                          <a:solidFill>
                            <a:schemeClr val="bg1"/>
                          </a:solidFill>
                        </a:rPr>
                        <a:t>Key Markets</a:t>
                      </a:r>
                    </a:p>
                  </a:txBody>
                  <a:tcPr anchor="ctr">
                    <a:solidFill>
                      <a:srgbClr val="00B0F0"/>
                    </a:solidFill>
                  </a:tcPr>
                </a:tc>
                <a:tc rowSpan="3">
                  <a:txBody>
                    <a:bodyPr/>
                    <a:lstStyle/>
                    <a:p>
                      <a:pPr algn="ctr"/>
                      <a:r>
                        <a:rPr lang="en-US" sz="900" b="1">
                          <a:solidFill>
                            <a:schemeClr val="bg1"/>
                          </a:solidFill>
                        </a:rPr>
                        <a:t>Other Assumptions/ Dependencies</a:t>
                      </a:r>
                    </a:p>
                  </a:txBody>
                  <a:tcPr anchor="ctr">
                    <a:solidFill>
                      <a:srgbClr val="00B0F0"/>
                    </a:solidFill>
                  </a:tcPr>
                </a:tc>
                <a:tc gridSpan="9">
                  <a:txBody>
                    <a:bodyPr/>
                    <a:lstStyle/>
                    <a:p>
                      <a:pPr algn="ctr"/>
                      <a:r>
                        <a:rPr lang="en-US" sz="900" b="1" kern="1200">
                          <a:solidFill>
                            <a:schemeClr val="bg1"/>
                          </a:solidFill>
                          <a:latin typeface="+mn-lt"/>
                          <a:ea typeface="+mn-ea"/>
                          <a:cs typeface="+mn-cs"/>
                        </a:rPr>
                        <a:t>Evidence Roadmap</a:t>
                      </a:r>
                    </a:p>
                  </a:txBody>
                  <a:tcPr anchor="ctr">
                    <a:solidFill>
                      <a:srgbClr val="00B0F0"/>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23995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rgbClr val="00B0F0"/>
                    </a:solidFill>
                  </a:tcPr>
                </a:tc>
                <a:tc gridSpan="2">
                  <a:txBody>
                    <a:bodyPr/>
                    <a:lstStyle/>
                    <a:p>
                      <a:pPr algn="ctr"/>
                      <a:r>
                        <a:rPr lang="en-US" sz="900" b="1" kern="1200">
                          <a:solidFill>
                            <a:schemeClr val="bg1"/>
                          </a:solidFill>
                          <a:latin typeface="+mn-lt"/>
                          <a:ea typeface="+mn-ea"/>
                          <a:cs typeface="+mn-cs"/>
                        </a:rPr>
                        <a:t>2026</a:t>
                      </a:r>
                    </a:p>
                  </a:txBody>
                  <a:tcPr anchor="ctr">
                    <a:solidFill>
                      <a:srgbClr val="00B0F0"/>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rgbClr val="00B0F0"/>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rgbClr val="00B0F0"/>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rgbClr val="00B0F0"/>
                    </a:solidFill>
                  </a:tcPr>
                </a:tc>
                <a:tc hMerge="1">
                  <a:txBody>
                    <a:bodyPr/>
                    <a:lstStyle/>
                    <a:p>
                      <a:endParaRPr lang="en-US"/>
                    </a:p>
                  </a:txBody>
                  <a:tcPr/>
                </a:tc>
                <a:extLst>
                  <a:ext uri="{0D108BD9-81ED-4DB2-BD59-A6C34878D82A}">
                    <a16:rowId xmlns:a16="http://schemas.microsoft.com/office/drawing/2014/main" val="2912067414"/>
                  </a:ext>
                </a:extLst>
              </a:tr>
              <a:tr h="23995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rgbClr val="00B0F0"/>
                    </a:solidFill>
                  </a:tcPr>
                </a:tc>
                <a:tc>
                  <a:txBody>
                    <a:bodyPr/>
                    <a:lstStyle/>
                    <a:p>
                      <a:pPr algn="ctr"/>
                      <a:r>
                        <a:rPr lang="en-US" sz="900" b="1" kern="1200">
                          <a:solidFill>
                            <a:schemeClr val="bg1"/>
                          </a:solidFill>
                          <a:latin typeface="+mn-lt"/>
                          <a:ea typeface="+mn-ea"/>
                          <a:cs typeface="+mn-cs"/>
                        </a:rPr>
                        <a:t>H2</a:t>
                      </a:r>
                    </a:p>
                  </a:txBody>
                  <a:tcPr anchor="ctr">
                    <a:solidFill>
                      <a:srgbClr val="00B0F0"/>
                    </a:solidFill>
                  </a:tcPr>
                </a:tc>
                <a:tc>
                  <a:txBody>
                    <a:bodyPr/>
                    <a:lstStyle/>
                    <a:p>
                      <a:pPr algn="ctr"/>
                      <a:r>
                        <a:rPr lang="en-US" sz="900" b="1" kern="1200">
                          <a:solidFill>
                            <a:schemeClr val="bg1"/>
                          </a:solidFill>
                          <a:latin typeface="+mn-lt"/>
                          <a:ea typeface="+mn-ea"/>
                          <a:cs typeface="+mn-cs"/>
                        </a:rPr>
                        <a:t>H1</a:t>
                      </a:r>
                    </a:p>
                  </a:txBody>
                  <a:tcPr anchor="ctr">
                    <a:solidFill>
                      <a:srgbClr val="00B0F0"/>
                    </a:solidFill>
                  </a:tcPr>
                </a:tc>
                <a:tc>
                  <a:txBody>
                    <a:bodyPr/>
                    <a:lstStyle/>
                    <a:p>
                      <a:pPr algn="ctr"/>
                      <a:r>
                        <a:rPr lang="en-US" sz="900" b="1" kern="1200">
                          <a:solidFill>
                            <a:schemeClr val="bg1"/>
                          </a:solidFill>
                          <a:latin typeface="+mn-lt"/>
                          <a:ea typeface="+mn-ea"/>
                          <a:cs typeface="+mn-cs"/>
                        </a:rPr>
                        <a:t>H2</a:t>
                      </a:r>
                    </a:p>
                  </a:txBody>
                  <a:tcPr anchor="ctr">
                    <a:solidFill>
                      <a:srgbClr val="00B0F0"/>
                    </a:solidFill>
                  </a:tcPr>
                </a:tc>
                <a:tc>
                  <a:txBody>
                    <a:bodyPr/>
                    <a:lstStyle/>
                    <a:p>
                      <a:pPr algn="ctr"/>
                      <a:r>
                        <a:rPr lang="en-US" sz="900" b="1" kern="1200">
                          <a:solidFill>
                            <a:schemeClr val="bg1"/>
                          </a:solidFill>
                          <a:latin typeface="+mn-lt"/>
                          <a:ea typeface="+mn-ea"/>
                          <a:cs typeface="+mn-cs"/>
                        </a:rPr>
                        <a:t>H1</a:t>
                      </a:r>
                    </a:p>
                  </a:txBody>
                  <a:tcPr anchor="ctr">
                    <a:solidFill>
                      <a:srgbClr val="00B0F0"/>
                    </a:solidFill>
                  </a:tcPr>
                </a:tc>
                <a:tc>
                  <a:txBody>
                    <a:bodyPr/>
                    <a:lstStyle/>
                    <a:p>
                      <a:pPr algn="ctr"/>
                      <a:r>
                        <a:rPr lang="en-US" sz="900" b="1" kern="1200">
                          <a:solidFill>
                            <a:schemeClr val="bg1"/>
                          </a:solidFill>
                          <a:latin typeface="+mn-lt"/>
                          <a:ea typeface="+mn-ea"/>
                          <a:cs typeface="+mn-cs"/>
                        </a:rPr>
                        <a:t>H2</a:t>
                      </a:r>
                    </a:p>
                  </a:txBody>
                  <a:tcPr anchor="ctr">
                    <a:solidFill>
                      <a:srgbClr val="00B0F0"/>
                    </a:solidFill>
                  </a:tcPr>
                </a:tc>
                <a:tc>
                  <a:txBody>
                    <a:bodyPr/>
                    <a:lstStyle/>
                    <a:p>
                      <a:pPr algn="ctr"/>
                      <a:r>
                        <a:rPr lang="en-US" sz="900" b="1" kern="1200">
                          <a:solidFill>
                            <a:schemeClr val="bg1"/>
                          </a:solidFill>
                          <a:latin typeface="+mn-lt"/>
                          <a:ea typeface="+mn-ea"/>
                          <a:cs typeface="+mn-cs"/>
                        </a:rPr>
                        <a:t>H1</a:t>
                      </a:r>
                    </a:p>
                  </a:txBody>
                  <a:tcPr anchor="ctr">
                    <a:solidFill>
                      <a:srgbClr val="00B0F0"/>
                    </a:solidFill>
                  </a:tcPr>
                </a:tc>
                <a:tc>
                  <a:txBody>
                    <a:bodyPr/>
                    <a:lstStyle/>
                    <a:p>
                      <a:pPr algn="ctr"/>
                      <a:r>
                        <a:rPr lang="en-US" sz="900" b="1" kern="1200">
                          <a:solidFill>
                            <a:schemeClr val="bg1"/>
                          </a:solidFill>
                          <a:latin typeface="+mn-lt"/>
                          <a:ea typeface="+mn-ea"/>
                          <a:cs typeface="+mn-cs"/>
                        </a:rPr>
                        <a:t>H2</a:t>
                      </a:r>
                    </a:p>
                  </a:txBody>
                  <a:tcPr anchor="ctr">
                    <a:solidFill>
                      <a:srgbClr val="00B0F0"/>
                    </a:solidFill>
                  </a:tcPr>
                </a:tc>
                <a:extLst>
                  <a:ext uri="{0D108BD9-81ED-4DB2-BD59-A6C34878D82A}">
                    <a16:rowId xmlns:a16="http://schemas.microsoft.com/office/drawing/2014/main" val="618320798"/>
                  </a:ext>
                </a:extLst>
              </a:tr>
              <a:tr h="77518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Need </a:t>
                      </a:r>
                      <a:r>
                        <a:rPr lang="en-GB" sz="900" b="1"/>
                        <a:t>for comparative data (e.g., safety/tolerability data) </a:t>
                      </a:r>
                      <a:r>
                        <a:rPr lang="en-GB" sz="900"/>
                        <a:t>against competitors PD-1/PD-L1 mAb and PD-1 x VEGF bispecifics</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a:p>
                  </a:txBody>
                  <a:tcPr anchor="ctr">
                    <a:solidFill>
                      <a:srgbClr val="E7E7E7"/>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a:t>
                      </a:r>
                      <a:r>
                        <a:rPr lang="en-GB" sz="900" b="1" err="1"/>
                        <a:t>mNSCLC</a:t>
                      </a:r>
                      <a:r>
                        <a:rPr lang="en-GB" sz="900" b="1"/>
                        <a:t>] </a:t>
                      </a:r>
                      <a:r>
                        <a:rPr lang="en-GB" sz="900" b="0"/>
                        <a:t>Awaiting review of </a:t>
                      </a:r>
                      <a:r>
                        <a:rPr lang="en-GB" sz="900" b="1"/>
                        <a:t>HARMONI-2 data </a:t>
                      </a:r>
                      <a:r>
                        <a:rPr lang="en-GB" sz="900" b="0"/>
                        <a:t>to inform next steps</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3874712772"/>
                  </a:ext>
                </a:extLst>
              </a:tr>
              <a:tr h="1247765">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a:p>
                  </a:txBody>
                  <a:tcPr anchor="ctr">
                    <a:solidFill>
                      <a:srgbClr val="E7E7E7"/>
                    </a:solidFill>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[ES-SCLC, peri-operative NSCLC] </a:t>
                      </a:r>
                      <a:r>
                        <a:rPr lang="en-GB" sz="900" b="0"/>
                        <a:t>Indirect treatment comparisons versus standard of care currently underway for these </a:t>
                      </a:r>
                      <a:r>
                        <a:rPr lang="en-GB" sz="900"/>
                        <a:t>indications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Relevant evidence is aim to be published in </a:t>
                      </a:r>
                      <a:r>
                        <a:rPr lang="en-GB" sz="900" b="1"/>
                        <a:t>markets where publication is required for reimbursement</a:t>
                      </a:r>
                      <a:r>
                        <a:rPr lang="en-GB" sz="900"/>
                        <a:t>, following HTA-compliant methodologies</a:t>
                      </a:r>
                      <a:endParaRPr lang="en-GB" sz="900" b="1"/>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3131328080"/>
                  </a:ext>
                </a:extLst>
              </a:tr>
              <a:tr h="2111602">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a:p>
                  </a:txBody>
                  <a:tcPr anchor="ctr">
                    <a:solidFill>
                      <a:srgbClr val="E7E7E7"/>
                    </a:solidFill>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[All lung] </a:t>
                      </a:r>
                      <a:r>
                        <a:rPr lang="en-GB" sz="900" b="0"/>
                        <a:t>Systematic literature review (SLR) + subgroup analysis using RWE data as a synthetic arm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Primarily relevant in </a:t>
                      </a:r>
                      <a:r>
                        <a:rPr lang="en-GB" sz="900" b="1"/>
                        <a:t>Europe, Brazil, Saudi Arabia</a:t>
                      </a:r>
                      <a:r>
                        <a:rPr lang="en-GB" sz="900"/>
                        <a:t>, and </a:t>
                      </a:r>
                      <a:r>
                        <a:rPr lang="en-GB" sz="900" b="1"/>
                        <a:t>smaller JAPAC markets</a:t>
                      </a:r>
                      <a:endParaRPr lang="en-GB" sz="900"/>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RWE data availability and reporting constraints </a:t>
                      </a:r>
                      <a:r>
                        <a:rPr lang="en-GB" sz="900" b="1"/>
                        <a:t>limit the ability to demonstrate subgroup-specific benefit </a:t>
                      </a:r>
                      <a:r>
                        <a:rPr lang="en-GB" sz="900"/>
                        <a:t>aligned with our label</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Not intended for payer interactions; </a:t>
                      </a:r>
                      <a:r>
                        <a:rPr lang="en-GB" sz="900" b="1"/>
                        <a:t>may be leveraged by Commercial to inform target patient profiling</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Dependent on investment level; </a:t>
                      </a:r>
                      <a:r>
                        <a:rPr lang="en-GB" sz="900" b="1"/>
                        <a:t>data access is high-cost (&gt;$500K)</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343430351"/>
                  </a:ext>
                </a:extLst>
              </a:tr>
            </a:tbl>
          </a:graphicData>
        </a:graphic>
      </p:graphicFrame>
      <p:sp>
        <p:nvSpPr>
          <p:cNvPr id="4" name="Rectangle 3">
            <a:extLst>
              <a:ext uri="{FF2B5EF4-FFF2-40B4-BE49-F238E27FC236}">
                <a16:creationId xmlns:a16="http://schemas.microsoft.com/office/drawing/2014/main" id="{29A16F6A-A00F-2FD0-AA80-18EB64EA8D16}"/>
              </a:ext>
            </a:extLst>
          </p:cNvPr>
          <p:cNvSpPr/>
          <p:nvPr/>
        </p:nvSpPr>
        <p:spPr>
          <a:xfrm>
            <a:off x="127632" y="2330338"/>
            <a:ext cx="222533" cy="418891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a:t>
            </a:r>
          </a:p>
        </p:txBody>
      </p:sp>
      <p:pic>
        <p:nvPicPr>
          <p:cNvPr id="20" name="Graphic 19">
            <a:extLst>
              <a:ext uri="{FF2B5EF4-FFF2-40B4-BE49-F238E27FC236}">
                <a16:creationId xmlns:a16="http://schemas.microsoft.com/office/drawing/2014/main" id="{12064331-BFE4-B92A-0F3F-12A1102C1797}"/>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2919687" y="4125100"/>
            <a:ext cx="295064" cy="295064"/>
          </a:xfrm>
          <a:prstGeom prst="rect">
            <a:avLst/>
          </a:prstGeom>
        </p:spPr>
      </p:pic>
      <p:sp>
        <p:nvSpPr>
          <p:cNvPr id="837" name="Arrow: Pentagon 836">
            <a:extLst>
              <a:ext uri="{FF2B5EF4-FFF2-40B4-BE49-F238E27FC236}">
                <a16:creationId xmlns:a16="http://schemas.microsoft.com/office/drawing/2014/main" id="{C9E2BC59-BD73-F313-616F-744B2FA87C70}"/>
              </a:ext>
            </a:extLst>
          </p:cNvPr>
          <p:cNvSpPr/>
          <p:nvPr/>
        </p:nvSpPr>
        <p:spPr>
          <a:xfrm>
            <a:off x="6205458" y="2603469"/>
            <a:ext cx="1359934"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sz="800" err="1">
              <a:solidFill>
                <a:schemeClr val="bg1"/>
              </a:solidFill>
            </a:endParaRPr>
          </a:p>
        </p:txBody>
      </p:sp>
      <p:sp>
        <p:nvSpPr>
          <p:cNvPr id="838" name="Isosceles Triangle 837">
            <a:extLst>
              <a:ext uri="{FF2B5EF4-FFF2-40B4-BE49-F238E27FC236}">
                <a16:creationId xmlns:a16="http://schemas.microsoft.com/office/drawing/2014/main" id="{23E9FF81-F549-B82F-2DFC-95B7BF9F22A3}"/>
              </a:ext>
            </a:extLst>
          </p:cNvPr>
          <p:cNvSpPr/>
          <p:nvPr/>
        </p:nvSpPr>
        <p:spPr>
          <a:xfrm>
            <a:off x="6465708" y="2582819"/>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839" name="Star: 5 Points 838">
            <a:extLst>
              <a:ext uri="{FF2B5EF4-FFF2-40B4-BE49-F238E27FC236}">
                <a16:creationId xmlns:a16="http://schemas.microsoft.com/office/drawing/2014/main" id="{E5D3D738-8892-3975-2A37-33A8CC4F0A3A}"/>
              </a:ext>
            </a:extLst>
          </p:cNvPr>
          <p:cNvSpPr/>
          <p:nvPr/>
        </p:nvSpPr>
        <p:spPr>
          <a:xfrm>
            <a:off x="6974965" y="2582819"/>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840" name="TextBox 839">
            <a:extLst>
              <a:ext uri="{FF2B5EF4-FFF2-40B4-BE49-F238E27FC236}">
                <a16:creationId xmlns:a16="http://schemas.microsoft.com/office/drawing/2014/main" id="{57095328-6E76-0FC1-62D3-E8DBD9DF2ADD}"/>
              </a:ext>
            </a:extLst>
          </p:cNvPr>
          <p:cNvSpPr txBox="1"/>
          <p:nvPr/>
        </p:nvSpPr>
        <p:spPr>
          <a:xfrm>
            <a:off x="6039745" y="2762717"/>
            <a:ext cx="1968142" cy="215444"/>
          </a:xfrm>
          <a:prstGeom prst="rect">
            <a:avLst/>
          </a:prstGeom>
          <a:noFill/>
        </p:spPr>
        <p:txBody>
          <a:bodyPr wrap="square">
            <a:spAutoFit/>
          </a:bodyPr>
          <a:lstStyle/>
          <a:p>
            <a:pPr algn="ctr"/>
            <a:r>
              <a:rPr lang="en-GB" sz="800"/>
              <a:t>ASCO Lung 2026 /WCLC 2026</a:t>
            </a:r>
            <a:endParaRPr lang="en-US" sz="800"/>
          </a:p>
        </p:txBody>
      </p:sp>
      <p:sp>
        <p:nvSpPr>
          <p:cNvPr id="841" name="Star: 5 Points 840">
            <a:extLst>
              <a:ext uri="{FF2B5EF4-FFF2-40B4-BE49-F238E27FC236}">
                <a16:creationId xmlns:a16="http://schemas.microsoft.com/office/drawing/2014/main" id="{CC2B277D-E614-95D2-B1AB-E9BE6490ABF7}"/>
              </a:ext>
            </a:extLst>
          </p:cNvPr>
          <p:cNvSpPr/>
          <p:nvPr/>
        </p:nvSpPr>
        <p:spPr>
          <a:xfrm>
            <a:off x="7389788" y="2581920"/>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842" name="TextBox 841">
            <a:extLst>
              <a:ext uri="{FF2B5EF4-FFF2-40B4-BE49-F238E27FC236}">
                <a16:creationId xmlns:a16="http://schemas.microsoft.com/office/drawing/2014/main" id="{539D2EBD-5A1F-3B01-9F66-81105C53EBDA}"/>
              </a:ext>
            </a:extLst>
          </p:cNvPr>
          <p:cNvSpPr txBox="1"/>
          <p:nvPr/>
        </p:nvSpPr>
        <p:spPr>
          <a:xfrm>
            <a:off x="7404252" y="2590965"/>
            <a:ext cx="2402618" cy="215444"/>
          </a:xfrm>
          <a:prstGeom prst="rect">
            <a:avLst/>
          </a:prstGeom>
          <a:noFill/>
        </p:spPr>
        <p:txBody>
          <a:bodyPr wrap="square">
            <a:spAutoFit/>
          </a:bodyPr>
          <a:lstStyle/>
          <a:p>
            <a:pPr algn="ctr"/>
            <a:r>
              <a:rPr lang="en-GB" sz="800"/>
              <a:t>ESMO Lung 2026- Manuscript TBD</a:t>
            </a:r>
            <a:endParaRPr lang="en-US" sz="800"/>
          </a:p>
        </p:txBody>
      </p:sp>
      <p:pic>
        <p:nvPicPr>
          <p:cNvPr id="851" name="Graphic 850">
            <a:extLst>
              <a:ext uri="{FF2B5EF4-FFF2-40B4-BE49-F238E27FC236}">
                <a16:creationId xmlns:a16="http://schemas.microsoft.com/office/drawing/2014/main" id="{6647464D-5875-1A4E-856E-94EEF99CF5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24031" y="2589403"/>
            <a:ext cx="274320" cy="274320"/>
          </a:xfrm>
          <a:prstGeom prst="rect">
            <a:avLst/>
          </a:prstGeom>
        </p:spPr>
      </p:pic>
      <p:pic>
        <p:nvPicPr>
          <p:cNvPr id="21" name="Graphic 20">
            <a:extLst>
              <a:ext uri="{FF2B5EF4-FFF2-40B4-BE49-F238E27FC236}">
                <a16:creationId xmlns:a16="http://schemas.microsoft.com/office/drawing/2014/main" id="{D9DF8EEB-3B2B-2AEB-5440-3E19D11DCC8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27756" y="5362232"/>
            <a:ext cx="338554" cy="338554"/>
          </a:xfrm>
          <a:prstGeom prst="rect">
            <a:avLst/>
          </a:prstGeom>
        </p:spPr>
      </p:pic>
      <p:sp>
        <p:nvSpPr>
          <p:cNvPr id="33" name="TextBox 32">
            <a:extLst>
              <a:ext uri="{FF2B5EF4-FFF2-40B4-BE49-F238E27FC236}">
                <a16:creationId xmlns:a16="http://schemas.microsoft.com/office/drawing/2014/main" id="{EE38CCC7-C92D-B29A-3B42-6818CD70F544}"/>
              </a:ext>
            </a:extLst>
          </p:cNvPr>
          <p:cNvSpPr txBox="1"/>
          <p:nvPr/>
        </p:nvSpPr>
        <p:spPr>
          <a:xfrm>
            <a:off x="6931807" y="3572342"/>
            <a:ext cx="1267170" cy="430887"/>
          </a:xfrm>
          <a:prstGeom prst="rect">
            <a:avLst/>
          </a:prstGeom>
          <a:noFill/>
        </p:spPr>
        <p:txBody>
          <a:bodyPr wrap="square" lIns="91440" tIns="91440" rIns="91440" bIns="91440" rtlCol="0">
            <a:spAutoFit/>
          </a:bodyPr>
          <a:lstStyle/>
          <a:p>
            <a:pPr algn="ctr"/>
            <a:r>
              <a:rPr lang="en-US" sz="800"/>
              <a:t>Perioperative NSCLC publication</a:t>
            </a:r>
          </a:p>
        </p:txBody>
      </p:sp>
      <p:sp>
        <p:nvSpPr>
          <p:cNvPr id="34" name="Arrow: Pentagon 33">
            <a:extLst>
              <a:ext uri="{FF2B5EF4-FFF2-40B4-BE49-F238E27FC236}">
                <a16:creationId xmlns:a16="http://schemas.microsoft.com/office/drawing/2014/main" id="{1F1B64AB-1783-8712-4F68-FBDCCD6F0305}"/>
              </a:ext>
            </a:extLst>
          </p:cNvPr>
          <p:cNvSpPr/>
          <p:nvPr/>
        </p:nvSpPr>
        <p:spPr>
          <a:xfrm>
            <a:off x="6577990" y="5464854"/>
            <a:ext cx="2376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sz="800">
              <a:solidFill>
                <a:schemeClr val="bg1"/>
              </a:solidFill>
            </a:endParaRPr>
          </a:p>
        </p:txBody>
      </p:sp>
      <p:sp>
        <p:nvSpPr>
          <p:cNvPr id="35" name="Star: 5 Points 34">
            <a:extLst>
              <a:ext uri="{FF2B5EF4-FFF2-40B4-BE49-F238E27FC236}">
                <a16:creationId xmlns:a16="http://schemas.microsoft.com/office/drawing/2014/main" id="{39C2AF37-6B72-EBD6-6607-96B933471880}"/>
              </a:ext>
            </a:extLst>
          </p:cNvPr>
          <p:cNvSpPr/>
          <p:nvPr/>
        </p:nvSpPr>
        <p:spPr>
          <a:xfrm>
            <a:off x="8814046" y="5464854"/>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39" name="Isosceles Triangle 38">
            <a:extLst>
              <a:ext uri="{FF2B5EF4-FFF2-40B4-BE49-F238E27FC236}">
                <a16:creationId xmlns:a16="http://schemas.microsoft.com/office/drawing/2014/main" id="{81800EDC-24D8-8F17-A133-9B26874C0589}"/>
              </a:ext>
            </a:extLst>
          </p:cNvPr>
          <p:cNvSpPr/>
          <p:nvPr/>
        </p:nvSpPr>
        <p:spPr>
          <a:xfrm>
            <a:off x="8007679" y="5455368"/>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40" name="Left Bracket 39">
            <a:extLst>
              <a:ext uri="{FF2B5EF4-FFF2-40B4-BE49-F238E27FC236}">
                <a16:creationId xmlns:a16="http://schemas.microsoft.com/office/drawing/2014/main" id="{6B9A4F90-BA00-0E1B-B4C5-7FB4B14CF1C9}"/>
              </a:ext>
            </a:extLst>
          </p:cNvPr>
          <p:cNvSpPr/>
          <p:nvPr/>
        </p:nvSpPr>
        <p:spPr>
          <a:xfrm rot="5400000" flipV="1">
            <a:off x="8475679" y="4938134"/>
            <a:ext cx="72000" cy="828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1" name="TextBox 40">
            <a:extLst>
              <a:ext uri="{FF2B5EF4-FFF2-40B4-BE49-F238E27FC236}">
                <a16:creationId xmlns:a16="http://schemas.microsoft.com/office/drawing/2014/main" id="{A11AFA76-42D4-8A55-80BC-74CB16D39B7C}"/>
              </a:ext>
            </a:extLst>
          </p:cNvPr>
          <p:cNvSpPr txBox="1"/>
          <p:nvPr/>
        </p:nvSpPr>
        <p:spPr>
          <a:xfrm>
            <a:off x="7992230" y="5101815"/>
            <a:ext cx="1132235" cy="215444"/>
          </a:xfrm>
          <a:prstGeom prst="rect">
            <a:avLst/>
          </a:prstGeom>
          <a:noFill/>
        </p:spPr>
        <p:txBody>
          <a:bodyPr wrap="square">
            <a:spAutoFit/>
          </a:bodyPr>
          <a:lstStyle/>
          <a:p>
            <a:pPr algn="ctr"/>
            <a:r>
              <a:rPr lang="en-GB" sz="800">
                <a:effectLst/>
              </a:rPr>
              <a:t>Publication review </a:t>
            </a:r>
            <a:endParaRPr lang="en-GB" sz="800"/>
          </a:p>
        </p:txBody>
      </p:sp>
      <p:sp>
        <p:nvSpPr>
          <p:cNvPr id="42" name="Left Bracket 41">
            <a:extLst>
              <a:ext uri="{FF2B5EF4-FFF2-40B4-BE49-F238E27FC236}">
                <a16:creationId xmlns:a16="http://schemas.microsoft.com/office/drawing/2014/main" id="{F36EEB15-673E-CCAF-AB80-A8C2C0AE58B1}"/>
              </a:ext>
            </a:extLst>
          </p:cNvPr>
          <p:cNvSpPr/>
          <p:nvPr/>
        </p:nvSpPr>
        <p:spPr>
          <a:xfrm rot="5400000" flipV="1">
            <a:off x="7410001" y="4721393"/>
            <a:ext cx="72000" cy="1224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3" name="TextBox 42">
            <a:extLst>
              <a:ext uri="{FF2B5EF4-FFF2-40B4-BE49-F238E27FC236}">
                <a16:creationId xmlns:a16="http://schemas.microsoft.com/office/drawing/2014/main" id="{6CD0895E-A7C7-4169-B7CC-B3AA3B21154E}"/>
              </a:ext>
            </a:extLst>
          </p:cNvPr>
          <p:cNvSpPr txBox="1"/>
          <p:nvPr/>
        </p:nvSpPr>
        <p:spPr>
          <a:xfrm>
            <a:off x="6920797" y="5092022"/>
            <a:ext cx="1132235" cy="215444"/>
          </a:xfrm>
          <a:prstGeom prst="rect">
            <a:avLst/>
          </a:prstGeom>
          <a:noFill/>
        </p:spPr>
        <p:txBody>
          <a:bodyPr wrap="square">
            <a:spAutoFit/>
          </a:bodyPr>
          <a:lstStyle/>
          <a:p>
            <a:pPr algn="ctr"/>
            <a:r>
              <a:rPr lang="en-GB" sz="800">
                <a:effectLst/>
              </a:rPr>
              <a:t>Synthetic arm</a:t>
            </a:r>
            <a:endParaRPr lang="en-GB" sz="800"/>
          </a:p>
        </p:txBody>
      </p:sp>
      <p:sp>
        <p:nvSpPr>
          <p:cNvPr id="44" name="TextBox 43">
            <a:extLst>
              <a:ext uri="{FF2B5EF4-FFF2-40B4-BE49-F238E27FC236}">
                <a16:creationId xmlns:a16="http://schemas.microsoft.com/office/drawing/2014/main" id="{7ACFE086-2A4D-8276-CA2E-11E09B640636}"/>
              </a:ext>
            </a:extLst>
          </p:cNvPr>
          <p:cNvSpPr txBox="1"/>
          <p:nvPr/>
        </p:nvSpPr>
        <p:spPr>
          <a:xfrm>
            <a:off x="6347705" y="5090384"/>
            <a:ext cx="627260" cy="215444"/>
          </a:xfrm>
          <a:prstGeom prst="rect">
            <a:avLst/>
          </a:prstGeom>
          <a:noFill/>
        </p:spPr>
        <p:txBody>
          <a:bodyPr wrap="square">
            <a:spAutoFit/>
          </a:bodyPr>
          <a:lstStyle/>
          <a:p>
            <a:pPr algn="ctr"/>
            <a:r>
              <a:rPr lang="en-GB" sz="800" b="0"/>
              <a:t>SLR</a:t>
            </a:r>
            <a:endParaRPr lang="en-GB" sz="800"/>
          </a:p>
        </p:txBody>
      </p:sp>
      <p:sp>
        <p:nvSpPr>
          <p:cNvPr id="45" name="Left Bracket 44">
            <a:extLst>
              <a:ext uri="{FF2B5EF4-FFF2-40B4-BE49-F238E27FC236}">
                <a16:creationId xmlns:a16="http://schemas.microsoft.com/office/drawing/2014/main" id="{C46D527D-35C9-7E78-1830-8794C6373A8B}"/>
              </a:ext>
            </a:extLst>
          </p:cNvPr>
          <p:cNvSpPr/>
          <p:nvPr/>
        </p:nvSpPr>
        <p:spPr>
          <a:xfrm rot="5400000" flipV="1">
            <a:off x="6643249" y="5222300"/>
            <a:ext cx="72000" cy="21600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6" name="TextBox 45">
            <a:extLst>
              <a:ext uri="{FF2B5EF4-FFF2-40B4-BE49-F238E27FC236}">
                <a16:creationId xmlns:a16="http://schemas.microsoft.com/office/drawing/2014/main" id="{C71CDA5D-9905-9580-1737-2C63C3904E5D}"/>
              </a:ext>
            </a:extLst>
          </p:cNvPr>
          <p:cNvSpPr txBox="1"/>
          <p:nvPr/>
        </p:nvSpPr>
        <p:spPr>
          <a:xfrm>
            <a:off x="8993668" y="5394330"/>
            <a:ext cx="816158" cy="338554"/>
          </a:xfrm>
          <a:prstGeom prst="rect">
            <a:avLst/>
          </a:prstGeom>
          <a:noFill/>
        </p:spPr>
        <p:txBody>
          <a:bodyPr wrap="square">
            <a:spAutoFit/>
          </a:bodyPr>
          <a:lstStyle/>
          <a:p>
            <a:pPr algn="ctr"/>
            <a:r>
              <a:rPr lang="en-US" sz="800"/>
              <a:t>ESMO Lung 2027</a:t>
            </a:r>
          </a:p>
        </p:txBody>
      </p:sp>
      <p:grpSp>
        <p:nvGrpSpPr>
          <p:cNvPr id="843" name="Group 842">
            <a:extLst>
              <a:ext uri="{FF2B5EF4-FFF2-40B4-BE49-F238E27FC236}">
                <a16:creationId xmlns:a16="http://schemas.microsoft.com/office/drawing/2014/main" id="{A99506B7-BD94-E5E4-2491-1786B4914E68}"/>
              </a:ext>
            </a:extLst>
          </p:cNvPr>
          <p:cNvGrpSpPr/>
          <p:nvPr/>
        </p:nvGrpSpPr>
        <p:grpSpPr>
          <a:xfrm>
            <a:off x="8446122" y="668447"/>
            <a:ext cx="3358520" cy="323165"/>
            <a:chOff x="8469297" y="935394"/>
            <a:chExt cx="3358520" cy="323165"/>
          </a:xfrm>
        </p:grpSpPr>
        <p:sp>
          <p:nvSpPr>
            <p:cNvPr id="845" name="TextBox 844">
              <a:extLst>
                <a:ext uri="{FF2B5EF4-FFF2-40B4-BE49-F238E27FC236}">
                  <a16:creationId xmlns:a16="http://schemas.microsoft.com/office/drawing/2014/main" id="{D186E0F6-F9C1-5169-47EA-E267EE29F1E6}"/>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846" name="Isosceles Triangle 845">
              <a:extLst>
                <a:ext uri="{FF2B5EF4-FFF2-40B4-BE49-F238E27FC236}">
                  <a16:creationId xmlns:a16="http://schemas.microsoft.com/office/drawing/2014/main" id="{07A2BF23-AF94-68EF-97D3-C67E334D2FCA}"/>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47" name="Star: 5 Points 846">
              <a:extLst>
                <a:ext uri="{FF2B5EF4-FFF2-40B4-BE49-F238E27FC236}">
                  <a16:creationId xmlns:a16="http://schemas.microsoft.com/office/drawing/2014/main" id="{8123199B-6C38-D227-EA3E-E8738F57CB0E}"/>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48" name="Arrow: Pentagon 847">
              <a:extLst>
                <a:ext uri="{FF2B5EF4-FFF2-40B4-BE49-F238E27FC236}">
                  <a16:creationId xmlns:a16="http://schemas.microsoft.com/office/drawing/2014/main" id="{87E74B40-4C64-500D-DAC5-001DCF877740}"/>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849" name="TextBox 848">
              <a:extLst>
                <a:ext uri="{FF2B5EF4-FFF2-40B4-BE49-F238E27FC236}">
                  <a16:creationId xmlns:a16="http://schemas.microsoft.com/office/drawing/2014/main" id="{F4416797-32BA-5724-6887-91A2C8F704D2}"/>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850" name="TextBox 849">
              <a:extLst>
                <a:ext uri="{FF2B5EF4-FFF2-40B4-BE49-F238E27FC236}">
                  <a16:creationId xmlns:a16="http://schemas.microsoft.com/office/drawing/2014/main" id="{600768BD-5B08-D453-8F7B-F23628FD102D}"/>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853" name="Footer Placeholder 3">
            <a:extLst>
              <a:ext uri="{FF2B5EF4-FFF2-40B4-BE49-F238E27FC236}">
                <a16:creationId xmlns:a16="http://schemas.microsoft.com/office/drawing/2014/main" id="{C6AD83D1-424E-F8F7-512D-C4B91D716B10}"/>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sp>
        <p:nvSpPr>
          <p:cNvPr id="2" name="Footer Placeholder 3">
            <a:extLst>
              <a:ext uri="{FF2B5EF4-FFF2-40B4-BE49-F238E27FC236}">
                <a16:creationId xmlns:a16="http://schemas.microsoft.com/office/drawing/2014/main" id="{4975815A-A7AB-B099-7BB7-255C44F285E2}"/>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latin typeface="Poppins"/>
              </a:rPr>
              <a:t>Note</a:t>
            </a:r>
            <a:r>
              <a:rPr lang="en-US">
                <a:solidFill>
                  <a:srgbClr val="000000">
                    <a:lumMod val="65000"/>
                    <a:lumOff val="35000"/>
                  </a:srgbClr>
                </a:solidFill>
              </a:rPr>
              <a:t>: ES-SCLC: Extensive Stage Small Cell Lung Cancer; HTA: Health Technology Assessment; HEOR: Health Economics Outcomes Research; IIT: Investigator Initiated Trials</a:t>
            </a:r>
            <a:r>
              <a:rPr lang="en-US"/>
              <a:t>; </a:t>
            </a:r>
            <a:r>
              <a:rPr lang="en-US">
                <a:solidFill>
                  <a:srgbClr val="000000">
                    <a:lumMod val="65000"/>
                    <a:lumOff val="35000"/>
                  </a:srgbClr>
                </a:solidFill>
              </a:rPr>
              <a:t>JAPAC: Japan-Asia Pacific; mAb: Monoclonal Antibody; PD(L)-1: Programmed Death (Ligand)-1; RWE: Real World Evidence; SCLC: Small-Cell Lung Cancer; SI: Strategic Imperative; SLR: Systematic Literature Review; VEGF: Vascular Endothelial Growth Factor</a:t>
            </a:r>
          </a:p>
        </p:txBody>
      </p:sp>
      <p:sp>
        <p:nvSpPr>
          <p:cNvPr id="9" name="Arrow: Pentagon 8">
            <a:extLst>
              <a:ext uri="{FF2B5EF4-FFF2-40B4-BE49-F238E27FC236}">
                <a16:creationId xmlns:a16="http://schemas.microsoft.com/office/drawing/2014/main" id="{FF85C10D-CBD2-F40D-7E0A-8ED499F35330}"/>
              </a:ext>
            </a:extLst>
          </p:cNvPr>
          <p:cNvSpPr/>
          <p:nvPr/>
        </p:nvSpPr>
        <p:spPr>
          <a:xfrm>
            <a:off x="6205458" y="3705902"/>
            <a:ext cx="581791"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sz="800" err="1">
              <a:solidFill>
                <a:schemeClr val="bg1"/>
              </a:solidFill>
            </a:endParaRPr>
          </a:p>
        </p:txBody>
      </p:sp>
      <p:sp>
        <p:nvSpPr>
          <p:cNvPr id="10" name="Arrow: Pentagon 9">
            <a:extLst>
              <a:ext uri="{FF2B5EF4-FFF2-40B4-BE49-F238E27FC236}">
                <a16:creationId xmlns:a16="http://schemas.microsoft.com/office/drawing/2014/main" id="{0443A7FD-3790-5CBC-C793-B47D2AFFE0CA}"/>
              </a:ext>
            </a:extLst>
          </p:cNvPr>
          <p:cNvSpPr/>
          <p:nvPr/>
        </p:nvSpPr>
        <p:spPr>
          <a:xfrm>
            <a:off x="6205458" y="4006117"/>
            <a:ext cx="1406856"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endParaRPr lang="en-US" sz="800" err="1">
              <a:solidFill>
                <a:schemeClr val="bg1"/>
              </a:solidFill>
            </a:endParaRPr>
          </a:p>
        </p:txBody>
      </p:sp>
      <p:sp>
        <p:nvSpPr>
          <p:cNvPr id="31" name="TextBox 30">
            <a:extLst>
              <a:ext uri="{FF2B5EF4-FFF2-40B4-BE49-F238E27FC236}">
                <a16:creationId xmlns:a16="http://schemas.microsoft.com/office/drawing/2014/main" id="{C9AE88FC-0659-406E-3BEE-8BDD98C30980}"/>
              </a:ext>
            </a:extLst>
          </p:cNvPr>
          <p:cNvSpPr txBox="1"/>
          <p:nvPr/>
        </p:nvSpPr>
        <p:spPr>
          <a:xfrm>
            <a:off x="6212421" y="3256959"/>
            <a:ext cx="933656" cy="430887"/>
          </a:xfrm>
          <a:prstGeom prst="rect">
            <a:avLst/>
          </a:prstGeom>
          <a:noFill/>
        </p:spPr>
        <p:txBody>
          <a:bodyPr wrap="square" lIns="91440" tIns="91440" rIns="91440" bIns="91440" rtlCol="0">
            <a:spAutoFit/>
          </a:bodyPr>
          <a:lstStyle/>
          <a:p>
            <a:pPr algn="ctr"/>
            <a:r>
              <a:rPr lang="en-US" sz="800"/>
              <a:t>SCLC publication</a:t>
            </a:r>
          </a:p>
        </p:txBody>
      </p:sp>
      <p:sp>
        <p:nvSpPr>
          <p:cNvPr id="25" name="Isosceles Triangle 24">
            <a:extLst>
              <a:ext uri="{FF2B5EF4-FFF2-40B4-BE49-F238E27FC236}">
                <a16:creationId xmlns:a16="http://schemas.microsoft.com/office/drawing/2014/main" id="{8110F9AA-F22D-EAF4-0D67-C5AD44205D25}"/>
              </a:ext>
            </a:extLst>
          </p:cNvPr>
          <p:cNvSpPr/>
          <p:nvPr/>
        </p:nvSpPr>
        <p:spPr>
          <a:xfrm>
            <a:off x="6609902" y="3683183"/>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32" name="Isosceles Triangle 31">
            <a:extLst>
              <a:ext uri="{FF2B5EF4-FFF2-40B4-BE49-F238E27FC236}">
                <a16:creationId xmlns:a16="http://schemas.microsoft.com/office/drawing/2014/main" id="{6CE280A7-213F-D9B9-2048-BF7EA315672D}"/>
              </a:ext>
            </a:extLst>
          </p:cNvPr>
          <p:cNvSpPr/>
          <p:nvPr/>
        </p:nvSpPr>
        <p:spPr>
          <a:xfrm>
            <a:off x="7389788" y="3963848"/>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5" name="Footer Placeholder 3">
            <a:extLst>
              <a:ext uri="{FF2B5EF4-FFF2-40B4-BE49-F238E27FC236}">
                <a16:creationId xmlns:a16="http://schemas.microsoft.com/office/drawing/2014/main" id="{6C5A0593-9262-A509-7272-2A39B802C109}"/>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1" name="Graphic 10">
            <a:extLst>
              <a:ext uri="{FF2B5EF4-FFF2-40B4-BE49-F238E27FC236}">
                <a16:creationId xmlns:a16="http://schemas.microsoft.com/office/drawing/2014/main" id="{EE83EA38-D496-1535-E21F-622E5A17E80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737570" y="958197"/>
            <a:ext cx="274320" cy="274320"/>
          </a:xfrm>
          <a:prstGeom prst="rect">
            <a:avLst/>
          </a:prstGeom>
        </p:spPr>
      </p:pic>
      <p:pic>
        <p:nvPicPr>
          <p:cNvPr id="12" name="Graphic 11">
            <a:extLst>
              <a:ext uri="{FF2B5EF4-FFF2-40B4-BE49-F238E27FC236}">
                <a16:creationId xmlns:a16="http://schemas.microsoft.com/office/drawing/2014/main" id="{6C57FF3C-2B31-7A5B-64CD-EFDC2C6C5ED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4487" y="958197"/>
            <a:ext cx="274320" cy="274320"/>
          </a:xfrm>
          <a:prstGeom prst="rect">
            <a:avLst/>
          </a:prstGeom>
        </p:spPr>
      </p:pic>
      <p:pic>
        <p:nvPicPr>
          <p:cNvPr id="13" name="Graphic 12">
            <a:extLst>
              <a:ext uri="{FF2B5EF4-FFF2-40B4-BE49-F238E27FC236}">
                <a16:creationId xmlns:a16="http://schemas.microsoft.com/office/drawing/2014/main" id="{561D81B3-A666-360C-4819-F8E864AC474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14007" y="958197"/>
            <a:ext cx="274320" cy="274320"/>
          </a:xfrm>
          <a:prstGeom prst="rect">
            <a:avLst/>
          </a:prstGeom>
        </p:spPr>
      </p:pic>
      <p:pic>
        <p:nvPicPr>
          <p:cNvPr id="14" name="Graphic 13">
            <a:extLst>
              <a:ext uri="{FF2B5EF4-FFF2-40B4-BE49-F238E27FC236}">
                <a16:creationId xmlns:a16="http://schemas.microsoft.com/office/drawing/2014/main" id="{0A2639D9-7DAC-E5DD-0895-9611155C46FB}"/>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8194014" y="958557"/>
            <a:ext cx="273600" cy="273600"/>
          </a:xfrm>
          <a:prstGeom prst="rect">
            <a:avLst/>
          </a:prstGeom>
        </p:spPr>
      </p:pic>
      <p:pic>
        <p:nvPicPr>
          <p:cNvPr id="22" name="Graphic 21">
            <a:extLst>
              <a:ext uri="{FF2B5EF4-FFF2-40B4-BE49-F238E27FC236}">
                <a16:creationId xmlns:a16="http://schemas.microsoft.com/office/drawing/2014/main" id="{EF34527F-42F9-F43B-8D13-65256718CCD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27756" y="3565196"/>
            <a:ext cx="338554" cy="338554"/>
          </a:xfrm>
          <a:prstGeom prst="rect">
            <a:avLst/>
          </a:prstGeom>
        </p:spPr>
      </p:pic>
      <p:grpSp>
        <p:nvGrpSpPr>
          <p:cNvPr id="23" name="Group 22">
            <a:extLst>
              <a:ext uri="{FF2B5EF4-FFF2-40B4-BE49-F238E27FC236}">
                <a16:creationId xmlns:a16="http://schemas.microsoft.com/office/drawing/2014/main" id="{D1C5CBE9-875C-D7BA-D923-42BF06758CB5}"/>
              </a:ext>
            </a:extLst>
          </p:cNvPr>
          <p:cNvGrpSpPr/>
          <p:nvPr/>
        </p:nvGrpSpPr>
        <p:grpSpPr>
          <a:xfrm>
            <a:off x="-9526" y="-7584"/>
            <a:ext cx="11815014" cy="180000"/>
            <a:chOff x="-9526" y="-7584"/>
            <a:chExt cx="11815014" cy="180000"/>
          </a:xfrm>
        </p:grpSpPr>
        <p:sp>
          <p:nvSpPr>
            <p:cNvPr id="24" name="Rectangle 23">
              <a:extLst>
                <a:ext uri="{FF2B5EF4-FFF2-40B4-BE49-F238E27FC236}">
                  <a16:creationId xmlns:a16="http://schemas.microsoft.com/office/drawing/2014/main" id="{95450D29-AADD-C4AF-4430-074250DFCEAD}"/>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Lung</a:t>
              </a:r>
            </a:p>
          </p:txBody>
        </p:sp>
        <p:sp>
          <p:nvSpPr>
            <p:cNvPr id="26" name="Arrow: Pentagon 25">
              <a:extLst>
                <a:ext uri="{FF2B5EF4-FFF2-40B4-BE49-F238E27FC236}">
                  <a16:creationId xmlns:a16="http://schemas.microsoft.com/office/drawing/2014/main" id="{2A31D832-BEF1-843F-9636-93A41C293C63}"/>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7" name="Arrow: Chevron 26">
              <a:extLst>
                <a:ext uri="{FF2B5EF4-FFF2-40B4-BE49-F238E27FC236}">
                  <a16:creationId xmlns:a16="http://schemas.microsoft.com/office/drawing/2014/main" id="{65487D2F-11B0-4622-C5BA-F15893A1661A}"/>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8" name="Arrow: Chevron 27">
              <a:extLst>
                <a:ext uri="{FF2B5EF4-FFF2-40B4-BE49-F238E27FC236}">
                  <a16:creationId xmlns:a16="http://schemas.microsoft.com/office/drawing/2014/main" id="{5FEA0C58-CD0D-0564-8308-D3A356E9A0CC}"/>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9" name="Arrow: Chevron 28">
              <a:extLst>
                <a:ext uri="{FF2B5EF4-FFF2-40B4-BE49-F238E27FC236}">
                  <a16:creationId xmlns:a16="http://schemas.microsoft.com/office/drawing/2014/main" id="{49E59482-71F2-2D3F-1FDF-D74484DB6CC8}"/>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4281431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BCF5D-9569-431B-06AB-2A3403D5650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4A3D480-A1D4-130C-6C4D-869D8AE1DC52}"/>
              </a:ext>
            </a:extLst>
          </p:cNvPr>
          <p:cNvGraphicFramePr>
            <a:graphicFrameLocks noChangeAspect="1"/>
          </p:cNvGraphicFramePr>
          <p:nvPr>
            <p:custDataLst>
              <p:tags r:id="rId1"/>
            </p:custDataLst>
            <p:extLst>
              <p:ext uri="{D42A27DB-BD31-4B8C-83A1-F6EECF244321}">
                <p14:modId xmlns:p14="http://schemas.microsoft.com/office/powerpoint/2010/main" val="3630736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24A3D480-A1D4-130C-6C4D-869D8AE1DC5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4" name="TextBox 53">
            <a:extLst>
              <a:ext uri="{FF2B5EF4-FFF2-40B4-BE49-F238E27FC236}">
                <a16:creationId xmlns:a16="http://schemas.microsoft.com/office/drawing/2014/main" id="{D1D3F1DA-1BDD-15C9-12BE-F0DBB62FF991}"/>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sp>
        <p:nvSpPr>
          <p:cNvPr id="3" name="Title 2">
            <a:extLst>
              <a:ext uri="{FF2B5EF4-FFF2-40B4-BE49-F238E27FC236}">
                <a16:creationId xmlns:a16="http://schemas.microsoft.com/office/drawing/2014/main" id="{3A7984E0-4719-4C34-EF78-2882F625D795}"/>
              </a:ext>
            </a:extLst>
          </p:cNvPr>
          <p:cNvSpPr>
            <a:spLocks noGrp="1"/>
          </p:cNvSpPr>
          <p:nvPr>
            <p:ph type="title"/>
          </p:nvPr>
        </p:nvSpPr>
        <p:spPr>
          <a:xfrm>
            <a:off x="358337" y="271427"/>
            <a:ext cx="11470125" cy="369332"/>
          </a:xfrm>
        </p:spPr>
        <p:txBody>
          <a:bodyPr vert="horz"/>
          <a:lstStyle/>
          <a:p>
            <a:r>
              <a:rPr lang="en-US" sz="2400"/>
              <a:t>Implementation Roadmap: Across Lung (2/2)</a:t>
            </a:r>
          </a:p>
        </p:txBody>
      </p:sp>
      <p:graphicFrame>
        <p:nvGraphicFramePr>
          <p:cNvPr id="7" name="Table 6">
            <a:extLst>
              <a:ext uri="{FF2B5EF4-FFF2-40B4-BE49-F238E27FC236}">
                <a16:creationId xmlns:a16="http://schemas.microsoft.com/office/drawing/2014/main" id="{7E4F4B60-6CD3-DAB6-8CA9-DC08B437CCC2}"/>
              </a:ext>
            </a:extLst>
          </p:cNvPr>
          <p:cNvGraphicFramePr>
            <a:graphicFrameLocks noGrp="1"/>
          </p:cNvGraphicFramePr>
          <p:nvPr>
            <p:extLst>
              <p:ext uri="{D42A27DB-BD31-4B8C-83A1-F6EECF244321}">
                <p14:modId xmlns:p14="http://schemas.microsoft.com/office/powerpoint/2010/main" val="2724156592"/>
              </p:ext>
            </p:extLst>
          </p:nvPr>
        </p:nvGraphicFramePr>
        <p:xfrm>
          <a:off x="358335" y="1376899"/>
          <a:ext cx="11465266" cy="5008661"/>
        </p:xfrm>
        <a:graphic>
          <a:graphicData uri="http://schemas.openxmlformats.org/drawingml/2006/table">
            <a:tbl>
              <a:tblPr firstRow="1" bandRow="1">
                <a:tableStyleId>{073A0DAA-6AF3-43AB-8588-CEC1D06C72B9}</a:tableStyleId>
              </a:tblPr>
              <a:tblGrid>
                <a:gridCol w="1692000">
                  <a:extLst>
                    <a:ext uri="{9D8B030D-6E8A-4147-A177-3AD203B41FA5}">
                      <a16:colId xmlns:a16="http://schemas.microsoft.com/office/drawing/2014/main" val="4210984082"/>
                    </a:ext>
                  </a:extLst>
                </a:gridCol>
                <a:gridCol w="652081">
                  <a:extLst>
                    <a:ext uri="{9D8B030D-6E8A-4147-A177-3AD203B41FA5}">
                      <a16:colId xmlns:a16="http://schemas.microsoft.com/office/drawing/2014/main" val="2800079537"/>
                    </a:ext>
                  </a:extLst>
                </a:gridCol>
                <a:gridCol w="682134">
                  <a:extLst>
                    <a:ext uri="{9D8B030D-6E8A-4147-A177-3AD203B41FA5}">
                      <a16:colId xmlns:a16="http://schemas.microsoft.com/office/drawing/2014/main" val="3138473051"/>
                    </a:ext>
                  </a:extLst>
                </a:gridCol>
                <a:gridCol w="2809866">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0">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Across Lung (NSCLC, ES-SCLC)</a:t>
                      </a:r>
                      <a:endParaRPr lang="en-US" sz="1200" b="1" i="1">
                        <a:solidFill>
                          <a:schemeClr val="bg1"/>
                        </a:solidFill>
                      </a:endParaRPr>
                    </a:p>
                  </a:txBody>
                  <a:tcPr anchor="ctr">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0">
                <a:tc rowSpan="3">
                  <a:txBody>
                    <a:bodyPr/>
                    <a:lstStyle/>
                    <a:p>
                      <a:pPr algn="ctr"/>
                      <a:r>
                        <a:rPr lang="en-US" sz="900" b="1">
                          <a:solidFill>
                            <a:schemeClr val="bg1"/>
                          </a:solidFill>
                        </a:rPr>
                        <a:t>Evidence Gaps</a:t>
                      </a:r>
                    </a:p>
                  </a:txBody>
                  <a:tcPr anchor="ctr">
                    <a:solidFill>
                      <a:srgbClr val="00B0F0"/>
                    </a:solidFill>
                  </a:tcPr>
                </a:tc>
                <a:tc rowSpan="3">
                  <a:txBody>
                    <a:bodyPr/>
                    <a:lstStyle/>
                    <a:p>
                      <a:pPr algn="ctr"/>
                      <a:r>
                        <a:rPr lang="en-US" sz="900" b="1">
                          <a:solidFill>
                            <a:schemeClr val="bg1"/>
                          </a:solidFill>
                        </a:rPr>
                        <a:t>Tactic Type</a:t>
                      </a:r>
                    </a:p>
                  </a:txBody>
                  <a:tcPr anchor="ctr">
                    <a:solidFill>
                      <a:srgbClr val="00B0F0"/>
                    </a:solidFill>
                  </a:tcPr>
                </a:tc>
                <a:tc rowSpan="3">
                  <a:txBody>
                    <a:bodyPr/>
                    <a:lstStyle/>
                    <a:p>
                      <a:pPr algn="ctr"/>
                      <a:r>
                        <a:rPr lang="en-US" sz="900" b="1">
                          <a:solidFill>
                            <a:schemeClr val="bg1"/>
                          </a:solidFill>
                        </a:rPr>
                        <a:t>Key Markets</a:t>
                      </a:r>
                    </a:p>
                  </a:txBody>
                  <a:tcPr anchor="ctr">
                    <a:solidFill>
                      <a:srgbClr val="00B0F0"/>
                    </a:solidFill>
                  </a:tcPr>
                </a:tc>
                <a:tc rowSpan="3">
                  <a:txBody>
                    <a:bodyPr/>
                    <a:lstStyle/>
                    <a:p>
                      <a:pPr algn="ctr"/>
                      <a:r>
                        <a:rPr lang="en-US" sz="900" b="1">
                          <a:solidFill>
                            <a:schemeClr val="bg1"/>
                          </a:solidFill>
                        </a:rPr>
                        <a:t>Other Assumptions/ Dependencies</a:t>
                      </a:r>
                    </a:p>
                  </a:txBody>
                  <a:tcPr anchor="ctr">
                    <a:solidFill>
                      <a:srgbClr val="00B0F0"/>
                    </a:solidFill>
                  </a:tcPr>
                </a:tc>
                <a:tc gridSpan="9">
                  <a:txBody>
                    <a:bodyPr/>
                    <a:lstStyle/>
                    <a:p>
                      <a:pPr algn="ctr"/>
                      <a:r>
                        <a:rPr lang="en-US" sz="900" b="1" kern="1200">
                          <a:solidFill>
                            <a:schemeClr val="bg1"/>
                          </a:solidFill>
                          <a:latin typeface="+mn-lt"/>
                          <a:ea typeface="+mn-ea"/>
                          <a:cs typeface="+mn-cs"/>
                        </a:rPr>
                        <a:t>Evidence Roadmap</a:t>
                      </a:r>
                    </a:p>
                  </a:txBody>
                  <a:tcPr anchor="ctr">
                    <a:solidFill>
                      <a:srgbClr val="00B0F0"/>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rgbClr val="00B0F0"/>
                    </a:solidFill>
                  </a:tcPr>
                </a:tc>
                <a:tc gridSpan="2">
                  <a:txBody>
                    <a:bodyPr/>
                    <a:lstStyle/>
                    <a:p>
                      <a:pPr algn="ctr"/>
                      <a:r>
                        <a:rPr lang="en-US" sz="900" b="1" kern="1200">
                          <a:solidFill>
                            <a:schemeClr val="bg1"/>
                          </a:solidFill>
                          <a:latin typeface="+mn-lt"/>
                          <a:ea typeface="+mn-ea"/>
                          <a:cs typeface="+mn-cs"/>
                        </a:rPr>
                        <a:t>2026</a:t>
                      </a:r>
                    </a:p>
                  </a:txBody>
                  <a:tcPr anchor="ctr">
                    <a:solidFill>
                      <a:srgbClr val="00B0F0"/>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rgbClr val="00B0F0"/>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rgbClr val="00B0F0"/>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rgbClr val="00B0F0"/>
                    </a:solidFill>
                  </a:tcPr>
                </a:tc>
                <a:tc hMerge="1">
                  <a:txBody>
                    <a:bodyPr/>
                    <a:lstStyle/>
                    <a:p>
                      <a:endParaRPr lang="en-US"/>
                    </a:p>
                  </a:txBody>
                  <a:tcPr/>
                </a:tc>
                <a:extLst>
                  <a:ext uri="{0D108BD9-81ED-4DB2-BD59-A6C34878D82A}">
                    <a16:rowId xmlns:a16="http://schemas.microsoft.com/office/drawing/2014/main" val="2912067414"/>
                  </a:ext>
                </a:extLst>
              </a:tr>
              <a:tr h="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rgbClr val="00B0F0"/>
                    </a:solidFill>
                  </a:tcPr>
                </a:tc>
                <a:tc>
                  <a:txBody>
                    <a:bodyPr/>
                    <a:lstStyle/>
                    <a:p>
                      <a:pPr algn="ctr"/>
                      <a:r>
                        <a:rPr lang="en-US" sz="900" b="1" kern="1200">
                          <a:solidFill>
                            <a:schemeClr val="bg1"/>
                          </a:solidFill>
                          <a:latin typeface="+mn-lt"/>
                          <a:ea typeface="+mn-ea"/>
                          <a:cs typeface="+mn-cs"/>
                        </a:rPr>
                        <a:t>H2</a:t>
                      </a:r>
                    </a:p>
                  </a:txBody>
                  <a:tcPr anchor="ctr">
                    <a:solidFill>
                      <a:srgbClr val="00B0F0"/>
                    </a:solidFill>
                  </a:tcPr>
                </a:tc>
                <a:tc>
                  <a:txBody>
                    <a:bodyPr/>
                    <a:lstStyle/>
                    <a:p>
                      <a:pPr algn="ctr"/>
                      <a:r>
                        <a:rPr lang="en-US" sz="900" b="1" kern="1200">
                          <a:solidFill>
                            <a:schemeClr val="bg1"/>
                          </a:solidFill>
                          <a:latin typeface="+mn-lt"/>
                          <a:ea typeface="+mn-ea"/>
                          <a:cs typeface="+mn-cs"/>
                        </a:rPr>
                        <a:t>H1</a:t>
                      </a:r>
                    </a:p>
                  </a:txBody>
                  <a:tcPr anchor="ctr">
                    <a:solidFill>
                      <a:srgbClr val="00B0F0"/>
                    </a:solidFill>
                  </a:tcPr>
                </a:tc>
                <a:tc>
                  <a:txBody>
                    <a:bodyPr/>
                    <a:lstStyle/>
                    <a:p>
                      <a:pPr algn="ctr"/>
                      <a:r>
                        <a:rPr lang="en-US" sz="900" b="1" kern="1200">
                          <a:solidFill>
                            <a:schemeClr val="bg1"/>
                          </a:solidFill>
                          <a:latin typeface="+mn-lt"/>
                          <a:ea typeface="+mn-ea"/>
                          <a:cs typeface="+mn-cs"/>
                        </a:rPr>
                        <a:t>H2</a:t>
                      </a:r>
                    </a:p>
                  </a:txBody>
                  <a:tcPr anchor="ctr">
                    <a:solidFill>
                      <a:srgbClr val="00B0F0"/>
                    </a:solidFill>
                  </a:tcPr>
                </a:tc>
                <a:tc>
                  <a:txBody>
                    <a:bodyPr/>
                    <a:lstStyle/>
                    <a:p>
                      <a:pPr algn="ctr"/>
                      <a:r>
                        <a:rPr lang="en-US" sz="900" b="1" kern="1200">
                          <a:solidFill>
                            <a:schemeClr val="bg1"/>
                          </a:solidFill>
                          <a:latin typeface="+mn-lt"/>
                          <a:ea typeface="+mn-ea"/>
                          <a:cs typeface="+mn-cs"/>
                        </a:rPr>
                        <a:t>H1</a:t>
                      </a:r>
                    </a:p>
                  </a:txBody>
                  <a:tcPr anchor="ctr">
                    <a:solidFill>
                      <a:srgbClr val="00B0F0"/>
                    </a:solidFill>
                  </a:tcPr>
                </a:tc>
                <a:tc>
                  <a:txBody>
                    <a:bodyPr/>
                    <a:lstStyle/>
                    <a:p>
                      <a:pPr algn="ctr"/>
                      <a:r>
                        <a:rPr lang="en-US" sz="900" b="1" kern="1200">
                          <a:solidFill>
                            <a:schemeClr val="bg1"/>
                          </a:solidFill>
                          <a:latin typeface="+mn-lt"/>
                          <a:ea typeface="+mn-ea"/>
                          <a:cs typeface="+mn-cs"/>
                        </a:rPr>
                        <a:t>H2</a:t>
                      </a:r>
                    </a:p>
                  </a:txBody>
                  <a:tcPr anchor="ctr">
                    <a:solidFill>
                      <a:srgbClr val="00B0F0"/>
                    </a:solidFill>
                  </a:tcPr>
                </a:tc>
                <a:tc>
                  <a:txBody>
                    <a:bodyPr/>
                    <a:lstStyle/>
                    <a:p>
                      <a:pPr algn="ctr"/>
                      <a:r>
                        <a:rPr lang="en-US" sz="900" b="1" kern="1200">
                          <a:solidFill>
                            <a:schemeClr val="bg1"/>
                          </a:solidFill>
                          <a:latin typeface="+mn-lt"/>
                          <a:ea typeface="+mn-ea"/>
                          <a:cs typeface="+mn-cs"/>
                        </a:rPr>
                        <a:t>H1</a:t>
                      </a:r>
                    </a:p>
                  </a:txBody>
                  <a:tcPr anchor="ctr">
                    <a:solidFill>
                      <a:srgbClr val="00B0F0"/>
                    </a:solidFill>
                  </a:tcPr>
                </a:tc>
                <a:tc>
                  <a:txBody>
                    <a:bodyPr/>
                    <a:lstStyle/>
                    <a:p>
                      <a:pPr algn="ctr"/>
                      <a:r>
                        <a:rPr lang="en-US" sz="900" b="1" kern="1200">
                          <a:solidFill>
                            <a:schemeClr val="bg1"/>
                          </a:solidFill>
                          <a:latin typeface="+mn-lt"/>
                          <a:ea typeface="+mn-ea"/>
                          <a:cs typeface="+mn-cs"/>
                        </a:rPr>
                        <a:t>H2</a:t>
                      </a:r>
                    </a:p>
                  </a:txBody>
                  <a:tcPr anchor="ctr">
                    <a:solidFill>
                      <a:srgbClr val="00B0F0"/>
                    </a:solidFill>
                  </a:tcPr>
                </a:tc>
                <a:extLst>
                  <a:ext uri="{0D108BD9-81ED-4DB2-BD59-A6C34878D82A}">
                    <a16:rowId xmlns:a16="http://schemas.microsoft.com/office/drawing/2014/main" val="618320798"/>
                  </a:ext>
                </a:extLst>
              </a:tr>
              <a:tr h="99337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Need for data that supports </a:t>
                      </a:r>
                      <a:r>
                        <a:rPr lang="en-US" sz="900" b="1" i="0" kern="1200">
                          <a:solidFill>
                            <a:schemeClr val="tx1"/>
                          </a:solidFill>
                          <a:latin typeface="+mn-lt"/>
                          <a:ea typeface="+mn-ea"/>
                          <a:cs typeface="+mn-cs"/>
                        </a:rPr>
                        <a:t>optimal treatment sequencing </a:t>
                      </a:r>
                      <a:r>
                        <a:rPr lang="en-US" sz="900" i="0" kern="1200">
                          <a:solidFill>
                            <a:schemeClr val="tx1"/>
                          </a:solidFill>
                          <a:latin typeface="+mn-lt"/>
                          <a:ea typeface="+mn-ea"/>
                          <a:cs typeface="+mn-cs"/>
                        </a:rPr>
                        <a:t>in different patient types (e.g., </a:t>
                      </a:r>
                      <a:r>
                        <a:rPr lang="en-US" sz="900" b="1" i="0" kern="1200">
                          <a:solidFill>
                            <a:schemeClr val="tx1"/>
                          </a:solidFill>
                          <a:latin typeface="+mn-lt"/>
                          <a:ea typeface="+mn-ea"/>
                          <a:cs typeface="+mn-cs"/>
                        </a:rPr>
                        <a:t>smokers vs non-smokers, brain / liver mets</a:t>
                      </a:r>
                      <a:r>
                        <a:rPr lang="en-US" sz="900" b="0" i="0" kern="1200">
                          <a:solidFill>
                            <a:schemeClr val="tx1"/>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a:p>
                  </a:txBody>
                  <a:tcPr anchor="ctr">
                    <a:solidFill>
                      <a:srgbClr val="E7E7E7"/>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nchor="ctr">
                    <a:solidFill>
                      <a:srgbClr val="E7E7E7"/>
                    </a:solidFill>
                  </a:tcPr>
                </a:tc>
                <a:tc rowSpan="2">
                  <a:txBody>
                    <a:bodyPr/>
                    <a:lstStyle/>
                    <a:p>
                      <a:pPr marL="171450" indent="-171450">
                        <a:buFont typeface="Wingdings" panose="05000000000000000000" pitchFamily="2" charset="2"/>
                        <a:buChar char="§"/>
                      </a:pPr>
                      <a:r>
                        <a:rPr lang="en-GB" sz="900" b="0" kern="1200">
                          <a:solidFill>
                            <a:schemeClr val="dk1"/>
                          </a:solidFill>
                          <a:effectLst/>
                          <a:latin typeface="+mn-lt"/>
                          <a:ea typeface="+mn-ea"/>
                          <a:cs typeface="+mn-cs"/>
                        </a:rPr>
                        <a:t>Leverage pivotal </a:t>
                      </a:r>
                      <a:r>
                        <a:rPr lang="en-GB" sz="900" b="0"/>
                        <a:t>study data </a:t>
                      </a:r>
                      <a:r>
                        <a:rPr lang="en-GB" sz="900"/>
                        <a:t>to </a:t>
                      </a:r>
                      <a:r>
                        <a:rPr lang="en-GB" sz="900" b="1"/>
                        <a:t>assess outcomes in patients with metastases, focusing on liver and limited brain metastases</a:t>
                      </a:r>
                    </a:p>
                    <a:p>
                      <a:pPr marL="171450" indent="-171450">
                        <a:buFont typeface="Wingdings" panose="05000000000000000000" pitchFamily="2" charset="2"/>
                        <a:buChar char="§"/>
                      </a:pPr>
                      <a:r>
                        <a:rPr lang="en-GB" sz="900" b="1">
                          <a:effectLst/>
                        </a:rPr>
                        <a:t>Limited brain mets patients </a:t>
                      </a:r>
                      <a:endParaRPr lang="en-GB" sz="900"/>
                    </a:p>
                    <a:p>
                      <a:pPr marL="171450" indent="-171450">
                        <a:buFont typeface="Wingdings" panose="05000000000000000000" pitchFamily="2" charset="2"/>
                        <a:buChar char="§"/>
                      </a:pPr>
                      <a:r>
                        <a:rPr lang="en-GB" sz="900"/>
                        <a:t>Aim for publication </a:t>
                      </a:r>
                      <a:r>
                        <a:rPr lang="en-GB" sz="900" b="1"/>
                        <a:t>highlighting progression patterns in these subgroups</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rowSpan="2"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rowSpan="2"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rowSpan="2"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rowSpan="2" hMerge="1">
                  <a:txBody>
                    <a:bodyPr/>
                    <a:lstStyle/>
                    <a:p>
                      <a:endParaRPr lang="en-US"/>
                    </a:p>
                  </a:txBody>
                  <a:tcPr/>
                </a:tc>
                <a:extLst>
                  <a:ext uri="{0D108BD9-81ED-4DB2-BD59-A6C34878D82A}">
                    <a16:rowId xmlns:a16="http://schemas.microsoft.com/office/drawing/2014/main" val="785840996"/>
                  </a:ext>
                </a:extLst>
              </a:tr>
              <a:tr h="172760">
                <a:tc vMerge="1">
                  <a:txBody>
                    <a:bodyPr/>
                    <a:lstStyle/>
                    <a:p>
                      <a:endParaRPr lang="en-US"/>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a:p>
                  </a:txBody>
                  <a:tcPr anchor="ctr">
                    <a:solidFill>
                      <a:srgbClr val="E7E7E7"/>
                    </a:solidFill>
                  </a:tcPr>
                </a:tc>
                <a:tc vMerge="1">
                  <a:txBody>
                    <a:bodyPr/>
                    <a:lstStyle/>
                    <a:p>
                      <a:endParaRPr lang="en-US"/>
                    </a:p>
                  </a:txBody>
                  <a:tcPr/>
                </a:tc>
                <a:tc vMerge="1">
                  <a:txBody>
                    <a:bodyPr/>
                    <a:lstStyle/>
                    <a:p>
                      <a:endParaRPr lang="en-US"/>
                    </a:p>
                  </a:txBody>
                  <a:tcPr/>
                </a:tc>
                <a:tc vMerge="1">
                  <a:txBody>
                    <a:bodyPr/>
                    <a:lstStyle/>
                    <a:p>
                      <a:endParaRPr lang="en-US"/>
                    </a:p>
                  </a:txBody>
                  <a:tcPr/>
                </a:tc>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4239091579"/>
                  </a:ext>
                </a:extLst>
              </a:tr>
              <a:tr h="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indent="-171450">
                        <a:buFont typeface="Wingdings" panose="05000000000000000000" pitchFamily="2" charset="2"/>
                        <a:buChar char="§"/>
                      </a:pPr>
                      <a:r>
                        <a:rPr lang="en-GB" sz="900"/>
                        <a:t>Pivotal study data (RN-315, RN-312) to </a:t>
                      </a:r>
                      <a:r>
                        <a:rPr lang="en-GB" sz="900" b="1"/>
                        <a:t>compare outcomes between smokers and non-smokers</a:t>
                      </a:r>
                    </a:p>
                    <a:p>
                      <a:pPr marL="171450" indent="-171450">
                        <a:buFont typeface="Wingdings" panose="05000000000000000000" pitchFamily="2" charset="2"/>
                        <a:buChar char="§"/>
                      </a:pPr>
                      <a:r>
                        <a:rPr lang="en-GB" sz="900"/>
                        <a:t>Explore </a:t>
                      </a:r>
                      <a:r>
                        <a:rPr lang="en-GB" sz="900" b="1"/>
                        <a:t>efficacy </a:t>
                      </a:r>
                      <a:r>
                        <a:rPr lang="en-GB" sz="900" b="0"/>
                        <a:t>with </a:t>
                      </a:r>
                      <a:r>
                        <a:rPr lang="en-GB" sz="900" b="1"/>
                        <a:t>priority interest </a:t>
                      </a:r>
                      <a:r>
                        <a:rPr lang="en-GB" sz="900" b="0"/>
                        <a:t>in generating evidence in </a:t>
                      </a:r>
                      <a:r>
                        <a:rPr lang="en-GB" sz="900" b="1"/>
                        <a:t>smokers</a:t>
                      </a:r>
                    </a:p>
                    <a:p>
                      <a:pPr marL="171450" indent="-171450">
                        <a:buFont typeface="Wingdings" panose="05000000000000000000" pitchFamily="2" charset="2"/>
                        <a:buChar char="§"/>
                      </a:pPr>
                      <a:r>
                        <a:rPr lang="en-GB" sz="900" b="1"/>
                        <a:t>Prioritize for NSCLC</a:t>
                      </a:r>
                      <a:endParaRPr lang="en-GB" sz="9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291790273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Additional analyses </a:t>
                      </a:r>
                      <a:r>
                        <a:rPr lang="en-US" sz="900" b="1"/>
                        <a:t>supporting reimbursement in the case of label restriction</a:t>
                      </a:r>
                      <a:r>
                        <a:rPr lang="en-US" sz="900"/>
                        <a:t> in local markets</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effectLst/>
                        </a:rPr>
                        <a:t>Subgroup anal</a:t>
                      </a:r>
                      <a:r>
                        <a:rPr lang="en-GB" sz="900" b="0">
                          <a:effectLst/>
                        </a:rPr>
                        <a:t>ysis from</a:t>
                      </a:r>
                      <a:r>
                        <a:rPr lang="en-GB" sz="900" b="1">
                          <a:effectLst/>
                        </a:rPr>
                        <a:t> RN-307 </a:t>
                      </a:r>
                      <a:r>
                        <a:rPr lang="en-GB" sz="900" b="0">
                          <a:effectLst/>
                        </a:rPr>
                        <a:t>and </a:t>
                      </a:r>
                      <a:r>
                        <a:rPr lang="en-GB" sz="900" b="1">
                          <a:effectLst/>
                        </a:rPr>
                        <a:t>RN-304</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effectLst/>
                        </a:rPr>
                        <a:t>Short-term tactic </a:t>
                      </a:r>
                      <a:r>
                        <a:rPr lang="en-GB" sz="900">
                          <a:effectLst/>
                        </a:rPr>
                        <a:t>[TBC based on feedback from regulators]</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3884311862"/>
                  </a:ext>
                </a:extLst>
              </a:tr>
              <a:tr h="11907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a:t>Need for </a:t>
                      </a:r>
                      <a:r>
                        <a:rPr lang="en-GB" sz="900" b="1"/>
                        <a:t>efficacy &amp; outcomes data by CTx treatment </a:t>
                      </a:r>
                      <a:r>
                        <a:rPr lang="en-GB" sz="900" b="0"/>
                        <a:t>(i.e., cisplatin vs carboplatin vs cisplatin -&gt; carboplatin switch due to Aes)</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8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effectLst/>
                        </a:rPr>
                        <a:t>Post-hoc analysis of </a:t>
                      </a:r>
                      <a:r>
                        <a:rPr lang="en-GB" sz="900" b="1">
                          <a:effectLst/>
                        </a:rPr>
                        <a:t>RN-304 and RN-312</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effectLst/>
                        </a:rPr>
                        <a:t>Based on </a:t>
                      </a:r>
                      <a:r>
                        <a:rPr lang="en-GB" sz="900" b="1">
                          <a:effectLst/>
                        </a:rPr>
                        <a:t>publication timelines </a:t>
                      </a:r>
                      <a:r>
                        <a:rPr lang="en-GB" sz="900">
                          <a:effectLst/>
                        </a:rPr>
                        <a:t>for ’26</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effectLst/>
                        </a:rPr>
                        <a:t>Post hoc analysis comparing efficacy by CTx treatment </a:t>
                      </a:r>
                      <a:r>
                        <a:rPr lang="en-GB" sz="900" b="1">
                          <a:effectLst/>
                        </a:rPr>
                        <a:t>vs other CTx options and vs tislelizumab monotherapy</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kern="1200">
                        <a:solidFill>
                          <a:schemeClr val="dk1"/>
                        </a:solidFill>
                        <a:effectLst/>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99398645"/>
                  </a:ext>
                </a:extLst>
              </a:tr>
            </a:tbl>
          </a:graphicData>
        </a:graphic>
      </p:graphicFrame>
      <p:sp>
        <p:nvSpPr>
          <p:cNvPr id="4" name="Rectangle 3">
            <a:extLst>
              <a:ext uri="{FF2B5EF4-FFF2-40B4-BE49-F238E27FC236}">
                <a16:creationId xmlns:a16="http://schemas.microsoft.com/office/drawing/2014/main" id="{85B8DC26-9A9D-15DD-3BB5-A1438432CCFC}"/>
              </a:ext>
            </a:extLst>
          </p:cNvPr>
          <p:cNvSpPr/>
          <p:nvPr/>
        </p:nvSpPr>
        <p:spPr>
          <a:xfrm>
            <a:off x="127632" y="2354723"/>
            <a:ext cx="222533" cy="280229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a:t>
            </a:r>
          </a:p>
        </p:txBody>
      </p:sp>
      <p:grpSp>
        <p:nvGrpSpPr>
          <p:cNvPr id="843" name="Group 842">
            <a:extLst>
              <a:ext uri="{FF2B5EF4-FFF2-40B4-BE49-F238E27FC236}">
                <a16:creationId xmlns:a16="http://schemas.microsoft.com/office/drawing/2014/main" id="{C354B461-E371-DF4A-A04E-CEFEDCBA863F}"/>
              </a:ext>
            </a:extLst>
          </p:cNvPr>
          <p:cNvGrpSpPr/>
          <p:nvPr/>
        </p:nvGrpSpPr>
        <p:grpSpPr>
          <a:xfrm>
            <a:off x="8446122" y="668447"/>
            <a:ext cx="3358520" cy="323165"/>
            <a:chOff x="8469297" y="935394"/>
            <a:chExt cx="3358520" cy="323165"/>
          </a:xfrm>
        </p:grpSpPr>
        <p:sp>
          <p:nvSpPr>
            <p:cNvPr id="845" name="TextBox 844">
              <a:extLst>
                <a:ext uri="{FF2B5EF4-FFF2-40B4-BE49-F238E27FC236}">
                  <a16:creationId xmlns:a16="http://schemas.microsoft.com/office/drawing/2014/main" id="{2126F5EF-7C5F-5939-F6BD-3D3029CEDA3E}"/>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846" name="Isosceles Triangle 845">
              <a:extLst>
                <a:ext uri="{FF2B5EF4-FFF2-40B4-BE49-F238E27FC236}">
                  <a16:creationId xmlns:a16="http://schemas.microsoft.com/office/drawing/2014/main" id="{69FA5123-D7E1-6240-9633-E764A019C10B}"/>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47" name="Star: 5 Points 846">
              <a:extLst>
                <a:ext uri="{FF2B5EF4-FFF2-40B4-BE49-F238E27FC236}">
                  <a16:creationId xmlns:a16="http://schemas.microsoft.com/office/drawing/2014/main" id="{6F4AB896-90A7-89CB-690C-11DC7A1D0125}"/>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48" name="Arrow: Pentagon 847">
              <a:extLst>
                <a:ext uri="{FF2B5EF4-FFF2-40B4-BE49-F238E27FC236}">
                  <a16:creationId xmlns:a16="http://schemas.microsoft.com/office/drawing/2014/main" id="{60CF0BE6-A9B4-E165-D658-B035C3CA4AFF}"/>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849" name="TextBox 848">
              <a:extLst>
                <a:ext uri="{FF2B5EF4-FFF2-40B4-BE49-F238E27FC236}">
                  <a16:creationId xmlns:a16="http://schemas.microsoft.com/office/drawing/2014/main" id="{5D82B3AE-A440-FE71-AE36-CF1D64AB9702}"/>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850" name="TextBox 849">
              <a:extLst>
                <a:ext uri="{FF2B5EF4-FFF2-40B4-BE49-F238E27FC236}">
                  <a16:creationId xmlns:a16="http://schemas.microsoft.com/office/drawing/2014/main" id="{CF09A4C1-F61E-4B87-0905-A8F92BD3EB88}"/>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853" name="Footer Placeholder 3">
            <a:extLst>
              <a:ext uri="{FF2B5EF4-FFF2-40B4-BE49-F238E27FC236}">
                <a16:creationId xmlns:a16="http://schemas.microsoft.com/office/drawing/2014/main" id="{5FDE6EEE-6B4A-A348-F423-635C5FDBD60D}"/>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sp>
        <p:nvSpPr>
          <p:cNvPr id="2" name="Footer Placeholder 3">
            <a:extLst>
              <a:ext uri="{FF2B5EF4-FFF2-40B4-BE49-F238E27FC236}">
                <a16:creationId xmlns:a16="http://schemas.microsoft.com/office/drawing/2014/main" id="{C039F51B-59DC-EB62-C1E6-6F38CD7A0861}"/>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1. Efforts to address this gap hinges on the label restriction outcomes and requires close monitoring of local regulator feedback </a:t>
            </a:r>
          </a:p>
          <a:p>
            <a:pPr>
              <a:defRPr/>
            </a:pPr>
            <a:r>
              <a:rPr lang="en-US">
                <a:solidFill>
                  <a:srgbClr val="000000">
                    <a:lumMod val="65000"/>
                    <a:lumOff val="35000"/>
                  </a:srgbClr>
                </a:solidFill>
              </a:rPr>
              <a:t>Abbreviations: ES-SCLC: Extensive Stage Small Cell Lung Cancer; HEOR: Health Economics Outcomes Research; IIT: Investigator Initiated Trials</a:t>
            </a:r>
            <a:r>
              <a:rPr lang="en-US"/>
              <a:t>; </a:t>
            </a:r>
            <a:r>
              <a:rPr lang="en-US">
                <a:solidFill>
                  <a:srgbClr val="000000">
                    <a:lumMod val="65000"/>
                    <a:lumOff val="35000"/>
                  </a:srgbClr>
                </a:solidFill>
              </a:rPr>
              <a:t>JAPAC: Japan-Asia Pacific; mAb: Monoclonal Antibody; PD(L)-1: Programmed Death (Ligand)-1; RWE: Real World Evidence; TBC: To be Confirmed; SCLC: Small-Cell Lung Cancer; SI: Strategic Imperative; SLR: Systematic Literature Review; VEGF: Vascular Endothelial Growth Factor</a:t>
            </a:r>
          </a:p>
        </p:txBody>
      </p:sp>
      <p:sp>
        <p:nvSpPr>
          <p:cNvPr id="5" name="Footer Placeholder 3">
            <a:extLst>
              <a:ext uri="{FF2B5EF4-FFF2-40B4-BE49-F238E27FC236}">
                <a16:creationId xmlns:a16="http://schemas.microsoft.com/office/drawing/2014/main" id="{66362077-EBD5-FA6B-B5DF-85F947F1FB64}"/>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1" name="Graphic 10">
            <a:extLst>
              <a:ext uri="{FF2B5EF4-FFF2-40B4-BE49-F238E27FC236}">
                <a16:creationId xmlns:a16="http://schemas.microsoft.com/office/drawing/2014/main" id="{8F4AD126-F847-028E-C764-C7A72B5DB29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37570" y="958197"/>
            <a:ext cx="274320" cy="274320"/>
          </a:xfrm>
          <a:prstGeom prst="rect">
            <a:avLst/>
          </a:prstGeom>
        </p:spPr>
      </p:pic>
      <p:pic>
        <p:nvPicPr>
          <p:cNvPr id="12" name="Graphic 11">
            <a:extLst>
              <a:ext uri="{FF2B5EF4-FFF2-40B4-BE49-F238E27FC236}">
                <a16:creationId xmlns:a16="http://schemas.microsoft.com/office/drawing/2014/main" id="{C1814B78-60F4-9C5F-E27E-1B8C75F41A7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4487" y="958197"/>
            <a:ext cx="274320" cy="274320"/>
          </a:xfrm>
          <a:prstGeom prst="rect">
            <a:avLst/>
          </a:prstGeom>
        </p:spPr>
      </p:pic>
      <p:pic>
        <p:nvPicPr>
          <p:cNvPr id="13" name="Graphic 12">
            <a:extLst>
              <a:ext uri="{FF2B5EF4-FFF2-40B4-BE49-F238E27FC236}">
                <a16:creationId xmlns:a16="http://schemas.microsoft.com/office/drawing/2014/main" id="{3B8336E1-30F8-FC7C-4200-F7317421A36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14007" y="958197"/>
            <a:ext cx="274320" cy="274320"/>
          </a:xfrm>
          <a:prstGeom prst="rect">
            <a:avLst/>
          </a:prstGeom>
        </p:spPr>
      </p:pic>
      <p:pic>
        <p:nvPicPr>
          <p:cNvPr id="14" name="Graphic 13">
            <a:extLst>
              <a:ext uri="{FF2B5EF4-FFF2-40B4-BE49-F238E27FC236}">
                <a16:creationId xmlns:a16="http://schemas.microsoft.com/office/drawing/2014/main" id="{27CC8604-8C35-7439-1E0D-DBA8D41D3ACC}"/>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8194014" y="958557"/>
            <a:ext cx="273600" cy="273600"/>
          </a:xfrm>
          <a:prstGeom prst="rect">
            <a:avLst/>
          </a:prstGeom>
        </p:spPr>
      </p:pic>
      <p:grpSp>
        <p:nvGrpSpPr>
          <p:cNvPr id="23" name="Group 22">
            <a:extLst>
              <a:ext uri="{FF2B5EF4-FFF2-40B4-BE49-F238E27FC236}">
                <a16:creationId xmlns:a16="http://schemas.microsoft.com/office/drawing/2014/main" id="{D0B075D2-E89C-8B89-05C8-2A7C657AEC6E}"/>
              </a:ext>
            </a:extLst>
          </p:cNvPr>
          <p:cNvGrpSpPr/>
          <p:nvPr/>
        </p:nvGrpSpPr>
        <p:grpSpPr>
          <a:xfrm>
            <a:off x="-9526" y="-7584"/>
            <a:ext cx="11815014" cy="180000"/>
            <a:chOff x="-9526" y="-7584"/>
            <a:chExt cx="11815014" cy="180000"/>
          </a:xfrm>
        </p:grpSpPr>
        <p:sp>
          <p:nvSpPr>
            <p:cNvPr id="24" name="Rectangle 23">
              <a:extLst>
                <a:ext uri="{FF2B5EF4-FFF2-40B4-BE49-F238E27FC236}">
                  <a16:creationId xmlns:a16="http://schemas.microsoft.com/office/drawing/2014/main" id="{2E124FFA-240F-682F-56A3-EC5E8A1551B7}"/>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Across Lung</a:t>
              </a:r>
            </a:p>
          </p:txBody>
        </p:sp>
        <p:sp>
          <p:nvSpPr>
            <p:cNvPr id="26" name="Arrow: Pentagon 25">
              <a:extLst>
                <a:ext uri="{FF2B5EF4-FFF2-40B4-BE49-F238E27FC236}">
                  <a16:creationId xmlns:a16="http://schemas.microsoft.com/office/drawing/2014/main" id="{824BEAF4-65ED-9294-BA62-B22A015C5C8A}"/>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7" name="Arrow: Chevron 26">
              <a:extLst>
                <a:ext uri="{FF2B5EF4-FFF2-40B4-BE49-F238E27FC236}">
                  <a16:creationId xmlns:a16="http://schemas.microsoft.com/office/drawing/2014/main" id="{0ACC9EA4-0902-80CB-AC5F-6533D30AB01D}"/>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8" name="Arrow: Chevron 27">
              <a:extLst>
                <a:ext uri="{FF2B5EF4-FFF2-40B4-BE49-F238E27FC236}">
                  <a16:creationId xmlns:a16="http://schemas.microsoft.com/office/drawing/2014/main" id="{E3893DCD-4719-B2F2-E9CC-BDB3CCDA89C1}"/>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9" name="Arrow: Chevron 28">
              <a:extLst>
                <a:ext uri="{FF2B5EF4-FFF2-40B4-BE49-F238E27FC236}">
                  <a16:creationId xmlns:a16="http://schemas.microsoft.com/office/drawing/2014/main" id="{AF80F3D4-10EE-8C6B-8747-2BF7181C5690}"/>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grpSp>
        <p:nvGrpSpPr>
          <p:cNvPr id="16" name="Group 15">
            <a:extLst>
              <a:ext uri="{FF2B5EF4-FFF2-40B4-BE49-F238E27FC236}">
                <a16:creationId xmlns:a16="http://schemas.microsoft.com/office/drawing/2014/main" id="{FFD10484-1650-BFB4-1743-4BD9EA1B631B}"/>
              </a:ext>
            </a:extLst>
          </p:cNvPr>
          <p:cNvGrpSpPr/>
          <p:nvPr/>
        </p:nvGrpSpPr>
        <p:grpSpPr>
          <a:xfrm>
            <a:off x="2770855" y="3181621"/>
            <a:ext cx="510513" cy="329184"/>
            <a:chOff x="620519" y="3017691"/>
            <a:chExt cx="510513" cy="329184"/>
          </a:xfrm>
        </p:grpSpPr>
        <p:pic>
          <p:nvPicPr>
            <p:cNvPr id="17" name="Graphic 16">
              <a:extLst>
                <a:ext uri="{FF2B5EF4-FFF2-40B4-BE49-F238E27FC236}">
                  <a16:creationId xmlns:a16="http://schemas.microsoft.com/office/drawing/2014/main" id="{6B3395C1-EC42-27FB-BB78-89DC9A3BC711}"/>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620519" y="3017691"/>
              <a:ext cx="329184" cy="329184"/>
            </a:xfrm>
            <a:prstGeom prst="rect">
              <a:avLst/>
            </a:prstGeom>
          </p:spPr>
        </p:pic>
        <p:pic>
          <p:nvPicPr>
            <p:cNvPr id="18" name="Picture 17" descr="A blue circle with yellow stars in center&#10;&#10;Description automatically generated">
              <a:extLst>
                <a:ext uri="{FF2B5EF4-FFF2-40B4-BE49-F238E27FC236}">
                  <a16:creationId xmlns:a16="http://schemas.microsoft.com/office/drawing/2014/main" id="{6D607E17-5967-3331-EE70-807DDC377392}"/>
                </a:ext>
              </a:extLst>
            </p:cNvPr>
            <p:cNvPicPr>
              <a:picLocks noChangeAspect="1"/>
            </p:cNvPicPr>
            <p:nvPr/>
          </p:nvPicPr>
          <p:blipFill>
            <a:blip r:embed="rId16"/>
            <a:stretch>
              <a:fillRect/>
            </a:stretch>
          </p:blipFill>
          <p:spPr>
            <a:xfrm>
              <a:off x="829280" y="3031407"/>
              <a:ext cx="301752" cy="301752"/>
            </a:xfrm>
            <a:prstGeom prst="rect">
              <a:avLst/>
            </a:prstGeom>
            <a:ln>
              <a:noFill/>
            </a:ln>
          </p:spPr>
        </p:pic>
      </p:grpSp>
      <p:pic>
        <p:nvPicPr>
          <p:cNvPr id="19" name="Graphic 18">
            <a:extLst>
              <a:ext uri="{FF2B5EF4-FFF2-40B4-BE49-F238E27FC236}">
                <a16:creationId xmlns:a16="http://schemas.microsoft.com/office/drawing/2014/main" id="{11523809-60BE-7741-CF13-72D1A8A5DA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54995" y="2697342"/>
            <a:ext cx="274320" cy="274320"/>
          </a:xfrm>
          <a:prstGeom prst="rect">
            <a:avLst/>
          </a:prstGeom>
        </p:spPr>
      </p:pic>
      <p:pic>
        <p:nvPicPr>
          <p:cNvPr id="30" name="Graphic 29">
            <a:extLst>
              <a:ext uri="{FF2B5EF4-FFF2-40B4-BE49-F238E27FC236}">
                <a16:creationId xmlns:a16="http://schemas.microsoft.com/office/drawing/2014/main" id="{5DC91A71-1929-8839-7B6A-689E373A05B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54995" y="3690543"/>
            <a:ext cx="274320" cy="274320"/>
          </a:xfrm>
          <a:prstGeom prst="rect">
            <a:avLst/>
          </a:prstGeom>
        </p:spPr>
      </p:pic>
      <p:sp>
        <p:nvSpPr>
          <p:cNvPr id="36" name="Arrow: Pentagon 35">
            <a:extLst>
              <a:ext uri="{FF2B5EF4-FFF2-40B4-BE49-F238E27FC236}">
                <a16:creationId xmlns:a16="http://schemas.microsoft.com/office/drawing/2014/main" id="{4219A851-23BA-F5E3-53CC-D438DDE7773D}"/>
              </a:ext>
            </a:extLst>
          </p:cNvPr>
          <p:cNvSpPr/>
          <p:nvPr/>
        </p:nvSpPr>
        <p:spPr>
          <a:xfrm>
            <a:off x="6203383" y="2811568"/>
            <a:ext cx="1735898"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37" name="Isosceles Triangle 36">
            <a:extLst>
              <a:ext uri="{FF2B5EF4-FFF2-40B4-BE49-F238E27FC236}">
                <a16:creationId xmlns:a16="http://schemas.microsoft.com/office/drawing/2014/main" id="{FFC30D21-DA4A-DA13-492F-CDAC7BF66699}"/>
              </a:ext>
            </a:extLst>
          </p:cNvPr>
          <p:cNvSpPr/>
          <p:nvPr/>
        </p:nvSpPr>
        <p:spPr>
          <a:xfrm>
            <a:off x="7355383" y="2786168"/>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8" name="Star: 5 Points 37">
            <a:extLst>
              <a:ext uri="{FF2B5EF4-FFF2-40B4-BE49-F238E27FC236}">
                <a16:creationId xmlns:a16="http://schemas.microsoft.com/office/drawing/2014/main" id="{13B25D9A-57DD-5948-704E-482FE2C51F7D}"/>
              </a:ext>
            </a:extLst>
          </p:cNvPr>
          <p:cNvSpPr/>
          <p:nvPr/>
        </p:nvSpPr>
        <p:spPr>
          <a:xfrm>
            <a:off x="7766163" y="2811568"/>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7" name="TextBox 46">
            <a:extLst>
              <a:ext uri="{FF2B5EF4-FFF2-40B4-BE49-F238E27FC236}">
                <a16:creationId xmlns:a16="http://schemas.microsoft.com/office/drawing/2014/main" id="{BDDA6CD7-CA7A-17D7-8975-684C8712FA27}"/>
              </a:ext>
            </a:extLst>
          </p:cNvPr>
          <p:cNvSpPr txBox="1"/>
          <p:nvPr/>
        </p:nvSpPr>
        <p:spPr>
          <a:xfrm>
            <a:off x="7505865" y="2950789"/>
            <a:ext cx="805650" cy="461665"/>
          </a:xfrm>
          <a:prstGeom prst="rect">
            <a:avLst/>
          </a:prstGeom>
          <a:noFill/>
        </p:spPr>
        <p:txBody>
          <a:bodyPr wrap="square" lIns="91440" tIns="91440" rIns="91440" bIns="91440" rtlCol="0">
            <a:spAutoFit/>
          </a:bodyPr>
          <a:lstStyle/>
          <a:p>
            <a:pPr algn="ctr"/>
            <a:r>
              <a:rPr lang="en-US" sz="900"/>
              <a:t>ESMO Lung 2026</a:t>
            </a:r>
          </a:p>
        </p:txBody>
      </p:sp>
      <p:sp>
        <p:nvSpPr>
          <p:cNvPr id="48" name="Arrow: Pentagon 47">
            <a:extLst>
              <a:ext uri="{FF2B5EF4-FFF2-40B4-BE49-F238E27FC236}">
                <a16:creationId xmlns:a16="http://schemas.microsoft.com/office/drawing/2014/main" id="{7D98AE42-DAE8-D564-A595-A1AB4F15C3E3}"/>
              </a:ext>
            </a:extLst>
          </p:cNvPr>
          <p:cNvSpPr/>
          <p:nvPr/>
        </p:nvSpPr>
        <p:spPr>
          <a:xfrm>
            <a:off x="6210817" y="3887645"/>
            <a:ext cx="1771346"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49" name="Isosceles Triangle 48">
            <a:extLst>
              <a:ext uri="{FF2B5EF4-FFF2-40B4-BE49-F238E27FC236}">
                <a16:creationId xmlns:a16="http://schemas.microsoft.com/office/drawing/2014/main" id="{E63A360F-0959-F2B7-1335-3EB21D14562D}"/>
              </a:ext>
            </a:extLst>
          </p:cNvPr>
          <p:cNvSpPr/>
          <p:nvPr/>
        </p:nvSpPr>
        <p:spPr>
          <a:xfrm>
            <a:off x="7362817" y="3867325"/>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0" name="Star: 5 Points 49">
            <a:extLst>
              <a:ext uri="{FF2B5EF4-FFF2-40B4-BE49-F238E27FC236}">
                <a16:creationId xmlns:a16="http://schemas.microsoft.com/office/drawing/2014/main" id="{2A0509EF-1770-8CBA-5090-3824311FC233}"/>
              </a:ext>
            </a:extLst>
          </p:cNvPr>
          <p:cNvSpPr/>
          <p:nvPr/>
        </p:nvSpPr>
        <p:spPr>
          <a:xfrm>
            <a:off x="7766163" y="3887645"/>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1" name="Left Bracket 50">
            <a:extLst>
              <a:ext uri="{FF2B5EF4-FFF2-40B4-BE49-F238E27FC236}">
                <a16:creationId xmlns:a16="http://schemas.microsoft.com/office/drawing/2014/main" id="{96F5345F-B935-7393-9D12-85FB9B7C8EFF}"/>
              </a:ext>
            </a:extLst>
          </p:cNvPr>
          <p:cNvSpPr/>
          <p:nvPr/>
        </p:nvSpPr>
        <p:spPr>
          <a:xfrm rot="5400000">
            <a:off x="7632084" y="2521203"/>
            <a:ext cx="61805" cy="442017"/>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52" name="TextBox 51">
            <a:extLst>
              <a:ext uri="{FF2B5EF4-FFF2-40B4-BE49-F238E27FC236}">
                <a16:creationId xmlns:a16="http://schemas.microsoft.com/office/drawing/2014/main" id="{05FA600E-6ADC-EB59-EB8C-1CA5626D181E}"/>
              </a:ext>
            </a:extLst>
          </p:cNvPr>
          <p:cNvSpPr txBox="1"/>
          <p:nvPr/>
        </p:nvSpPr>
        <p:spPr>
          <a:xfrm>
            <a:off x="6996986" y="2539144"/>
            <a:ext cx="1332000" cy="200055"/>
          </a:xfrm>
          <a:prstGeom prst="rect">
            <a:avLst/>
          </a:prstGeom>
          <a:noFill/>
        </p:spPr>
        <p:txBody>
          <a:bodyPr wrap="square">
            <a:spAutoFit/>
          </a:bodyPr>
          <a:lstStyle/>
          <a:p>
            <a:pPr algn="ctr"/>
            <a:r>
              <a:rPr lang="en-GB" sz="700"/>
              <a:t>Publication review</a:t>
            </a:r>
          </a:p>
        </p:txBody>
      </p:sp>
      <p:sp>
        <p:nvSpPr>
          <p:cNvPr id="53" name="Left Bracket 52">
            <a:extLst>
              <a:ext uri="{FF2B5EF4-FFF2-40B4-BE49-F238E27FC236}">
                <a16:creationId xmlns:a16="http://schemas.microsoft.com/office/drawing/2014/main" id="{D326B026-CD5B-951D-DF49-A838617C641E}"/>
              </a:ext>
            </a:extLst>
          </p:cNvPr>
          <p:cNvSpPr/>
          <p:nvPr/>
        </p:nvSpPr>
        <p:spPr>
          <a:xfrm rot="5400000">
            <a:off x="7632084" y="3582133"/>
            <a:ext cx="61805" cy="442017"/>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55" name="TextBox 54">
            <a:extLst>
              <a:ext uri="{FF2B5EF4-FFF2-40B4-BE49-F238E27FC236}">
                <a16:creationId xmlns:a16="http://schemas.microsoft.com/office/drawing/2014/main" id="{725421FA-8C8F-BFFF-4047-7E4BF04F6C4B}"/>
              </a:ext>
            </a:extLst>
          </p:cNvPr>
          <p:cNvSpPr txBox="1"/>
          <p:nvPr/>
        </p:nvSpPr>
        <p:spPr>
          <a:xfrm>
            <a:off x="6996986" y="3600074"/>
            <a:ext cx="1332000" cy="200055"/>
          </a:xfrm>
          <a:prstGeom prst="rect">
            <a:avLst/>
          </a:prstGeom>
          <a:noFill/>
        </p:spPr>
        <p:txBody>
          <a:bodyPr wrap="square">
            <a:spAutoFit/>
          </a:bodyPr>
          <a:lstStyle/>
          <a:p>
            <a:pPr algn="ctr"/>
            <a:r>
              <a:rPr lang="en-GB" sz="700"/>
              <a:t>Publication review</a:t>
            </a:r>
          </a:p>
        </p:txBody>
      </p:sp>
      <p:sp>
        <p:nvSpPr>
          <p:cNvPr id="56" name="TextBox 55">
            <a:extLst>
              <a:ext uri="{FF2B5EF4-FFF2-40B4-BE49-F238E27FC236}">
                <a16:creationId xmlns:a16="http://schemas.microsoft.com/office/drawing/2014/main" id="{46010856-5D45-CC0D-5997-24EF9EADBE1C}"/>
              </a:ext>
            </a:extLst>
          </p:cNvPr>
          <p:cNvSpPr txBox="1"/>
          <p:nvPr/>
        </p:nvSpPr>
        <p:spPr>
          <a:xfrm>
            <a:off x="7505865" y="4053709"/>
            <a:ext cx="805650" cy="461665"/>
          </a:xfrm>
          <a:prstGeom prst="rect">
            <a:avLst/>
          </a:prstGeom>
          <a:noFill/>
        </p:spPr>
        <p:txBody>
          <a:bodyPr wrap="square" lIns="91440" tIns="91440" rIns="91440" bIns="91440" rtlCol="0">
            <a:spAutoFit/>
          </a:bodyPr>
          <a:lstStyle/>
          <a:p>
            <a:pPr algn="ctr"/>
            <a:r>
              <a:rPr lang="en-US" sz="900"/>
              <a:t>ESMO Lung 2026</a:t>
            </a:r>
          </a:p>
        </p:txBody>
      </p:sp>
      <p:grpSp>
        <p:nvGrpSpPr>
          <p:cNvPr id="8" name="Group 7">
            <a:extLst>
              <a:ext uri="{FF2B5EF4-FFF2-40B4-BE49-F238E27FC236}">
                <a16:creationId xmlns:a16="http://schemas.microsoft.com/office/drawing/2014/main" id="{24DC5B18-0F55-CD0D-F749-2E403B04F101}"/>
              </a:ext>
            </a:extLst>
          </p:cNvPr>
          <p:cNvGrpSpPr/>
          <p:nvPr/>
        </p:nvGrpSpPr>
        <p:grpSpPr>
          <a:xfrm>
            <a:off x="2783374" y="4715288"/>
            <a:ext cx="548950" cy="329184"/>
            <a:chOff x="796651" y="3592203"/>
            <a:chExt cx="548950" cy="329184"/>
          </a:xfrm>
        </p:grpSpPr>
        <p:pic>
          <p:nvPicPr>
            <p:cNvPr id="9" name="Picture 8" descr="A blue circle with yellow stars in center&#10;&#10;Description automatically generated">
              <a:extLst>
                <a:ext uri="{FF2B5EF4-FFF2-40B4-BE49-F238E27FC236}">
                  <a16:creationId xmlns:a16="http://schemas.microsoft.com/office/drawing/2014/main" id="{C9F97373-BCDA-E066-B860-1B911F09D4B6}"/>
                </a:ext>
              </a:extLst>
            </p:cNvPr>
            <p:cNvPicPr>
              <a:picLocks noChangeAspect="1"/>
            </p:cNvPicPr>
            <p:nvPr/>
          </p:nvPicPr>
          <p:blipFill>
            <a:blip r:embed="rId16"/>
            <a:stretch>
              <a:fillRect/>
            </a:stretch>
          </p:blipFill>
          <p:spPr>
            <a:xfrm>
              <a:off x="796651" y="3610161"/>
              <a:ext cx="293268" cy="293268"/>
            </a:xfrm>
            <a:prstGeom prst="rect">
              <a:avLst/>
            </a:prstGeom>
            <a:ln>
              <a:noFill/>
            </a:ln>
          </p:spPr>
        </p:pic>
        <p:pic>
          <p:nvPicPr>
            <p:cNvPr id="10" name="Picture 9">
              <a:extLst>
                <a:ext uri="{FF2B5EF4-FFF2-40B4-BE49-F238E27FC236}">
                  <a16:creationId xmlns:a16="http://schemas.microsoft.com/office/drawing/2014/main" id="{F49968DA-B3B0-67F3-D69C-1EB99770EC62}"/>
                </a:ext>
              </a:extLst>
            </p:cNvPr>
            <p:cNvPicPr>
              <a:picLocks noChangeAspect="1"/>
            </p:cNvPicPr>
            <p:nvPr/>
          </p:nvPicPr>
          <p:blipFill rotWithShape="1">
            <a:blip r:embed="rId17"/>
            <a:srcRect l="14865" t="17319" r="20459" b="14006"/>
            <a:stretch/>
          </p:blipFill>
          <p:spPr>
            <a:xfrm>
              <a:off x="1016417" y="3592203"/>
              <a:ext cx="329184" cy="329184"/>
            </a:xfrm>
            <a:prstGeom prst="ellipse">
              <a:avLst/>
            </a:prstGeom>
          </p:spPr>
        </p:pic>
      </p:grpSp>
      <p:pic>
        <p:nvPicPr>
          <p:cNvPr id="15" name="Graphic 14">
            <a:extLst>
              <a:ext uri="{FF2B5EF4-FFF2-40B4-BE49-F238E27FC236}">
                <a16:creationId xmlns:a16="http://schemas.microsoft.com/office/drawing/2014/main" id="{184B3FDC-A75E-D02F-EBA7-5D08296FE00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53372" y="4636802"/>
            <a:ext cx="274320" cy="274320"/>
          </a:xfrm>
          <a:prstGeom prst="rect">
            <a:avLst/>
          </a:prstGeom>
        </p:spPr>
      </p:pic>
      <p:sp>
        <p:nvSpPr>
          <p:cNvPr id="20" name="Rectangle 19">
            <a:extLst>
              <a:ext uri="{FF2B5EF4-FFF2-40B4-BE49-F238E27FC236}">
                <a16:creationId xmlns:a16="http://schemas.microsoft.com/office/drawing/2014/main" id="{296A5CFC-EA57-9B4C-C7D2-142A2D4ADC3B}"/>
              </a:ext>
            </a:extLst>
          </p:cNvPr>
          <p:cNvSpPr/>
          <p:nvPr/>
        </p:nvSpPr>
        <p:spPr>
          <a:xfrm>
            <a:off x="6286187" y="4650252"/>
            <a:ext cx="5415504" cy="3217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92500" lnSpcReduction="20000"/>
          </a:bodyPr>
          <a:lstStyle/>
          <a:p>
            <a:pPr algn="ctr"/>
            <a:r>
              <a:rPr lang="en-US">
                <a:solidFill>
                  <a:schemeClr val="bg1"/>
                </a:solidFill>
              </a:rPr>
              <a:t>Tactic pending local regulatory outcomes</a:t>
            </a:r>
            <a:r>
              <a:rPr lang="en-US" baseline="30000">
                <a:solidFill>
                  <a:schemeClr val="bg1"/>
                </a:solidFill>
              </a:rPr>
              <a:t>1</a:t>
            </a:r>
            <a:endParaRPr lang="en-US">
              <a:solidFill>
                <a:schemeClr val="bg1"/>
              </a:solidFill>
            </a:endParaRPr>
          </a:p>
        </p:txBody>
      </p:sp>
      <p:sp>
        <p:nvSpPr>
          <p:cNvPr id="21" name="Rectangle 20">
            <a:extLst>
              <a:ext uri="{FF2B5EF4-FFF2-40B4-BE49-F238E27FC236}">
                <a16:creationId xmlns:a16="http://schemas.microsoft.com/office/drawing/2014/main" id="{D498875F-1543-B0ED-20EC-C5FF7F4DBC0E}"/>
              </a:ext>
            </a:extLst>
          </p:cNvPr>
          <p:cNvSpPr/>
          <p:nvPr/>
        </p:nvSpPr>
        <p:spPr>
          <a:xfrm>
            <a:off x="135802" y="5212080"/>
            <a:ext cx="222533" cy="117043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Medium Priority</a:t>
            </a:r>
          </a:p>
        </p:txBody>
      </p:sp>
      <p:pic>
        <p:nvPicPr>
          <p:cNvPr id="33" name="Graphic 32">
            <a:extLst>
              <a:ext uri="{FF2B5EF4-FFF2-40B4-BE49-F238E27FC236}">
                <a16:creationId xmlns:a16="http://schemas.microsoft.com/office/drawing/2014/main" id="{BA535AA1-675E-8732-BEC5-E5CBE2520CD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53372" y="5669822"/>
            <a:ext cx="274320" cy="274320"/>
          </a:xfrm>
          <a:prstGeom prst="rect">
            <a:avLst/>
          </a:prstGeom>
        </p:spPr>
      </p:pic>
      <p:grpSp>
        <p:nvGrpSpPr>
          <p:cNvPr id="34" name="Group 33">
            <a:extLst>
              <a:ext uri="{FF2B5EF4-FFF2-40B4-BE49-F238E27FC236}">
                <a16:creationId xmlns:a16="http://schemas.microsoft.com/office/drawing/2014/main" id="{67A9507D-4700-1A84-C6BA-DE7EE13AE60E}"/>
              </a:ext>
            </a:extLst>
          </p:cNvPr>
          <p:cNvGrpSpPr/>
          <p:nvPr/>
        </p:nvGrpSpPr>
        <p:grpSpPr>
          <a:xfrm>
            <a:off x="2770855" y="5594939"/>
            <a:ext cx="510513" cy="329184"/>
            <a:chOff x="620519" y="3017691"/>
            <a:chExt cx="510513" cy="329184"/>
          </a:xfrm>
        </p:grpSpPr>
        <p:pic>
          <p:nvPicPr>
            <p:cNvPr id="35" name="Graphic 34">
              <a:extLst>
                <a:ext uri="{FF2B5EF4-FFF2-40B4-BE49-F238E27FC236}">
                  <a16:creationId xmlns:a16="http://schemas.microsoft.com/office/drawing/2014/main" id="{8FB99699-E87B-7290-0C5F-AE4083707AA6}"/>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620519" y="3017691"/>
              <a:ext cx="329184" cy="329184"/>
            </a:xfrm>
            <a:prstGeom prst="rect">
              <a:avLst/>
            </a:prstGeom>
          </p:spPr>
        </p:pic>
        <p:pic>
          <p:nvPicPr>
            <p:cNvPr id="39" name="Picture 38" descr="A blue circle with yellow stars in center&#10;&#10;Description automatically generated">
              <a:extLst>
                <a:ext uri="{FF2B5EF4-FFF2-40B4-BE49-F238E27FC236}">
                  <a16:creationId xmlns:a16="http://schemas.microsoft.com/office/drawing/2014/main" id="{72A9AF0E-CE33-C7AA-7D91-141EFCDD700E}"/>
                </a:ext>
              </a:extLst>
            </p:cNvPr>
            <p:cNvPicPr>
              <a:picLocks noChangeAspect="1"/>
            </p:cNvPicPr>
            <p:nvPr/>
          </p:nvPicPr>
          <p:blipFill>
            <a:blip r:embed="rId16"/>
            <a:stretch>
              <a:fillRect/>
            </a:stretch>
          </p:blipFill>
          <p:spPr>
            <a:xfrm>
              <a:off x="829280" y="3031407"/>
              <a:ext cx="301752" cy="301752"/>
            </a:xfrm>
            <a:prstGeom prst="rect">
              <a:avLst/>
            </a:prstGeom>
            <a:ln>
              <a:noFill/>
            </a:ln>
          </p:spPr>
        </p:pic>
      </p:grpSp>
      <p:sp>
        <p:nvSpPr>
          <p:cNvPr id="40" name="Arrow: Pentagon 39">
            <a:extLst>
              <a:ext uri="{FF2B5EF4-FFF2-40B4-BE49-F238E27FC236}">
                <a16:creationId xmlns:a16="http://schemas.microsoft.com/office/drawing/2014/main" id="{071FC453-1764-E646-044C-AFDFB6AA1F6E}"/>
              </a:ext>
            </a:extLst>
          </p:cNvPr>
          <p:cNvSpPr/>
          <p:nvPr/>
        </p:nvSpPr>
        <p:spPr>
          <a:xfrm>
            <a:off x="6469710" y="5765267"/>
            <a:ext cx="1469571"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42" name="Left Bracket 41">
            <a:extLst>
              <a:ext uri="{FF2B5EF4-FFF2-40B4-BE49-F238E27FC236}">
                <a16:creationId xmlns:a16="http://schemas.microsoft.com/office/drawing/2014/main" id="{9EC8976E-7F04-D0A5-9F36-EFD75509A024}"/>
              </a:ext>
            </a:extLst>
          </p:cNvPr>
          <p:cNvSpPr/>
          <p:nvPr/>
        </p:nvSpPr>
        <p:spPr>
          <a:xfrm rot="5400000">
            <a:off x="6604938" y="5525857"/>
            <a:ext cx="61805" cy="340001"/>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3" name="TextBox 42">
            <a:extLst>
              <a:ext uri="{FF2B5EF4-FFF2-40B4-BE49-F238E27FC236}">
                <a16:creationId xmlns:a16="http://schemas.microsoft.com/office/drawing/2014/main" id="{15850200-5F79-7E86-5B5F-2BAB509412FF}"/>
              </a:ext>
            </a:extLst>
          </p:cNvPr>
          <p:cNvSpPr txBox="1"/>
          <p:nvPr/>
        </p:nvSpPr>
        <p:spPr>
          <a:xfrm>
            <a:off x="6190497" y="5365914"/>
            <a:ext cx="890686" cy="307777"/>
          </a:xfrm>
          <a:prstGeom prst="rect">
            <a:avLst/>
          </a:prstGeom>
          <a:noFill/>
        </p:spPr>
        <p:txBody>
          <a:bodyPr wrap="square">
            <a:spAutoFit/>
          </a:bodyPr>
          <a:lstStyle/>
          <a:p>
            <a:pPr algn="ctr"/>
            <a:r>
              <a:rPr lang="en-GB" sz="700"/>
              <a:t>Align with pubs + stats team</a:t>
            </a:r>
          </a:p>
        </p:txBody>
      </p:sp>
      <p:sp>
        <p:nvSpPr>
          <p:cNvPr id="44" name="Left Bracket 43">
            <a:extLst>
              <a:ext uri="{FF2B5EF4-FFF2-40B4-BE49-F238E27FC236}">
                <a16:creationId xmlns:a16="http://schemas.microsoft.com/office/drawing/2014/main" id="{FD69FB0B-7B84-6AE8-8DA2-C6813FFB18CB}"/>
              </a:ext>
            </a:extLst>
          </p:cNvPr>
          <p:cNvSpPr/>
          <p:nvPr/>
        </p:nvSpPr>
        <p:spPr>
          <a:xfrm rot="5400000">
            <a:off x="7376474" y="5163955"/>
            <a:ext cx="61805" cy="1063808"/>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45" name="TextBox 44">
            <a:extLst>
              <a:ext uri="{FF2B5EF4-FFF2-40B4-BE49-F238E27FC236}">
                <a16:creationId xmlns:a16="http://schemas.microsoft.com/office/drawing/2014/main" id="{DE1AF46C-A65B-A20B-F3F5-187905DB4003}"/>
              </a:ext>
            </a:extLst>
          </p:cNvPr>
          <p:cNvSpPr txBox="1"/>
          <p:nvPr/>
        </p:nvSpPr>
        <p:spPr>
          <a:xfrm>
            <a:off x="6962033" y="5365914"/>
            <a:ext cx="890686" cy="307777"/>
          </a:xfrm>
          <a:prstGeom prst="rect">
            <a:avLst/>
          </a:prstGeom>
          <a:noFill/>
        </p:spPr>
        <p:txBody>
          <a:bodyPr wrap="square">
            <a:spAutoFit/>
          </a:bodyPr>
          <a:lstStyle/>
          <a:p>
            <a:pPr algn="ctr"/>
            <a:r>
              <a:rPr lang="en-GB" sz="700"/>
              <a:t>Run analysis &amp; </a:t>
            </a:r>
            <a:r>
              <a:rPr lang="en-GB" sz="700" err="1"/>
              <a:t>Distill</a:t>
            </a:r>
            <a:r>
              <a:rPr lang="en-GB" sz="700"/>
              <a:t> insights</a:t>
            </a:r>
          </a:p>
        </p:txBody>
      </p:sp>
      <p:sp>
        <p:nvSpPr>
          <p:cNvPr id="22" name="Star: 5 Points 21">
            <a:extLst>
              <a:ext uri="{FF2B5EF4-FFF2-40B4-BE49-F238E27FC236}">
                <a16:creationId xmlns:a16="http://schemas.microsoft.com/office/drawing/2014/main" id="{D75889DA-6AB9-AC84-3851-0B25E6B88A68}"/>
              </a:ext>
            </a:extLst>
          </p:cNvPr>
          <p:cNvSpPr/>
          <p:nvPr/>
        </p:nvSpPr>
        <p:spPr>
          <a:xfrm>
            <a:off x="7766163" y="5753677"/>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Tree>
    <p:extLst>
      <p:ext uri="{BB962C8B-B14F-4D97-AF65-F5344CB8AC3E}">
        <p14:creationId xmlns:p14="http://schemas.microsoft.com/office/powerpoint/2010/main" val="16368582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85CBF-D117-86DD-0ED4-EF309F4D1080}"/>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E71BABF-B69C-8F32-C8E2-CEF3D44CEA55}"/>
              </a:ext>
            </a:extLst>
          </p:cNvPr>
          <p:cNvGraphicFramePr>
            <a:graphicFrameLocks noChangeAspect="1"/>
          </p:cNvGraphicFramePr>
          <p:nvPr>
            <p:custDataLst>
              <p:tags r:id="rId1"/>
            </p:custDataLst>
            <p:extLst>
              <p:ext uri="{D42A27DB-BD31-4B8C-83A1-F6EECF244321}">
                <p14:modId xmlns:p14="http://schemas.microsoft.com/office/powerpoint/2010/main" val="21902528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0E71BABF-B69C-8F32-C8E2-CEF3D44CEA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397784B-2EDF-B85D-C2CC-5042131E0326}"/>
              </a:ext>
            </a:extLst>
          </p:cNvPr>
          <p:cNvSpPr>
            <a:spLocks noGrp="1"/>
          </p:cNvSpPr>
          <p:nvPr>
            <p:ph type="ctrTitle"/>
          </p:nvPr>
        </p:nvSpPr>
        <p:spPr>
          <a:xfrm>
            <a:off x="336165" y="3000231"/>
            <a:ext cx="9609346" cy="738664"/>
          </a:xfrm>
        </p:spPr>
        <p:txBody>
          <a:bodyPr vert="horz"/>
          <a:lstStyle/>
          <a:p>
            <a:r>
              <a:rPr lang="en-US" b="1"/>
              <a:t>Perioperative NSCLC</a:t>
            </a:r>
          </a:p>
        </p:txBody>
      </p:sp>
      <p:pic>
        <p:nvPicPr>
          <p:cNvPr id="9" name="Graphic 8">
            <a:hlinkClick r:id="rId5" action="ppaction://hlinksldjump"/>
            <a:extLst>
              <a:ext uri="{FF2B5EF4-FFF2-40B4-BE49-F238E27FC236}">
                <a16:creationId xmlns:a16="http://schemas.microsoft.com/office/drawing/2014/main" id="{53638930-54BB-D232-701F-4B89CF56D645}"/>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110002" y="6124703"/>
            <a:ext cx="720000" cy="720000"/>
          </a:xfrm>
          <a:prstGeom prst="rect">
            <a:avLst/>
          </a:prstGeom>
        </p:spPr>
      </p:pic>
    </p:spTree>
    <p:extLst>
      <p:ext uri="{BB962C8B-B14F-4D97-AF65-F5344CB8AC3E}">
        <p14:creationId xmlns:p14="http://schemas.microsoft.com/office/powerpoint/2010/main" val="36948664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16CAF-5FE9-31EE-F16C-FFD19609B291}"/>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4235C766-D584-ACCA-D270-1E2857B5D942}"/>
              </a:ext>
            </a:extLst>
          </p:cNvPr>
          <p:cNvGraphicFramePr>
            <a:graphicFrameLocks noChangeAspect="1"/>
          </p:cNvGraphicFramePr>
          <p:nvPr>
            <p:custDataLst>
              <p:tags r:id="rId1"/>
            </p:custDataLst>
            <p:extLst>
              <p:ext uri="{D42A27DB-BD31-4B8C-83A1-F6EECF244321}">
                <p14:modId xmlns:p14="http://schemas.microsoft.com/office/powerpoint/2010/main" val="12085436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4235C766-D584-ACCA-D270-1E2857B5D9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D52B68F-5C4A-C8F3-8419-BC339CFB10B0}"/>
              </a:ext>
            </a:extLst>
          </p:cNvPr>
          <p:cNvSpPr>
            <a:spLocks noGrp="1"/>
          </p:cNvSpPr>
          <p:nvPr>
            <p:ph type="title"/>
          </p:nvPr>
        </p:nvSpPr>
        <p:spPr>
          <a:xfrm>
            <a:off x="358337" y="271427"/>
            <a:ext cx="11470125" cy="369332"/>
          </a:xfrm>
        </p:spPr>
        <p:txBody>
          <a:bodyPr vert="horz"/>
          <a:lstStyle/>
          <a:p>
            <a:r>
              <a:rPr lang="en-US" sz="2400"/>
              <a:t>Evidence Gap Prioritization: Perioperative NSCLC</a:t>
            </a:r>
          </a:p>
        </p:txBody>
      </p:sp>
      <p:sp>
        <p:nvSpPr>
          <p:cNvPr id="4" name="Footer Placeholder 3">
            <a:extLst>
              <a:ext uri="{FF2B5EF4-FFF2-40B4-BE49-F238E27FC236}">
                <a16:creationId xmlns:a16="http://schemas.microsoft.com/office/drawing/2014/main" id="{B0C777C6-2E36-3610-90BB-AFC2B69FC06E}"/>
              </a:ext>
            </a:extLst>
          </p:cNvPr>
          <p:cNvSpPr>
            <a:spLocks noGrp="1"/>
          </p:cNvSpPr>
          <p:nvPr>
            <p:ph type="ftr" sz="quarter" idx="10"/>
          </p:nvPr>
        </p:nvSpPr>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1. Key markets for each gap were determined based on materials audit, interview discussions and related pre-work, and insights gathered during the two-day workshops</a:t>
            </a: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Abbreviations: EFS: Event Free Survival; MPR: Major Pathologic Response; Neo: Neoadjuvant; NSCLC: Non-small Cell Lung Cancer; OS: Overall Survival; Pan: Across; Peri: Perioperative;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pCR</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Pathological Complete Response</a:t>
            </a:r>
          </a:p>
        </p:txBody>
      </p:sp>
      <p:graphicFrame>
        <p:nvGraphicFramePr>
          <p:cNvPr id="21511" name="Table 21510">
            <a:extLst>
              <a:ext uri="{FF2B5EF4-FFF2-40B4-BE49-F238E27FC236}">
                <a16:creationId xmlns:a16="http://schemas.microsoft.com/office/drawing/2014/main" id="{DAD4DD82-37D3-909B-79AE-6C26ADBBA599}"/>
              </a:ext>
            </a:extLst>
          </p:cNvPr>
          <p:cNvGraphicFramePr>
            <a:graphicFrameLocks noGrp="1"/>
          </p:cNvGraphicFramePr>
          <p:nvPr>
            <p:extLst>
              <p:ext uri="{D42A27DB-BD31-4B8C-83A1-F6EECF244321}">
                <p14:modId xmlns:p14="http://schemas.microsoft.com/office/powerpoint/2010/main" val="207073820"/>
              </p:ext>
            </p:extLst>
          </p:nvPr>
        </p:nvGraphicFramePr>
        <p:xfrm>
          <a:off x="6096000" y="1739087"/>
          <a:ext cx="5732460" cy="3713480"/>
        </p:xfrm>
        <a:graphic>
          <a:graphicData uri="http://schemas.openxmlformats.org/drawingml/2006/table">
            <a:tbl>
              <a:tblPr firstRow="1" bandRow="1">
                <a:tableStyleId>{9DCAF9ED-07DC-4A11-8D7F-57B35C25682E}</a:tableStyleId>
              </a:tblPr>
              <a:tblGrid>
                <a:gridCol w="338604">
                  <a:extLst>
                    <a:ext uri="{9D8B030D-6E8A-4147-A177-3AD203B41FA5}">
                      <a16:colId xmlns:a16="http://schemas.microsoft.com/office/drawing/2014/main" val="1446160234"/>
                    </a:ext>
                  </a:extLst>
                </a:gridCol>
                <a:gridCol w="1383516">
                  <a:extLst>
                    <a:ext uri="{9D8B030D-6E8A-4147-A177-3AD203B41FA5}">
                      <a16:colId xmlns:a16="http://schemas.microsoft.com/office/drawing/2014/main" val="638213638"/>
                    </a:ext>
                  </a:extLst>
                </a:gridCol>
                <a:gridCol w="4010340">
                  <a:extLst>
                    <a:ext uri="{9D8B030D-6E8A-4147-A177-3AD203B41FA5}">
                      <a16:colId xmlns:a16="http://schemas.microsoft.com/office/drawing/2014/main" val="1680224606"/>
                    </a:ext>
                  </a:extLst>
                </a:gridCol>
              </a:tblGrid>
              <a:tr h="37084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a:solidFill>
                            <a:schemeClr val="bg1"/>
                          </a:solidFill>
                        </a:rPr>
                        <a:t>Perioperative NSCLC</a:t>
                      </a:r>
                    </a:p>
                  </a:txBody>
                  <a:tcPr marL="51615" marR="51615" anchor="ctr">
                    <a:solidFill>
                      <a:srgbClr val="26C5BE"/>
                    </a:solidFill>
                  </a:tcPr>
                </a:tc>
                <a:tc hMerge="1">
                  <a:txBody>
                    <a:bodyPr/>
                    <a:lstStyle/>
                    <a:p>
                      <a:endParaRPr lang="en-GB"/>
                    </a:p>
                  </a:txBody>
                  <a:tcPr/>
                </a:tc>
                <a:tc hMerge="1">
                  <a:txBody>
                    <a:bodyPr/>
                    <a:lstStyle/>
                    <a:p>
                      <a:endParaRPr lang="en-US" sz="1200" b="1">
                        <a:solidFill>
                          <a:schemeClr val="bg1"/>
                        </a:solidFill>
                      </a:endParaRPr>
                    </a:p>
                  </a:txBody>
                  <a:tcPr marL="51615" marR="51615">
                    <a:solidFill>
                      <a:schemeClr val="accent1"/>
                    </a:solidFill>
                  </a:tcPr>
                </a:tc>
                <a:extLst>
                  <a:ext uri="{0D108BD9-81ED-4DB2-BD59-A6C34878D82A}">
                    <a16:rowId xmlns:a16="http://schemas.microsoft.com/office/drawing/2014/main" val="170152819"/>
                  </a:ext>
                </a:extLst>
              </a:tr>
              <a:tr h="370840">
                <a:tc>
                  <a:txBody>
                    <a:bodyPr/>
                    <a:lstStyle/>
                    <a:p>
                      <a:endParaRPr lang="en-US" sz="1200" b="1">
                        <a:solidFill>
                          <a:schemeClr val="bg1"/>
                        </a:solidFill>
                      </a:endParaRPr>
                    </a:p>
                  </a:txBody>
                  <a:tcPr marL="51615" marR="51615"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r>
                        <a:rPr lang="en-US" sz="1200" b="1" baseline="30000">
                          <a:solidFill>
                            <a:schemeClr val="bg1"/>
                          </a:solidFill>
                        </a:rPr>
                        <a:t>1</a:t>
                      </a:r>
                      <a:endParaRPr lang="en-US" sz="1200" b="1">
                        <a:solidFill>
                          <a:schemeClr val="bg1"/>
                        </a:solidFill>
                      </a:endParaRPr>
                    </a:p>
                  </a:txBody>
                  <a:tcPr marL="51615" marR="51615" anchor="ctr">
                    <a:solidFill>
                      <a:srgbClr val="26C5BE"/>
                    </a:solidFill>
                  </a:tcPr>
                </a:tc>
                <a:tc>
                  <a:txBody>
                    <a:bodyPr/>
                    <a:lstStyle/>
                    <a:p>
                      <a:r>
                        <a:rPr lang="en-US" sz="1200" b="1">
                          <a:solidFill>
                            <a:schemeClr val="bg1"/>
                          </a:solidFill>
                        </a:rPr>
                        <a:t>Evidence Gaps</a:t>
                      </a:r>
                    </a:p>
                  </a:txBody>
                  <a:tcPr marL="51615" marR="51615" anchor="ctr">
                    <a:solidFill>
                      <a:srgbClr val="26C5BE"/>
                    </a:solidFill>
                  </a:tcPr>
                </a:tc>
                <a:extLst>
                  <a:ext uri="{0D108BD9-81ED-4DB2-BD59-A6C34878D82A}">
                    <a16:rowId xmlns:a16="http://schemas.microsoft.com/office/drawing/2014/main" val="936799235"/>
                  </a:ext>
                </a:extLst>
              </a:tr>
              <a:tr h="432000">
                <a:tc>
                  <a:txBody>
                    <a:bodyPr/>
                    <a:lstStyle/>
                    <a:p>
                      <a:pPr algn="ctr"/>
                      <a:r>
                        <a:rPr lang="en-US" sz="1200" b="1">
                          <a:solidFill>
                            <a:schemeClr val="accent3"/>
                          </a:solidFill>
                        </a:rPr>
                        <a:t>5</a:t>
                      </a: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i="0" kern="1200">
                        <a:solidFill>
                          <a:schemeClr val="tx1"/>
                        </a:solidFill>
                        <a:latin typeface="+mn-lt"/>
                        <a:ea typeface="+mn-ea"/>
                        <a:cs typeface="+mn-cs"/>
                      </a:endParaRP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t>[Pan-peri] </a:t>
                      </a:r>
                      <a:r>
                        <a:rPr lang="en-US" sz="1100" b="1"/>
                        <a:t>Completion and adherence to adjuvant tislelizumab</a:t>
                      </a:r>
                      <a:r>
                        <a:rPr lang="en-US" sz="1100"/>
                        <a:t> (vs control arm) as predictor of long-term response or outcome</a:t>
                      </a:r>
                    </a:p>
                  </a:txBody>
                  <a:tcPr marL="51615" marR="51615" anchor="ctr"/>
                </a:tc>
                <a:extLst>
                  <a:ext uri="{0D108BD9-81ED-4DB2-BD59-A6C34878D82A}">
                    <a16:rowId xmlns:a16="http://schemas.microsoft.com/office/drawing/2014/main" val="1655125714"/>
                  </a:ext>
                </a:extLst>
              </a:tr>
              <a:tr h="432000">
                <a:tc>
                  <a:txBody>
                    <a:bodyPr/>
                    <a:lstStyle/>
                    <a:p>
                      <a:pPr algn="ctr"/>
                      <a:r>
                        <a:rPr lang="en-US" sz="1200" b="1">
                          <a:solidFill>
                            <a:schemeClr val="accent3"/>
                          </a:solidFill>
                        </a:rPr>
                        <a:t>6</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[Pan-peri] </a:t>
                      </a:r>
                      <a:r>
                        <a:rPr lang="en-US" sz="1200" b="1"/>
                        <a:t>Need to understand the combination of patient characteristics</a:t>
                      </a:r>
                      <a:r>
                        <a:rPr lang="en-US" sz="1200"/>
                        <a:t> that can influence treatment decision</a:t>
                      </a:r>
                    </a:p>
                  </a:txBody>
                  <a:tcPr marL="51615" marR="51615" anchor="ctr"/>
                </a:tc>
                <a:extLst>
                  <a:ext uri="{0D108BD9-81ED-4DB2-BD59-A6C34878D82A}">
                    <a16:rowId xmlns:a16="http://schemas.microsoft.com/office/drawing/2014/main" val="3410379953"/>
                  </a:ext>
                </a:extLst>
              </a:tr>
              <a:tr h="432000">
                <a:tc>
                  <a:txBody>
                    <a:bodyPr/>
                    <a:lstStyle/>
                    <a:p>
                      <a:pPr algn="ctr"/>
                      <a:r>
                        <a:rPr lang="en-US" sz="1200" b="1">
                          <a:solidFill>
                            <a:schemeClr val="accent3"/>
                          </a:solidFill>
                        </a:rPr>
                        <a:t>7</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r>
                        <a:rPr lang="en-US" sz="1200"/>
                        <a:t>[Pan-peri] Need for </a:t>
                      </a:r>
                      <a:r>
                        <a:rPr lang="en-US" sz="1200" b="1"/>
                        <a:t>median follow-up of at least 36 months </a:t>
                      </a:r>
                      <a:r>
                        <a:rPr lang="en-US" sz="1200"/>
                        <a:t>(with a mOS delta of at least 10% at 24 months landmark) in RN-315</a:t>
                      </a:r>
                    </a:p>
                  </a:txBody>
                  <a:tcPr marL="51615" marR="51615" anchor="ctr"/>
                </a:tc>
                <a:extLst>
                  <a:ext uri="{0D108BD9-81ED-4DB2-BD59-A6C34878D82A}">
                    <a16:rowId xmlns:a16="http://schemas.microsoft.com/office/drawing/2014/main" val="3121148714"/>
                  </a:ext>
                </a:extLst>
              </a:tr>
              <a:tr h="432000">
                <a:tc>
                  <a:txBody>
                    <a:bodyPr/>
                    <a:lstStyle/>
                    <a:p>
                      <a:pPr algn="ctr"/>
                      <a:r>
                        <a:rPr lang="en-US" sz="1200" b="1">
                          <a:solidFill>
                            <a:schemeClr val="accent3"/>
                          </a:solidFill>
                        </a:rPr>
                        <a:t>8</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r>
                        <a:rPr lang="en-US" sz="1200"/>
                        <a:t>[Neo] Need for </a:t>
                      </a:r>
                      <a:r>
                        <a:rPr lang="en-US" sz="1200" b="1"/>
                        <a:t>EFS data </a:t>
                      </a:r>
                      <a:r>
                        <a:rPr lang="en-US" sz="1200"/>
                        <a:t>by </a:t>
                      </a:r>
                      <a:r>
                        <a:rPr lang="en-US" sz="1200" b="1"/>
                        <a:t>surgically relevant subgroups</a:t>
                      </a:r>
                    </a:p>
                  </a:txBody>
                  <a:tcPr marL="51615" marR="51615" anchor="ctr"/>
                </a:tc>
                <a:extLst>
                  <a:ext uri="{0D108BD9-81ED-4DB2-BD59-A6C34878D82A}">
                    <a16:rowId xmlns:a16="http://schemas.microsoft.com/office/drawing/2014/main" val="95496973"/>
                  </a:ext>
                </a:extLst>
              </a:tr>
              <a:tr h="432000">
                <a:tc>
                  <a:txBody>
                    <a:bodyPr/>
                    <a:lstStyle/>
                    <a:p>
                      <a:pPr algn="ctr"/>
                      <a:r>
                        <a:rPr lang="en-US" sz="1200" b="1">
                          <a:solidFill>
                            <a:schemeClr val="accent3"/>
                          </a:solidFill>
                        </a:rPr>
                        <a:t>9</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[Neo] </a:t>
                      </a:r>
                      <a:r>
                        <a:rPr lang="en-US" sz="1200" b="1"/>
                        <a:t>Need for data analyses </a:t>
                      </a:r>
                      <a:r>
                        <a:rPr lang="en-US" sz="1200"/>
                        <a:t>on </a:t>
                      </a:r>
                      <a:r>
                        <a:rPr lang="en-US" sz="1200" b="1"/>
                        <a:t>EFS and OS </a:t>
                      </a:r>
                      <a:r>
                        <a:rPr lang="en-US" sz="1200"/>
                        <a:t>stratified by </a:t>
                      </a:r>
                      <a:r>
                        <a:rPr lang="en-US" sz="1200" b="1"/>
                        <a:t>MPR and pCR for neoadjuvant </a:t>
                      </a:r>
                      <a:r>
                        <a:rPr lang="en-US" sz="1200"/>
                        <a:t>population</a:t>
                      </a:r>
                    </a:p>
                  </a:txBody>
                  <a:tcPr marL="51615" marR="51615" anchor="ctr"/>
                </a:tc>
                <a:extLst>
                  <a:ext uri="{0D108BD9-81ED-4DB2-BD59-A6C34878D82A}">
                    <a16:rowId xmlns:a16="http://schemas.microsoft.com/office/drawing/2014/main" val="4159095639"/>
                  </a:ext>
                </a:extLst>
              </a:tr>
            </a:tbl>
          </a:graphicData>
        </a:graphic>
      </p:graphicFrame>
      <p:grpSp>
        <p:nvGrpSpPr>
          <p:cNvPr id="46" name="Group 45">
            <a:extLst>
              <a:ext uri="{FF2B5EF4-FFF2-40B4-BE49-F238E27FC236}">
                <a16:creationId xmlns:a16="http://schemas.microsoft.com/office/drawing/2014/main" id="{33FEAF9B-A4C7-962A-CFB7-9C7DEF81D6C7}"/>
              </a:ext>
            </a:extLst>
          </p:cNvPr>
          <p:cNvGrpSpPr/>
          <p:nvPr/>
        </p:nvGrpSpPr>
        <p:grpSpPr>
          <a:xfrm>
            <a:off x="271709" y="1739088"/>
            <a:ext cx="5702261" cy="3731496"/>
            <a:chOff x="358337" y="1921968"/>
            <a:chExt cx="5702261" cy="3731496"/>
          </a:xfrm>
        </p:grpSpPr>
        <p:grpSp>
          <p:nvGrpSpPr>
            <p:cNvPr id="21" name="Group 20">
              <a:extLst>
                <a:ext uri="{FF2B5EF4-FFF2-40B4-BE49-F238E27FC236}">
                  <a16:creationId xmlns:a16="http://schemas.microsoft.com/office/drawing/2014/main" id="{1878844F-4ED7-418F-CD01-34CA123AB7CA}"/>
                </a:ext>
              </a:extLst>
            </p:cNvPr>
            <p:cNvGrpSpPr/>
            <p:nvPr/>
          </p:nvGrpSpPr>
          <p:grpSpPr>
            <a:xfrm>
              <a:off x="358337" y="2353224"/>
              <a:ext cx="5702261" cy="3300240"/>
              <a:chOff x="5777720" y="2434279"/>
              <a:chExt cx="5702261" cy="3300240"/>
            </a:xfrm>
          </p:grpSpPr>
          <p:sp>
            <p:nvSpPr>
              <p:cNvPr id="22" name="Double flèche horizontale 8">
                <a:extLst>
                  <a:ext uri="{FF2B5EF4-FFF2-40B4-BE49-F238E27FC236}">
                    <a16:creationId xmlns:a16="http://schemas.microsoft.com/office/drawing/2014/main" id="{B97FB68A-A40C-1517-DC9D-1646662E4599}"/>
                  </a:ext>
                </a:extLst>
              </p:cNvPr>
              <p:cNvSpPr/>
              <p:nvPr/>
            </p:nvSpPr>
            <p:spPr>
              <a:xfrm>
                <a:off x="6223981" y="5388456"/>
                <a:ext cx="5256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7" name="ShapeNameChangedByPowerUser1">
                <a:extLst>
                  <a:ext uri="{FF2B5EF4-FFF2-40B4-BE49-F238E27FC236}">
                    <a16:creationId xmlns:a16="http://schemas.microsoft.com/office/drawing/2014/main" id="{FA74138A-A124-D2B2-4592-23ED6D608C87}"/>
                  </a:ext>
                </a:extLst>
              </p:cNvPr>
              <p:cNvSpPr txBox="1"/>
              <p:nvPr/>
            </p:nvSpPr>
            <p:spPr>
              <a:xfrm>
                <a:off x="7229722" y="5549853"/>
                <a:ext cx="3244518" cy="184666"/>
              </a:xfrm>
              <a:prstGeom prst="rect">
                <a:avLst/>
              </a:prstGeom>
              <a:solidFill>
                <a:schemeClr val="lt1"/>
              </a:solid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Urgency to Generate Evidence</a:t>
                </a:r>
              </a:p>
            </p:txBody>
          </p:sp>
          <p:sp>
            <p:nvSpPr>
              <p:cNvPr id="28" name="ShapeNameChangedByPowerUser1">
                <a:extLst>
                  <a:ext uri="{FF2B5EF4-FFF2-40B4-BE49-F238E27FC236}">
                    <a16:creationId xmlns:a16="http://schemas.microsoft.com/office/drawing/2014/main" id="{559FEEB7-7EC9-4206-68C4-7CD3CA5632E7}"/>
                  </a:ext>
                </a:extLst>
              </p:cNvPr>
              <p:cNvSpPr/>
              <p:nvPr/>
            </p:nvSpPr>
            <p:spPr>
              <a:xfrm>
                <a:off x="8035550" y="2581275"/>
                <a:ext cx="1602541" cy="1273478"/>
              </a:xfrm>
              <a:prstGeom prst="rect">
                <a:avLst/>
              </a:prstGeom>
              <a:solidFill>
                <a:srgbClr val="8BD44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9" name="Rectangle à coins arrondis 3">
                <a:extLst>
                  <a:ext uri="{FF2B5EF4-FFF2-40B4-BE49-F238E27FC236}">
                    <a16:creationId xmlns:a16="http://schemas.microsoft.com/office/drawing/2014/main" id="{622DE5CC-133F-14CE-21C4-3D5BD4835E15}"/>
                  </a:ext>
                </a:extLst>
              </p:cNvPr>
              <p:cNvSpPr/>
              <p:nvPr/>
            </p:nvSpPr>
            <p:spPr>
              <a:xfrm>
                <a:off x="8035550" y="3996691"/>
                <a:ext cx="1602541" cy="1273478"/>
              </a:xfrm>
              <a:prstGeom prst="rect">
                <a:avLst/>
              </a:prstGeom>
              <a:solidFill>
                <a:srgbClr val="FFF03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1" name="Rectangle à coins arrondis 4">
                <a:extLst>
                  <a:ext uri="{FF2B5EF4-FFF2-40B4-BE49-F238E27FC236}">
                    <a16:creationId xmlns:a16="http://schemas.microsoft.com/office/drawing/2014/main" id="{E1E2FA67-034B-B0FC-B591-D41029AC47BF}"/>
                  </a:ext>
                </a:extLst>
              </p:cNvPr>
              <p:cNvSpPr/>
              <p:nvPr/>
            </p:nvSpPr>
            <p:spPr>
              <a:xfrm>
                <a:off x="6348416" y="3996691"/>
                <a:ext cx="1602541" cy="1273478"/>
              </a:xfrm>
              <a:prstGeom prst="rect">
                <a:avLst/>
              </a:prstGeom>
              <a:solidFill>
                <a:srgbClr val="FFFF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5" name="ShapeNameChangedByPowerUser2">
                <a:extLst>
                  <a:ext uri="{FF2B5EF4-FFF2-40B4-BE49-F238E27FC236}">
                    <a16:creationId xmlns:a16="http://schemas.microsoft.com/office/drawing/2014/main" id="{EC946828-5B5E-E8DF-5FDC-32A8E88D2FBB}"/>
                  </a:ext>
                </a:extLst>
              </p:cNvPr>
              <p:cNvSpPr/>
              <p:nvPr/>
            </p:nvSpPr>
            <p:spPr>
              <a:xfrm>
                <a:off x="6348416" y="2581275"/>
                <a:ext cx="1602541" cy="1273478"/>
              </a:xfrm>
              <a:prstGeom prst="rect">
                <a:avLst/>
              </a:prstGeom>
              <a:solidFill>
                <a:srgbClr val="D3F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a:ln>
                    <a:noFill/>
                  </a:ln>
                  <a:solidFill>
                    <a:srgbClr val="000000"/>
                  </a:solidFill>
                  <a:effectLst/>
                  <a:uLnTx/>
                  <a:uFillTx/>
                  <a:latin typeface="Poppins"/>
                  <a:ea typeface="+mn-ea"/>
                  <a:cs typeface="+mn-cs"/>
                </a:endParaRPr>
              </a:p>
            </p:txBody>
          </p:sp>
          <p:sp>
            <p:nvSpPr>
              <p:cNvPr id="36" name="ShapeNameChangedByPowerUser1">
                <a:extLst>
                  <a:ext uri="{FF2B5EF4-FFF2-40B4-BE49-F238E27FC236}">
                    <a16:creationId xmlns:a16="http://schemas.microsoft.com/office/drawing/2014/main" id="{264D6995-5ED9-729E-D9B3-1A2B88DDC47E}"/>
                  </a:ext>
                </a:extLst>
              </p:cNvPr>
              <p:cNvSpPr/>
              <p:nvPr/>
            </p:nvSpPr>
            <p:spPr>
              <a:xfrm>
                <a:off x="9722684" y="2581275"/>
                <a:ext cx="1602541" cy="1273478"/>
              </a:xfrm>
              <a:prstGeom prst="rect">
                <a:avLst/>
              </a:prstGeom>
              <a:solidFill>
                <a:srgbClr val="125B1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Poppins"/>
                  <a:ea typeface="+mn-ea"/>
                  <a:cs typeface="+mn-cs"/>
                </a:endParaRPr>
              </a:p>
            </p:txBody>
          </p:sp>
          <p:sp>
            <p:nvSpPr>
              <p:cNvPr id="37" name="Rectangle à coins arrondis 3">
                <a:extLst>
                  <a:ext uri="{FF2B5EF4-FFF2-40B4-BE49-F238E27FC236}">
                    <a16:creationId xmlns:a16="http://schemas.microsoft.com/office/drawing/2014/main" id="{8F0A6EAE-B0EB-B2FE-59A1-DCDA2A883E36}"/>
                  </a:ext>
                </a:extLst>
              </p:cNvPr>
              <p:cNvSpPr/>
              <p:nvPr/>
            </p:nvSpPr>
            <p:spPr>
              <a:xfrm>
                <a:off x="9722684" y="3996691"/>
                <a:ext cx="1602541" cy="1273478"/>
              </a:xfrm>
              <a:prstGeom prst="rect">
                <a:avLst/>
              </a:prstGeom>
              <a:solidFill>
                <a:srgbClr val="FFC03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8" name="Double flèche horizontale 8">
                <a:extLst>
                  <a:ext uri="{FF2B5EF4-FFF2-40B4-BE49-F238E27FC236}">
                    <a16:creationId xmlns:a16="http://schemas.microsoft.com/office/drawing/2014/main" id="{67F7813C-4AC1-7076-67F2-50E551B104F6}"/>
                  </a:ext>
                </a:extLst>
              </p:cNvPr>
              <p:cNvSpPr/>
              <p:nvPr/>
            </p:nvSpPr>
            <p:spPr>
              <a:xfrm rot="16200000">
                <a:off x="4693981" y="3896557"/>
                <a:ext cx="3060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9" name="ZoneTexte 14">
                <a:extLst>
                  <a:ext uri="{FF2B5EF4-FFF2-40B4-BE49-F238E27FC236}">
                    <a16:creationId xmlns:a16="http://schemas.microsoft.com/office/drawing/2014/main" id="{391E9D7A-E5E5-568A-8FD3-71F0AF957791}"/>
                  </a:ext>
                </a:extLst>
              </p:cNvPr>
              <p:cNvSpPr txBox="1"/>
              <p:nvPr/>
            </p:nvSpPr>
            <p:spPr>
              <a:xfrm rot="10800000">
                <a:off x="5777720" y="3071726"/>
                <a:ext cx="369332" cy="1785104"/>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Strategic Importance</a:t>
                </a:r>
              </a:p>
            </p:txBody>
          </p:sp>
          <p:sp>
            <p:nvSpPr>
              <p:cNvPr id="40" name="TextBox 39">
                <a:extLst>
                  <a:ext uri="{FF2B5EF4-FFF2-40B4-BE49-F238E27FC236}">
                    <a16:creationId xmlns:a16="http://schemas.microsoft.com/office/drawing/2014/main" id="{CEEDB6AE-FC21-71EC-E1EE-36D8C55C38D7}"/>
                  </a:ext>
                </a:extLst>
              </p:cNvPr>
              <p:cNvSpPr txBox="1"/>
              <p:nvPr/>
            </p:nvSpPr>
            <p:spPr>
              <a:xfrm rot="16200000">
                <a:off x="6122391" y="3064126"/>
                <a:ext cx="790601"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High Priority</a:t>
                </a:r>
              </a:p>
            </p:txBody>
          </p:sp>
          <p:sp>
            <p:nvSpPr>
              <p:cNvPr id="41" name="TextBox 40">
                <a:extLst>
                  <a:ext uri="{FF2B5EF4-FFF2-40B4-BE49-F238E27FC236}">
                    <a16:creationId xmlns:a16="http://schemas.microsoft.com/office/drawing/2014/main" id="{3585233C-B87E-27E2-0707-765E88CF405F}"/>
                  </a:ext>
                </a:extLst>
              </p:cNvPr>
              <p:cNvSpPr txBox="1"/>
              <p:nvPr/>
            </p:nvSpPr>
            <p:spPr>
              <a:xfrm>
                <a:off x="6489403" y="4984195"/>
                <a:ext cx="1348446"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(Long-term i.e., 2028+)</a:t>
                </a:r>
              </a:p>
            </p:txBody>
          </p:sp>
          <p:sp>
            <p:nvSpPr>
              <p:cNvPr id="42" name="TextBox 41">
                <a:extLst>
                  <a:ext uri="{FF2B5EF4-FFF2-40B4-BE49-F238E27FC236}">
                    <a16:creationId xmlns:a16="http://schemas.microsoft.com/office/drawing/2014/main" id="{2EB77E23-B750-2E1E-9FC5-3044D0A7E647}"/>
                  </a:ext>
                </a:extLst>
              </p:cNvPr>
              <p:cNvSpPr txBox="1"/>
              <p:nvPr/>
            </p:nvSpPr>
            <p:spPr>
              <a:xfrm>
                <a:off x="7964194" y="4984195"/>
                <a:ext cx="1745251" cy="307777"/>
              </a:xfrm>
              <a:prstGeom prst="rect">
                <a:avLst/>
              </a:prstGeom>
              <a:noFill/>
            </p:spPr>
            <p:txBody>
              <a:bodyPr wrap="squar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(Medium-term i.e., 2027-2028)</a:t>
                </a:r>
              </a:p>
            </p:txBody>
          </p:sp>
          <p:sp>
            <p:nvSpPr>
              <p:cNvPr id="43" name="TextBox 42">
                <a:extLst>
                  <a:ext uri="{FF2B5EF4-FFF2-40B4-BE49-F238E27FC236}">
                    <a16:creationId xmlns:a16="http://schemas.microsoft.com/office/drawing/2014/main" id="{263F78F2-53F9-9858-C3D2-C8CD729103BC}"/>
                  </a:ext>
                </a:extLst>
              </p:cNvPr>
              <p:cNvSpPr txBox="1"/>
              <p:nvPr/>
            </p:nvSpPr>
            <p:spPr>
              <a:xfrm>
                <a:off x="9709445" y="4984195"/>
                <a:ext cx="1604927"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(Short-term i.e., 2025-2026)</a:t>
                </a:r>
              </a:p>
            </p:txBody>
          </p:sp>
          <p:sp>
            <p:nvSpPr>
              <p:cNvPr id="44" name="TextBox 43">
                <a:extLst>
                  <a:ext uri="{FF2B5EF4-FFF2-40B4-BE49-F238E27FC236}">
                    <a16:creationId xmlns:a16="http://schemas.microsoft.com/office/drawing/2014/main" id="{866FCB82-E0E8-E9BA-F84E-DD5675F1713E}"/>
                  </a:ext>
                </a:extLst>
              </p:cNvPr>
              <p:cNvSpPr txBox="1"/>
              <p:nvPr/>
            </p:nvSpPr>
            <p:spPr>
              <a:xfrm rot="16200000">
                <a:off x="6028615" y="4431379"/>
                <a:ext cx="978153"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Medium Priority</a:t>
                </a:r>
              </a:p>
            </p:txBody>
          </p:sp>
        </p:grpSp>
        <p:sp>
          <p:nvSpPr>
            <p:cNvPr id="45" name="ZoneTexte 14">
              <a:extLst>
                <a:ext uri="{FF2B5EF4-FFF2-40B4-BE49-F238E27FC236}">
                  <a16:creationId xmlns:a16="http://schemas.microsoft.com/office/drawing/2014/main" id="{089DB3D7-537B-4A80-BCDD-3423041AE93F}"/>
                </a:ext>
              </a:extLst>
            </p:cNvPr>
            <p:cNvSpPr txBox="1"/>
            <p:nvPr/>
          </p:nvSpPr>
          <p:spPr>
            <a:xfrm rot="16200000">
              <a:off x="2994024" y="1050896"/>
              <a:ext cx="430887" cy="2173031"/>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Poppins"/>
                  <a:ea typeface="+mn-ea"/>
                  <a:cs typeface="+mn-cs"/>
                </a:rPr>
                <a:t>Prioritization Matrix</a:t>
              </a:r>
            </a:p>
          </p:txBody>
        </p:sp>
      </p:grpSp>
      <p:sp>
        <p:nvSpPr>
          <p:cNvPr id="53" name="Rectangle 52">
            <a:extLst>
              <a:ext uri="{FF2B5EF4-FFF2-40B4-BE49-F238E27FC236}">
                <a16:creationId xmlns:a16="http://schemas.microsoft.com/office/drawing/2014/main" id="{8DB03A60-A77D-6CE4-BDA5-60B1C8094AA3}"/>
              </a:ext>
            </a:extLst>
          </p:cNvPr>
          <p:cNvSpPr/>
          <p:nvPr/>
        </p:nvSpPr>
        <p:spPr>
          <a:xfrm>
            <a:off x="2866128" y="2845036"/>
            <a:ext cx="435232" cy="247650"/>
          </a:xfrm>
          <a:prstGeom prst="rect">
            <a:avLst/>
          </a:prstGeom>
          <a:solidFill>
            <a:srgbClr val="26C5BE"/>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5</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sp>
        <p:nvSpPr>
          <p:cNvPr id="54" name="Rectangle 53">
            <a:extLst>
              <a:ext uri="{FF2B5EF4-FFF2-40B4-BE49-F238E27FC236}">
                <a16:creationId xmlns:a16="http://schemas.microsoft.com/office/drawing/2014/main" id="{BE323D6E-3F82-F667-68C2-877FAA8A4829}"/>
              </a:ext>
            </a:extLst>
          </p:cNvPr>
          <p:cNvSpPr/>
          <p:nvPr/>
        </p:nvSpPr>
        <p:spPr>
          <a:xfrm>
            <a:off x="3385953" y="2848640"/>
            <a:ext cx="435232" cy="247650"/>
          </a:xfrm>
          <a:prstGeom prst="rect">
            <a:avLst/>
          </a:prstGeom>
          <a:solidFill>
            <a:srgbClr val="26C5BE"/>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6</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sp>
        <p:nvSpPr>
          <p:cNvPr id="55" name="Rectangle 54">
            <a:extLst>
              <a:ext uri="{FF2B5EF4-FFF2-40B4-BE49-F238E27FC236}">
                <a16:creationId xmlns:a16="http://schemas.microsoft.com/office/drawing/2014/main" id="{200045E3-D40F-7397-36FC-2875DF46C100}"/>
              </a:ext>
            </a:extLst>
          </p:cNvPr>
          <p:cNvSpPr/>
          <p:nvPr/>
        </p:nvSpPr>
        <p:spPr>
          <a:xfrm>
            <a:off x="4549854" y="2830254"/>
            <a:ext cx="435232" cy="247650"/>
          </a:xfrm>
          <a:prstGeom prst="rect">
            <a:avLst/>
          </a:prstGeom>
          <a:solidFill>
            <a:srgbClr val="26C5BE"/>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7</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grpSp>
        <p:nvGrpSpPr>
          <p:cNvPr id="21512" name="Group 21511">
            <a:extLst>
              <a:ext uri="{FF2B5EF4-FFF2-40B4-BE49-F238E27FC236}">
                <a16:creationId xmlns:a16="http://schemas.microsoft.com/office/drawing/2014/main" id="{E3D8BB0E-8EA8-0A6C-EEC8-A1ECF2D50AE1}"/>
              </a:ext>
            </a:extLst>
          </p:cNvPr>
          <p:cNvGrpSpPr/>
          <p:nvPr/>
        </p:nvGrpSpPr>
        <p:grpSpPr>
          <a:xfrm>
            <a:off x="360235" y="5515140"/>
            <a:ext cx="5448125" cy="538609"/>
            <a:chOff x="9702263" y="10164"/>
            <a:chExt cx="5601684" cy="538609"/>
          </a:xfrm>
        </p:grpSpPr>
        <p:sp>
          <p:nvSpPr>
            <p:cNvPr id="21513" name="TextBox 21512">
              <a:extLst>
                <a:ext uri="{FF2B5EF4-FFF2-40B4-BE49-F238E27FC236}">
                  <a16:creationId xmlns:a16="http://schemas.microsoft.com/office/drawing/2014/main" id="{7C542162-A612-A873-9422-915D1B069EA0}"/>
                </a:ext>
              </a:extLst>
            </p:cNvPr>
            <p:cNvSpPr txBox="1"/>
            <p:nvPr/>
          </p:nvSpPr>
          <p:spPr>
            <a:xfrm>
              <a:off x="9702263" y="10164"/>
              <a:ext cx="5601684"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Perioperative NSCLC</a:t>
              </a:r>
            </a:p>
          </p:txBody>
        </p:sp>
        <p:sp>
          <p:nvSpPr>
            <p:cNvPr id="21514" name="Rectangle 21513">
              <a:extLst>
                <a:ext uri="{FF2B5EF4-FFF2-40B4-BE49-F238E27FC236}">
                  <a16:creationId xmlns:a16="http://schemas.microsoft.com/office/drawing/2014/main" id="{F3BF2090-1DB2-F1C5-21FC-8CBE96B355DD}"/>
                </a:ext>
              </a:extLst>
            </p:cNvPr>
            <p:cNvSpPr/>
            <p:nvPr/>
          </p:nvSpPr>
          <p:spPr>
            <a:xfrm>
              <a:off x="10093327" y="327569"/>
              <a:ext cx="127734" cy="103786"/>
            </a:xfrm>
            <a:prstGeom prst="rect">
              <a:avLst/>
            </a:prstGeom>
            <a:solidFill>
              <a:srgbClr val="26C5BE"/>
            </a:solidFill>
            <a:ln w="19050">
              <a:solidFill>
                <a:srgbClr val="26C5BE"/>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21517" name="Rectangle 21516">
            <a:extLst>
              <a:ext uri="{FF2B5EF4-FFF2-40B4-BE49-F238E27FC236}">
                <a16:creationId xmlns:a16="http://schemas.microsoft.com/office/drawing/2014/main" id="{1DDD8296-A4EB-604F-CE4B-ED1995C32E38}"/>
              </a:ext>
            </a:extLst>
          </p:cNvPr>
          <p:cNvSpPr/>
          <p:nvPr/>
        </p:nvSpPr>
        <p:spPr>
          <a:xfrm>
            <a:off x="5065320" y="2830254"/>
            <a:ext cx="435232" cy="247650"/>
          </a:xfrm>
          <a:prstGeom prst="rect">
            <a:avLst/>
          </a:prstGeom>
          <a:solidFill>
            <a:srgbClr val="26C5BE"/>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8</a:t>
            </a:r>
          </a:p>
        </p:txBody>
      </p:sp>
      <p:sp>
        <p:nvSpPr>
          <p:cNvPr id="15" name="Rectangle 14">
            <a:extLst>
              <a:ext uri="{FF2B5EF4-FFF2-40B4-BE49-F238E27FC236}">
                <a16:creationId xmlns:a16="http://schemas.microsoft.com/office/drawing/2014/main" id="{D90F0567-D324-01AE-746F-644BFD869313}"/>
              </a:ext>
            </a:extLst>
          </p:cNvPr>
          <p:cNvSpPr/>
          <p:nvPr/>
        </p:nvSpPr>
        <p:spPr>
          <a:xfrm>
            <a:off x="4788281" y="3147809"/>
            <a:ext cx="435232" cy="247650"/>
          </a:xfrm>
          <a:prstGeom prst="rect">
            <a:avLst/>
          </a:prstGeom>
          <a:solidFill>
            <a:srgbClr val="26C5BE"/>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9</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pic>
        <p:nvPicPr>
          <p:cNvPr id="33" name="Graphic 32">
            <a:extLst>
              <a:ext uri="{FF2B5EF4-FFF2-40B4-BE49-F238E27FC236}">
                <a16:creationId xmlns:a16="http://schemas.microsoft.com/office/drawing/2014/main" id="{E0CD5FF8-CCA8-CA2A-148D-326785E6B60C}"/>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978266" y="3868541"/>
            <a:ext cx="295064" cy="295064"/>
          </a:xfrm>
          <a:prstGeom prst="rect">
            <a:avLst/>
          </a:prstGeom>
        </p:spPr>
      </p:pic>
      <p:pic>
        <p:nvPicPr>
          <p:cNvPr id="34" name="Graphic 33">
            <a:extLst>
              <a:ext uri="{FF2B5EF4-FFF2-40B4-BE49-F238E27FC236}">
                <a16:creationId xmlns:a16="http://schemas.microsoft.com/office/drawing/2014/main" id="{1BD585D2-86EA-6717-AAD5-DB658BED91B0}"/>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968180" y="4978462"/>
            <a:ext cx="295064" cy="295064"/>
          </a:xfrm>
          <a:prstGeom prst="rect">
            <a:avLst/>
          </a:prstGeom>
        </p:spPr>
      </p:pic>
      <p:pic>
        <p:nvPicPr>
          <p:cNvPr id="48" name="Graphic 47">
            <a:extLst>
              <a:ext uri="{FF2B5EF4-FFF2-40B4-BE49-F238E27FC236}">
                <a16:creationId xmlns:a16="http://schemas.microsoft.com/office/drawing/2014/main" id="{63FB6CD1-FC99-AB1F-19AA-455695E15B3E}"/>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971738" y="4413064"/>
            <a:ext cx="295064" cy="295064"/>
          </a:xfrm>
          <a:prstGeom prst="rect">
            <a:avLst/>
          </a:prstGeom>
        </p:spPr>
      </p:pic>
      <p:pic>
        <p:nvPicPr>
          <p:cNvPr id="2" name="Graphic 1">
            <a:extLst>
              <a:ext uri="{FF2B5EF4-FFF2-40B4-BE49-F238E27FC236}">
                <a16:creationId xmlns:a16="http://schemas.microsoft.com/office/drawing/2014/main" id="{5F7C57B6-F48F-C328-45E2-41523C6FB301}"/>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978266" y="2608869"/>
            <a:ext cx="295064" cy="295064"/>
          </a:xfrm>
          <a:prstGeom prst="rect">
            <a:avLst/>
          </a:prstGeom>
        </p:spPr>
      </p:pic>
      <p:pic>
        <p:nvPicPr>
          <p:cNvPr id="5" name="Picture 4" descr="A blue circle with yellow stars in center&#10;&#10;Description automatically generated">
            <a:extLst>
              <a:ext uri="{FF2B5EF4-FFF2-40B4-BE49-F238E27FC236}">
                <a16:creationId xmlns:a16="http://schemas.microsoft.com/office/drawing/2014/main" id="{B380B4CE-FE48-0CE6-58EA-F12722A8FDE0}"/>
              </a:ext>
            </a:extLst>
          </p:cNvPr>
          <p:cNvPicPr>
            <a:picLocks noChangeAspect="1"/>
          </p:cNvPicPr>
          <p:nvPr/>
        </p:nvPicPr>
        <p:blipFill>
          <a:blip r:embed="rId7"/>
          <a:stretch>
            <a:fillRect/>
          </a:stretch>
        </p:blipFill>
        <p:spPr>
          <a:xfrm>
            <a:off x="6981530" y="3236835"/>
            <a:ext cx="268364" cy="268364"/>
          </a:xfrm>
          <a:prstGeom prst="rect">
            <a:avLst/>
          </a:prstGeom>
          <a:ln>
            <a:noFill/>
          </a:ln>
        </p:spPr>
      </p:pic>
      <p:grpSp>
        <p:nvGrpSpPr>
          <p:cNvPr id="6" name="Group 5">
            <a:extLst>
              <a:ext uri="{FF2B5EF4-FFF2-40B4-BE49-F238E27FC236}">
                <a16:creationId xmlns:a16="http://schemas.microsoft.com/office/drawing/2014/main" id="{6524D2E9-A758-F22E-CD35-B4049ECB1DFA}"/>
              </a:ext>
            </a:extLst>
          </p:cNvPr>
          <p:cNvGrpSpPr/>
          <p:nvPr/>
        </p:nvGrpSpPr>
        <p:grpSpPr>
          <a:xfrm>
            <a:off x="-9526" y="-7584"/>
            <a:ext cx="11815014" cy="180000"/>
            <a:chOff x="-9526" y="-7584"/>
            <a:chExt cx="11815014" cy="180000"/>
          </a:xfrm>
        </p:grpSpPr>
        <p:sp>
          <p:nvSpPr>
            <p:cNvPr id="7" name="Rectangle 6">
              <a:extLst>
                <a:ext uri="{FF2B5EF4-FFF2-40B4-BE49-F238E27FC236}">
                  <a16:creationId xmlns:a16="http://schemas.microsoft.com/office/drawing/2014/main" id="{3574F1DD-E4E3-0135-3362-61705954A791}"/>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Perioperative NSCLC</a:t>
              </a:r>
            </a:p>
          </p:txBody>
        </p:sp>
        <p:sp>
          <p:nvSpPr>
            <p:cNvPr id="8" name="Arrow: Pentagon 7">
              <a:extLst>
                <a:ext uri="{FF2B5EF4-FFF2-40B4-BE49-F238E27FC236}">
                  <a16:creationId xmlns:a16="http://schemas.microsoft.com/office/drawing/2014/main" id="{5C4FBA2C-F9EF-7DF8-7638-22CA4F057795}"/>
                </a:ext>
              </a:extLst>
            </p:cNvPr>
            <p:cNvSpPr/>
            <p:nvPr/>
          </p:nvSpPr>
          <p:spPr>
            <a:xfrm>
              <a:off x="2036324"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0" name="Arrow: Chevron 9">
              <a:extLst>
                <a:ext uri="{FF2B5EF4-FFF2-40B4-BE49-F238E27FC236}">
                  <a16:creationId xmlns:a16="http://schemas.microsoft.com/office/drawing/2014/main" id="{6ADBBAF8-B314-907A-2531-25D0EB659371}"/>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1" name="Arrow: Chevron 10">
              <a:extLst>
                <a:ext uri="{FF2B5EF4-FFF2-40B4-BE49-F238E27FC236}">
                  <a16:creationId xmlns:a16="http://schemas.microsoft.com/office/drawing/2014/main" id="{BB66F837-3D89-5B69-6DCA-47B73BEA2CE6}"/>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2" name="Arrow: Chevron 11">
              <a:extLst>
                <a:ext uri="{FF2B5EF4-FFF2-40B4-BE49-F238E27FC236}">
                  <a16:creationId xmlns:a16="http://schemas.microsoft.com/office/drawing/2014/main" id="{6E09D686-DF0A-B6E0-8C1F-FB2C9C4C14F6}"/>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40564281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62FC9-C7FB-FFB1-463A-F80B6A01ED1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4CFA89-82E3-D24A-5C80-309BC0641551}"/>
              </a:ext>
            </a:extLst>
          </p:cNvPr>
          <p:cNvGraphicFramePr>
            <a:graphicFrameLocks noChangeAspect="1"/>
          </p:cNvGraphicFramePr>
          <p:nvPr>
            <p:custDataLst>
              <p:tags r:id="rId1"/>
            </p:custDataLst>
            <p:extLst>
              <p:ext uri="{D42A27DB-BD31-4B8C-83A1-F6EECF244321}">
                <p14:modId xmlns:p14="http://schemas.microsoft.com/office/powerpoint/2010/main" val="23799811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F54CFA89-82E3-D24A-5C80-309BC06415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E9A9401-37DB-DB75-F846-E890D7BF5099}"/>
              </a:ext>
            </a:extLst>
          </p:cNvPr>
          <p:cNvSpPr>
            <a:spLocks noGrp="1"/>
          </p:cNvSpPr>
          <p:nvPr>
            <p:ph type="title"/>
          </p:nvPr>
        </p:nvSpPr>
        <p:spPr>
          <a:xfrm>
            <a:off x="358337" y="271427"/>
            <a:ext cx="11470125" cy="369332"/>
          </a:xfrm>
        </p:spPr>
        <p:txBody>
          <a:bodyPr vert="horz"/>
          <a:lstStyle/>
          <a:p>
            <a:r>
              <a:rPr lang="en-US" sz="2400"/>
              <a:t>ESMO List of Evidence Gaps: Perioperative NSCLC</a:t>
            </a:r>
          </a:p>
        </p:txBody>
      </p:sp>
      <p:graphicFrame>
        <p:nvGraphicFramePr>
          <p:cNvPr id="8" name="Table 7">
            <a:extLst>
              <a:ext uri="{FF2B5EF4-FFF2-40B4-BE49-F238E27FC236}">
                <a16:creationId xmlns:a16="http://schemas.microsoft.com/office/drawing/2014/main" id="{CA658494-D480-C801-FE4D-B451C134F927}"/>
              </a:ext>
            </a:extLst>
          </p:cNvPr>
          <p:cNvGraphicFramePr>
            <a:graphicFrameLocks noGrp="1"/>
          </p:cNvGraphicFramePr>
          <p:nvPr>
            <p:extLst>
              <p:ext uri="{D42A27DB-BD31-4B8C-83A1-F6EECF244321}">
                <p14:modId xmlns:p14="http://schemas.microsoft.com/office/powerpoint/2010/main" val="2610110675"/>
              </p:ext>
            </p:extLst>
          </p:nvPr>
        </p:nvGraphicFramePr>
        <p:xfrm>
          <a:off x="358337" y="1376891"/>
          <a:ext cx="11484000" cy="1908240"/>
        </p:xfrm>
        <a:graphic>
          <a:graphicData uri="http://schemas.openxmlformats.org/drawingml/2006/table">
            <a:tbl>
              <a:tblPr firstRow="1" bandRow="1">
                <a:tableStyleId>{073A0DAA-6AF3-43AB-8588-CEC1D06C72B9}</a:tableStyleId>
              </a:tblPr>
              <a:tblGrid>
                <a:gridCol w="1224000">
                  <a:extLst>
                    <a:ext uri="{9D8B030D-6E8A-4147-A177-3AD203B41FA5}">
                      <a16:colId xmlns:a16="http://schemas.microsoft.com/office/drawing/2014/main" val="4274197813"/>
                    </a:ext>
                  </a:extLst>
                </a:gridCol>
                <a:gridCol w="7380000">
                  <a:extLst>
                    <a:ext uri="{9D8B030D-6E8A-4147-A177-3AD203B41FA5}">
                      <a16:colId xmlns:a16="http://schemas.microsoft.com/office/drawing/2014/main" val="3409405350"/>
                    </a:ext>
                  </a:extLst>
                </a:gridCol>
                <a:gridCol w="1296000">
                  <a:extLst>
                    <a:ext uri="{9D8B030D-6E8A-4147-A177-3AD203B41FA5}">
                      <a16:colId xmlns:a16="http://schemas.microsoft.com/office/drawing/2014/main" val="3980878870"/>
                    </a:ext>
                  </a:extLst>
                </a:gridCol>
                <a:gridCol w="1584000">
                  <a:extLst>
                    <a:ext uri="{9D8B030D-6E8A-4147-A177-3AD203B41FA5}">
                      <a16:colId xmlns:a16="http://schemas.microsoft.com/office/drawing/2014/main" val="924744953"/>
                    </a:ext>
                  </a:extLst>
                </a:gridCol>
              </a:tblGrid>
              <a:tr h="2880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Perioperative NSCLC</a:t>
                      </a:r>
                      <a:endParaRPr lang="en-US" sz="1200" b="1" i="1">
                        <a:solidFill>
                          <a:schemeClr val="bg1"/>
                        </a:solidFill>
                      </a:endParaRPr>
                    </a:p>
                  </a:txBody>
                  <a:tcPr anchor="ctr">
                    <a:solidFill>
                      <a:srgbClr val="26C5BE"/>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ESMO Gaps (Non-Exhaustive)*</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p>
                  </a:txBody>
                  <a:tcPr anchor="ctr">
                    <a:solidFill>
                      <a:srgbClr val="26C5BE"/>
                    </a:solidFill>
                  </a:tcPr>
                </a:tc>
                <a:extLst>
                  <a:ext uri="{0D108BD9-81ED-4DB2-BD59-A6C34878D82A}">
                    <a16:rowId xmlns:a16="http://schemas.microsoft.com/office/drawing/2014/main" val="1667024452"/>
                  </a:ext>
                </a:extLst>
              </a:tr>
              <a:tr h="3311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i="1" kern="1200">
                        <a:solidFill>
                          <a:schemeClr val="bg1">
                            <a:lumMod val="50000"/>
                          </a:schemeClr>
                        </a:solidFill>
                        <a:highlight>
                          <a:srgbClr val="FFFF00"/>
                        </a:highlight>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kern="1200" noProof="0">
                          <a:solidFill>
                            <a:schemeClr val="dk1"/>
                          </a:solidFill>
                          <a:latin typeface="+mn-lt"/>
                          <a:ea typeface="+mn-ea"/>
                          <a:cs typeface="+mn-cs"/>
                        </a:rPr>
                        <a:t>[Neo] Need for data on </a:t>
                      </a:r>
                      <a:r>
                        <a:rPr lang="en-US" sz="1000" b="1" kern="1200" noProof="0">
                          <a:solidFill>
                            <a:schemeClr val="dk1"/>
                          </a:solidFill>
                          <a:latin typeface="+mn-lt"/>
                          <a:ea typeface="+mn-ea"/>
                          <a:cs typeface="+mn-cs"/>
                        </a:rPr>
                        <a:t>surgical complications associated with IO</a:t>
                      </a:r>
                      <a:r>
                        <a:rPr lang="en-US" sz="1000" b="0" kern="1200" noProof="0">
                          <a:solidFill>
                            <a:schemeClr val="dk1"/>
                          </a:solidFill>
                          <a:latin typeface="+mn-lt"/>
                          <a:ea typeface="+mn-ea"/>
                          <a:cs typeface="+mn-cs"/>
                        </a:rPr>
                        <a:t>, particularly for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kern="1200" noProof="0">
                          <a:solidFill>
                            <a:schemeClr val="dk1"/>
                          </a:solidFill>
                          <a:latin typeface="+mn-lt"/>
                          <a:ea typeface="+mn-ea"/>
                          <a:cs typeface="+mn-cs"/>
                        </a:rPr>
                        <a:t>neoadjuvant</a:t>
                      </a:r>
                    </a:p>
                  </a:txBody>
                  <a:tcPr marL="108000" anchor="ctr"/>
                </a:tc>
                <a:tc rowSpan="3">
                  <a:txBody>
                    <a:bodyPr/>
                    <a:lstStyle/>
                    <a:p>
                      <a:r>
                        <a:rPr lang="en-US" sz="1000">
                          <a:solidFill>
                            <a:schemeClr val="tx1"/>
                          </a:solidFill>
                        </a:rPr>
                        <a:t>At-Close or Near-Close</a:t>
                      </a:r>
                    </a:p>
                  </a:txBody>
                  <a:tcPr anchor="ctr"/>
                </a:tc>
                <a:tc>
                  <a:txBody>
                    <a:bodyPr/>
                    <a:lstStyle/>
                    <a:p>
                      <a:r>
                        <a:rPr lang="en-US" sz="1000">
                          <a:solidFill>
                            <a:schemeClr val="tx1"/>
                          </a:solidFill>
                        </a:rPr>
                        <a:t>N:2</a:t>
                      </a:r>
                    </a:p>
                  </a:txBody>
                  <a:tcPr anchor="ctr"/>
                </a:tc>
                <a:extLst>
                  <a:ext uri="{0D108BD9-81ED-4DB2-BD59-A6C34878D82A}">
                    <a16:rowId xmlns:a16="http://schemas.microsoft.com/office/drawing/2014/main" val="3107489342"/>
                  </a:ext>
                </a:extLst>
              </a:tr>
              <a:tr h="468000">
                <a:tc>
                  <a:txBody>
                    <a:bodyPr/>
                    <a:lstStyle/>
                    <a:p>
                      <a:endParaRPr lang="en-US" sz="1200">
                        <a:solidFill>
                          <a:schemeClr val="bg1">
                            <a:lumMod val="50000"/>
                          </a:schemeClr>
                        </a:solidFill>
                        <a:highlight>
                          <a:srgbClr val="FFFF00"/>
                        </a:highlight>
                      </a:endParaRPr>
                    </a:p>
                  </a:txBody>
                  <a:tcPr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solidFill>
                          <a:effectLst/>
                          <a:uLnTx/>
                          <a:uFillTx/>
                          <a:latin typeface="+mn-lt"/>
                          <a:ea typeface="+mn-ea"/>
                          <a:cs typeface="+mn-cs"/>
                        </a:rPr>
                        <a:t>[Neo] </a:t>
                      </a:r>
                      <a:r>
                        <a:rPr kumimoji="0" lang="en-US" sz="1000" b="1" i="0" u="none" strike="noStrike" kern="1200" cap="none" spc="0" normalizeH="0" baseline="0" noProof="0">
                          <a:ln>
                            <a:noFill/>
                          </a:ln>
                          <a:solidFill>
                            <a:sysClr val="windowText" lastClr="000000"/>
                          </a:solidFill>
                          <a:effectLst/>
                          <a:uLnTx/>
                          <a:uFillTx/>
                          <a:latin typeface="+mn-lt"/>
                          <a:ea typeface="+mn-ea"/>
                          <a:cs typeface="+mn-cs"/>
                        </a:rPr>
                        <a:t>Need for data on resectability </a:t>
                      </a:r>
                      <a:r>
                        <a:rPr kumimoji="0" lang="en-US" sz="1000" b="0" i="0" u="none" strike="noStrike" kern="1200" cap="none" spc="0" normalizeH="0" baseline="0" noProof="0">
                          <a:ln>
                            <a:noFill/>
                          </a:ln>
                          <a:solidFill>
                            <a:sysClr val="windowText" lastClr="000000"/>
                          </a:solidFill>
                          <a:effectLst/>
                          <a:uLnTx/>
                          <a:uFillTx/>
                          <a:latin typeface="+mn-lt"/>
                          <a:ea typeface="+mn-ea"/>
                          <a:cs typeface="+mn-cs"/>
                        </a:rPr>
                        <a:t>achieved across neoadjuvant treatment</a:t>
                      </a:r>
                    </a:p>
                  </a:txBody>
                  <a:tcPr marL="10800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N:3</a:t>
                      </a:r>
                    </a:p>
                  </a:txBody>
                  <a:tcPr anchor="ctr"/>
                </a:tc>
                <a:extLst>
                  <a:ext uri="{0D108BD9-81ED-4DB2-BD59-A6C34878D82A}">
                    <a16:rowId xmlns:a16="http://schemas.microsoft.com/office/drawing/2014/main" val="2595247571"/>
                  </a:ext>
                </a:extLst>
              </a:tr>
              <a:tr h="468000">
                <a:tc>
                  <a:txBody>
                    <a:bodyPr/>
                    <a:lstStyle/>
                    <a:p>
                      <a:endParaRPr lang="en-US" sz="1200">
                        <a:solidFill>
                          <a:schemeClr val="bg1">
                            <a:lumMod val="50000"/>
                          </a:schemeClr>
                        </a:solidFill>
                        <a:highlight>
                          <a:srgbClr val="FFFF00"/>
                        </a:highlight>
                      </a:endParaRPr>
                    </a:p>
                  </a:txBody>
                  <a:tcPr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solidFill>
                          <a:effectLst/>
                          <a:uLnTx/>
                          <a:uFillTx/>
                          <a:latin typeface="+mn-lt"/>
                          <a:ea typeface="+mn-ea"/>
                          <a:cs typeface="+mn-cs"/>
                        </a:rPr>
                        <a:t>[Pan-peri] </a:t>
                      </a:r>
                      <a:r>
                        <a:rPr kumimoji="0" lang="en-US" sz="1000" b="1" i="0" u="none" strike="noStrike" kern="1200" cap="none" spc="0" normalizeH="0" baseline="0" noProof="0">
                          <a:ln>
                            <a:noFill/>
                          </a:ln>
                          <a:solidFill>
                            <a:sysClr val="windowText" lastClr="000000"/>
                          </a:solidFill>
                          <a:effectLst/>
                          <a:uLnTx/>
                          <a:uFillTx/>
                          <a:latin typeface="+mn-lt"/>
                          <a:ea typeface="+mn-ea"/>
                          <a:cs typeface="+mn-cs"/>
                        </a:rPr>
                        <a:t>Need for evidence comparing perioperative IO vs. neoadjuvant </a:t>
                      </a:r>
                      <a:r>
                        <a:rPr kumimoji="0" lang="en-US" sz="1000" b="0" i="0" u="none" strike="noStrike" kern="1200" cap="none" spc="0" normalizeH="0" baseline="0" noProof="0">
                          <a:ln>
                            <a:noFill/>
                          </a:ln>
                          <a:solidFill>
                            <a:sysClr val="windowText" lastClr="000000"/>
                          </a:solidFill>
                          <a:effectLst/>
                          <a:uLnTx/>
                          <a:uFillTx/>
                          <a:latin typeface="+mn-lt"/>
                          <a:ea typeface="+mn-ea"/>
                          <a:cs typeface="+mn-cs"/>
                        </a:rPr>
                        <a:t>concurrent </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solidFill>
                          <a:effectLst/>
                          <a:uLnTx/>
                          <a:uFillTx/>
                          <a:latin typeface="+mn-lt"/>
                          <a:ea typeface="+mn-ea"/>
                          <a:cs typeface="+mn-cs"/>
                        </a:rPr>
                        <a:t>CRT for Stage III NSCLC</a:t>
                      </a:r>
                    </a:p>
                  </a:txBody>
                  <a:tcPr marL="10800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N:1 </a:t>
                      </a:r>
                    </a:p>
                  </a:txBody>
                  <a:tcPr anchor="ctr"/>
                </a:tc>
                <a:extLst>
                  <a:ext uri="{0D108BD9-81ED-4DB2-BD59-A6C34878D82A}">
                    <a16:rowId xmlns:a16="http://schemas.microsoft.com/office/drawing/2014/main" val="529659707"/>
                  </a:ext>
                </a:extLst>
              </a:tr>
            </a:tbl>
          </a:graphicData>
        </a:graphic>
      </p:graphicFrame>
      <p:pic>
        <p:nvPicPr>
          <p:cNvPr id="68" name="Picture 2" descr="European Society for Medical Oncology (ESMO) - YouTube">
            <a:extLst>
              <a:ext uri="{FF2B5EF4-FFF2-40B4-BE49-F238E27FC236}">
                <a16:creationId xmlns:a16="http://schemas.microsoft.com/office/drawing/2014/main" id="{7D3F95F4-6B88-CB48-AD42-A56EA571520B}"/>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bwMode="auto">
          <a:xfrm>
            <a:off x="8340618" y="2060744"/>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European Society for Medical Oncology (ESMO) - YouTube">
            <a:extLst>
              <a:ext uri="{FF2B5EF4-FFF2-40B4-BE49-F238E27FC236}">
                <a16:creationId xmlns:a16="http://schemas.microsoft.com/office/drawing/2014/main" id="{2E3AFFF8-8F6F-0195-473E-858EDF208CA5}"/>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bwMode="auto">
          <a:xfrm>
            <a:off x="8340618" y="2515058"/>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60" name="Graphic 59">
            <a:extLst>
              <a:ext uri="{FF2B5EF4-FFF2-40B4-BE49-F238E27FC236}">
                <a16:creationId xmlns:a16="http://schemas.microsoft.com/office/drawing/2014/main" id="{24BFE250-1916-FB27-E0B8-F6FAD9C232FB}"/>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795890" y="2435461"/>
            <a:ext cx="295064" cy="295064"/>
          </a:xfrm>
          <a:prstGeom prst="rect">
            <a:avLst/>
          </a:prstGeom>
        </p:spPr>
      </p:pic>
      <p:pic>
        <p:nvPicPr>
          <p:cNvPr id="62" name="Graphic 61">
            <a:extLst>
              <a:ext uri="{FF2B5EF4-FFF2-40B4-BE49-F238E27FC236}">
                <a16:creationId xmlns:a16="http://schemas.microsoft.com/office/drawing/2014/main" id="{0D0007E8-7409-B896-7024-4536FEFD151B}"/>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795890" y="2007915"/>
            <a:ext cx="295064" cy="295064"/>
          </a:xfrm>
          <a:prstGeom prst="rect">
            <a:avLst/>
          </a:prstGeom>
        </p:spPr>
      </p:pic>
      <p:pic>
        <p:nvPicPr>
          <p:cNvPr id="14" name="Picture 2">
            <a:extLst>
              <a:ext uri="{FF2B5EF4-FFF2-40B4-BE49-F238E27FC236}">
                <a16:creationId xmlns:a16="http://schemas.microsoft.com/office/drawing/2014/main" id="{C35DB389-BB60-C3BE-0A00-72E588F741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890" y="2901556"/>
            <a:ext cx="295064" cy="29506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European Society for Medical Oncology (ESMO) - YouTube">
            <a:extLst>
              <a:ext uri="{FF2B5EF4-FFF2-40B4-BE49-F238E27FC236}">
                <a16:creationId xmlns:a16="http://schemas.microsoft.com/office/drawing/2014/main" id="{C140F9F5-746B-EF4F-5A73-8D685C4FA3C3}"/>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bwMode="auto">
          <a:xfrm>
            <a:off x="8340618" y="2969372"/>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048CE241-7254-6326-82ED-56DB7A7DDBD5}"/>
              </a:ext>
            </a:extLst>
          </p:cNvPr>
          <p:cNvGrpSpPr/>
          <p:nvPr/>
        </p:nvGrpSpPr>
        <p:grpSpPr>
          <a:xfrm>
            <a:off x="7636378" y="681376"/>
            <a:ext cx="4555622" cy="372678"/>
            <a:chOff x="7636378" y="652801"/>
            <a:chExt cx="4555622" cy="372678"/>
          </a:xfrm>
        </p:grpSpPr>
        <p:sp>
          <p:nvSpPr>
            <p:cNvPr id="28" name="TextBox 27">
              <a:extLst>
                <a:ext uri="{FF2B5EF4-FFF2-40B4-BE49-F238E27FC236}">
                  <a16:creationId xmlns:a16="http://schemas.microsoft.com/office/drawing/2014/main" id="{D43C4D70-1678-31F9-5724-D77F4710FBCC}"/>
                </a:ext>
              </a:extLst>
            </p:cNvPr>
            <p:cNvSpPr txBox="1"/>
            <p:nvPr/>
          </p:nvSpPr>
          <p:spPr>
            <a:xfrm>
              <a:off x="7636378" y="702314"/>
              <a:ext cx="4555622"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a:t>
              </a:r>
            </a:p>
          </p:txBody>
        </p:sp>
        <p:grpSp>
          <p:nvGrpSpPr>
            <p:cNvPr id="25" name="Group 24">
              <a:extLst>
                <a:ext uri="{FF2B5EF4-FFF2-40B4-BE49-F238E27FC236}">
                  <a16:creationId xmlns:a16="http://schemas.microsoft.com/office/drawing/2014/main" id="{4CC2337A-6D35-D6D6-F5FE-9B4D3FF93331}"/>
                </a:ext>
              </a:extLst>
            </p:cNvPr>
            <p:cNvGrpSpPr/>
            <p:nvPr/>
          </p:nvGrpSpPr>
          <p:grpSpPr>
            <a:xfrm>
              <a:off x="7636378" y="652801"/>
              <a:ext cx="3033400" cy="323165"/>
              <a:chOff x="6459941" y="619465"/>
              <a:chExt cx="3033400" cy="323165"/>
            </a:xfrm>
          </p:grpSpPr>
          <p:sp>
            <p:nvSpPr>
              <p:cNvPr id="26" name="TextBox 25">
                <a:extLst>
                  <a:ext uri="{FF2B5EF4-FFF2-40B4-BE49-F238E27FC236}">
                    <a16:creationId xmlns:a16="http://schemas.microsoft.com/office/drawing/2014/main" id="{B1AEA815-3775-DC49-8BEB-A544A57C0A7A}"/>
                  </a:ext>
                </a:extLst>
              </p:cNvPr>
              <p:cNvSpPr txBox="1"/>
              <p:nvPr/>
            </p:nvSpPr>
            <p:spPr>
              <a:xfrm>
                <a:off x="6459941" y="619465"/>
                <a:ext cx="3033400"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                  </a:t>
                </a: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27" name="Picture 2" descr="European Society for Medical Oncology (ESMO) - YouTube">
                <a:extLst>
                  <a:ext uri="{FF2B5EF4-FFF2-40B4-BE49-F238E27FC236}">
                    <a16:creationId xmlns:a16="http://schemas.microsoft.com/office/drawing/2014/main" id="{B90DEE4E-8030-77A5-6198-CF284868DE55}"/>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bwMode="auto">
              <a:xfrm>
                <a:off x="7034317" y="718331"/>
                <a:ext cx="396000" cy="14668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4" name="Speech Bubble: Rectangle 3">
            <a:extLst>
              <a:ext uri="{FF2B5EF4-FFF2-40B4-BE49-F238E27FC236}">
                <a16:creationId xmlns:a16="http://schemas.microsoft.com/office/drawing/2014/main" id="{AD0855C5-EBA8-D5AD-2FA9-DDBAF1551D54}"/>
              </a:ext>
            </a:extLst>
          </p:cNvPr>
          <p:cNvSpPr/>
          <p:nvPr/>
        </p:nvSpPr>
        <p:spPr>
          <a:xfrm>
            <a:off x="6496494" y="3971704"/>
            <a:ext cx="5345844" cy="1916465"/>
          </a:xfrm>
          <a:prstGeom prst="wedgeRectCallout">
            <a:avLst>
              <a:gd name="adj1" fmla="val 25579"/>
              <a:gd name="adj2" fmla="val -7642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a:solidFill>
                  <a:schemeClr val="tx1"/>
                </a:solidFill>
              </a:rPr>
              <a:t>The “</a:t>
            </a:r>
            <a:r>
              <a:rPr lang="en-US" sz="1200" b="1">
                <a:solidFill>
                  <a:schemeClr val="tx1"/>
                </a:solidFill>
              </a:rPr>
              <a:t>Tactic Identifier</a:t>
            </a:r>
            <a:r>
              <a:rPr lang="en-US" sz="1200">
                <a:solidFill>
                  <a:schemeClr val="tx1"/>
                </a:solidFill>
              </a:rPr>
              <a:t>” is a numbering system that corresponds all evidence generation activities (ongoing/planned) as specified in the following documents: HEOR publications, PRO publications, and post-hoc analysis proposal trackers.</a:t>
            </a:r>
          </a:p>
          <a:p>
            <a:endParaRPr lang="en-US" sz="1200">
              <a:solidFill>
                <a:schemeClr val="tx1"/>
              </a:solidFill>
            </a:endParaRPr>
          </a:p>
          <a:p>
            <a:r>
              <a:rPr lang="en-US" sz="1200">
                <a:solidFill>
                  <a:schemeClr val="tx1"/>
                </a:solidFill>
              </a:rPr>
              <a:t>Ongoing/planned evidence generation activities (with tactic identifiers) are found in the Appendix section.</a:t>
            </a:r>
          </a:p>
        </p:txBody>
      </p:sp>
      <p:sp>
        <p:nvSpPr>
          <p:cNvPr id="11" name="Rectangle 10">
            <a:extLst>
              <a:ext uri="{FF2B5EF4-FFF2-40B4-BE49-F238E27FC236}">
                <a16:creationId xmlns:a16="http://schemas.microsoft.com/office/drawing/2014/main" id="{4984CCD6-0724-3008-AEF0-401FBF1825D9}"/>
              </a:ext>
            </a:extLst>
          </p:cNvPr>
          <p:cNvSpPr/>
          <p:nvPr/>
        </p:nvSpPr>
        <p:spPr>
          <a:xfrm>
            <a:off x="358338" y="3971704"/>
            <a:ext cx="5942534" cy="19164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b="1">
                <a:solidFill>
                  <a:sysClr val="windowText" lastClr="000000"/>
                </a:solidFill>
              </a:rPr>
              <a:t>*ESMO Gaps</a:t>
            </a:r>
          </a:p>
          <a:p>
            <a:r>
              <a:rPr lang="en-US" sz="1200">
                <a:solidFill>
                  <a:sysClr val="windowText" lastClr="000000"/>
                </a:solidFill>
              </a:rPr>
              <a:t>This table highlights only those gaps identified at ESMO (Sept ‘24) that are classified as “At- or Near-Close” and therefore do not require further data generation efforts.</a:t>
            </a:r>
          </a:p>
          <a:p>
            <a:endParaRPr lang="en-US" sz="1200">
              <a:solidFill>
                <a:sysClr val="windowText" lastClr="000000"/>
              </a:solidFill>
            </a:endParaRPr>
          </a:p>
          <a:p>
            <a:r>
              <a:rPr lang="en-US" sz="1200">
                <a:solidFill>
                  <a:sysClr val="windowText" lastClr="000000"/>
                </a:solidFill>
              </a:rPr>
              <a:t>ESMO gaps that are “Not Addressed” yet are detailed in the subsequent slides.</a:t>
            </a:r>
          </a:p>
        </p:txBody>
      </p:sp>
      <p:pic>
        <p:nvPicPr>
          <p:cNvPr id="13" name="Graphic 12">
            <a:extLst>
              <a:ext uri="{FF2B5EF4-FFF2-40B4-BE49-F238E27FC236}">
                <a16:creationId xmlns:a16="http://schemas.microsoft.com/office/drawing/2014/main" id="{8462C17F-1727-F3AC-9A32-BED2CC6DF1B3}"/>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488562" y="4285603"/>
            <a:ext cx="432000" cy="432000"/>
          </a:xfrm>
          <a:prstGeom prst="rect">
            <a:avLst/>
          </a:prstGeom>
        </p:spPr>
      </p:pic>
      <p:pic>
        <p:nvPicPr>
          <p:cNvPr id="17" name="Graphic 16">
            <a:extLst>
              <a:ext uri="{FF2B5EF4-FFF2-40B4-BE49-F238E27FC236}">
                <a16:creationId xmlns:a16="http://schemas.microsoft.com/office/drawing/2014/main" id="{D8334BFB-B4AE-CD17-A293-AB15E34EE412}"/>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6632169" y="4285603"/>
            <a:ext cx="432000" cy="432000"/>
          </a:xfrm>
          <a:prstGeom prst="rect">
            <a:avLst/>
          </a:prstGeom>
        </p:spPr>
      </p:pic>
      <p:sp>
        <p:nvSpPr>
          <p:cNvPr id="2" name="Footer Placeholder 3">
            <a:extLst>
              <a:ext uri="{FF2B5EF4-FFF2-40B4-BE49-F238E27FC236}">
                <a16:creationId xmlns:a16="http://schemas.microsoft.com/office/drawing/2014/main" id="{1996C5DD-0434-F214-36A7-FF19264808DF}"/>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chemeClr val="bg1">
                    <a:lumMod val="50000"/>
                  </a:schemeClr>
                </a:solidFill>
              </a:rPr>
              <a:t>Note: 1. The “</a:t>
            </a:r>
            <a:r>
              <a:rPr lang="en-US" b="1">
                <a:solidFill>
                  <a:schemeClr val="bg1">
                    <a:lumMod val="50000"/>
                  </a:schemeClr>
                </a:solidFill>
              </a:rPr>
              <a:t>Tactic Identifier</a:t>
            </a:r>
            <a:r>
              <a:rPr lang="en-US">
                <a:solidFill>
                  <a:schemeClr val="bg1">
                    <a:lumMod val="50000"/>
                  </a:schemeClr>
                </a:solidFill>
              </a:rPr>
              <a:t>” is a numbering systems that catalogs all currently ongoing/planned evidence generation activities, as denoted by the HEOR publications, PRO publications, and post-hoc analysis proposal trackers. Additional information for each tactic can be found in the Appendix section, identified by its corresponding Tactic Identifier number</a:t>
            </a:r>
          </a:p>
          <a:p>
            <a:pPr>
              <a:defRPr/>
            </a:pPr>
            <a:r>
              <a:rPr lang="en-US">
                <a:solidFill>
                  <a:srgbClr val="000000">
                    <a:lumMod val="65000"/>
                    <a:lumOff val="35000"/>
                  </a:srgbClr>
                </a:solidFill>
                <a:latin typeface="Poppins"/>
              </a:rPr>
              <a:t>Note</a:t>
            </a:r>
            <a:r>
              <a:rPr lang="en-US">
                <a:solidFill>
                  <a:srgbClr val="000000">
                    <a:lumMod val="65000"/>
                    <a:lumOff val="35000"/>
                  </a:srgbClr>
                </a:solidFill>
              </a:rPr>
              <a:t>: HEOR: Health Economics Outcomes Research; Neo: Neoadjuvant; NSCLC: Non-Small Cell Lung Cancer; Peri: Perioperative; PRO: Patient Reported Outcomes</a:t>
            </a:r>
          </a:p>
        </p:txBody>
      </p:sp>
      <p:grpSp>
        <p:nvGrpSpPr>
          <p:cNvPr id="5" name="Group 4">
            <a:extLst>
              <a:ext uri="{FF2B5EF4-FFF2-40B4-BE49-F238E27FC236}">
                <a16:creationId xmlns:a16="http://schemas.microsoft.com/office/drawing/2014/main" id="{9B9F34F3-E6E8-4281-1CD0-EEE93F9ACC00}"/>
              </a:ext>
            </a:extLst>
          </p:cNvPr>
          <p:cNvGrpSpPr/>
          <p:nvPr/>
        </p:nvGrpSpPr>
        <p:grpSpPr>
          <a:xfrm>
            <a:off x="-9526" y="-7584"/>
            <a:ext cx="11815014" cy="180000"/>
            <a:chOff x="-9526" y="-7584"/>
            <a:chExt cx="11815014" cy="180000"/>
          </a:xfrm>
        </p:grpSpPr>
        <p:sp>
          <p:nvSpPr>
            <p:cNvPr id="7" name="Rectangle 6">
              <a:extLst>
                <a:ext uri="{FF2B5EF4-FFF2-40B4-BE49-F238E27FC236}">
                  <a16:creationId xmlns:a16="http://schemas.microsoft.com/office/drawing/2014/main" id="{EFE8B748-57D8-72B6-ED1E-C677BB4C05D5}"/>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Perioperative NSCLC</a:t>
              </a:r>
            </a:p>
          </p:txBody>
        </p:sp>
        <p:sp>
          <p:nvSpPr>
            <p:cNvPr id="9" name="Arrow: Pentagon 8">
              <a:extLst>
                <a:ext uri="{FF2B5EF4-FFF2-40B4-BE49-F238E27FC236}">
                  <a16:creationId xmlns:a16="http://schemas.microsoft.com/office/drawing/2014/main" id="{6C56DBB9-D66B-1BFD-61C8-AB054397CF50}"/>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0" name="Arrow: Chevron 9">
              <a:extLst>
                <a:ext uri="{FF2B5EF4-FFF2-40B4-BE49-F238E27FC236}">
                  <a16:creationId xmlns:a16="http://schemas.microsoft.com/office/drawing/2014/main" id="{3CDE3211-37F3-BA90-C630-A2517E606229}"/>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2" name="Arrow: Chevron 11">
              <a:extLst>
                <a:ext uri="{FF2B5EF4-FFF2-40B4-BE49-F238E27FC236}">
                  <a16:creationId xmlns:a16="http://schemas.microsoft.com/office/drawing/2014/main" id="{A4F40C51-1BC5-856D-1A86-7B3280EA4108}"/>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5" name="Arrow: Chevron 14">
              <a:extLst>
                <a:ext uri="{FF2B5EF4-FFF2-40B4-BE49-F238E27FC236}">
                  <a16:creationId xmlns:a16="http://schemas.microsoft.com/office/drawing/2014/main" id="{9CFF06E5-764F-6040-0E40-6236483906A2}"/>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36283870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60065-0C50-0E6B-A7DC-C3763D4145A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0ACAC4-B9F5-A9AE-58FE-B5E56E73538D}"/>
              </a:ext>
            </a:extLst>
          </p:cNvPr>
          <p:cNvGraphicFramePr>
            <a:graphicFrameLocks noChangeAspect="1"/>
          </p:cNvGraphicFramePr>
          <p:nvPr>
            <p:custDataLst>
              <p:tags r:id="rId1"/>
            </p:custDataLst>
            <p:extLst>
              <p:ext uri="{D42A27DB-BD31-4B8C-83A1-F6EECF244321}">
                <p14:modId xmlns:p14="http://schemas.microsoft.com/office/powerpoint/2010/main" val="22008100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1D0ACAC4-B9F5-A9AE-58FE-B5E56E7353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DD9C0442-A729-F1E3-CC7B-ED6BE8D47A28}"/>
              </a:ext>
            </a:extLst>
          </p:cNvPr>
          <p:cNvSpPr/>
          <p:nvPr/>
        </p:nvSpPr>
        <p:spPr>
          <a:xfrm>
            <a:off x="8674443" y="6200247"/>
            <a:ext cx="3517557" cy="42520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algn="ctr"/>
            <a:endParaRPr lang="en-US" err="1">
              <a:solidFill>
                <a:schemeClr val="bg1"/>
              </a:solidFill>
            </a:endParaRPr>
          </a:p>
        </p:txBody>
      </p:sp>
      <p:sp>
        <p:nvSpPr>
          <p:cNvPr id="27" name="Left Bracket 26">
            <a:extLst>
              <a:ext uri="{FF2B5EF4-FFF2-40B4-BE49-F238E27FC236}">
                <a16:creationId xmlns:a16="http://schemas.microsoft.com/office/drawing/2014/main" id="{89736A56-8549-4E19-13B4-60D8750F09A6}"/>
              </a:ext>
            </a:extLst>
          </p:cNvPr>
          <p:cNvSpPr/>
          <p:nvPr/>
        </p:nvSpPr>
        <p:spPr>
          <a:xfrm>
            <a:off x="274776" y="1709148"/>
            <a:ext cx="165802" cy="3861943"/>
          </a:xfrm>
          <a:prstGeom prst="leftBracket">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itle 2">
            <a:extLst>
              <a:ext uri="{FF2B5EF4-FFF2-40B4-BE49-F238E27FC236}">
                <a16:creationId xmlns:a16="http://schemas.microsoft.com/office/drawing/2014/main" id="{EF88A455-70C3-F3C9-5764-2B675D1E7B2C}"/>
              </a:ext>
            </a:extLst>
          </p:cNvPr>
          <p:cNvSpPr>
            <a:spLocks noGrp="1"/>
          </p:cNvSpPr>
          <p:nvPr>
            <p:ph type="title"/>
          </p:nvPr>
        </p:nvSpPr>
        <p:spPr>
          <a:xfrm>
            <a:off x="358337" y="271427"/>
            <a:ext cx="11470125" cy="369332"/>
          </a:xfrm>
        </p:spPr>
        <p:txBody>
          <a:bodyPr vert="horz"/>
          <a:lstStyle/>
          <a:p>
            <a:r>
              <a:rPr lang="en-US" sz="2400"/>
              <a:t>High &amp; Medium Priority Evidence Gaps: Perioperative NSCLC</a:t>
            </a:r>
          </a:p>
        </p:txBody>
      </p:sp>
      <p:graphicFrame>
        <p:nvGraphicFramePr>
          <p:cNvPr id="2" name="Table 1">
            <a:extLst>
              <a:ext uri="{FF2B5EF4-FFF2-40B4-BE49-F238E27FC236}">
                <a16:creationId xmlns:a16="http://schemas.microsoft.com/office/drawing/2014/main" id="{8465EB42-C2FF-C70F-9528-BC3B55E139E9}"/>
              </a:ext>
            </a:extLst>
          </p:cNvPr>
          <p:cNvGraphicFramePr>
            <a:graphicFrameLocks noGrp="1"/>
          </p:cNvGraphicFramePr>
          <p:nvPr>
            <p:extLst>
              <p:ext uri="{D42A27DB-BD31-4B8C-83A1-F6EECF244321}">
                <p14:modId xmlns:p14="http://schemas.microsoft.com/office/powerpoint/2010/main" val="742914868"/>
              </p:ext>
            </p:extLst>
          </p:nvPr>
        </p:nvGraphicFramePr>
        <p:xfrm>
          <a:off x="358337" y="1176044"/>
          <a:ext cx="11594568" cy="5219700"/>
        </p:xfrm>
        <a:graphic>
          <a:graphicData uri="http://schemas.openxmlformats.org/drawingml/2006/table">
            <a:tbl>
              <a:tblPr firstRow="1" bandRow="1">
                <a:tableStyleId>{073A0DAA-6AF3-43AB-8588-CEC1D06C72B9}</a:tableStyleId>
              </a:tblPr>
              <a:tblGrid>
                <a:gridCol w="1277423">
                  <a:extLst>
                    <a:ext uri="{9D8B030D-6E8A-4147-A177-3AD203B41FA5}">
                      <a16:colId xmlns:a16="http://schemas.microsoft.com/office/drawing/2014/main" val="4274197813"/>
                    </a:ext>
                  </a:extLst>
                </a:gridCol>
                <a:gridCol w="2592000">
                  <a:extLst>
                    <a:ext uri="{9D8B030D-6E8A-4147-A177-3AD203B41FA5}">
                      <a16:colId xmlns:a16="http://schemas.microsoft.com/office/drawing/2014/main" val="23286241"/>
                    </a:ext>
                  </a:extLst>
                </a:gridCol>
                <a:gridCol w="525145">
                  <a:extLst>
                    <a:ext uri="{9D8B030D-6E8A-4147-A177-3AD203B41FA5}">
                      <a16:colId xmlns:a16="http://schemas.microsoft.com/office/drawing/2014/main" val="1645646756"/>
                    </a:ext>
                  </a:extLst>
                </a:gridCol>
                <a:gridCol w="648000">
                  <a:extLst>
                    <a:ext uri="{9D8B030D-6E8A-4147-A177-3AD203B41FA5}">
                      <a16:colId xmlns:a16="http://schemas.microsoft.com/office/drawing/2014/main" val="1495699609"/>
                    </a:ext>
                  </a:extLst>
                </a:gridCol>
                <a:gridCol w="5580000">
                  <a:extLst>
                    <a:ext uri="{9D8B030D-6E8A-4147-A177-3AD203B41FA5}">
                      <a16:colId xmlns:a16="http://schemas.microsoft.com/office/drawing/2014/main" val="1382951896"/>
                    </a:ext>
                  </a:extLst>
                </a:gridCol>
                <a:gridCol w="972000">
                  <a:extLst>
                    <a:ext uri="{9D8B030D-6E8A-4147-A177-3AD203B41FA5}">
                      <a16:colId xmlns:a16="http://schemas.microsoft.com/office/drawing/2014/main" val="3043789844"/>
                    </a:ext>
                  </a:extLst>
                </a:gridCol>
              </a:tblGrid>
              <a:tr h="209069">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Perioperative NSCLC</a:t>
                      </a:r>
                      <a:endParaRPr lang="en-US" sz="1200" b="1" i="1">
                        <a:solidFill>
                          <a:schemeClr val="bg1"/>
                        </a:solidFill>
                      </a:endParaRPr>
                    </a:p>
                  </a:txBody>
                  <a:tcPr anchor="ctr">
                    <a:solidFill>
                      <a:srgbClr val="26C5B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209069">
                <a:tc>
                  <a:txBody>
                    <a:bodyPr/>
                    <a:lstStyle/>
                    <a:p>
                      <a:pPr algn="ctr"/>
                      <a:r>
                        <a:rPr lang="en-US" sz="1200" b="1">
                          <a:solidFill>
                            <a:schemeClr val="bg1"/>
                          </a:solidFill>
                        </a:rPr>
                        <a:t>Key Markets</a:t>
                      </a: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High Priority Gaps</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26C5BE"/>
                    </a:solidFill>
                  </a:tcPr>
                </a:tc>
                <a:extLst>
                  <a:ext uri="{0D108BD9-81ED-4DB2-BD59-A6C34878D82A}">
                    <a16:rowId xmlns:a16="http://schemas.microsoft.com/office/drawing/2014/main" val="3378915935"/>
                  </a:ext>
                </a:extLst>
              </a:tr>
              <a:tr h="185839">
                <a:tc rowSpan="2">
                  <a:txBody>
                    <a:bodyPr/>
                    <a:lstStyle/>
                    <a:p>
                      <a:endParaRPr lang="en-US" sz="1000"/>
                    </a:p>
                  </a:txBody>
                  <a:tcPr>
                    <a:solidFill>
                      <a:srgbClr val="E7E7E7"/>
                    </a:solidFill>
                  </a:tcPr>
                </a:tc>
                <a:tc rowSpan="2">
                  <a:txBody>
                    <a:bodyPr/>
                    <a:lstStyle/>
                    <a:p>
                      <a:r>
                        <a:rPr lang="en-US" sz="1000" b="0"/>
                        <a:t>[Pan-peri] </a:t>
                      </a:r>
                      <a:r>
                        <a:rPr lang="en-US" sz="1000" b="1"/>
                        <a:t>Completion and adherence to adjuvant tislelizumab</a:t>
                      </a:r>
                      <a:r>
                        <a:rPr lang="en-US" sz="1000"/>
                        <a:t> (vs control arm) as predictor of long-term response or outcome</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50"/>
                        <a:t>Understanding the link between treatment adherence and completion, and long-term outcomes, is essential to supporting the clinical differentiation of adjuvant tislelizumab. These insights can guide physician behavior, inform payer decision-making, and provide an evidence-based narrative supporting the long-term benefit in perioperative NSCLC</a:t>
                      </a:r>
                      <a:endParaRPr lang="en-US" sz="950" b="0" i="0" kern="1200">
                        <a:solidFill>
                          <a:schemeClr val="tx1"/>
                        </a:solidFill>
                        <a:latin typeface="+mn-lt"/>
                        <a:ea typeface="+mn-ea"/>
                        <a:cs typeface="+mn-cs"/>
                      </a:endParaRPr>
                    </a:p>
                  </a:txBody>
                  <a:tcPr anchor="ctr">
                    <a:solidFill>
                      <a:srgbClr val="E7E7E7"/>
                    </a:solidFill>
                  </a:tcPr>
                </a:tc>
                <a:tc rowSpan="1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tc>
                <a:extLst>
                  <a:ext uri="{0D108BD9-81ED-4DB2-BD59-A6C34878D82A}">
                    <a16:rowId xmlns:a16="http://schemas.microsoft.com/office/drawing/2014/main" val="3107489342"/>
                  </a:ext>
                </a:extLst>
              </a:tr>
              <a:tr h="435561">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1,2</a:t>
                      </a:r>
                    </a:p>
                  </a:txBody>
                  <a:tcPr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810489342"/>
                  </a:ext>
                </a:extLst>
              </a:tr>
              <a:tr h="185839">
                <a:tc rowSpan="3">
                  <a:txBody>
                    <a:bodyPr/>
                    <a:lstStyle/>
                    <a:p>
                      <a:endParaRPr lang="en-US" sz="1000"/>
                    </a:p>
                  </a:txBody>
                  <a:tcP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[Pan-peri] </a:t>
                      </a:r>
                      <a:r>
                        <a:rPr lang="en-US" sz="1000" b="1"/>
                        <a:t>Need to understand the combination of patient characteristics</a:t>
                      </a:r>
                      <a:r>
                        <a:rPr lang="en-US" sz="1000"/>
                        <a:t> that can influence treatment decision</a:t>
                      </a:r>
                    </a:p>
                  </a:txBody>
                  <a:tcPr anchor="ctr">
                    <a:solidFill>
                      <a:srgbClr val="CBCBCB"/>
                    </a:solidFill>
                  </a:tcPr>
                </a:tc>
                <a:tc>
                  <a:txBody>
                    <a:bodyPr/>
                    <a:lstStyle/>
                    <a:p>
                      <a:endParaRPr lang="en-US" sz="1000"/>
                    </a:p>
                  </a:txBody>
                  <a:tcPr anchor="ctr">
                    <a:solidFill>
                      <a:schemeClr val="accent1"/>
                    </a:solidFill>
                  </a:tcPr>
                </a:tc>
                <a:tc>
                  <a:txBody>
                    <a:bodyPr/>
                    <a:lstStyle/>
                    <a:p>
                      <a:pPr algn="ctr"/>
                      <a:r>
                        <a:rPr lang="en-US" sz="1000" b="0"/>
                        <a:t>3</a:t>
                      </a:r>
                    </a:p>
                  </a:txBody>
                  <a:tcPr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50" kern="1200">
                          <a:solidFill>
                            <a:schemeClr val="dk1"/>
                          </a:solidFill>
                          <a:latin typeface="+mn-lt"/>
                          <a:ea typeface="+mn-ea"/>
                          <a:cs typeface="+mn-cs"/>
                        </a:rPr>
                        <a:t>Understanding how combinations of clinical and biological characteristics (e.g., histology, smoking status, gender, PD-L1 expression) influence treatment decisions is key to refining patient selection and supporting differentiated positioning. These insights can guide treatment personalization, inform access discussions, and reinforce clinical relevance of tislelizumab in real-world practice, contributing to overall solid tumor awareness and leadership</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2595247571"/>
                  </a:ext>
                </a:extLst>
              </a:tr>
              <a:tr h="185839">
                <a:tc vMerge="1">
                  <a:txBody>
                    <a:bodyPr/>
                    <a:lstStyle/>
                    <a:p>
                      <a:endParaRPr lang="en-US"/>
                    </a:p>
                  </a:txBody>
                  <a:tcPr/>
                </a:tc>
                <a:tc vMerge="1">
                  <a:txBody>
                    <a:bodyPr/>
                    <a:lstStyle/>
                    <a:p>
                      <a:endParaRPr lang="en-US"/>
                    </a:p>
                  </a:txBody>
                  <a:tcPr/>
                </a:tc>
                <a:tc>
                  <a:txBody>
                    <a:bodyPr/>
                    <a:lstStyle/>
                    <a:p>
                      <a:endParaRPr lang="en-US" sz="1000"/>
                    </a:p>
                  </a:txBody>
                  <a:tcPr anchor="ctr">
                    <a:solidFill>
                      <a:schemeClr val="accent6"/>
                    </a:solidFill>
                  </a:tcPr>
                </a:tc>
                <a:tc>
                  <a:txBody>
                    <a:bodyPr/>
                    <a:lstStyle/>
                    <a:p>
                      <a:pPr algn="ctr"/>
                      <a:r>
                        <a:rPr lang="en-US" sz="1000" b="0"/>
                        <a:t>1,2</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33836795"/>
                  </a:ext>
                </a:extLst>
              </a:tr>
              <a:tr h="360064">
                <a:tc vMerge="1">
                  <a:txBody>
                    <a:bodyPr/>
                    <a:lstStyle/>
                    <a:p>
                      <a:endParaRPr lang="en-US"/>
                    </a:p>
                  </a:txBody>
                  <a:tcPr/>
                </a:tc>
                <a:tc vMerge="1">
                  <a:txBody>
                    <a:bodyPr/>
                    <a:lstStyle/>
                    <a:p>
                      <a:endParaRPr lang="en-US"/>
                    </a:p>
                  </a:txBody>
                  <a:tcPr/>
                </a:tc>
                <a:tc>
                  <a:txBody>
                    <a:bodyPr/>
                    <a:lstStyle/>
                    <a:p>
                      <a:endParaRPr lang="en-US" sz="1000"/>
                    </a:p>
                  </a:txBody>
                  <a:tcPr anchor="ctr">
                    <a:solidFill>
                      <a:schemeClr val="accent4"/>
                    </a:solidFill>
                  </a:tcPr>
                </a:tc>
                <a:tc>
                  <a:txBody>
                    <a:bodyPr/>
                    <a:lstStyle/>
                    <a:p>
                      <a:pPr algn="ctr"/>
                      <a:r>
                        <a:rPr lang="en-US" sz="1000" b="0"/>
                        <a:t>3</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686846109"/>
                  </a:ext>
                </a:extLst>
              </a:tr>
              <a:tr h="202851">
                <a:tc rowSpan="2">
                  <a:txBody>
                    <a:bodyPr/>
                    <a:lstStyle/>
                    <a:p>
                      <a:pPr algn="ctr"/>
                      <a:endParaRPr lang="en-US" sz="1000">
                        <a:highlight>
                          <a:srgbClr val="FFFF00"/>
                        </a:highlight>
                      </a:endParaRPr>
                    </a:p>
                  </a:txBody>
                  <a:tcPr anchor="ctr">
                    <a:solidFill>
                      <a:srgbClr val="E7E7E7"/>
                    </a:solidFill>
                  </a:tcPr>
                </a:tc>
                <a:tc rowSpan="2">
                  <a:txBody>
                    <a:bodyPr/>
                    <a:lstStyle/>
                    <a:p>
                      <a:r>
                        <a:rPr lang="en-US" sz="1000"/>
                        <a:t>[Pan-peri] Need for </a:t>
                      </a:r>
                      <a:r>
                        <a:rPr lang="en-US" sz="1000" b="1"/>
                        <a:t>median follow-up of at least 36 months </a:t>
                      </a:r>
                      <a:r>
                        <a:rPr lang="en-US" sz="1000"/>
                        <a:t>(with a mOS delta of at least 10% at 24 months landmark) in RN-315</a:t>
                      </a:r>
                    </a:p>
                  </a:txBody>
                  <a:tcPr anchor="ctr">
                    <a:solidFill>
                      <a:srgbClr val="E7E7E7"/>
                    </a:solidFill>
                  </a:tcPr>
                </a:tc>
                <a:tc>
                  <a:txBody>
                    <a:bodyPr/>
                    <a:lstStyle/>
                    <a:p>
                      <a:endParaRPr lang="en-US" sz="1000"/>
                    </a:p>
                  </a:txBody>
                  <a:tcPr anchor="ctr">
                    <a:solidFill>
                      <a:schemeClr val="accent1"/>
                    </a:solidFill>
                  </a:tcPr>
                </a:tc>
                <a:tc>
                  <a:txBody>
                    <a:bodyPr/>
                    <a:lstStyle/>
                    <a:p>
                      <a:pPr algn="ctr"/>
                      <a:r>
                        <a:rPr lang="en-US" sz="1000" b="0"/>
                        <a:t>1</a:t>
                      </a:r>
                    </a:p>
                  </a:txBody>
                  <a:tcPr anchor="ctr">
                    <a:solidFill>
                      <a:srgbClr val="E7E7E7"/>
                    </a:solidFill>
                  </a:tcPr>
                </a:tc>
                <a:tc rowSpan="2">
                  <a:txBody>
                    <a:bodyPr/>
                    <a:lstStyle/>
                    <a:p>
                      <a:r>
                        <a:rPr lang="en-US" sz="950" kern="1200">
                          <a:solidFill>
                            <a:schemeClr val="dk1"/>
                          </a:solidFill>
                          <a:latin typeface="+mn-lt"/>
                          <a:ea typeface="+mn-ea"/>
                          <a:cs typeface="+mn-cs"/>
                        </a:rPr>
                        <a:t>Extended follow up is essential to demonstrate sustained overall survival benefit and confirm long-term treatment impact in most markets but has been highlighted specifically in the Netherlands. Robust mOS data would strengthen evidence-based differentiation, support integrated value messaging, and provide critical benchmarks for regulatory and HTA discussions</a:t>
                      </a: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145713688"/>
                  </a:ext>
                </a:extLst>
              </a:tr>
              <a:tr h="418549">
                <a:tc vMerge="1">
                  <a:txBody>
                    <a:bodyPr/>
                    <a:lstStyle/>
                    <a:p>
                      <a:endParaRPr lang="en-US"/>
                    </a:p>
                  </a:txBody>
                  <a:tcPr/>
                </a:tc>
                <a:tc vMerge="1">
                  <a:txBody>
                    <a:bodyPr/>
                    <a:lstStyle/>
                    <a:p>
                      <a:endParaRPr lang="en-US"/>
                    </a:p>
                  </a:txBody>
                  <a:tcPr/>
                </a:tc>
                <a:tc>
                  <a:txBody>
                    <a:bodyPr/>
                    <a:lstStyle/>
                    <a:p>
                      <a:endParaRPr lang="en-US" sz="1000"/>
                    </a:p>
                  </a:txBody>
                  <a:tcPr anchor="ctr">
                    <a:solidFill>
                      <a:schemeClr val="accent6"/>
                    </a:solidFill>
                  </a:tcPr>
                </a:tc>
                <a:tc>
                  <a:txBody>
                    <a:bodyPr/>
                    <a:lstStyle/>
                    <a:p>
                      <a:pPr algn="ctr"/>
                      <a:r>
                        <a:rPr lang="en-US" sz="1000" b="0"/>
                        <a:t>1,2</a:t>
                      </a:r>
                    </a:p>
                  </a:txBody>
                  <a:tcPr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539814268"/>
                  </a:ext>
                </a:extLst>
              </a:tr>
              <a:tr h="185839">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highlight>
                          <a:srgbClr val="FFFF00"/>
                        </a:highlight>
                      </a:endParaRPr>
                    </a:p>
                  </a:txBody>
                  <a:tcPr anchor="ctr">
                    <a:solidFill>
                      <a:srgbClr val="CBCBCB"/>
                    </a:solidFill>
                  </a:tcPr>
                </a:tc>
                <a:tc rowSpan="2">
                  <a:txBody>
                    <a:bodyPr/>
                    <a:lstStyle/>
                    <a:p>
                      <a:r>
                        <a:rPr lang="en-US" sz="1000"/>
                        <a:t>[Neoadjuvant] Need for </a:t>
                      </a:r>
                      <a:r>
                        <a:rPr lang="en-US" sz="1000" b="1"/>
                        <a:t>EFS data </a:t>
                      </a:r>
                      <a:r>
                        <a:rPr lang="en-US" sz="1000"/>
                        <a:t>by </a:t>
                      </a:r>
                      <a:r>
                        <a:rPr lang="en-US" sz="1000" b="1"/>
                        <a:t>surgically relevant subgroups</a:t>
                      </a:r>
                    </a:p>
                  </a:txBody>
                  <a:tcPr anchor="ctr">
                    <a:solidFill>
                      <a:srgbClr val="CBCBCB"/>
                    </a:solidFill>
                  </a:tcPr>
                </a:tc>
                <a:tc>
                  <a:txBody>
                    <a:bodyPr/>
                    <a:lstStyle/>
                    <a:p>
                      <a:endParaRPr lang="en-US" sz="1000"/>
                    </a:p>
                  </a:txBody>
                  <a:tcPr anchor="ctr">
                    <a:solidFill>
                      <a:schemeClr val="accent1"/>
                    </a:solidFill>
                  </a:tcPr>
                </a:tc>
                <a:tc>
                  <a:txBody>
                    <a:bodyPr/>
                    <a:lstStyle/>
                    <a:p>
                      <a:pPr algn="ctr"/>
                      <a:r>
                        <a:rPr lang="en-US" sz="1000" b="0"/>
                        <a:t>1</a:t>
                      </a:r>
                    </a:p>
                  </a:txBody>
                  <a:tcPr anchor="ctr">
                    <a:solidFill>
                      <a:srgbClr val="CBCBCB"/>
                    </a:solidFill>
                  </a:tcPr>
                </a:tc>
                <a:tc rowSpan="2">
                  <a:txBody>
                    <a:bodyPr/>
                    <a:lstStyle/>
                    <a:p>
                      <a:r>
                        <a:rPr lang="en-US" sz="950" kern="1200">
                          <a:solidFill>
                            <a:schemeClr val="dk1"/>
                          </a:solidFill>
                          <a:latin typeface="+mn-lt"/>
                          <a:ea typeface="+mn-ea"/>
                          <a:cs typeface="+mn-cs"/>
                        </a:rPr>
                        <a:t>Event-free survival may vary by surgical approach or resection extent, making subgroup analyses critical to optimizing perioperative strategies. These insights can help enhance clinical decision-making, drive evidence-based differentiation, and strengthen engagement with thoracic surgeons and multidisciplinary teams</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4173716702"/>
                  </a:ext>
                </a:extLst>
              </a:tr>
              <a:tr h="325219">
                <a:tc vMerge="1">
                  <a:txBody>
                    <a:bodyPr/>
                    <a:lstStyle/>
                    <a:p>
                      <a:endParaRPr lang="en-US"/>
                    </a:p>
                  </a:txBody>
                  <a:tcPr/>
                </a:tc>
                <a:tc vMerge="1">
                  <a:txBody>
                    <a:bodyPr/>
                    <a:lstStyle/>
                    <a:p>
                      <a:endParaRPr lang="en-US"/>
                    </a:p>
                  </a:txBody>
                  <a:tcPr/>
                </a:tc>
                <a:tc>
                  <a:txBody>
                    <a:bodyPr/>
                    <a:lstStyle/>
                    <a:p>
                      <a:endParaRPr lang="en-US" sz="1000"/>
                    </a:p>
                  </a:txBody>
                  <a:tcPr anchor="ctr">
                    <a:solidFill>
                      <a:schemeClr val="accent4"/>
                    </a:solidFill>
                  </a:tcPr>
                </a:tc>
                <a:tc>
                  <a:txBody>
                    <a:bodyPr/>
                    <a:lstStyle/>
                    <a:p>
                      <a:pPr algn="ctr"/>
                      <a:r>
                        <a:rPr lang="en-US" sz="1000" b="0"/>
                        <a:t>2,3</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355380719"/>
                  </a:ext>
                </a:extLst>
              </a:tr>
              <a:tr h="185839">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highlight>
                          <a:srgbClr val="FFFF00"/>
                        </a:highlight>
                      </a:endParaRP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[Neoadjuvant] </a:t>
                      </a:r>
                      <a:r>
                        <a:rPr lang="en-US" sz="1000" b="1"/>
                        <a:t>Need for data analyses </a:t>
                      </a:r>
                      <a:r>
                        <a:rPr lang="en-US" sz="1000"/>
                        <a:t>on </a:t>
                      </a:r>
                      <a:r>
                        <a:rPr lang="en-US" sz="1000" b="1"/>
                        <a:t>EFS and OS </a:t>
                      </a:r>
                      <a:r>
                        <a:rPr lang="en-US" sz="1000"/>
                        <a:t>stratified by </a:t>
                      </a:r>
                      <a:r>
                        <a:rPr lang="en-US" sz="1000" b="1"/>
                        <a:t>MPR and pCR for neoadjuvant </a:t>
                      </a:r>
                      <a:r>
                        <a:rPr lang="en-US" sz="1000"/>
                        <a:t>population</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1,3</a:t>
                      </a:r>
                    </a:p>
                  </a:txBody>
                  <a:tcPr anchor="ctr">
                    <a:solidFill>
                      <a:srgbClr val="E7E7E7"/>
                    </a:solidFill>
                  </a:tcPr>
                </a:tc>
                <a:tc rowSpan="2">
                  <a:txBody>
                    <a:bodyPr/>
                    <a:lstStyle/>
                    <a:p>
                      <a:r>
                        <a:rPr lang="en-US" sz="950" kern="1200">
                          <a:solidFill>
                            <a:schemeClr val="dk1"/>
                          </a:solidFill>
                          <a:latin typeface="+mn-lt"/>
                          <a:ea typeface="+mn-ea"/>
                          <a:cs typeface="+mn-cs"/>
                        </a:rPr>
                        <a:t>Linking pathological response (MPR, pCR) to long-term outcomes strengthens the clinical relevance of neoadjuvant use and supports differentiation vs. other immunotherapies. These analyses can inform HCP decision-making, enhance confidence in surrogate endpoints, and reinforce tislelizumab’s value in early-stage NSCLC</a:t>
                      </a: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1474656392"/>
                  </a:ext>
                </a:extLst>
              </a:tr>
              <a:tr h="435561">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2,3</a:t>
                      </a:r>
                    </a:p>
                  </a:txBody>
                  <a:tcPr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61757699"/>
                  </a:ext>
                </a:extLst>
              </a:tr>
              <a:tr h="209069">
                <a:tc>
                  <a:txBody>
                    <a:bodyPr/>
                    <a:lstStyle/>
                    <a:p>
                      <a:pPr algn="ctr"/>
                      <a:r>
                        <a:rPr lang="en-US" sz="1200" b="1">
                          <a:solidFill>
                            <a:schemeClr val="bg1"/>
                          </a:solidFill>
                        </a:rPr>
                        <a:t>Key Markets</a:t>
                      </a: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Medium Priority Gaps</a:t>
                      </a:r>
                    </a:p>
                  </a:txBody>
                  <a:tcPr anchor="c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200" b="1" i="0" kern="1200">
                        <a:solidFill>
                          <a:schemeClr val="bg1"/>
                        </a:solidFill>
                        <a:latin typeface="+mn-lt"/>
                        <a:ea typeface="+mn-ea"/>
                        <a:cs typeface="+mn-cs"/>
                      </a:endParaRP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26C5BE"/>
                    </a:solidFill>
                  </a:tcPr>
                </a:tc>
                <a:extLst>
                  <a:ext uri="{0D108BD9-81ED-4DB2-BD59-A6C34878D82A}">
                    <a16:rowId xmlns:a16="http://schemas.microsoft.com/office/drawing/2014/main" val="2926600356"/>
                  </a:ext>
                </a:extLst>
              </a:tr>
              <a:tr h="4181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highlight>
                          <a:srgbClr val="FFFF00"/>
                        </a:highlight>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[Pan-peri] Need for </a:t>
                      </a:r>
                      <a:r>
                        <a:rPr lang="en-US" sz="1000" b="1"/>
                        <a:t>data supporting cost-benefit of prolonged IO therapy </a:t>
                      </a:r>
                      <a:r>
                        <a:rPr lang="en-US" sz="1000"/>
                        <a:t>across perioperative settings</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1</a:t>
                      </a:r>
                    </a:p>
                  </a:txBody>
                  <a:tcPr anchor="ctr">
                    <a:solidFill>
                      <a:srgbClr val="CBCBCB"/>
                    </a:solidFill>
                  </a:tcPr>
                </a:tc>
                <a:tc>
                  <a:txBody>
                    <a:bodyPr/>
                    <a:lstStyle/>
                    <a:p>
                      <a:r>
                        <a:rPr lang="en-US" sz="950"/>
                        <a:t>This gaps was deprioritized, as HCPs seem to prefer the adjuvant setting when using IOs over pan-perioperative treatment with IOs. Additionally, clinical data is deemed as more important than a cost-benefit analysis</a:t>
                      </a:r>
                    </a:p>
                  </a:txBody>
                  <a:tcPr anchor="ctr">
                    <a:solidFill>
                      <a:srgbClr val="CBCBC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solidFill>
                      <a:srgbClr val="CBCBCB"/>
                    </a:solidFill>
                  </a:tcPr>
                </a:tc>
                <a:extLst>
                  <a:ext uri="{0D108BD9-81ED-4DB2-BD59-A6C34878D82A}">
                    <a16:rowId xmlns:a16="http://schemas.microsoft.com/office/drawing/2014/main" val="236212695"/>
                  </a:ext>
                </a:extLst>
              </a:tr>
            </a:tbl>
          </a:graphicData>
        </a:graphic>
      </p:graphicFrame>
      <p:pic>
        <p:nvPicPr>
          <p:cNvPr id="26" name="Graphic 25">
            <a:extLst>
              <a:ext uri="{FF2B5EF4-FFF2-40B4-BE49-F238E27FC236}">
                <a16:creationId xmlns:a16="http://schemas.microsoft.com/office/drawing/2014/main" id="{D625F441-0CB3-09CB-4A64-0FCEED35EC9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563" y="3338879"/>
            <a:ext cx="288000" cy="288000"/>
          </a:xfrm>
          <a:prstGeom prst="rect">
            <a:avLst/>
          </a:prstGeom>
        </p:spPr>
      </p:pic>
      <p:pic>
        <p:nvPicPr>
          <p:cNvPr id="31" name="Graphic 30">
            <a:extLst>
              <a:ext uri="{FF2B5EF4-FFF2-40B4-BE49-F238E27FC236}">
                <a16:creationId xmlns:a16="http://schemas.microsoft.com/office/drawing/2014/main" id="{7E4375DF-8D5E-2C93-8989-62B993A448F7}"/>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828687" y="1927457"/>
            <a:ext cx="329184" cy="329184"/>
          </a:xfrm>
          <a:prstGeom prst="rect">
            <a:avLst/>
          </a:prstGeom>
        </p:spPr>
      </p:pic>
      <p:pic>
        <p:nvPicPr>
          <p:cNvPr id="36" name="Graphic 35">
            <a:extLst>
              <a:ext uri="{FF2B5EF4-FFF2-40B4-BE49-F238E27FC236}">
                <a16:creationId xmlns:a16="http://schemas.microsoft.com/office/drawing/2014/main" id="{7AFB9F76-0A9E-E6CF-FBDD-391504C4EE4D}"/>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828687" y="4368549"/>
            <a:ext cx="329184" cy="329184"/>
          </a:xfrm>
          <a:prstGeom prst="rect">
            <a:avLst/>
          </a:prstGeom>
        </p:spPr>
      </p:pic>
      <p:pic>
        <p:nvPicPr>
          <p:cNvPr id="37" name="Graphic 36">
            <a:extLst>
              <a:ext uri="{FF2B5EF4-FFF2-40B4-BE49-F238E27FC236}">
                <a16:creationId xmlns:a16="http://schemas.microsoft.com/office/drawing/2014/main" id="{A8A9BCC9-65B8-C1F3-1B11-47C761F17951}"/>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828687" y="5064250"/>
            <a:ext cx="329184" cy="329184"/>
          </a:xfrm>
          <a:prstGeom prst="rect">
            <a:avLst/>
          </a:prstGeom>
        </p:spPr>
      </p:pic>
      <p:grpSp>
        <p:nvGrpSpPr>
          <p:cNvPr id="22" name="Group 21">
            <a:extLst>
              <a:ext uri="{FF2B5EF4-FFF2-40B4-BE49-F238E27FC236}">
                <a16:creationId xmlns:a16="http://schemas.microsoft.com/office/drawing/2014/main" id="{4CEEA63F-715E-C101-89C2-C05DE3041FE7}"/>
              </a:ext>
            </a:extLst>
          </p:cNvPr>
          <p:cNvGrpSpPr/>
          <p:nvPr/>
        </p:nvGrpSpPr>
        <p:grpSpPr>
          <a:xfrm>
            <a:off x="5387787" y="687287"/>
            <a:ext cx="6454551" cy="323165"/>
            <a:chOff x="9702263" y="10164"/>
            <a:chExt cx="6636476" cy="323165"/>
          </a:xfrm>
        </p:grpSpPr>
        <p:sp>
          <p:nvSpPr>
            <p:cNvPr id="23" name="TextBox 22">
              <a:extLst>
                <a:ext uri="{FF2B5EF4-FFF2-40B4-BE49-F238E27FC236}">
                  <a16:creationId xmlns:a16="http://schemas.microsoft.com/office/drawing/2014/main" id="{6BB2E0DB-49F2-A7F5-1D1D-36B297423333}"/>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24" name="Rectangle 23">
              <a:extLst>
                <a:ext uri="{FF2B5EF4-FFF2-40B4-BE49-F238E27FC236}">
                  <a16:creationId xmlns:a16="http://schemas.microsoft.com/office/drawing/2014/main" id="{13D7A72E-5735-2490-D7B0-39EF2DF052CE}"/>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5" name="Rectangle 24">
              <a:extLst>
                <a:ext uri="{FF2B5EF4-FFF2-40B4-BE49-F238E27FC236}">
                  <a16:creationId xmlns:a16="http://schemas.microsoft.com/office/drawing/2014/main" id="{202458A4-C14F-D3C1-FDF4-E4CB0FE89FF3}"/>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8" name="Rectangle 27">
              <a:extLst>
                <a:ext uri="{FF2B5EF4-FFF2-40B4-BE49-F238E27FC236}">
                  <a16:creationId xmlns:a16="http://schemas.microsoft.com/office/drawing/2014/main" id="{0ECF517D-50D0-3361-82F2-6C984A7E3ABA}"/>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pic>
        <p:nvPicPr>
          <p:cNvPr id="9" name="Picture 8" descr="A blue circle with yellow stars in center&#10;&#10;Description automatically generated">
            <a:extLst>
              <a:ext uri="{FF2B5EF4-FFF2-40B4-BE49-F238E27FC236}">
                <a16:creationId xmlns:a16="http://schemas.microsoft.com/office/drawing/2014/main" id="{FCE1DD9C-ADAC-50F0-B298-ACC688D9CEC6}"/>
              </a:ext>
            </a:extLst>
          </p:cNvPr>
          <p:cNvPicPr>
            <a:picLocks noChangeAspect="1"/>
          </p:cNvPicPr>
          <p:nvPr/>
        </p:nvPicPr>
        <p:blipFill>
          <a:blip r:embed="rId9"/>
          <a:stretch>
            <a:fillRect/>
          </a:stretch>
        </p:blipFill>
        <p:spPr>
          <a:xfrm>
            <a:off x="842403" y="2710237"/>
            <a:ext cx="301752" cy="301752"/>
          </a:xfrm>
          <a:prstGeom prst="rect">
            <a:avLst/>
          </a:prstGeom>
          <a:ln>
            <a:noFill/>
          </a:ln>
        </p:spPr>
      </p:pic>
      <p:pic>
        <p:nvPicPr>
          <p:cNvPr id="10" name="Picture 2" descr="European Society for Medical Oncology (ESMO) - YouTube">
            <a:extLst>
              <a:ext uri="{FF2B5EF4-FFF2-40B4-BE49-F238E27FC236}">
                <a16:creationId xmlns:a16="http://schemas.microsoft.com/office/drawing/2014/main" id="{7A4AB318-E881-50CC-43E7-361F0B42630E}"/>
              </a:ext>
            </a:extLst>
          </p:cNvPr>
          <p:cNvPicPr>
            <a:picLocks noChangeAspect="1"/>
          </p:cNvPicPr>
          <p:nvPr/>
        </p:nvPicPr>
        <p:blipFill rotWithShape="1">
          <a:blip r:embed="rId10">
            <a:extLst>
              <a:ext uri="{28A0092B-C50C-407E-A947-70E740481C1C}">
                <a14:useLocalDpi xmlns:a14="http://schemas.microsoft.com/office/drawing/2010/main" val="0"/>
              </a:ext>
            </a:extLst>
          </a:blip>
          <a:srcRect/>
          <a:stretch/>
        </p:blipFill>
        <p:spPr bwMode="auto">
          <a:xfrm>
            <a:off x="3719376" y="4608858"/>
            <a:ext cx="479885" cy="1777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C04DBF0-A1D4-1E99-D422-DDDA74D34D68}"/>
              </a:ext>
            </a:extLst>
          </p:cNvPr>
          <p:cNvSpPr txBox="1"/>
          <p:nvPr/>
        </p:nvSpPr>
        <p:spPr>
          <a:xfrm>
            <a:off x="4870792" y="946333"/>
            <a:ext cx="3033400"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2" name="TextBox 11">
            <a:extLst>
              <a:ext uri="{FF2B5EF4-FFF2-40B4-BE49-F238E27FC236}">
                <a16:creationId xmlns:a16="http://schemas.microsoft.com/office/drawing/2014/main" id="{E3542234-853C-77DF-D744-84053E425AA8}"/>
              </a:ext>
            </a:extLst>
          </p:cNvPr>
          <p:cNvSpPr txBox="1"/>
          <p:nvPr/>
        </p:nvSpPr>
        <p:spPr>
          <a:xfrm>
            <a:off x="9654423" y="926558"/>
            <a:ext cx="2301259" cy="323165"/>
          </a:xfrm>
          <a:prstGeom prst="rect">
            <a:avLst/>
          </a:prstGeom>
          <a:noFill/>
        </p:spPr>
        <p:txBody>
          <a:bodyPr wrap="square" lIns="91440" tIns="91440" rIns="91440" bIns="91440" rtlCol="0">
            <a:spAutoFit/>
          </a:bodyPr>
          <a:lstStyle/>
          <a:p>
            <a:pPr lvl="0">
              <a:spcAft>
                <a:spcPts val="600"/>
              </a:spcAft>
              <a:defRPr/>
            </a:pP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13" name="Picture 2" descr="European Society for Medical Oncology (ESMO) - YouTube">
            <a:extLst>
              <a:ext uri="{FF2B5EF4-FFF2-40B4-BE49-F238E27FC236}">
                <a16:creationId xmlns:a16="http://schemas.microsoft.com/office/drawing/2014/main" id="{7419643F-053D-6B2D-1B4D-5A2889CFD9FF}"/>
              </a:ext>
            </a:extLst>
          </p:cNvPr>
          <p:cNvPicPr>
            <a:picLocks noChangeAspect="1"/>
          </p:cNvPicPr>
          <p:nvPr/>
        </p:nvPicPr>
        <p:blipFill rotWithShape="1">
          <a:blip r:embed="rId10">
            <a:extLst>
              <a:ext uri="{28A0092B-C50C-407E-A947-70E740481C1C}">
                <a14:useLocalDpi xmlns:a14="http://schemas.microsoft.com/office/drawing/2010/main" val="0"/>
              </a:ext>
            </a:extLst>
          </a:blip>
          <a:srcRect/>
          <a:stretch/>
        </p:blipFill>
        <p:spPr bwMode="auto">
          <a:xfrm>
            <a:off x="9343855" y="1009471"/>
            <a:ext cx="396000" cy="14668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02A8DC77-AFE9-D22D-253B-901180D5B708}"/>
              </a:ext>
            </a:extLst>
          </p:cNvPr>
          <p:cNvSpPr txBox="1"/>
          <p:nvPr/>
        </p:nvSpPr>
        <p:spPr>
          <a:xfrm>
            <a:off x="5191933" y="730889"/>
            <a:ext cx="4555622"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Poppins"/>
              <a:ea typeface="+mn-ea"/>
              <a:cs typeface="+mn-cs"/>
            </a:endParaRPr>
          </a:p>
          <a:p>
            <a:pPr lvl="0">
              <a:spcAft>
                <a:spcPts val="100"/>
              </a:spcAf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lang="en-US" sz="900">
                <a:solidFill>
                  <a:srgbClr val="000000"/>
                </a:solidFill>
              </a:rPr>
              <a:t> Gaps for which tactics were developed during WS (May ‘25)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15" name="Graphic 14">
            <a:extLst>
              <a:ext uri="{FF2B5EF4-FFF2-40B4-BE49-F238E27FC236}">
                <a16:creationId xmlns:a16="http://schemas.microsoft.com/office/drawing/2014/main" id="{E5FC5E83-8D22-E2C9-EB9B-52435D8BD44F}"/>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5492072" y="978927"/>
            <a:ext cx="216000" cy="216000"/>
          </a:xfrm>
          <a:prstGeom prst="rect">
            <a:avLst/>
          </a:prstGeom>
        </p:spPr>
      </p:pic>
      <p:pic>
        <p:nvPicPr>
          <p:cNvPr id="18" name="Graphic 17">
            <a:extLst>
              <a:ext uri="{FF2B5EF4-FFF2-40B4-BE49-F238E27FC236}">
                <a16:creationId xmlns:a16="http://schemas.microsoft.com/office/drawing/2014/main" id="{F00EF472-ACAC-F580-024C-47E425092E2B}"/>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828687" y="5984652"/>
            <a:ext cx="329184" cy="329184"/>
          </a:xfrm>
          <a:prstGeom prst="rect">
            <a:avLst/>
          </a:prstGeom>
        </p:spPr>
      </p:pic>
      <p:pic>
        <p:nvPicPr>
          <p:cNvPr id="20" name="Picture 2" descr="European Society for Medical Oncology (ESMO) - YouTube">
            <a:extLst>
              <a:ext uri="{FF2B5EF4-FFF2-40B4-BE49-F238E27FC236}">
                <a16:creationId xmlns:a16="http://schemas.microsoft.com/office/drawing/2014/main" id="{41C4BF4C-FE54-DB76-9B59-9042EB2289DC}"/>
              </a:ext>
            </a:extLst>
          </p:cNvPr>
          <p:cNvPicPr>
            <a:picLocks noChangeAspect="1"/>
          </p:cNvPicPr>
          <p:nvPr/>
        </p:nvPicPr>
        <p:blipFill rotWithShape="1">
          <a:blip r:embed="rId10">
            <a:extLst>
              <a:ext uri="{28A0092B-C50C-407E-A947-70E740481C1C}">
                <a14:useLocalDpi xmlns:a14="http://schemas.microsoft.com/office/drawing/2010/main" val="0"/>
              </a:ext>
            </a:extLst>
          </a:blip>
          <a:srcRect/>
          <a:stretch/>
        </p:blipFill>
        <p:spPr bwMode="auto">
          <a:xfrm>
            <a:off x="3719375" y="6200247"/>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4A79C8B9-6225-43C2-6D2C-8462796C85FF}"/>
              </a:ext>
            </a:extLst>
          </p:cNvPr>
          <p:cNvGrpSpPr/>
          <p:nvPr/>
        </p:nvGrpSpPr>
        <p:grpSpPr>
          <a:xfrm>
            <a:off x="763333" y="3573490"/>
            <a:ext cx="459893" cy="329184"/>
            <a:chOff x="738023" y="3673526"/>
            <a:chExt cx="459893" cy="329184"/>
          </a:xfrm>
        </p:grpSpPr>
        <p:pic>
          <p:nvPicPr>
            <p:cNvPr id="32" name="Graphic 31">
              <a:extLst>
                <a:ext uri="{FF2B5EF4-FFF2-40B4-BE49-F238E27FC236}">
                  <a16:creationId xmlns:a16="http://schemas.microsoft.com/office/drawing/2014/main" id="{EF402A94-C9FE-21C5-1B96-E060BAAAD752}"/>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738023" y="3673526"/>
              <a:ext cx="329184" cy="329184"/>
            </a:xfrm>
            <a:prstGeom prst="rect">
              <a:avLst/>
            </a:prstGeom>
          </p:spPr>
        </p:pic>
        <p:pic>
          <p:nvPicPr>
            <p:cNvPr id="21" name="Picture 20" descr="A red white and blue flag&#10;&#10;AI-generated content may be incorrect.">
              <a:extLst>
                <a:ext uri="{FF2B5EF4-FFF2-40B4-BE49-F238E27FC236}">
                  <a16:creationId xmlns:a16="http://schemas.microsoft.com/office/drawing/2014/main" id="{6AB57652-8AA2-68FF-D604-8CD1F4E045C1}"/>
                </a:ext>
              </a:extLst>
            </p:cNvPr>
            <p:cNvPicPr>
              <a:picLocks noChangeAspect="1"/>
            </p:cNvPicPr>
            <p:nvPr/>
          </p:nvPicPr>
          <p:blipFill>
            <a:blip r:embed="rId11"/>
            <a:stretch>
              <a:fillRect/>
            </a:stretch>
          </p:blipFill>
          <p:spPr>
            <a:xfrm>
              <a:off x="896164" y="3687242"/>
              <a:ext cx="301752" cy="301752"/>
            </a:xfrm>
            <a:prstGeom prst="rect">
              <a:avLst/>
            </a:prstGeom>
          </p:spPr>
        </p:pic>
      </p:grpSp>
      <p:sp>
        <p:nvSpPr>
          <p:cNvPr id="29" name="Footer Placeholder 3">
            <a:extLst>
              <a:ext uri="{FF2B5EF4-FFF2-40B4-BE49-F238E27FC236}">
                <a16:creationId xmlns:a16="http://schemas.microsoft.com/office/drawing/2014/main" id="{4C76B0B6-4B00-7899-C847-494C93ACA523}"/>
              </a:ext>
            </a:extLst>
          </p:cNvPr>
          <p:cNvSpPr txBox="1">
            <a:spLocks/>
          </p:cNvSpPr>
          <p:nvPr/>
        </p:nvSpPr>
        <p:spPr>
          <a:xfrm>
            <a:off x="357677" y="6566152"/>
            <a:ext cx="11030287" cy="275881"/>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endParaRPr lang="en-US">
              <a:solidFill>
                <a:srgbClr val="000000">
                  <a:lumMod val="65000"/>
                  <a:lumOff val="35000"/>
                </a:srgbClr>
              </a:solidFill>
              <a:latin typeface="Poppins"/>
            </a:endParaRPr>
          </a:p>
          <a:p>
            <a:pPr>
              <a:defRPr/>
            </a:pPr>
            <a:r>
              <a:rPr lang="en-US"/>
              <a:t>Note:</a:t>
            </a:r>
            <a:r>
              <a:rPr lang="en-GB"/>
              <a:t> * Medical Objectives: </a:t>
            </a:r>
            <a:r>
              <a:rPr lang="en-GB" b="1"/>
              <a:t>Drive Differentiation:</a:t>
            </a:r>
            <a:r>
              <a:rPr lang="en-GB"/>
              <a:t> 1. Evidence-Based Differentiation 2. Communicate One Scientific Story 3. Competitive Medical Mindset 4. </a:t>
            </a:r>
            <a:r>
              <a:rPr lang="en-GB" err="1"/>
              <a:t>BeOne</a:t>
            </a:r>
            <a:r>
              <a:rPr lang="en-GB"/>
              <a:t> Experience; </a:t>
            </a:r>
            <a:r>
              <a:rPr lang="en-GB" b="1"/>
              <a:t>Secure Broad Access: </a:t>
            </a:r>
            <a:r>
              <a:rPr lang="en-GB"/>
              <a:t>1. Integrated Evidence Generation 2. Support Market Access 3. Expanded Access Program; </a:t>
            </a:r>
            <a:r>
              <a:rPr lang="en-GB" b="1"/>
              <a:t>Build Solid </a:t>
            </a:r>
            <a:r>
              <a:rPr lang="en-GB" b="1" err="1"/>
              <a:t>Tumor</a:t>
            </a:r>
            <a:r>
              <a:rPr lang="en-GB" b="1"/>
              <a:t> Leadership: </a:t>
            </a:r>
            <a:r>
              <a:rPr lang="en-GB"/>
              <a:t>1. KOL Engagement and Advocacy 2. Research Collaboration 3. Solid </a:t>
            </a:r>
            <a:r>
              <a:rPr lang="en-GB" err="1"/>
              <a:t>Tumor</a:t>
            </a:r>
            <a:r>
              <a:rPr lang="en-GB"/>
              <a:t> Awareness 4. Maintain and Continue to Build</a:t>
            </a:r>
            <a:endParaRPr lang="en-US"/>
          </a:p>
          <a:p>
            <a:pPr>
              <a:defRPr/>
            </a:pPr>
            <a:r>
              <a:rPr lang="en-US">
                <a:solidFill>
                  <a:srgbClr val="000000">
                    <a:lumMod val="65000"/>
                    <a:lumOff val="35000"/>
                  </a:srgbClr>
                </a:solidFill>
              </a:rPr>
              <a:t>Abbreviations: EFS: Event Free Survival; HCP: Healthcare Provider; IO: Immuno-Oncology; MO: Medical Objective; MPR: Major Pathologic Response; Neo: Neoadjuvant; NSCLC: Non-Small Cell Lung Cancer; OS: Overall Survival; </a:t>
            </a:r>
            <a:r>
              <a:rPr lang="en-US" err="1">
                <a:solidFill>
                  <a:srgbClr val="000000">
                    <a:lumMod val="65000"/>
                    <a:lumOff val="35000"/>
                  </a:srgbClr>
                </a:solidFill>
              </a:rPr>
              <a:t>pCR</a:t>
            </a:r>
            <a:r>
              <a:rPr lang="en-US">
                <a:solidFill>
                  <a:srgbClr val="000000">
                    <a:lumMod val="65000"/>
                    <a:lumOff val="35000"/>
                  </a:srgbClr>
                </a:solidFill>
              </a:rPr>
              <a:t>: Pathologic Complete Response; PD(L)-1: Programmed Death (Ligand)-1 Peri: Perioperative; SI Strategic Imperative</a:t>
            </a:r>
          </a:p>
        </p:txBody>
      </p:sp>
      <p:grpSp>
        <p:nvGrpSpPr>
          <p:cNvPr id="19" name="Group 18">
            <a:extLst>
              <a:ext uri="{FF2B5EF4-FFF2-40B4-BE49-F238E27FC236}">
                <a16:creationId xmlns:a16="http://schemas.microsoft.com/office/drawing/2014/main" id="{FCF2591E-A9E4-76FD-456A-BDFFF9D36B76}"/>
              </a:ext>
            </a:extLst>
          </p:cNvPr>
          <p:cNvGrpSpPr/>
          <p:nvPr/>
        </p:nvGrpSpPr>
        <p:grpSpPr>
          <a:xfrm>
            <a:off x="-9526" y="-7584"/>
            <a:ext cx="11815014" cy="180000"/>
            <a:chOff x="-9526" y="-7584"/>
            <a:chExt cx="11815014" cy="180000"/>
          </a:xfrm>
        </p:grpSpPr>
        <p:sp>
          <p:nvSpPr>
            <p:cNvPr id="30" name="Rectangle 29">
              <a:extLst>
                <a:ext uri="{FF2B5EF4-FFF2-40B4-BE49-F238E27FC236}">
                  <a16:creationId xmlns:a16="http://schemas.microsoft.com/office/drawing/2014/main" id="{0DB1D0A8-FAD0-1340-8323-DB018B206189}"/>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Perioperative NSCLC</a:t>
              </a:r>
            </a:p>
          </p:txBody>
        </p:sp>
        <p:sp>
          <p:nvSpPr>
            <p:cNvPr id="33" name="Arrow: Pentagon 32">
              <a:extLst>
                <a:ext uri="{FF2B5EF4-FFF2-40B4-BE49-F238E27FC236}">
                  <a16:creationId xmlns:a16="http://schemas.microsoft.com/office/drawing/2014/main" id="{BDDF84CA-ED62-EEC0-3CE8-BE36BBD95C09}"/>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34" name="Arrow: Chevron 33">
              <a:extLst>
                <a:ext uri="{FF2B5EF4-FFF2-40B4-BE49-F238E27FC236}">
                  <a16:creationId xmlns:a16="http://schemas.microsoft.com/office/drawing/2014/main" id="{ED74DC57-E2D1-3A23-6688-DA162C2C2C16}"/>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35" name="Arrow: Chevron 34">
              <a:extLst>
                <a:ext uri="{FF2B5EF4-FFF2-40B4-BE49-F238E27FC236}">
                  <a16:creationId xmlns:a16="http://schemas.microsoft.com/office/drawing/2014/main" id="{DA59D8C7-5C7D-2ADB-05E6-F5A185953C1E}"/>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8" name="Arrow: Chevron 37">
              <a:extLst>
                <a:ext uri="{FF2B5EF4-FFF2-40B4-BE49-F238E27FC236}">
                  <a16:creationId xmlns:a16="http://schemas.microsoft.com/office/drawing/2014/main" id="{4FD4C100-74C2-D5D2-5408-28E95B530C0B}"/>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37593712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B6ECF-3211-3879-91B7-970F78235B3A}"/>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973D82A-12F4-3D87-23FA-22903443E9C5}"/>
              </a:ext>
            </a:extLst>
          </p:cNvPr>
          <p:cNvGraphicFramePr>
            <a:graphicFrameLocks noChangeAspect="1"/>
          </p:cNvGraphicFramePr>
          <p:nvPr>
            <p:custDataLst>
              <p:tags r:id="rId1"/>
            </p:custDataLst>
            <p:extLst>
              <p:ext uri="{D42A27DB-BD31-4B8C-83A1-F6EECF244321}">
                <p14:modId xmlns:p14="http://schemas.microsoft.com/office/powerpoint/2010/main" val="18922711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9973D82A-12F4-3D87-23FA-22903443E9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6409705-343B-F763-2F3F-36EC46B190F2}"/>
              </a:ext>
            </a:extLst>
          </p:cNvPr>
          <p:cNvSpPr>
            <a:spLocks noGrp="1"/>
          </p:cNvSpPr>
          <p:nvPr>
            <p:ph type="title"/>
          </p:nvPr>
        </p:nvSpPr>
        <p:spPr>
          <a:xfrm>
            <a:off x="358337" y="271427"/>
            <a:ext cx="11470125" cy="369332"/>
          </a:xfrm>
        </p:spPr>
        <p:txBody>
          <a:bodyPr vert="horz"/>
          <a:lstStyle/>
          <a:p>
            <a:r>
              <a:rPr lang="en-US" sz="2400"/>
              <a:t>Low Priority Evidence Gaps: Perioperative NSCLC (1/2)</a:t>
            </a:r>
          </a:p>
        </p:txBody>
      </p:sp>
      <p:graphicFrame>
        <p:nvGraphicFramePr>
          <p:cNvPr id="9" name="Table 8">
            <a:extLst>
              <a:ext uri="{FF2B5EF4-FFF2-40B4-BE49-F238E27FC236}">
                <a16:creationId xmlns:a16="http://schemas.microsoft.com/office/drawing/2014/main" id="{BA21F90A-9F47-BE26-48DC-584BB35C3152}"/>
              </a:ext>
            </a:extLst>
          </p:cNvPr>
          <p:cNvGraphicFramePr>
            <a:graphicFrameLocks noGrp="1"/>
          </p:cNvGraphicFramePr>
          <p:nvPr>
            <p:extLst>
              <p:ext uri="{D42A27DB-BD31-4B8C-83A1-F6EECF244321}">
                <p14:modId xmlns:p14="http://schemas.microsoft.com/office/powerpoint/2010/main" val="1239083775"/>
              </p:ext>
            </p:extLst>
          </p:nvPr>
        </p:nvGraphicFramePr>
        <p:xfrm>
          <a:off x="358337" y="1211054"/>
          <a:ext cx="11488312" cy="4562476"/>
        </p:xfrm>
        <a:graphic>
          <a:graphicData uri="http://schemas.openxmlformats.org/drawingml/2006/table">
            <a:tbl>
              <a:tblPr firstRow="1" bandRow="1">
                <a:tableStyleId>{073A0DAA-6AF3-43AB-8588-CEC1D06C72B9}</a:tableStyleId>
              </a:tblPr>
              <a:tblGrid>
                <a:gridCol w="1224000">
                  <a:extLst>
                    <a:ext uri="{9D8B030D-6E8A-4147-A177-3AD203B41FA5}">
                      <a16:colId xmlns:a16="http://schemas.microsoft.com/office/drawing/2014/main" val="4274197813"/>
                    </a:ext>
                  </a:extLst>
                </a:gridCol>
                <a:gridCol w="7668000">
                  <a:extLst>
                    <a:ext uri="{9D8B030D-6E8A-4147-A177-3AD203B41FA5}">
                      <a16:colId xmlns:a16="http://schemas.microsoft.com/office/drawing/2014/main" val="3409405350"/>
                    </a:ext>
                  </a:extLst>
                </a:gridCol>
                <a:gridCol w="1156311">
                  <a:extLst>
                    <a:ext uri="{9D8B030D-6E8A-4147-A177-3AD203B41FA5}">
                      <a16:colId xmlns:a16="http://schemas.microsoft.com/office/drawing/2014/main" val="1289286208"/>
                    </a:ext>
                  </a:extLst>
                </a:gridCol>
                <a:gridCol w="1440001">
                  <a:extLst>
                    <a:ext uri="{9D8B030D-6E8A-4147-A177-3AD203B41FA5}">
                      <a16:colId xmlns:a16="http://schemas.microsoft.com/office/drawing/2014/main" val="1339016765"/>
                    </a:ext>
                  </a:extLst>
                </a:gridCol>
              </a:tblGrid>
              <a:tr h="2880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Perioperative NSCLC</a:t>
                      </a:r>
                      <a:endParaRPr lang="en-US" sz="1200" b="1" i="1">
                        <a:solidFill>
                          <a:schemeClr val="bg1"/>
                        </a:solidFill>
                      </a:endParaRPr>
                    </a:p>
                  </a:txBody>
                  <a:tcPr anchor="ctr">
                    <a:solidFill>
                      <a:srgbClr val="26C5BE"/>
                    </a:solid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rgbClr val="26C5BE"/>
                    </a:solidFill>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Low Priority Gaps</a:t>
                      </a:r>
                    </a:p>
                  </a:txBody>
                  <a:tcPr anchor="ct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p>
                  </a:txBody>
                  <a:tcPr anchor="ctr">
                    <a:solidFill>
                      <a:srgbClr val="26C5BE"/>
                    </a:solidFill>
                  </a:tcPr>
                </a:tc>
                <a:extLst>
                  <a:ext uri="{0D108BD9-81ED-4DB2-BD59-A6C34878D82A}">
                    <a16:rowId xmlns:a16="http://schemas.microsoft.com/office/drawing/2014/main" val="1667024452"/>
                  </a:ext>
                </a:extLst>
              </a:tr>
              <a:tr h="396000">
                <a:tc>
                  <a:txBody>
                    <a:bodyPr/>
                    <a:lstStyle/>
                    <a:p>
                      <a:endParaRPr lang="en-US" sz="1200"/>
                    </a:p>
                  </a:txBody>
                  <a:tcPr anchor="ctr">
                    <a:solidFill>
                      <a:srgbClr val="E7E7E7"/>
                    </a:solidFill>
                  </a:tcPr>
                </a:tc>
                <a:tc>
                  <a:txBody>
                    <a:bodyPr/>
                    <a:lstStyle/>
                    <a:p>
                      <a:r>
                        <a:rPr lang="en-US" sz="1000" b="1">
                          <a:solidFill>
                            <a:schemeClr val="tx1"/>
                          </a:solidFill>
                        </a:rPr>
                        <a:t>[Pan-peri] Need for validated surrogate endpoints (e.g., MPR/pCR to OS) </a:t>
                      </a:r>
                      <a:r>
                        <a:rPr lang="en-US" sz="1000" b="0">
                          <a:solidFill>
                            <a:schemeClr val="tx1"/>
                          </a:solidFill>
                        </a:rPr>
                        <a:t>to support HTA submission in the absence of mature survival data</a:t>
                      </a: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At-Close or Near-Close</a:t>
                      </a: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[P</a:t>
                      </a:r>
                      <a:r>
                        <a:rPr lang="en-US" sz="1000">
                          <a:solidFill>
                            <a:schemeClr val="tx1"/>
                          </a:solidFill>
                        </a:rPr>
                        <a:t>ending BeOne input on tactic details]</a:t>
                      </a:r>
                    </a:p>
                  </a:txBody>
                  <a:tcPr anchor="ctr"/>
                </a:tc>
                <a:extLst>
                  <a:ext uri="{0D108BD9-81ED-4DB2-BD59-A6C34878D82A}">
                    <a16:rowId xmlns:a16="http://schemas.microsoft.com/office/drawing/2014/main" val="4287400784"/>
                  </a:ext>
                </a:extLst>
              </a:tr>
              <a:tr h="580336">
                <a:tc>
                  <a:txBody>
                    <a:bodyPr/>
                    <a:lstStyle/>
                    <a:p>
                      <a:endParaRPr lang="en-US" sz="1200"/>
                    </a:p>
                  </a:txBody>
                  <a:tcPr anchor="ctr">
                    <a:solidFill>
                      <a:srgbClr val="CBCBCB"/>
                    </a:solidFill>
                  </a:tcPr>
                </a:tc>
                <a:tc>
                  <a:txBody>
                    <a:bodyPr/>
                    <a:lstStyle/>
                    <a:p>
                      <a:r>
                        <a:rPr lang="en-US" sz="1000" b="0">
                          <a:solidFill>
                            <a:schemeClr val="tx1"/>
                          </a:solidFill>
                        </a:rPr>
                        <a:t>[Pan-peri] Need for pharmacokinetics, clinical trial and/or RWE to </a:t>
                      </a:r>
                      <a:r>
                        <a:rPr lang="en-US" sz="1000" b="1">
                          <a:solidFill>
                            <a:schemeClr val="tx1"/>
                          </a:solidFill>
                        </a:rPr>
                        <a:t>support a flexible dosing schedule</a:t>
                      </a:r>
                    </a:p>
                  </a:txBody>
                  <a:tcPr anchor="ctr">
                    <a:solidFill>
                      <a:srgbClr val="CBCBCB"/>
                    </a:solidFill>
                  </a:tcPr>
                </a:tc>
                <a:tc vMerge="1">
                  <a:txBody>
                    <a:bodyPr/>
                    <a:lstStyle/>
                    <a:p>
                      <a:endParaRPr/>
                    </a:p>
                  </a:txBody>
                  <a:tcPr anchor="ctr"/>
                </a:tc>
                <a:tc vMerge="1">
                  <a:txBody>
                    <a:bodyPr/>
                    <a:lstStyle/>
                    <a:p>
                      <a:endParaRPr lang="en-US"/>
                    </a:p>
                  </a:txBody>
                  <a:tcPr anchor="ctr"/>
                </a:tc>
                <a:extLst>
                  <a:ext uri="{0D108BD9-81ED-4DB2-BD59-A6C34878D82A}">
                    <a16:rowId xmlns:a16="http://schemas.microsoft.com/office/drawing/2014/main" val="1024985105"/>
                  </a:ext>
                </a:extLst>
              </a:tr>
              <a:tr h="370840">
                <a:tc>
                  <a:txBody>
                    <a:bodyPr/>
                    <a:lstStyle/>
                    <a:p>
                      <a:endParaRPr lang="en-US" sz="1200"/>
                    </a:p>
                  </a:txBody>
                  <a:tcPr anchor="ctr">
                    <a:solidFill>
                      <a:srgbClr val="E7E7E7"/>
                    </a:solidFill>
                  </a:tcPr>
                </a:tc>
                <a:tc>
                  <a:txBody>
                    <a:bodyPr/>
                    <a:lstStyle/>
                    <a:p>
                      <a:r>
                        <a:rPr lang="en-US" sz="1000" b="0"/>
                        <a:t>[Pan-peri]</a:t>
                      </a:r>
                      <a:r>
                        <a:rPr lang="en-US" sz="1000" b="1"/>
                        <a:t>Need for mature OS data</a:t>
                      </a:r>
                      <a:r>
                        <a:rPr lang="en-US" sz="1000"/>
                        <a:t> to support clinical value</a:t>
                      </a:r>
                    </a:p>
                  </a:txBody>
                  <a:tcPr anchor="ctr">
                    <a:solidFill>
                      <a:srgbClr val="E7E7E7"/>
                    </a:solidFill>
                  </a:tcPr>
                </a:tc>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solidFill>
                      <a:srgbClr val="CBCBCB"/>
                    </a:solidFill>
                  </a:tcPr>
                </a:tc>
                <a:tc row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N/A</a:t>
                      </a:r>
                    </a:p>
                  </a:txBody>
                  <a:tcPr anchor="ctr">
                    <a:solidFill>
                      <a:srgbClr val="CBCBCB"/>
                    </a:solidFill>
                  </a:tcPr>
                </a:tc>
                <a:extLst>
                  <a:ext uri="{0D108BD9-81ED-4DB2-BD59-A6C34878D82A}">
                    <a16:rowId xmlns:a16="http://schemas.microsoft.com/office/drawing/2014/main" val="2595247571"/>
                  </a:ext>
                </a:extLst>
              </a:tr>
              <a:tr h="37084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[Pan-peri] </a:t>
                      </a:r>
                      <a:r>
                        <a:rPr lang="en-US" sz="1000" b="1"/>
                        <a:t>Need for gender-driven data</a:t>
                      </a:r>
                      <a:r>
                        <a:rPr lang="en-US" sz="1000"/>
                        <a:t> (fewer events in women)</a:t>
                      </a:r>
                      <a:endParaRPr lang="en-US" sz="1000" b="0"/>
                    </a:p>
                  </a:txBody>
                  <a:tcPr anchor="ctr">
                    <a:solidFill>
                      <a:srgbClr val="CBCBCB"/>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3289545081"/>
                  </a:ext>
                </a:extLst>
              </a:tr>
              <a:tr h="37084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[Pan-peri] </a:t>
                      </a:r>
                      <a:r>
                        <a:rPr lang="en-US" sz="1000" b="1"/>
                        <a:t>Need for evidence exploring differential outcomes by gender in RN-315</a:t>
                      </a:r>
                      <a:r>
                        <a:rPr lang="en-US" sz="1000"/>
                        <a:t>, including the role of hormonal pathways</a:t>
                      </a:r>
                      <a:endParaRPr lang="en-US" sz="1000" b="1"/>
                    </a:p>
                  </a:txBody>
                  <a:tcPr anchor="ctr">
                    <a:solidFill>
                      <a:srgbClr val="E7E7E7"/>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3452231709"/>
                  </a:ext>
                </a:extLst>
              </a:tr>
              <a:tr h="37084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[Pan-peri] </a:t>
                      </a:r>
                      <a:r>
                        <a:rPr lang="en-US" sz="1000" b="1"/>
                        <a:t>Need for tislelizumab efficacy data exploring the impact of smoking status</a:t>
                      </a:r>
                      <a:r>
                        <a:rPr lang="en-US" sz="1000"/>
                        <a:t> (i.e., higher proportion of non-smokers in RN-315)</a:t>
                      </a:r>
                      <a:endParaRPr lang="en-US" sz="1000" b="0"/>
                    </a:p>
                  </a:txBody>
                  <a:tcPr anchor="ctr">
                    <a:solidFill>
                      <a:srgbClr val="CBCBCB"/>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3517370963"/>
                  </a:ext>
                </a:extLst>
              </a:tr>
              <a:tr h="37084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[Pan-peri] </a:t>
                      </a:r>
                      <a:r>
                        <a:rPr lang="en-US" sz="1000" b="1"/>
                        <a:t>Need for evidence on differential treatment outcomes across histological subtypes in RN-315</a:t>
                      </a:r>
                      <a:r>
                        <a:rPr lang="en-US" sz="1000"/>
                        <a:t> (i.e., 80% squamous vs 20% non-squamous)</a:t>
                      </a:r>
                      <a:endParaRPr lang="en-US" sz="1000" b="0"/>
                    </a:p>
                  </a:txBody>
                  <a:tcPr anchor="ctr">
                    <a:solidFill>
                      <a:srgbClr val="E7E7E7"/>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3792280535"/>
                  </a:ext>
                </a:extLst>
              </a:tr>
              <a:tr h="70866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[Pan-peri] </a:t>
                      </a:r>
                      <a:r>
                        <a:rPr lang="en-US" sz="1000" b="1"/>
                        <a:t>Need for clinical effectiveness RWE in local or Caucasian populations</a:t>
                      </a:r>
                      <a:r>
                        <a:rPr lang="en-US" sz="1000"/>
                        <a:t> for markets where HTA authorities require it to gain approval/reimbursement</a:t>
                      </a:r>
                      <a:endParaRPr lang="en-US" sz="1000" b="1" kern="1200" noProof="0">
                        <a:solidFill>
                          <a:schemeClr val="dk1"/>
                        </a:solidFill>
                        <a:latin typeface="+mn-lt"/>
                        <a:ea typeface="+mn-ea"/>
                        <a:cs typeface="+mn-cs"/>
                      </a:endParaRPr>
                    </a:p>
                  </a:txBody>
                  <a:tcPr anchor="ctr">
                    <a:solidFill>
                      <a:srgbClr val="CBCBCB"/>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285814437"/>
                  </a:ext>
                </a:extLst>
              </a:tr>
              <a:tr h="37084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[Pan-peri] </a:t>
                      </a:r>
                      <a:r>
                        <a:rPr lang="en-US" sz="1000" b="1"/>
                        <a:t>Need for RW comparative effectiveness data in Caucasian population</a:t>
                      </a:r>
                      <a:r>
                        <a:rPr lang="en-US" sz="1000"/>
                        <a:t> to support HCP uptake</a:t>
                      </a:r>
                      <a:endParaRPr lang="en-US" sz="1000" b="1" kern="1200" noProof="0">
                        <a:solidFill>
                          <a:schemeClr val="dk1"/>
                        </a:solidFill>
                        <a:latin typeface="+mn-lt"/>
                        <a:ea typeface="+mn-ea"/>
                        <a:cs typeface="+mn-cs"/>
                      </a:endParaRPr>
                    </a:p>
                  </a:txBody>
                  <a:tcPr anchor="ctr">
                    <a:solidFill>
                      <a:srgbClr val="E7E7E7"/>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1844603926"/>
                  </a:ext>
                </a:extLst>
              </a:tr>
            </a:tbl>
          </a:graphicData>
        </a:graphic>
      </p:graphicFrame>
      <p:pic>
        <p:nvPicPr>
          <p:cNvPr id="195" name="Graphic 194">
            <a:extLst>
              <a:ext uri="{FF2B5EF4-FFF2-40B4-BE49-F238E27FC236}">
                <a16:creationId xmlns:a16="http://schemas.microsoft.com/office/drawing/2014/main" id="{9BD136D6-2B98-7C87-606A-67B06A4FDECD}"/>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0005" y="2802236"/>
            <a:ext cx="329184" cy="329184"/>
          </a:xfrm>
          <a:prstGeom prst="rect">
            <a:avLst/>
          </a:prstGeom>
        </p:spPr>
      </p:pic>
      <p:pic>
        <p:nvPicPr>
          <p:cNvPr id="11" name="Graphic 10">
            <a:extLst>
              <a:ext uri="{FF2B5EF4-FFF2-40B4-BE49-F238E27FC236}">
                <a16:creationId xmlns:a16="http://schemas.microsoft.com/office/drawing/2014/main" id="{B1A5F3A8-F2C6-42A4-2442-751B1F051854}"/>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0005" y="3153794"/>
            <a:ext cx="329184" cy="329184"/>
          </a:xfrm>
          <a:prstGeom prst="rect">
            <a:avLst/>
          </a:prstGeom>
        </p:spPr>
      </p:pic>
      <p:pic>
        <p:nvPicPr>
          <p:cNvPr id="16" name="Graphic 15">
            <a:extLst>
              <a:ext uri="{FF2B5EF4-FFF2-40B4-BE49-F238E27FC236}">
                <a16:creationId xmlns:a16="http://schemas.microsoft.com/office/drawing/2014/main" id="{FEA7E2AF-9395-A1CB-05DD-59F7C57D489C}"/>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0005" y="3523882"/>
            <a:ext cx="329184" cy="329184"/>
          </a:xfrm>
          <a:prstGeom prst="rect">
            <a:avLst/>
          </a:prstGeom>
        </p:spPr>
      </p:pic>
      <p:pic>
        <p:nvPicPr>
          <p:cNvPr id="21" name="Graphic 20">
            <a:extLst>
              <a:ext uri="{FF2B5EF4-FFF2-40B4-BE49-F238E27FC236}">
                <a16:creationId xmlns:a16="http://schemas.microsoft.com/office/drawing/2014/main" id="{3C11D39E-7C71-6CEF-E8CF-8049FFD20FF3}"/>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0005" y="3940194"/>
            <a:ext cx="329184" cy="329184"/>
          </a:xfrm>
          <a:prstGeom prst="rect">
            <a:avLst/>
          </a:prstGeom>
        </p:spPr>
      </p:pic>
      <p:pic>
        <p:nvPicPr>
          <p:cNvPr id="22" name="Graphic 21">
            <a:extLst>
              <a:ext uri="{FF2B5EF4-FFF2-40B4-BE49-F238E27FC236}">
                <a16:creationId xmlns:a16="http://schemas.microsoft.com/office/drawing/2014/main" id="{AC903259-3D0C-9032-F66F-15F209FF4CE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0005" y="4324232"/>
            <a:ext cx="329184" cy="329184"/>
          </a:xfrm>
          <a:prstGeom prst="rect">
            <a:avLst/>
          </a:prstGeom>
        </p:spPr>
      </p:pic>
      <p:grpSp>
        <p:nvGrpSpPr>
          <p:cNvPr id="10" name="Group 9">
            <a:extLst>
              <a:ext uri="{FF2B5EF4-FFF2-40B4-BE49-F238E27FC236}">
                <a16:creationId xmlns:a16="http://schemas.microsoft.com/office/drawing/2014/main" id="{F7CAC2DC-7CB6-FA35-722A-6245410C1DBD}"/>
              </a:ext>
            </a:extLst>
          </p:cNvPr>
          <p:cNvGrpSpPr/>
          <p:nvPr/>
        </p:nvGrpSpPr>
        <p:grpSpPr>
          <a:xfrm>
            <a:off x="676920" y="4720673"/>
            <a:ext cx="609855" cy="613491"/>
            <a:chOff x="642011" y="5107173"/>
            <a:chExt cx="609855" cy="613491"/>
          </a:xfrm>
        </p:grpSpPr>
        <p:pic>
          <p:nvPicPr>
            <p:cNvPr id="25" name="Picture 24" descr="A blue circle with yellow stars in center&#10;&#10;Description automatically generated">
              <a:extLst>
                <a:ext uri="{FF2B5EF4-FFF2-40B4-BE49-F238E27FC236}">
                  <a16:creationId xmlns:a16="http://schemas.microsoft.com/office/drawing/2014/main" id="{02B73D16-1C8D-85AF-9ED2-B5ECDF8179FD}"/>
                </a:ext>
              </a:extLst>
            </p:cNvPr>
            <p:cNvPicPr>
              <a:picLocks noChangeAspect="1"/>
            </p:cNvPicPr>
            <p:nvPr/>
          </p:nvPicPr>
          <p:blipFill>
            <a:blip r:embed="rId7"/>
            <a:stretch>
              <a:fillRect/>
            </a:stretch>
          </p:blipFill>
          <p:spPr>
            <a:xfrm>
              <a:off x="642011" y="5107173"/>
              <a:ext cx="301752" cy="301752"/>
            </a:xfrm>
            <a:prstGeom prst="rect">
              <a:avLst/>
            </a:prstGeom>
            <a:ln>
              <a:noFill/>
            </a:ln>
          </p:spPr>
        </p:pic>
        <p:sp>
          <p:nvSpPr>
            <p:cNvPr id="26" name="Oval 25">
              <a:extLst>
                <a:ext uri="{FF2B5EF4-FFF2-40B4-BE49-F238E27FC236}">
                  <a16:creationId xmlns:a16="http://schemas.microsoft.com/office/drawing/2014/main" id="{0F36E368-CC84-9917-B06D-6455A12709CB}"/>
                </a:ext>
              </a:extLst>
            </p:cNvPr>
            <p:cNvSpPr/>
            <p:nvPr/>
          </p:nvSpPr>
          <p:spPr>
            <a:xfrm>
              <a:off x="950114" y="5107173"/>
              <a:ext cx="301752" cy="301752"/>
            </a:xfrm>
            <a:prstGeom prst="ellipse">
              <a:avLst/>
            </a:prstGeom>
            <a:blipFill>
              <a:blip r:embed="rId8"/>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pic>
          <p:nvPicPr>
            <p:cNvPr id="27" name="Picture 26" descr="A red circle with a white cross&#10;&#10;AI-generated content may be incorrect.">
              <a:extLst>
                <a:ext uri="{FF2B5EF4-FFF2-40B4-BE49-F238E27FC236}">
                  <a16:creationId xmlns:a16="http://schemas.microsoft.com/office/drawing/2014/main" id="{3FCE00F4-94CB-4B1C-D3AF-09879C23EA8C}"/>
                </a:ext>
              </a:extLst>
            </p:cNvPr>
            <p:cNvPicPr>
              <a:picLocks noChangeAspect="1"/>
            </p:cNvPicPr>
            <p:nvPr/>
          </p:nvPicPr>
          <p:blipFill>
            <a:blip r:embed="rId9"/>
            <a:stretch>
              <a:fillRect/>
            </a:stretch>
          </p:blipFill>
          <p:spPr>
            <a:xfrm>
              <a:off x="642011" y="5418912"/>
              <a:ext cx="301752" cy="301752"/>
            </a:xfrm>
            <a:prstGeom prst="rect">
              <a:avLst/>
            </a:prstGeom>
          </p:spPr>
        </p:pic>
        <p:pic>
          <p:nvPicPr>
            <p:cNvPr id="28" name="Picture 27" descr="A red and white flag&#10;&#10;AI-generated content may be incorrect.">
              <a:extLst>
                <a:ext uri="{FF2B5EF4-FFF2-40B4-BE49-F238E27FC236}">
                  <a16:creationId xmlns:a16="http://schemas.microsoft.com/office/drawing/2014/main" id="{9230C9C0-95CD-586A-7354-03FA890FE40D}"/>
                </a:ext>
              </a:extLst>
            </p:cNvPr>
            <p:cNvPicPr>
              <a:picLocks noChangeAspect="1"/>
            </p:cNvPicPr>
            <p:nvPr/>
          </p:nvPicPr>
          <p:blipFill>
            <a:blip r:embed="rId10"/>
            <a:stretch>
              <a:fillRect/>
            </a:stretch>
          </p:blipFill>
          <p:spPr>
            <a:xfrm>
              <a:off x="950114" y="5418912"/>
              <a:ext cx="301752" cy="301752"/>
            </a:xfrm>
            <a:prstGeom prst="rect">
              <a:avLst/>
            </a:prstGeom>
          </p:spPr>
        </p:pic>
      </p:grpSp>
      <p:grpSp>
        <p:nvGrpSpPr>
          <p:cNvPr id="8" name="Group 7">
            <a:extLst>
              <a:ext uri="{FF2B5EF4-FFF2-40B4-BE49-F238E27FC236}">
                <a16:creationId xmlns:a16="http://schemas.microsoft.com/office/drawing/2014/main" id="{931D726E-A3E9-1CAF-C1E5-1002C4AA232A}"/>
              </a:ext>
            </a:extLst>
          </p:cNvPr>
          <p:cNvGrpSpPr/>
          <p:nvPr/>
        </p:nvGrpSpPr>
        <p:grpSpPr>
          <a:xfrm>
            <a:off x="736381" y="5430982"/>
            <a:ext cx="490932" cy="329184"/>
            <a:chOff x="702177" y="5647514"/>
            <a:chExt cx="490932" cy="329184"/>
          </a:xfrm>
        </p:grpSpPr>
        <p:pic>
          <p:nvPicPr>
            <p:cNvPr id="31" name="Graphic 30">
              <a:extLst>
                <a:ext uri="{FF2B5EF4-FFF2-40B4-BE49-F238E27FC236}">
                  <a16:creationId xmlns:a16="http://schemas.microsoft.com/office/drawing/2014/main" id="{0D54AA0F-60D4-3DCB-FED3-FFE4DA8AAFC2}"/>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02177" y="5647514"/>
              <a:ext cx="329184" cy="329184"/>
            </a:xfrm>
            <a:prstGeom prst="rect">
              <a:avLst/>
            </a:prstGeom>
          </p:spPr>
        </p:pic>
        <p:pic>
          <p:nvPicPr>
            <p:cNvPr id="32" name="Picture 31" descr="A flag of spain on a black background&#10;&#10;AI-generated content may be incorrect.">
              <a:extLst>
                <a:ext uri="{FF2B5EF4-FFF2-40B4-BE49-F238E27FC236}">
                  <a16:creationId xmlns:a16="http://schemas.microsoft.com/office/drawing/2014/main" id="{46AFE175-9570-1EBF-20A0-0DB21A81DA87}"/>
                </a:ext>
              </a:extLst>
            </p:cNvPr>
            <p:cNvPicPr>
              <a:picLocks noChangeAspect="1"/>
            </p:cNvPicPr>
            <p:nvPr/>
          </p:nvPicPr>
          <p:blipFill>
            <a:blip r:embed="rId11"/>
            <a:stretch>
              <a:fillRect/>
            </a:stretch>
          </p:blipFill>
          <p:spPr>
            <a:xfrm>
              <a:off x="863925" y="5647514"/>
              <a:ext cx="329184" cy="329184"/>
            </a:xfrm>
            <a:prstGeom prst="rect">
              <a:avLst/>
            </a:prstGeom>
          </p:spPr>
        </p:pic>
      </p:grpSp>
      <p:pic>
        <p:nvPicPr>
          <p:cNvPr id="34" name="Picture 2" descr="European Society for Medical Oncology (ESMO) - YouTube">
            <a:extLst>
              <a:ext uri="{FF2B5EF4-FFF2-40B4-BE49-F238E27FC236}">
                <a16:creationId xmlns:a16="http://schemas.microsoft.com/office/drawing/2014/main" id="{C47F4877-E0A9-DBD4-0440-0C591B095878}"/>
              </a:ext>
            </a:extLst>
          </p:cNvPr>
          <p:cNvPicPr>
            <a:picLocks noChangeAspect="1"/>
          </p:cNvPicPr>
          <p:nvPr/>
        </p:nvPicPr>
        <p:blipFill rotWithShape="1">
          <a:blip r:embed="rId12">
            <a:extLst>
              <a:ext uri="{28A0092B-C50C-407E-A947-70E740481C1C}">
                <a14:useLocalDpi xmlns:a14="http://schemas.microsoft.com/office/drawing/2010/main" val="0"/>
              </a:ext>
            </a:extLst>
          </a:blip>
          <a:srcRect/>
          <a:stretch/>
        </p:blipFill>
        <p:spPr bwMode="auto">
          <a:xfrm>
            <a:off x="8581522" y="3238011"/>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56291F36-37A2-57B9-AE92-67184D520394}"/>
              </a:ext>
            </a:extLst>
          </p:cNvPr>
          <p:cNvGrpSpPr/>
          <p:nvPr/>
        </p:nvGrpSpPr>
        <p:grpSpPr>
          <a:xfrm>
            <a:off x="8699856" y="910976"/>
            <a:ext cx="3142481" cy="323165"/>
            <a:chOff x="6459941" y="619466"/>
            <a:chExt cx="3142481" cy="323165"/>
          </a:xfrm>
        </p:grpSpPr>
        <p:sp>
          <p:nvSpPr>
            <p:cNvPr id="20" name="TextBox 19">
              <a:extLst>
                <a:ext uri="{FF2B5EF4-FFF2-40B4-BE49-F238E27FC236}">
                  <a16:creationId xmlns:a16="http://schemas.microsoft.com/office/drawing/2014/main" id="{0EE8ACAF-F56C-FEEE-B8D0-1E92405FEBEF}"/>
                </a:ext>
              </a:extLst>
            </p:cNvPr>
            <p:cNvSpPr txBox="1"/>
            <p:nvPr/>
          </p:nvSpPr>
          <p:spPr>
            <a:xfrm>
              <a:off x="6459941" y="619466"/>
              <a:ext cx="3142481"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                    </a:t>
              </a: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23" name="Picture 2" descr="European Society for Medical Oncology (ESMO) - YouTube">
              <a:extLst>
                <a:ext uri="{FF2B5EF4-FFF2-40B4-BE49-F238E27FC236}">
                  <a16:creationId xmlns:a16="http://schemas.microsoft.com/office/drawing/2014/main" id="{590DA1C6-AEEF-590B-6FE0-E53BF8E3DC7B}"/>
                </a:ext>
              </a:extLst>
            </p:cNvPr>
            <p:cNvPicPr>
              <a:picLocks noChangeAspect="1"/>
            </p:cNvPicPr>
            <p:nvPr/>
          </p:nvPicPr>
          <p:blipFill rotWithShape="1">
            <a:blip r:embed="rId12">
              <a:extLst>
                <a:ext uri="{28A0092B-C50C-407E-A947-70E740481C1C}">
                  <a14:useLocalDpi xmlns:a14="http://schemas.microsoft.com/office/drawing/2010/main" val="0"/>
                </a:ext>
              </a:extLst>
            </a:blip>
            <a:srcRect/>
            <a:stretch/>
          </p:blipFill>
          <p:spPr bwMode="auto">
            <a:xfrm>
              <a:off x="7063295" y="696165"/>
              <a:ext cx="396000" cy="146680"/>
            </a:xfrm>
            <a:prstGeom prst="rect">
              <a:avLst/>
            </a:prstGeom>
            <a:noFill/>
            <a:extLst>
              <a:ext uri="{909E8E84-426E-40DD-AFC4-6F175D3DCCD1}">
                <a14:hiddenFill xmlns:a14="http://schemas.microsoft.com/office/drawing/2010/main">
                  <a:solidFill>
                    <a:srgbClr val="FFFFFF"/>
                  </a:solidFill>
                </a14:hiddenFill>
              </a:ext>
            </a:extLst>
          </p:spPr>
        </p:pic>
      </p:grpSp>
      <p:pic>
        <p:nvPicPr>
          <p:cNvPr id="33" name="Graphic 32">
            <a:extLst>
              <a:ext uri="{FF2B5EF4-FFF2-40B4-BE49-F238E27FC236}">
                <a16:creationId xmlns:a16="http://schemas.microsoft.com/office/drawing/2014/main" id="{506CAC9B-C5B7-6F18-4E94-444CB35E193E}"/>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0005" y="1830804"/>
            <a:ext cx="329184" cy="329184"/>
          </a:xfrm>
          <a:prstGeom prst="rect">
            <a:avLst/>
          </a:prstGeom>
        </p:spPr>
      </p:pic>
      <p:grpSp>
        <p:nvGrpSpPr>
          <p:cNvPr id="12" name="Group 11">
            <a:extLst>
              <a:ext uri="{FF2B5EF4-FFF2-40B4-BE49-F238E27FC236}">
                <a16:creationId xmlns:a16="http://schemas.microsoft.com/office/drawing/2014/main" id="{7AE311AC-CDB9-8B22-24EC-DFA662EE0890}"/>
              </a:ext>
            </a:extLst>
          </p:cNvPr>
          <p:cNvGrpSpPr/>
          <p:nvPr/>
        </p:nvGrpSpPr>
        <p:grpSpPr>
          <a:xfrm>
            <a:off x="662527" y="2187412"/>
            <a:ext cx="638640" cy="580322"/>
            <a:chOff x="683044" y="2280551"/>
            <a:chExt cx="638640" cy="580322"/>
          </a:xfrm>
        </p:grpSpPr>
        <p:pic>
          <p:nvPicPr>
            <p:cNvPr id="36" name="Picture 35" descr="A blue circle with yellow stars in center&#10;&#10;Description automatically generated">
              <a:extLst>
                <a:ext uri="{FF2B5EF4-FFF2-40B4-BE49-F238E27FC236}">
                  <a16:creationId xmlns:a16="http://schemas.microsoft.com/office/drawing/2014/main" id="{A34B903E-9148-D34E-6218-12228545B763}"/>
                </a:ext>
              </a:extLst>
            </p:cNvPr>
            <p:cNvPicPr>
              <a:picLocks noChangeAspect="1"/>
            </p:cNvPicPr>
            <p:nvPr/>
          </p:nvPicPr>
          <p:blipFill>
            <a:blip r:embed="rId7"/>
            <a:stretch>
              <a:fillRect/>
            </a:stretch>
          </p:blipFill>
          <p:spPr>
            <a:xfrm>
              <a:off x="683044" y="2545405"/>
              <a:ext cx="301752" cy="301752"/>
            </a:xfrm>
            <a:prstGeom prst="rect">
              <a:avLst/>
            </a:prstGeom>
            <a:ln>
              <a:noFill/>
            </a:ln>
          </p:spPr>
        </p:pic>
        <p:pic>
          <p:nvPicPr>
            <p:cNvPr id="37" name="Graphic 36">
              <a:extLst>
                <a:ext uri="{FF2B5EF4-FFF2-40B4-BE49-F238E27FC236}">
                  <a16:creationId xmlns:a16="http://schemas.microsoft.com/office/drawing/2014/main" id="{7813E706-7AC8-2F39-19BA-D568B18A9045}"/>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21942" y="2280551"/>
              <a:ext cx="329184" cy="329184"/>
            </a:xfrm>
            <a:prstGeom prst="rect">
              <a:avLst/>
            </a:prstGeom>
          </p:spPr>
        </p:pic>
        <p:pic>
          <p:nvPicPr>
            <p:cNvPr id="7" name="Picture 6">
              <a:extLst>
                <a:ext uri="{FF2B5EF4-FFF2-40B4-BE49-F238E27FC236}">
                  <a16:creationId xmlns:a16="http://schemas.microsoft.com/office/drawing/2014/main" id="{1A62E7E2-9F40-E970-13E7-C4FD0AA419E0}"/>
                </a:ext>
              </a:extLst>
            </p:cNvPr>
            <p:cNvPicPr>
              <a:picLocks noChangeAspect="1"/>
            </p:cNvPicPr>
            <p:nvPr/>
          </p:nvPicPr>
          <p:blipFill rotWithShape="1">
            <a:blip r:embed="rId13"/>
            <a:srcRect l="14865" t="17319" r="20459" b="14006"/>
            <a:stretch/>
          </p:blipFill>
          <p:spPr>
            <a:xfrm>
              <a:off x="992500" y="2531689"/>
              <a:ext cx="329184" cy="329184"/>
            </a:xfrm>
            <a:prstGeom prst="ellipse">
              <a:avLst/>
            </a:prstGeom>
          </p:spPr>
        </p:pic>
      </p:grpSp>
      <p:sp>
        <p:nvSpPr>
          <p:cNvPr id="13" name="Footer Placeholder 3">
            <a:extLst>
              <a:ext uri="{FF2B5EF4-FFF2-40B4-BE49-F238E27FC236}">
                <a16:creationId xmlns:a16="http://schemas.microsoft.com/office/drawing/2014/main" id="{D5615DB6-1B00-7204-6602-F78043FF63CA}"/>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EFS: Event Free Survival; HCP: Healthcare Provider; IO: Immuno-Oncology; MPR: Major Pathologic Response; Neo: Neoadjuvant; NSCLC: Non-Small Cell Lung Cancer; OS: Overall Survival; </a:t>
            </a:r>
            <a:r>
              <a:rPr lang="en-US" err="1">
                <a:solidFill>
                  <a:srgbClr val="000000">
                    <a:lumMod val="65000"/>
                    <a:lumOff val="35000"/>
                  </a:srgbClr>
                </a:solidFill>
              </a:rPr>
              <a:t>pCR</a:t>
            </a:r>
            <a:r>
              <a:rPr lang="en-US">
                <a:solidFill>
                  <a:srgbClr val="000000">
                    <a:lumMod val="65000"/>
                    <a:lumOff val="35000"/>
                  </a:srgbClr>
                </a:solidFill>
              </a:rPr>
              <a:t>: Pathologic Complete Response; PD(L)-1: Programmed Death (Ligand)-1 Peri: Perioperative</a:t>
            </a:r>
          </a:p>
        </p:txBody>
      </p:sp>
      <p:grpSp>
        <p:nvGrpSpPr>
          <p:cNvPr id="4" name="Group 3">
            <a:extLst>
              <a:ext uri="{FF2B5EF4-FFF2-40B4-BE49-F238E27FC236}">
                <a16:creationId xmlns:a16="http://schemas.microsoft.com/office/drawing/2014/main" id="{79C5C816-1731-1B8E-DF4A-323777F43BF5}"/>
              </a:ext>
            </a:extLst>
          </p:cNvPr>
          <p:cNvGrpSpPr/>
          <p:nvPr/>
        </p:nvGrpSpPr>
        <p:grpSpPr>
          <a:xfrm>
            <a:off x="-9526" y="-7584"/>
            <a:ext cx="11815014" cy="180000"/>
            <a:chOff x="-9526" y="-7584"/>
            <a:chExt cx="11815014" cy="180000"/>
          </a:xfrm>
        </p:grpSpPr>
        <p:sp>
          <p:nvSpPr>
            <p:cNvPr id="5" name="Rectangle 4">
              <a:extLst>
                <a:ext uri="{FF2B5EF4-FFF2-40B4-BE49-F238E27FC236}">
                  <a16:creationId xmlns:a16="http://schemas.microsoft.com/office/drawing/2014/main" id="{A02EBAC4-336F-DB48-04D5-6E11EC9C04D3}"/>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Perioperative NSCLC</a:t>
              </a:r>
            </a:p>
          </p:txBody>
        </p:sp>
        <p:sp>
          <p:nvSpPr>
            <p:cNvPr id="14" name="Arrow: Pentagon 13">
              <a:extLst>
                <a:ext uri="{FF2B5EF4-FFF2-40B4-BE49-F238E27FC236}">
                  <a16:creationId xmlns:a16="http://schemas.microsoft.com/office/drawing/2014/main" id="{81235B3A-F671-BA99-D515-E8CF01D1B5D4}"/>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5" name="Arrow: Chevron 14">
              <a:extLst>
                <a:ext uri="{FF2B5EF4-FFF2-40B4-BE49-F238E27FC236}">
                  <a16:creationId xmlns:a16="http://schemas.microsoft.com/office/drawing/2014/main" id="{C7768B45-A253-DA2A-5163-AAD270D142B7}"/>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4" name="Arrow: Chevron 23">
              <a:extLst>
                <a:ext uri="{FF2B5EF4-FFF2-40B4-BE49-F238E27FC236}">
                  <a16:creationId xmlns:a16="http://schemas.microsoft.com/office/drawing/2014/main" id="{F0D7D7AB-2ED4-948D-BF1E-7BEDC245FFCC}"/>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5" name="Arrow: Chevron 34">
              <a:extLst>
                <a:ext uri="{FF2B5EF4-FFF2-40B4-BE49-F238E27FC236}">
                  <a16:creationId xmlns:a16="http://schemas.microsoft.com/office/drawing/2014/main" id="{CFBB0C6F-EE94-2F59-7245-FA06831B00FF}"/>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17198378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F5A5C-AC8C-CDCB-8F12-887732A2D8A2}"/>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8682AFED-BB7F-B330-8728-182AB966002F}"/>
              </a:ext>
            </a:extLst>
          </p:cNvPr>
          <p:cNvGraphicFramePr>
            <a:graphicFrameLocks noGrp="1"/>
          </p:cNvGraphicFramePr>
          <p:nvPr>
            <p:extLst>
              <p:ext uri="{D42A27DB-BD31-4B8C-83A1-F6EECF244321}">
                <p14:modId xmlns:p14="http://schemas.microsoft.com/office/powerpoint/2010/main" val="684831874"/>
              </p:ext>
            </p:extLst>
          </p:nvPr>
        </p:nvGraphicFramePr>
        <p:xfrm>
          <a:off x="358337" y="1376891"/>
          <a:ext cx="11520000" cy="2304000"/>
        </p:xfrm>
        <a:graphic>
          <a:graphicData uri="http://schemas.openxmlformats.org/drawingml/2006/table">
            <a:tbl>
              <a:tblPr firstRow="1" bandRow="1">
                <a:tableStyleId>{073A0DAA-6AF3-43AB-8588-CEC1D06C72B9}</a:tableStyleId>
              </a:tblPr>
              <a:tblGrid>
                <a:gridCol w="1224000">
                  <a:extLst>
                    <a:ext uri="{9D8B030D-6E8A-4147-A177-3AD203B41FA5}">
                      <a16:colId xmlns:a16="http://schemas.microsoft.com/office/drawing/2014/main" val="4274197813"/>
                    </a:ext>
                  </a:extLst>
                </a:gridCol>
                <a:gridCol w="9000000">
                  <a:extLst>
                    <a:ext uri="{9D8B030D-6E8A-4147-A177-3AD203B41FA5}">
                      <a16:colId xmlns:a16="http://schemas.microsoft.com/office/drawing/2014/main" val="3409405350"/>
                    </a:ext>
                  </a:extLst>
                </a:gridCol>
                <a:gridCol w="1296000">
                  <a:extLst>
                    <a:ext uri="{9D8B030D-6E8A-4147-A177-3AD203B41FA5}">
                      <a16:colId xmlns:a16="http://schemas.microsoft.com/office/drawing/2014/main" val="1289286208"/>
                    </a:ext>
                  </a:extLst>
                </a:gridCol>
              </a:tblGrid>
              <a:tr h="28800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Perioperative NSCLC</a:t>
                      </a:r>
                      <a:endParaRPr lang="en-US" sz="1200" b="1" i="1">
                        <a:solidFill>
                          <a:schemeClr val="bg1"/>
                        </a:solidFill>
                      </a:endParaRPr>
                    </a:p>
                  </a:txBody>
                  <a:tcPr anchor="ctr">
                    <a:solidFill>
                      <a:srgbClr val="26C5BE"/>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Low Priority Gaps</a:t>
                      </a:r>
                    </a:p>
                  </a:txBody>
                  <a:tcPr anchor="ct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26C5BE"/>
                    </a:solidFill>
                  </a:tcPr>
                </a:tc>
                <a:extLst>
                  <a:ext uri="{0D108BD9-81ED-4DB2-BD59-A6C34878D82A}">
                    <a16:rowId xmlns:a16="http://schemas.microsoft.com/office/drawing/2014/main" val="1667024452"/>
                  </a:ext>
                </a:extLst>
              </a:tr>
              <a:tr h="43200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[Pan-peri] </a:t>
                      </a:r>
                      <a:r>
                        <a:rPr lang="en-US" sz="1000"/>
                        <a:t>Need for analysis of clinical benefit by residual viable tumor</a:t>
                      </a:r>
                      <a:endParaRPr lang="en-US" sz="1000" b="0"/>
                    </a:p>
                  </a:txBody>
                  <a:tcPr anchor="ctr">
                    <a:solidFill>
                      <a:srgbClr val="E7E7E7"/>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tc>
                <a:extLst>
                  <a:ext uri="{0D108BD9-81ED-4DB2-BD59-A6C34878D82A}">
                    <a16:rowId xmlns:a16="http://schemas.microsoft.com/office/drawing/2014/main" val="3452231709"/>
                  </a:ext>
                </a:extLst>
              </a:tr>
              <a:tr h="43200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[Pan-peri] </a:t>
                      </a:r>
                      <a:r>
                        <a:rPr lang="en-US" sz="1000" b="1"/>
                        <a:t>Need for analysis exploring clinical benefit across NSCLC staging</a:t>
                      </a:r>
                      <a:r>
                        <a:rPr lang="en-US" sz="1000"/>
                        <a:t> (e.g., stage II vs III)</a:t>
                      </a: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rgbClr val="CBCBCB"/>
                    </a:solidFill>
                  </a:tcPr>
                </a:tc>
                <a:tc vMerge="1">
                  <a:txBody>
                    <a:bodyPr/>
                    <a:lstStyle/>
                    <a:p>
                      <a:endParaRPr/>
                    </a:p>
                  </a:txBody>
                  <a:tcPr anchor="ctr"/>
                </a:tc>
                <a:extLst>
                  <a:ext uri="{0D108BD9-81ED-4DB2-BD59-A6C34878D82A}">
                    <a16:rowId xmlns:a16="http://schemas.microsoft.com/office/drawing/2014/main" val="3517370963"/>
                  </a:ext>
                </a:extLst>
              </a:tr>
              <a:tr h="43200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[Pan-peri] </a:t>
                      </a:r>
                      <a:r>
                        <a:rPr lang="en-US" sz="1000"/>
                        <a:t>Need for data exploring the clinical benefit in stage IIIb patients</a:t>
                      </a:r>
                      <a:endParaRPr kumimoji="0" lang="en-US" sz="1000" b="1" i="0" u="none" strike="noStrike" kern="1200" cap="none" spc="0" normalizeH="0" baseline="0" noProof="0">
                        <a:ln>
                          <a:noFill/>
                        </a:ln>
                        <a:solidFill>
                          <a:schemeClr val="tx1"/>
                        </a:solidFill>
                        <a:effectLst/>
                        <a:uLnTx/>
                        <a:uFillTx/>
                        <a:latin typeface="+mn-lt"/>
                        <a:ea typeface="+mn-ea"/>
                        <a:cs typeface="+mn-cs"/>
                      </a:endParaRPr>
                    </a:p>
                  </a:txBody>
                  <a:tcPr anchor="ctr">
                    <a:solidFill>
                      <a:srgbClr val="E7E7E7"/>
                    </a:solidFill>
                  </a:tcPr>
                </a:tc>
                <a:tc vMerge="1">
                  <a:txBody>
                    <a:bodyPr/>
                    <a:lstStyle/>
                    <a:p>
                      <a:endParaRPr/>
                    </a:p>
                  </a:txBody>
                  <a:tcPr anchor="ctr"/>
                </a:tc>
                <a:extLst>
                  <a:ext uri="{0D108BD9-81ED-4DB2-BD59-A6C34878D82A}">
                    <a16:rowId xmlns:a16="http://schemas.microsoft.com/office/drawing/2014/main" val="742410316"/>
                  </a:ext>
                </a:extLst>
              </a:tr>
              <a:tr h="43200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[Pan-peri] Need for </a:t>
                      </a:r>
                      <a:r>
                        <a:rPr kumimoji="0" lang="en-GB" sz="1000" b="1" i="0" u="none" strike="noStrike" kern="1200" cap="none" spc="0" normalizeH="0" baseline="0" noProof="0">
                          <a:ln>
                            <a:noFill/>
                          </a:ln>
                          <a:solidFill>
                            <a:schemeClr val="tx1"/>
                          </a:solidFill>
                          <a:effectLst/>
                          <a:uLnTx/>
                          <a:uFillTx/>
                          <a:latin typeface="+mn-lt"/>
                          <a:ea typeface="+mn-ea"/>
                          <a:cs typeface="+mn-cs"/>
                        </a:rPr>
                        <a:t>updated RW insights on post-perioperative IO treatment patterns </a:t>
                      </a:r>
                      <a:r>
                        <a:rPr kumimoji="0" lang="en-GB" sz="1000" b="0" i="0" u="none" strike="noStrike" kern="1200" cap="none" spc="0" normalizeH="0" baseline="0" noProof="0">
                          <a:ln>
                            <a:noFill/>
                          </a:ln>
                          <a:solidFill>
                            <a:schemeClr val="tx1"/>
                          </a:solidFill>
                          <a:effectLst/>
                          <a:uLnTx/>
                          <a:uFillTx/>
                          <a:latin typeface="+mn-lt"/>
                          <a:ea typeface="+mn-ea"/>
                          <a:cs typeface="+mn-cs"/>
                        </a:rPr>
                        <a:t>to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inform the </a:t>
                      </a:r>
                      <a:r>
                        <a:rPr kumimoji="0" lang="en-US" sz="1000" b="0" i="0" u="none" strike="noStrike" kern="1200" cap="none" spc="0" normalizeH="0" baseline="0" noProof="0">
                          <a:ln>
                            <a:noFill/>
                          </a:ln>
                          <a:solidFill>
                            <a:schemeClr val="tx1"/>
                          </a:solidFill>
                          <a:effectLst/>
                          <a:uLnTx/>
                          <a:uFillTx/>
                          <a:latin typeface="+mn-lt"/>
                          <a:ea typeface="+mn-ea"/>
                          <a:cs typeface="+mn-cs"/>
                        </a:rPr>
                        <a:t>tislelizumab clinical differentiation strategy</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Deprioritized</a:t>
                      </a:r>
                    </a:p>
                  </a:txBody>
                  <a:tcPr anchor="ctr"/>
                </a:tc>
                <a:extLst>
                  <a:ext uri="{0D108BD9-81ED-4DB2-BD59-A6C34878D82A}">
                    <a16:rowId xmlns:a16="http://schemas.microsoft.com/office/drawing/2014/main" val="3889859883"/>
                  </a:ext>
                </a:extLst>
              </a:tr>
            </a:tbl>
          </a:graphicData>
        </a:graphic>
      </p:graphicFrame>
      <p:graphicFrame>
        <p:nvGraphicFramePr>
          <p:cNvPr id="6" name="think-cell data - do not delete" hidden="1">
            <a:extLst>
              <a:ext uri="{FF2B5EF4-FFF2-40B4-BE49-F238E27FC236}">
                <a16:creationId xmlns:a16="http://schemas.microsoft.com/office/drawing/2014/main" id="{EC493270-117F-BC11-90EA-FCCA4509F46B}"/>
              </a:ext>
            </a:extLst>
          </p:cNvPr>
          <p:cNvGraphicFramePr>
            <a:graphicFrameLocks noChangeAspect="1"/>
          </p:cNvGraphicFramePr>
          <p:nvPr>
            <p:custDataLst>
              <p:tags r:id="rId1"/>
            </p:custDataLst>
            <p:extLst>
              <p:ext uri="{D42A27DB-BD31-4B8C-83A1-F6EECF244321}">
                <p14:modId xmlns:p14="http://schemas.microsoft.com/office/powerpoint/2010/main" val="42903540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EC493270-117F-BC11-90EA-FCCA4509F46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236D648-1F94-AB4E-193B-A7EC47CB19FE}"/>
              </a:ext>
            </a:extLst>
          </p:cNvPr>
          <p:cNvSpPr>
            <a:spLocks noGrp="1"/>
          </p:cNvSpPr>
          <p:nvPr>
            <p:ph type="title"/>
          </p:nvPr>
        </p:nvSpPr>
        <p:spPr>
          <a:xfrm>
            <a:off x="358337" y="271427"/>
            <a:ext cx="11470125" cy="369332"/>
          </a:xfrm>
        </p:spPr>
        <p:txBody>
          <a:bodyPr vert="horz"/>
          <a:lstStyle/>
          <a:p>
            <a:r>
              <a:rPr lang="en-US" sz="2400"/>
              <a:t>Low Priority Evidence Gaps: Perioperative NSCLC (2/2)</a:t>
            </a:r>
          </a:p>
        </p:txBody>
      </p:sp>
      <p:pic>
        <p:nvPicPr>
          <p:cNvPr id="40" name="Graphic 39">
            <a:extLst>
              <a:ext uri="{FF2B5EF4-FFF2-40B4-BE49-F238E27FC236}">
                <a16:creationId xmlns:a16="http://schemas.microsoft.com/office/drawing/2014/main" id="{4710065A-A9A3-20BC-88A2-E0C082AF50DB}"/>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94812" y="1996289"/>
            <a:ext cx="329184" cy="329184"/>
          </a:xfrm>
          <a:prstGeom prst="rect">
            <a:avLst/>
          </a:prstGeom>
        </p:spPr>
      </p:pic>
      <p:pic>
        <p:nvPicPr>
          <p:cNvPr id="30" name="Graphic 29">
            <a:extLst>
              <a:ext uri="{FF2B5EF4-FFF2-40B4-BE49-F238E27FC236}">
                <a16:creationId xmlns:a16="http://schemas.microsoft.com/office/drawing/2014/main" id="{715FD808-76E8-F676-0537-9437BC55BC88}"/>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94812" y="2436219"/>
            <a:ext cx="329184" cy="329184"/>
          </a:xfrm>
          <a:prstGeom prst="rect">
            <a:avLst/>
          </a:prstGeom>
        </p:spPr>
      </p:pic>
      <p:pic>
        <p:nvPicPr>
          <p:cNvPr id="31" name="Graphic 30">
            <a:extLst>
              <a:ext uri="{FF2B5EF4-FFF2-40B4-BE49-F238E27FC236}">
                <a16:creationId xmlns:a16="http://schemas.microsoft.com/office/drawing/2014/main" id="{90127EC2-3662-0CD2-8683-D43AD71B053A}"/>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94812" y="2861955"/>
            <a:ext cx="329184" cy="329184"/>
          </a:xfrm>
          <a:prstGeom prst="rect">
            <a:avLst/>
          </a:prstGeom>
        </p:spPr>
      </p:pic>
      <p:pic>
        <p:nvPicPr>
          <p:cNvPr id="33" name="Graphic 32">
            <a:extLst>
              <a:ext uri="{FF2B5EF4-FFF2-40B4-BE49-F238E27FC236}">
                <a16:creationId xmlns:a16="http://schemas.microsoft.com/office/drawing/2014/main" id="{B495D636-4B52-5132-74FF-C75D7DFFB5E5}"/>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94812" y="3311029"/>
            <a:ext cx="329184" cy="329184"/>
          </a:xfrm>
          <a:prstGeom prst="rect">
            <a:avLst/>
          </a:prstGeom>
        </p:spPr>
      </p:pic>
      <p:pic>
        <p:nvPicPr>
          <p:cNvPr id="21" name="Picture 2" descr="European Society for Medical Oncology (ESMO) - YouTube">
            <a:extLst>
              <a:ext uri="{FF2B5EF4-FFF2-40B4-BE49-F238E27FC236}">
                <a16:creationId xmlns:a16="http://schemas.microsoft.com/office/drawing/2014/main" id="{07ED0A43-4F0F-E168-0D04-024F4219CA28}"/>
              </a:ext>
            </a:extLst>
          </p:cNvPr>
          <p:cNvPicPr>
            <a:picLocks noChangeAspect="1"/>
          </p:cNvPicPr>
          <p:nvPr/>
        </p:nvPicPr>
        <p:blipFill rotWithShape="1">
          <a:blip r:embed="rId7">
            <a:extLst>
              <a:ext uri="{28A0092B-C50C-407E-A947-70E740481C1C}">
                <a14:useLocalDpi xmlns:a14="http://schemas.microsoft.com/office/drawing/2010/main" val="0"/>
              </a:ext>
            </a:extLst>
          </a:blip>
          <a:srcRect/>
          <a:stretch/>
        </p:blipFill>
        <p:spPr bwMode="auto">
          <a:xfrm>
            <a:off x="9900684" y="3407171"/>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F629BB37-BD94-D693-21CE-1C5EF628DF96}"/>
              </a:ext>
            </a:extLst>
          </p:cNvPr>
          <p:cNvGrpSpPr/>
          <p:nvPr/>
        </p:nvGrpSpPr>
        <p:grpSpPr>
          <a:xfrm>
            <a:off x="8699856" y="910976"/>
            <a:ext cx="3142481" cy="323165"/>
            <a:chOff x="6459941" y="619466"/>
            <a:chExt cx="3142481" cy="323165"/>
          </a:xfrm>
        </p:grpSpPr>
        <p:sp>
          <p:nvSpPr>
            <p:cNvPr id="23" name="TextBox 22">
              <a:extLst>
                <a:ext uri="{FF2B5EF4-FFF2-40B4-BE49-F238E27FC236}">
                  <a16:creationId xmlns:a16="http://schemas.microsoft.com/office/drawing/2014/main" id="{DA0B2932-1F8E-DAA2-8F22-6F71AC032BA1}"/>
                </a:ext>
              </a:extLst>
            </p:cNvPr>
            <p:cNvSpPr txBox="1"/>
            <p:nvPr/>
          </p:nvSpPr>
          <p:spPr>
            <a:xfrm>
              <a:off x="6459941" y="619466"/>
              <a:ext cx="3142481"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                    </a:t>
              </a: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24" name="Picture 2" descr="European Society for Medical Oncology (ESMO) - YouTube">
              <a:extLst>
                <a:ext uri="{FF2B5EF4-FFF2-40B4-BE49-F238E27FC236}">
                  <a16:creationId xmlns:a16="http://schemas.microsoft.com/office/drawing/2014/main" id="{1EEA9E79-9A20-946A-76B7-97AECD4CD0EA}"/>
                </a:ext>
              </a:extLst>
            </p:cNvPr>
            <p:cNvPicPr>
              <a:picLocks noChangeAspect="1"/>
            </p:cNvPicPr>
            <p:nvPr/>
          </p:nvPicPr>
          <p:blipFill rotWithShape="1">
            <a:blip r:embed="rId7">
              <a:extLst>
                <a:ext uri="{28A0092B-C50C-407E-A947-70E740481C1C}">
                  <a14:useLocalDpi xmlns:a14="http://schemas.microsoft.com/office/drawing/2010/main" val="0"/>
                </a:ext>
              </a:extLst>
            </a:blip>
            <a:srcRect/>
            <a:stretch/>
          </p:blipFill>
          <p:spPr bwMode="auto">
            <a:xfrm>
              <a:off x="7063295" y="696165"/>
              <a:ext cx="396000" cy="14668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Footer Placeholder 3">
            <a:extLst>
              <a:ext uri="{FF2B5EF4-FFF2-40B4-BE49-F238E27FC236}">
                <a16:creationId xmlns:a16="http://schemas.microsoft.com/office/drawing/2014/main" id="{F2B93C71-5F9C-3A90-2A6D-4B53AADF53D2}"/>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IO: Immuno-Oncology; Neo: Neoadjuvant; NSCLC: Non-Small Cell Lung Cancer; Peri: Perioperative; RW: Real World</a:t>
            </a:r>
          </a:p>
        </p:txBody>
      </p:sp>
      <p:grpSp>
        <p:nvGrpSpPr>
          <p:cNvPr id="8" name="Group 7">
            <a:extLst>
              <a:ext uri="{FF2B5EF4-FFF2-40B4-BE49-F238E27FC236}">
                <a16:creationId xmlns:a16="http://schemas.microsoft.com/office/drawing/2014/main" id="{29B9429C-7389-17E4-1B96-695B4C6EF1E7}"/>
              </a:ext>
            </a:extLst>
          </p:cNvPr>
          <p:cNvGrpSpPr/>
          <p:nvPr/>
        </p:nvGrpSpPr>
        <p:grpSpPr>
          <a:xfrm>
            <a:off x="-9526" y="-7584"/>
            <a:ext cx="11815014" cy="180000"/>
            <a:chOff x="-9526" y="-7584"/>
            <a:chExt cx="11815014" cy="180000"/>
          </a:xfrm>
        </p:grpSpPr>
        <p:sp>
          <p:nvSpPr>
            <p:cNvPr id="10" name="Rectangle 9">
              <a:extLst>
                <a:ext uri="{FF2B5EF4-FFF2-40B4-BE49-F238E27FC236}">
                  <a16:creationId xmlns:a16="http://schemas.microsoft.com/office/drawing/2014/main" id="{FA4967AC-6461-1D01-FECC-96FA1A7E6268}"/>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Perioperative NSCLC</a:t>
              </a:r>
            </a:p>
          </p:txBody>
        </p:sp>
        <p:sp>
          <p:nvSpPr>
            <p:cNvPr id="12" name="Arrow: Pentagon 11">
              <a:extLst>
                <a:ext uri="{FF2B5EF4-FFF2-40B4-BE49-F238E27FC236}">
                  <a16:creationId xmlns:a16="http://schemas.microsoft.com/office/drawing/2014/main" id="{5F4CBF31-51A2-13E7-975F-54D1FC81E90E}"/>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3" name="Arrow: Chevron 12">
              <a:extLst>
                <a:ext uri="{FF2B5EF4-FFF2-40B4-BE49-F238E27FC236}">
                  <a16:creationId xmlns:a16="http://schemas.microsoft.com/office/drawing/2014/main" id="{F11346E1-B8F1-3CA6-8699-07B843CD4E8C}"/>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4" name="Arrow: Chevron 13">
              <a:extLst>
                <a:ext uri="{FF2B5EF4-FFF2-40B4-BE49-F238E27FC236}">
                  <a16:creationId xmlns:a16="http://schemas.microsoft.com/office/drawing/2014/main" id="{1C68150C-12E9-8677-F3C1-DF95059C9C5F}"/>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5" name="Arrow: Chevron 14">
              <a:extLst>
                <a:ext uri="{FF2B5EF4-FFF2-40B4-BE49-F238E27FC236}">
                  <a16:creationId xmlns:a16="http://schemas.microsoft.com/office/drawing/2014/main" id="{21147733-8ACA-C6DE-3D98-0ABDA5B00105}"/>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22116999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3C37F-2B58-3CEE-BA41-3C059A70DB43}"/>
            </a:ext>
          </a:extLst>
        </p:cNvPr>
        <p:cNvGrpSpPr/>
        <p:nvPr/>
      </p:nvGrpSpPr>
      <p:grpSpPr>
        <a:xfrm>
          <a:off x="0" y="0"/>
          <a:ext cx="0" cy="0"/>
          <a:chOff x="0" y="0"/>
          <a:chExt cx="0" cy="0"/>
        </a:xfrm>
      </p:grpSpPr>
      <p:graphicFrame>
        <p:nvGraphicFramePr>
          <p:cNvPr id="30" name="Table 29">
            <a:extLst>
              <a:ext uri="{FF2B5EF4-FFF2-40B4-BE49-F238E27FC236}">
                <a16:creationId xmlns:a16="http://schemas.microsoft.com/office/drawing/2014/main" id="{795BE844-C2F5-F5F3-DC1D-5B25A9C783F0}"/>
              </a:ext>
            </a:extLst>
          </p:cNvPr>
          <p:cNvGraphicFramePr>
            <a:graphicFrameLocks noGrp="1"/>
          </p:cNvGraphicFramePr>
          <p:nvPr>
            <p:extLst>
              <p:ext uri="{D42A27DB-BD31-4B8C-83A1-F6EECF244321}">
                <p14:modId xmlns:p14="http://schemas.microsoft.com/office/powerpoint/2010/main" val="2250040487"/>
              </p:ext>
            </p:extLst>
          </p:nvPr>
        </p:nvGraphicFramePr>
        <p:xfrm>
          <a:off x="358336" y="1382240"/>
          <a:ext cx="11520000" cy="5135880"/>
        </p:xfrm>
        <a:graphic>
          <a:graphicData uri="http://schemas.openxmlformats.org/drawingml/2006/table">
            <a:tbl>
              <a:tblPr firstRow="1" bandRow="1">
                <a:tableStyleId>{073A0DAA-6AF3-43AB-8588-CEC1D06C72B9}</a:tableStyleId>
              </a:tblPr>
              <a:tblGrid>
                <a:gridCol w="2329781">
                  <a:extLst>
                    <a:ext uri="{9D8B030D-6E8A-4147-A177-3AD203B41FA5}">
                      <a16:colId xmlns:a16="http://schemas.microsoft.com/office/drawing/2014/main" val="735752933"/>
                    </a:ext>
                  </a:extLst>
                </a:gridCol>
                <a:gridCol w="1057619">
                  <a:extLst>
                    <a:ext uri="{9D8B030D-6E8A-4147-A177-3AD203B41FA5}">
                      <a16:colId xmlns:a16="http://schemas.microsoft.com/office/drawing/2014/main" val="977035556"/>
                    </a:ext>
                  </a:extLst>
                </a:gridCol>
                <a:gridCol w="1619479">
                  <a:extLst>
                    <a:ext uri="{9D8B030D-6E8A-4147-A177-3AD203B41FA5}">
                      <a16:colId xmlns:a16="http://schemas.microsoft.com/office/drawing/2014/main" val="2800079537"/>
                    </a:ext>
                  </a:extLst>
                </a:gridCol>
                <a:gridCol w="1941121">
                  <a:extLst>
                    <a:ext uri="{9D8B030D-6E8A-4147-A177-3AD203B41FA5}">
                      <a16:colId xmlns:a16="http://schemas.microsoft.com/office/drawing/2014/main" val="2491557635"/>
                    </a:ext>
                  </a:extLst>
                </a:gridCol>
                <a:gridCol w="936000">
                  <a:extLst>
                    <a:ext uri="{9D8B030D-6E8A-4147-A177-3AD203B41FA5}">
                      <a16:colId xmlns:a16="http://schemas.microsoft.com/office/drawing/2014/main" val="1837877681"/>
                    </a:ext>
                  </a:extLst>
                </a:gridCol>
                <a:gridCol w="1224000">
                  <a:extLst>
                    <a:ext uri="{9D8B030D-6E8A-4147-A177-3AD203B41FA5}">
                      <a16:colId xmlns:a16="http://schemas.microsoft.com/office/drawing/2014/main" val="2326480619"/>
                    </a:ext>
                  </a:extLst>
                </a:gridCol>
                <a:gridCol w="288000">
                  <a:extLst>
                    <a:ext uri="{9D8B030D-6E8A-4147-A177-3AD203B41FA5}">
                      <a16:colId xmlns:a16="http://schemas.microsoft.com/office/drawing/2014/main" val="1713746905"/>
                    </a:ext>
                  </a:extLst>
                </a:gridCol>
                <a:gridCol w="2124000">
                  <a:extLst>
                    <a:ext uri="{9D8B030D-6E8A-4147-A177-3AD203B41FA5}">
                      <a16:colId xmlns:a16="http://schemas.microsoft.com/office/drawing/2014/main" val="393198505"/>
                    </a:ext>
                  </a:extLst>
                </a:gridCol>
              </a:tblGrid>
              <a:tr h="229286">
                <a:tc gridSpan="8">
                  <a:txBody>
                    <a:bodyPr/>
                    <a:lstStyle/>
                    <a:p>
                      <a:pPr algn="ctr"/>
                      <a:r>
                        <a:rPr lang="en-US" sz="1000"/>
                        <a:t>Perioperative NSCLC</a:t>
                      </a:r>
                    </a:p>
                  </a:txBody>
                  <a:tcPr marL="45720" marR="45720" anchor="ctr">
                    <a:solidFill>
                      <a:srgbClr val="26C5B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515893">
                <a:tc>
                  <a:txBody>
                    <a:bodyPr/>
                    <a:lstStyle/>
                    <a:p>
                      <a:pPr algn="ctr"/>
                      <a:r>
                        <a:rPr lang="en-US" sz="1000" b="1">
                          <a:solidFill>
                            <a:schemeClr val="bg1"/>
                          </a:solidFill>
                        </a:rPr>
                        <a:t>Evidence Gap</a:t>
                      </a:r>
                    </a:p>
                  </a:txBody>
                  <a:tcPr marL="45720" marR="45720" anchor="ctr">
                    <a:solidFill>
                      <a:srgbClr val="26C5BE"/>
                    </a:solidFill>
                  </a:tcPr>
                </a:tc>
                <a:tc>
                  <a:txBody>
                    <a:bodyPr/>
                    <a:lstStyle/>
                    <a:p>
                      <a:pPr algn="ctr"/>
                      <a:r>
                        <a:rPr lang="en-US" sz="1000" b="1">
                          <a:solidFill>
                            <a:schemeClr val="bg1"/>
                          </a:solidFill>
                        </a:rPr>
                        <a:t>Tactic Type</a:t>
                      </a:r>
                    </a:p>
                  </a:txBody>
                  <a:tcPr marL="45720" marR="45720" anchor="ctr">
                    <a:solidFill>
                      <a:srgbClr val="26C5BE"/>
                    </a:solidFill>
                  </a:tcPr>
                </a:tc>
                <a:tc>
                  <a:txBody>
                    <a:bodyPr/>
                    <a:lstStyle/>
                    <a:p>
                      <a:pPr algn="ctr"/>
                      <a:r>
                        <a:rPr lang="en-US" sz="1000" b="1">
                          <a:solidFill>
                            <a:schemeClr val="bg1"/>
                          </a:solidFill>
                        </a:rPr>
                        <a:t>New Tactic</a:t>
                      </a:r>
                    </a:p>
                  </a:txBody>
                  <a:tcPr marL="45720" marR="45720" anchor="ctr">
                    <a:solidFill>
                      <a:srgbClr val="26C5BE"/>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rgbClr val="26C5BE"/>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Impact on External Stakeholders</a:t>
                      </a:r>
                    </a:p>
                  </a:txBody>
                  <a:tcPr marL="45720" marR="45720" anchor="ctr">
                    <a:solidFill>
                      <a:srgbClr val="26C5BE"/>
                    </a:solidFill>
                  </a:tcPr>
                </a:tc>
                <a:tc>
                  <a:txBody>
                    <a:bodyPr/>
                    <a:lstStyle/>
                    <a:p>
                      <a:pPr marL="0" algn="ctr" defTabSz="914400" rtl="0" eaLnBrk="1" latinLnBrk="0" hangingPunct="1"/>
                      <a:r>
                        <a:rPr lang="en-US" sz="1000" b="1" kern="1200">
                          <a:solidFill>
                            <a:schemeClr val="bg1"/>
                          </a:solidFill>
                          <a:latin typeface="+mn-lt"/>
                          <a:ea typeface="+mn-ea"/>
                          <a:cs typeface="+mn-cs"/>
                        </a:rPr>
                        <a:t>SIs</a:t>
                      </a:r>
                    </a:p>
                  </a:txBody>
                  <a:tcPr marL="45720" marR="45720" anchor="ctr">
                    <a:solidFill>
                      <a:srgbClr val="26C5B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Medical Objective &amp; Impact</a:t>
                      </a:r>
                    </a:p>
                  </a:txBody>
                  <a:tcPr marL="45720" marR="45720" anchor="ctr">
                    <a:solidFill>
                      <a:srgbClr val="26C5BE"/>
                    </a:solidFill>
                  </a:tcPr>
                </a:tc>
                <a:extLst>
                  <a:ext uri="{0D108BD9-81ED-4DB2-BD59-A6C34878D82A}">
                    <a16:rowId xmlns:a16="http://schemas.microsoft.com/office/drawing/2014/main" val="3378915935"/>
                  </a:ext>
                </a:extLst>
              </a:tr>
              <a:tr h="200625">
                <a:tc rowSpan="2">
                  <a:txBody>
                    <a:bodyPr/>
                    <a:lstStyle/>
                    <a:p>
                      <a:r>
                        <a:rPr lang="en-US" sz="900" b="0"/>
                        <a:t>[Pan-peri] </a:t>
                      </a:r>
                      <a:r>
                        <a:rPr lang="en-US" sz="900" b="1"/>
                        <a:t>Completion and adherence to adjuvant tislelizumab</a:t>
                      </a:r>
                      <a:r>
                        <a:rPr lang="en-US" sz="900"/>
                        <a:t> (vs control arm) as predictor of long-term response or outcome</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dk1"/>
                          </a:solidFill>
                          <a:effectLst/>
                          <a:latin typeface="+mn-lt"/>
                          <a:ea typeface="+mn-ea"/>
                          <a:cs typeface="+mn-cs"/>
                        </a:rPr>
                        <a:t>Post-hoc analysis of RN-315 (from Mar 2025 data)</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dk1"/>
                          </a:solidFill>
                          <a:effectLst/>
                          <a:latin typeface="+mn-lt"/>
                          <a:ea typeface="+mn-ea"/>
                          <a:cs typeface="+mn-cs"/>
                        </a:rPr>
                        <a:t>DFS, time to recurrence</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Regulators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Evidence Based Differentiation</a:t>
                      </a:r>
                    </a:p>
                  </a:txBody>
                  <a:tcPr marL="45720" marR="45720" anchor="ctr">
                    <a:solidFill>
                      <a:srgbClr val="E7E7E7"/>
                    </a:solidFill>
                  </a:tcPr>
                </a:tc>
                <a:extLst>
                  <a:ext uri="{0D108BD9-81ED-4DB2-BD59-A6C34878D82A}">
                    <a16:rowId xmlns:a16="http://schemas.microsoft.com/office/drawing/2014/main" val="1667024452"/>
                  </a:ext>
                </a:extLst>
              </a:tr>
              <a:tr h="34392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Integrated Evidence Generation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Support Market Access</a:t>
                      </a:r>
                    </a:p>
                  </a:txBody>
                  <a:tcPr marL="45720" marR="45720" anchor="ctr">
                    <a:solidFill>
                      <a:srgbClr val="E7E7E7"/>
                    </a:solidFill>
                  </a:tcPr>
                </a:tc>
                <a:extLst>
                  <a:ext uri="{0D108BD9-81ED-4DB2-BD59-A6C34878D82A}">
                    <a16:rowId xmlns:a16="http://schemas.microsoft.com/office/drawing/2014/main" val="3992869242"/>
                  </a:ext>
                </a:extLst>
              </a:tr>
              <a:tr h="200625">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[Pan-peri] </a:t>
                      </a:r>
                      <a:r>
                        <a:rPr lang="en-US" sz="900" b="1"/>
                        <a:t>Need to understand the combination of patient characteristics</a:t>
                      </a:r>
                      <a:r>
                        <a:rPr lang="en-US" sz="900"/>
                        <a:t> that can influence treatment decision</a:t>
                      </a:r>
                    </a:p>
                  </a:txBody>
                  <a:tcPr marL="45720" marR="45720" anchor="ctr">
                    <a:solidFill>
                      <a:srgbClr val="CBCBCB"/>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dk1"/>
                          </a:solidFill>
                          <a:effectLst/>
                          <a:latin typeface="+mn-lt"/>
                          <a:ea typeface="+mn-ea"/>
                          <a:cs typeface="+mn-cs"/>
                        </a:rPr>
                        <a:t>Post-hoc analysis of RN-315</a:t>
                      </a:r>
                    </a:p>
                  </a:txBody>
                  <a:tcPr marL="45720" marR="45720" anchor="ctr">
                    <a:solidFill>
                      <a:srgbClr val="CBCBCB"/>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dk1"/>
                          </a:solidFill>
                          <a:effectLst/>
                          <a:latin typeface="+mn-lt"/>
                          <a:ea typeface="+mn-ea"/>
                          <a:cs typeface="+mn-cs"/>
                        </a:rPr>
                        <a:t>pCR, EFS; understand outcome in different subgroups by different characteristics (under study objectives)</a:t>
                      </a:r>
                    </a:p>
                  </a:txBody>
                  <a:tcPr marL="45720" marR="45720" anchor="ctr">
                    <a:solidFill>
                      <a:srgbClr val="CBCBCB"/>
                    </a:solidFill>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4">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Patient Advocacy Groups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Competitive Medical Mindset</a:t>
                      </a:r>
                    </a:p>
                  </a:txBody>
                  <a:tcPr marL="45720" marR="45720" anchor="ctr">
                    <a:solidFill>
                      <a:srgbClr val="CBCBCB"/>
                    </a:solidFill>
                  </a:tcPr>
                </a:tc>
                <a:extLst>
                  <a:ext uri="{0D108BD9-81ED-4DB2-BD59-A6C34878D82A}">
                    <a16:rowId xmlns:a16="http://schemas.microsoft.com/office/drawing/2014/main" val="309437934"/>
                  </a:ext>
                </a:extLst>
              </a:tr>
              <a:tr h="2006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6"/>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Integrated Evidence Generation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Support Market Access</a:t>
                      </a:r>
                      <a:endParaRPr lang="en-US" sz="1800"/>
                    </a:p>
                  </a:txBody>
                  <a:tcPr marL="45720" marR="45720" anchor="ctr">
                    <a:solidFill>
                      <a:srgbClr val="CBCBCB"/>
                    </a:solidFill>
                  </a:tcPr>
                </a:tc>
                <a:extLst>
                  <a:ext uri="{0D108BD9-81ED-4DB2-BD59-A6C34878D82A}">
                    <a16:rowId xmlns:a16="http://schemas.microsoft.com/office/drawing/2014/main" val="3213894912"/>
                  </a:ext>
                </a:extLst>
              </a:tr>
              <a:tr h="11464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4"/>
                    </a:solidFill>
                  </a:tcPr>
                </a:tc>
                <a:tc vMerge="1">
                  <a:txBody>
                    <a:bodyPr/>
                    <a:lstStyle/>
                    <a:p>
                      <a:endParaRPr lang="en-US"/>
                    </a:p>
                  </a:txBody>
                  <a:tcPr/>
                </a:tc>
                <a:extLst>
                  <a:ext uri="{0D108BD9-81ED-4DB2-BD59-A6C34878D82A}">
                    <a16:rowId xmlns:a16="http://schemas.microsoft.com/office/drawing/2014/main" val="3514645415"/>
                  </a:ext>
                </a:extLst>
              </a:tr>
              <a:tr h="20062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solidFill>
                          <a:effectLst/>
                          <a:uLnTx/>
                          <a:uFillTx/>
                          <a:latin typeface="+mn-lt"/>
                          <a:ea typeface="+mn-ea"/>
                          <a:cs typeface="+mn-cs"/>
                        </a:rPr>
                        <a:t>Solid Tumor Awareness</a:t>
                      </a:r>
                    </a:p>
                  </a:txBody>
                  <a:tcPr marL="45720" marR="45720" anchor="ctr">
                    <a:solidFill>
                      <a:srgbClr val="CBCBCB"/>
                    </a:solidFill>
                  </a:tcPr>
                </a:tc>
                <a:extLst>
                  <a:ext uri="{0D108BD9-81ED-4DB2-BD59-A6C34878D82A}">
                    <a16:rowId xmlns:a16="http://schemas.microsoft.com/office/drawing/2014/main" val="563732643"/>
                  </a:ext>
                </a:extLst>
              </a:tr>
              <a:tr h="200625">
                <a:tc rowSpan="2">
                  <a:txBody>
                    <a:bodyPr/>
                    <a:lstStyle/>
                    <a:p>
                      <a:r>
                        <a:rPr lang="en-US" sz="900"/>
                        <a:t>[Neoadjuvant] Need for </a:t>
                      </a:r>
                      <a:r>
                        <a:rPr lang="en-US" sz="900" b="1"/>
                        <a:t>EFS data </a:t>
                      </a:r>
                      <a:r>
                        <a:rPr lang="en-US" sz="900"/>
                        <a:t>by </a:t>
                      </a:r>
                      <a:r>
                        <a:rPr lang="en-US" sz="900" b="1"/>
                        <a:t>surgically relevant subgroups</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dk1"/>
                          </a:solidFill>
                          <a:effectLst/>
                          <a:latin typeface="+mn-lt"/>
                          <a:ea typeface="+mn-ea"/>
                          <a:cs typeface="+mn-cs"/>
                        </a:rPr>
                        <a:t>Post-hoc analyses of EFS by subgroup (resection, lymph node status, etc) (from Mar 2025 data from RN-315)</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dk1"/>
                          </a:solidFill>
                          <a:effectLst/>
                          <a:latin typeface="+mn-lt"/>
                          <a:ea typeface="+mn-ea"/>
                          <a:cs typeface="+mn-cs"/>
                        </a:rPr>
                        <a:t>Differences in EFS by subgroup</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Patients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Evidence Based Differentiation</a:t>
                      </a:r>
                    </a:p>
                  </a:txBody>
                  <a:tcPr marL="45720" marR="45720" anchor="ctr">
                    <a:solidFill>
                      <a:srgbClr val="E7E7E7"/>
                    </a:solidFill>
                  </a:tcPr>
                </a:tc>
                <a:extLst>
                  <a:ext uri="{0D108BD9-81ED-4DB2-BD59-A6C34878D82A}">
                    <a16:rowId xmlns:a16="http://schemas.microsoft.com/office/drawing/2014/main" val="2696272505"/>
                  </a:ext>
                </a:extLst>
              </a:tr>
              <a:tr h="34392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Research Collaboration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Solid Tumor Awareness</a:t>
                      </a:r>
                      <a:endParaRPr lang="en-US" sz="1800"/>
                    </a:p>
                  </a:txBody>
                  <a:tcPr marL="45720" marR="45720" anchor="ctr">
                    <a:solidFill>
                      <a:srgbClr val="E7E7E7"/>
                    </a:solidFill>
                  </a:tcPr>
                </a:tc>
                <a:extLst>
                  <a:ext uri="{0D108BD9-81ED-4DB2-BD59-A6C34878D82A}">
                    <a16:rowId xmlns:a16="http://schemas.microsoft.com/office/drawing/2014/main" val="1596556115"/>
                  </a:ext>
                </a:extLst>
              </a:tr>
              <a:tr h="31526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[Neoadjuvant] </a:t>
                      </a:r>
                      <a:r>
                        <a:rPr lang="en-US" sz="900" b="1"/>
                        <a:t>Need for data analyses </a:t>
                      </a:r>
                      <a:r>
                        <a:rPr lang="en-US" sz="900"/>
                        <a:t>on </a:t>
                      </a:r>
                      <a:r>
                        <a:rPr lang="en-US" sz="900" b="1"/>
                        <a:t>EFS and OS </a:t>
                      </a:r>
                      <a:r>
                        <a:rPr lang="en-US" sz="900"/>
                        <a:t>stratified by </a:t>
                      </a:r>
                      <a:r>
                        <a:rPr lang="en-US" sz="900" b="1"/>
                        <a:t>MPR and pCR for neoadjuvant </a:t>
                      </a:r>
                      <a:r>
                        <a:rPr lang="en-US" sz="900"/>
                        <a:t>population</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dk1"/>
                          </a:solidFill>
                          <a:effectLst/>
                          <a:latin typeface="+mn-lt"/>
                          <a:ea typeface="+mn-ea"/>
                          <a:cs typeface="+mn-cs"/>
                        </a:rPr>
                        <a:t>Post-hoc analysis of RN-315 (from Oct 2025 data)</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a:solidFill>
                            <a:schemeClr val="dk1"/>
                          </a:solidFill>
                          <a:effectLst/>
                          <a:latin typeface="+mn-lt"/>
                          <a:ea typeface="+mn-ea"/>
                          <a:cs typeface="+mn-cs"/>
                        </a:rPr>
                        <a:t>EFS, OS (correlating pCR &amp; MPR with EFS/OS to strengthen clinical validity)</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Patients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Regulatory</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Competitive Medical Mindset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Evidence Based Differentiation</a:t>
                      </a:r>
                    </a:p>
                  </a:txBody>
                  <a:tcPr marL="45720" marR="45720" anchor="ctr">
                    <a:solidFill>
                      <a:srgbClr val="CBCBCB"/>
                    </a:solidFill>
                  </a:tcPr>
                </a:tc>
                <a:extLst>
                  <a:ext uri="{0D108BD9-81ED-4DB2-BD59-A6C34878D82A}">
                    <a16:rowId xmlns:a16="http://schemas.microsoft.com/office/drawing/2014/main" val="3628501332"/>
                  </a:ext>
                </a:extLst>
              </a:tr>
              <a:tr h="31526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endParaRPr lang="en-US" sz="1800"/>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Solid Tumor Awareness</a:t>
                      </a:r>
                    </a:p>
                  </a:txBody>
                  <a:tcPr marL="45720" marR="45720" anchor="ctr">
                    <a:solidFill>
                      <a:srgbClr val="CBCBCB"/>
                    </a:solidFill>
                  </a:tcPr>
                </a:tc>
                <a:extLst>
                  <a:ext uri="{0D108BD9-81ED-4DB2-BD59-A6C34878D82A}">
                    <a16:rowId xmlns:a16="http://schemas.microsoft.com/office/drawing/2014/main" val="728304341"/>
                  </a:ext>
                </a:extLst>
              </a:tr>
              <a:tr h="31526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[Neoadjuvant] </a:t>
                      </a:r>
                      <a:r>
                        <a:rPr lang="en-US" sz="900" b="1"/>
                        <a:t>Need for data analyses </a:t>
                      </a:r>
                      <a:r>
                        <a:rPr lang="en-US" sz="900"/>
                        <a:t>on </a:t>
                      </a:r>
                      <a:r>
                        <a:rPr lang="en-US" sz="900" b="1"/>
                        <a:t>EFS and OS </a:t>
                      </a:r>
                      <a:r>
                        <a:rPr lang="en-US" sz="900"/>
                        <a:t>stratified by </a:t>
                      </a:r>
                      <a:r>
                        <a:rPr lang="en-US" sz="900" b="1"/>
                        <a:t>MPR and pCR for neoadjuvant </a:t>
                      </a:r>
                      <a:r>
                        <a:rPr lang="en-US" sz="900"/>
                        <a:t>population</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pCR &amp; MPR as surrogate endpoints to EFS (research collaboration)</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pCR, MPR, EFS (correlating pCR &amp; MPR with EFS/OS to strengthen clinical validity)</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Patients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Regulatory</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Competitive Medical Mindset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 Based Differentiation</a:t>
                      </a:r>
                    </a:p>
                  </a:txBody>
                  <a:tcPr marL="45720" marR="45720" anchor="ctr">
                    <a:solidFill>
                      <a:srgbClr val="E7E7E7"/>
                    </a:solidFill>
                  </a:tcPr>
                </a:tc>
                <a:extLst>
                  <a:ext uri="{0D108BD9-81ED-4DB2-BD59-A6C34878D82A}">
                    <a16:rowId xmlns:a16="http://schemas.microsoft.com/office/drawing/2014/main" val="2127537264"/>
                  </a:ext>
                </a:extLst>
              </a:tr>
              <a:tr h="31526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endParaRPr lang="en-US" sz="1800"/>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Solid Tumor Awareness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Research Collaboration</a:t>
                      </a:r>
                      <a:endParaRPr lang="en-US" sz="900" i="0" kern="1200">
                        <a:solidFill>
                          <a:schemeClr val="tx1"/>
                        </a:solidFill>
                        <a:latin typeface="+mn-lt"/>
                        <a:ea typeface="+mn-ea"/>
                        <a:cs typeface="+mn-cs"/>
                      </a:endParaRPr>
                    </a:p>
                  </a:txBody>
                  <a:tcPr marL="45720" marR="45720" anchor="ctr">
                    <a:solidFill>
                      <a:srgbClr val="E7E7E7"/>
                    </a:solidFill>
                  </a:tcPr>
                </a:tc>
                <a:extLst>
                  <a:ext uri="{0D108BD9-81ED-4DB2-BD59-A6C34878D82A}">
                    <a16:rowId xmlns:a16="http://schemas.microsoft.com/office/drawing/2014/main" val="1894924023"/>
                  </a:ext>
                </a:extLst>
              </a:tr>
              <a:tr h="200625">
                <a:tc rowSpan="2">
                  <a:txBody>
                    <a:bodyPr/>
                    <a:lstStyle/>
                    <a:p>
                      <a:r>
                        <a:rPr lang="en-US" sz="900"/>
                        <a:t>[Pan-peri] Need for </a:t>
                      </a:r>
                      <a:r>
                        <a:rPr lang="en-US" sz="900" b="1"/>
                        <a:t>median follow-up of at least 36 months </a:t>
                      </a:r>
                      <a:r>
                        <a:rPr lang="en-US" sz="900"/>
                        <a:t>(with a mOS delta of at least 10% at 24 months landmark) in RN-315</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LTFU of RN-315 (plan to close study in Oct 2025, feasibility to be assessed with biostats)</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OS (final analysis and close out)</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Regulators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 Based Differentiation</a:t>
                      </a:r>
                    </a:p>
                  </a:txBody>
                  <a:tcPr marL="45720" marR="45720" anchor="ctr">
                    <a:solidFill>
                      <a:srgbClr val="CBCBCB"/>
                    </a:solidFill>
                  </a:tcPr>
                </a:tc>
                <a:extLst>
                  <a:ext uri="{0D108BD9-81ED-4DB2-BD59-A6C34878D82A}">
                    <a16:rowId xmlns:a16="http://schemas.microsoft.com/office/drawing/2014/main" val="3200354509"/>
                  </a:ext>
                </a:extLst>
              </a:tr>
              <a:tr h="31526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Integrated Evidence Generation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kern="1200">
                          <a:solidFill>
                            <a:schemeClr val="dk1"/>
                          </a:solidFill>
                          <a:effectLst/>
                          <a:latin typeface="+mn-lt"/>
                          <a:ea typeface="+mn-ea"/>
                          <a:cs typeface="+mn-cs"/>
                        </a:rPr>
                        <a:t>Support Market Access</a:t>
                      </a:r>
                      <a:endParaRPr lang="en-US" sz="900"/>
                    </a:p>
                  </a:txBody>
                  <a:tcPr marL="45720" marR="45720" anchor="ctr">
                    <a:solidFill>
                      <a:srgbClr val="CBCBCB"/>
                    </a:solidFill>
                  </a:tcPr>
                </a:tc>
                <a:extLst>
                  <a:ext uri="{0D108BD9-81ED-4DB2-BD59-A6C34878D82A}">
                    <a16:rowId xmlns:a16="http://schemas.microsoft.com/office/drawing/2014/main" val="4119644372"/>
                  </a:ext>
                </a:extLst>
              </a:tr>
            </a:tbl>
          </a:graphicData>
        </a:graphic>
      </p:graphicFrame>
      <p:graphicFrame>
        <p:nvGraphicFramePr>
          <p:cNvPr id="6" name="think-cell data - do not delete" hidden="1">
            <a:extLst>
              <a:ext uri="{FF2B5EF4-FFF2-40B4-BE49-F238E27FC236}">
                <a16:creationId xmlns:a16="http://schemas.microsoft.com/office/drawing/2014/main" id="{34035993-5F0F-3BD1-569E-C564EA223721}"/>
              </a:ext>
            </a:extLst>
          </p:cNvPr>
          <p:cNvGraphicFramePr>
            <a:graphicFrameLocks noChangeAspect="1"/>
          </p:cNvGraphicFramePr>
          <p:nvPr>
            <p:custDataLst>
              <p:tags r:id="rId1"/>
            </p:custDataLst>
            <p:extLst>
              <p:ext uri="{D42A27DB-BD31-4B8C-83A1-F6EECF244321}">
                <p14:modId xmlns:p14="http://schemas.microsoft.com/office/powerpoint/2010/main" val="6125902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34035993-5F0F-3BD1-569E-C564EA2237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50332C2-B207-5BEF-61D4-CF64A3A9011B}"/>
              </a:ext>
            </a:extLst>
          </p:cNvPr>
          <p:cNvSpPr>
            <a:spLocks noGrp="1"/>
          </p:cNvSpPr>
          <p:nvPr>
            <p:ph type="title"/>
          </p:nvPr>
        </p:nvSpPr>
        <p:spPr>
          <a:xfrm>
            <a:off x="358337" y="271427"/>
            <a:ext cx="11470125" cy="369332"/>
          </a:xfrm>
        </p:spPr>
        <p:txBody>
          <a:bodyPr vert="horz"/>
          <a:lstStyle/>
          <a:p>
            <a:r>
              <a:rPr lang="en-US" sz="2400"/>
              <a:t>Tactics: Perioperative NSCLC</a:t>
            </a:r>
          </a:p>
        </p:txBody>
      </p:sp>
      <p:pic>
        <p:nvPicPr>
          <p:cNvPr id="22" name="Graphic 21">
            <a:extLst>
              <a:ext uri="{FF2B5EF4-FFF2-40B4-BE49-F238E27FC236}">
                <a16:creationId xmlns:a16="http://schemas.microsoft.com/office/drawing/2014/main" id="{DCD70E75-3F39-4A94-028C-A32BD1DB812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67431" y="2308851"/>
            <a:ext cx="274320" cy="274320"/>
          </a:xfrm>
          <a:prstGeom prst="rect">
            <a:avLst/>
          </a:prstGeom>
        </p:spPr>
      </p:pic>
      <p:pic>
        <p:nvPicPr>
          <p:cNvPr id="5" name="Graphic 4">
            <a:extLst>
              <a:ext uri="{FF2B5EF4-FFF2-40B4-BE49-F238E27FC236}">
                <a16:creationId xmlns:a16="http://schemas.microsoft.com/office/drawing/2014/main" id="{62086FEF-02D4-C3A6-0942-6B114E3920F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7622746" y="2307170"/>
            <a:ext cx="329184" cy="329184"/>
          </a:xfrm>
          <a:prstGeom prst="rect">
            <a:avLst/>
          </a:prstGeom>
        </p:spPr>
      </p:pic>
      <p:pic>
        <p:nvPicPr>
          <p:cNvPr id="11" name="Graphic 10">
            <a:extLst>
              <a:ext uri="{FF2B5EF4-FFF2-40B4-BE49-F238E27FC236}">
                <a16:creationId xmlns:a16="http://schemas.microsoft.com/office/drawing/2014/main" id="{98494708-953A-C52D-6CB1-FB96245FFF44}"/>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7622746" y="3829750"/>
            <a:ext cx="329184" cy="329184"/>
          </a:xfrm>
          <a:prstGeom prst="rect">
            <a:avLst/>
          </a:prstGeom>
        </p:spPr>
      </p:pic>
      <p:pic>
        <p:nvPicPr>
          <p:cNvPr id="13" name="Graphic 12">
            <a:extLst>
              <a:ext uri="{FF2B5EF4-FFF2-40B4-BE49-F238E27FC236}">
                <a16:creationId xmlns:a16="http://schemas.microsoft.com/office/drawing/2014/main" id="{402B000F-14BB-CB1D-3C54-99CB78FF0CBE}"/>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7625153" y="4592860"/>
            <a:ext cx="329184" cy="329184"/>
          </a:xfrm>
          <a:prstGeom prst="rect">
            <a:avLst/>
          </a:prstGeom>
        </p:spPr>
      </p:pic>
      <p:pic>
        <p:nvPicPr>
          <p:cNvPr id="14" name="Picture 13" descr="A blue circle with yellow stars in center&#10;&#10;Description automatically generated">
            <a:extLst>
              <a:ext uri="{FF2B5EF4-FFF2-40B4-BE49-F238E27FC236}">
                <a16:creationId xmlns:a16="http://schemas.microsoft.com/office/drawing/2014/main" id="{5BEFE8B7-B4F9-182E-6717-7F8E2D4F21BF}"/>
              </a:ext>
            </a:extLst>
          </p:cNvPr>
          <p:cNvPicPr>
            <a:picLocks noChangeAspect="1"/>
          </p:cNvPicPr>
          <p:nvPr/>
        </p:nvPicPr>
        <p:blipFill>
          <a:blip r:embed="rId10"/>
          <a:stretch>
            <a:fillRect/>
          </a:stretch>
        </p:blipFill>
        <p:spPr>
          <a:xfrm>
            <a:off x="7639806" y="3060120"/>
            <a:ext cx="295064" cy="295064"/>
          </a:xfrm>
          <a:prstGeom prst="rect">
            <a:avLst/>
          </a:prstGeom>
          <a:ln>
            <a:noFill/>
          </a:ln>
        </p:spPr>
      </p:pic>
      <p:pic>
        <p:nvPicPr>
          <p:cNvPr id="16" name="Graphic 15">
            <a:extLst>
              <a:ext uri="{FF2B5EF4-FFF2-40B4-BE49-F238E27FC236}">
                <a16:creationId xmlns:a16="http://schemas.microsoft.com/office/drawing/2014/main" id="{86C93852-D261-50EC-19DF-2B92AD21407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67431" y="3062886"/>
            <a:ext cx="274320" cy="274320"/>
          </a:xfrm>
          <a:prstGeom prst="rect">
            <a:avLst/>
          </a:prstGeom>
        </p:spPr>
      </p:pic>
      <p:pic>
        <p:nvPicPr>
          <p:cNvPr id="31" name="Graphic 30">
            <a:extLst>
              <a:ext uri="{FF2B5EF4-FFF2-40B4-BE49-F238E27FC236}">
                <a16:creationId xmlns:a16="http://schemas.microsoft.com/office/drawing/2014/main" id="{C60202E3-1CD0-82E4-32CC-108322211C7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67431" y="3884614"/>
            <a:ext cx="274320" cy="274320"/>
          </a:xfrm>
          <a:prstGeom prst="rect">
            <a:avLst/>
          </a:prstGeom>
        </p:spPr>
      </p:pic>
      <p:pic>
        <p:nvPicPr>
          <p:cNvPr id="32" name="Graphic 31">
            <a:extLst>
              <a:ext uri="{FF2B5EF4-FFF2-40B4-BE49-F238E27FC236}">
                <a16:creationId xmlns:a16="http://schemas.microsoft.com/office/drawing/2014/main" id="{E1C12BCC-950F-3FDD-DD60-E897DF5A057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67431" y="4647724"/>
            <a:ext cx="274320" cy="274320"/>
          </a:xfrm>
          <a:prstGeom prst="rect">
            <a:avLst/>
          </a:prstGeom>
        </p:spPr>
      </p:pic>
      <p:pic>
        <p:nvPicPr>
          <p:cNvPr id="33" name="Graphic 32">
            <a:extLst>
              <a:ext uri="{FF2B5EF4-FFF2-40B4-BE49-F238E27FC236}">
                <a16:creationId xmlns:a16="http://schemas.microsoft.com/office/drawing/2014/main" id="{26D55048-6A5E-199E-FE2E-7899143BA16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067431" y="6079027"/>
            <a:ext cx="274320" cy="274320"/>
          </a:xfrm>
          <a:prstGeom prst="rect">
            <a:avLst/>
          </a:prstGeom>
        </p:spPr>
      </p:pic>
      <p:pic>
        <p:nvPicPr>
          <p:cNvPr id="34" name="Graphic 33">
            <a:extLst>
              <a:ext uri="{FF2B5EF4-FFF2-40B4-BE49-F238E27FC236}">
                <a16:creationId xmlns:a16="http://schemas.microsoft.com/office/drawing/2014/main" id="{C9551EE1-3BD7-65FC-779D-16DA960E4DE9}"/>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7605686" y="5325490"/>
            <a:ext cx="329184" cy="329184"/>
          </a:xfrm>
          <a:prstGeom prst="rect">
            <a:avLst/>
          </a:prstGeom>
        </p:spPr>
      </p:pic>
      <p:grpSp>
        <p:nvGrpSpPr>
          <p:cNvPr id="9" name="Group 8">
            <a:extLst>
              <a:ext uri="{FF2B5EF4-FFF2-40B4-BE49-F238E27FC236}">
                <a16:creationId xmlns:a16="http://schemas.microsoft.com/office/drawing/2014/main" id="{08D170C0-2CD8-D9E3-956D-819D85D281E6}"/>
              </a:ext>
            </a:extLst>
          </p:cNvPr>
          <p:cNvGrpSpPr/>
          <p:nvPr/>
        </p:nvGrpSpPr>
        <p:grpSpPr>
          <a:xfrm>
            <a:off x="5387787" y="634600"/>
            <a:ext cx="6454551" cy="323165"/>
            <a:chOff x="9702263" y="10164"/>
            <a:chExt cx="6636476" cy="323165"/>
          </a:xfrm>
        </p:grpSpPr>
        <p:sp>
          <p:nvSpPr>
            <p:cNvPr id="10" name="TextBox 9">
              <a:extLst>
                <a:ext uri="{FF2B5EF4-FFF2-40B4-BE49-F238E27FC236}">
                  <a16:creationId xmlns:a16="http://schemas.microsoft.com/office/drawing/2014/main" id="{531957DF-AF2D-7D8D-6952-C30BA6C709D8}"/>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2" name="Rectangle 11">
              <a:extLst>
                <a:ext uri="{FF2B5EF4-FFF2-40B4-BE49-F238E27FC236}">
                  <a16:creationId xmlns:a16="http://schemas.microsoft.com/office/drawing/2014/main" id="{151919EF-51FB-5998-E1F4-D3EBFEBFCA4C}"/>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5" name="Rectangle 14">
              <a:extLst>
                <a:ext uri="{FF2B5EF4-FFF2-40B4-BE49-F238E27FC236}">
                  <a16:creationId xmlns:a16="http://schemas.microsoft.com/office/drawing/2014/main" id="{446B74E0-33F3-73DF-4095-629C5BB69FEB}"/>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7" name="Rectangle 16">
              <a:extLst>
                <a:ext uri="{FF2B5EF4-FFF2-40B4-BE49-F238E27FC236}">
                  <a16:creationId xmlns:a16="http://schemas.microsoft.com/office/drawing/2014/main" id="{8730464B-FB2F-D024-4C98-253DF879F219}"/>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48" name="Rectangle 47">
            <a:extLst>
              <a:ext uri="{FF2B5EF4-FFF2-40B4-BE49-F238E27FC236}">
                <a16:creationId xmlns:a16="http://schemas.microsoft.com/office/drawing/2014/main" id="{E4521165-F797-82B2-1F85-F59D5A0FC025}"/>
              </a:ext>
            </a:extLst>
          </p:cNvPr>
          <p:cNvSpPr/>
          <p:nvPr/>
        </p:nvSpPr>
        <p:spPr>
          <a:xfrm>
            <a:off x="116923" y="2197464"/>
            <a:ext cx="219456" cy="438786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sp>
        <p:nvSpPr>
          <p:cNvPr id="7" name="Footer Placeholder 3">
            <a:extLst>
              <a:ext uri="{FF2B5EF4-FFF2-40B4-BE49-F238E27FC236}">
                <a16:creationId xmlns:a16="http://schemas.microsoft.com/office/drawing/2014/main" id="{AF7A0538-F68F-8821-72F1-5E387A98F225}"/>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DFS: Disease Free Survival; EFS: Event Free Survival; LTFU: Long-Term Follow Up; MPR: Major Pathologic Response; Neo: Neoadjuvant; NSCLC: Non-Small Cell Lung Cancer; OS: Overall Survival; </a:t>
            </a:r>
            <a:r>
              <a:rPr lang="en-US" err="1">
                <a:solidFill>
                  <a:srgbClr val="000000">
                    <a:lumMod val="65000"/>
                    <a:lumOff val="35000"/>
                  </a:srgbClr>
                </a:solidFill>
              </a:rPr>
              <a:t>pCR</a:t>
            </a:r>
            <a:r>
              <a:rPr lang="en-US">
                <a:solidFill>
                  <a:srgbClr val="000000">
                    <a:lumMod val="65000"/>
                    <a:lumOff val="35000"/>
                  </a:srgbClr>
                </a:solidFill>
              </a:rPr>
              <a:t>: Pathologic Complete Response; SI: Strategic Imperative</a:t>
            </a:r>
          </a:p>
        </p:txBody>
      </p:sp>
      <p:grpSp>
        <p:nvGrpSpPr>
          <p:cNvPr id="4" name="Group 3">
            <a:extLst>
              <a:ext uri="{FF2B5EF4-FFF2-40B4-BE49-F238E27FC236}">
                <a16:creationId xmlns:a16="http://schemas.microsoft.com/office/drawing/2014/main" id="{E6DEA7B9-D986-9F94-570C-A2D094025729}"/>
              </a:ext>
            </a:extLst>
          </p:cNvPr>
          <p:cNvGrpSpPr/>
          <p:nvPr/>
        </p:nvGrpSpPr>
        <p:grpSpPr>
          <a:xfrm>
            <a:off x="7538282" y="6037798"/>
            <a:ext cx="498112" cy="329184"/>
            <a:chOff x="3020950" y="4854550"/>
            <a:chExt cx="498112" cy="329184"/>
          </a:xfrm>
        </p:grpSpPr>
        <p:pic>
          <p:nvPicPr>
            <p:cNvPr id="8" name="Graphic 7">
              <a:extLst>
                <a:ext uri="{FF2B5EF4-FFF2-40B4-BE49-F238E27FC236}">
                  <a16:creationId xmlns:a16="http://schemas.microsoft.com/office/drawing/2014/main" id="{3E4701F9-5902-8DAF-2040-B6B7C99A9E9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3020950" y="4854550"/>
              <a:ext cx="329184" cy="329184"/>
            </a:xfrm>
            <a:prstGeom prst="rect">
              <a:avLst/>
            </a:prstGeom>
          </p:spPr>
        </p:pic>
        <p:pic>
          <p:nvPicPr>
            <p:cNvPr id="21" name="Picture 20" descr="A red white and blue flag&#10;&#10;AI-generated content may be incorrect.">
              <a:extLst>
                <a:ext uri="{FF2B5EF4-FFF2-40B4-BE49-F238E27FC236}">
                  <a16:creationId xmlns:a16="http://schemas.microsoft.com/office/drawing/2014/main" id="{45366486-D919-5E1C-B952-9EA6C489675D}"/>
                </a:ext>
              </a:extLst>
            </p:cNvPr>
            <p:cNvPicPr>
              <a:picLocks noChangeAspect="1"/>
            </p:cNvPicPr>
            <p:nvPr/>
          </p:nvPicPr>
          <p:blipFill>
            <a:blip r:embed="rId13"/>
            <a:stretch>
              <a:fillRect/>
            </a:stretch>
          </p:blipFill>
          <p:spPr>
            <a:xfrm>
              <a:off x="3217310" y="4868266"/>
              <a:ext cx="301752" cy="301752"/>
            </a:xfrm>
            <a:prstGeom prst="rect">
              <a:avLst/>
            </a:prstGeom>
          </p:spPr>
        </p:pic>
      </p:grpSp>
      <p:sp>
        <p:nvSpPr>
          <p:cNvPr id="35" name="Footer Placeholder 3">
            <a:extLst>
              <a:ext uri="{FF2B5EF4-FFF2-40B4-BE49-F238E27FC236}">
                <a16:creationId xmlns:a16="http://schemas.microsoft.com/office/drawing/2014/main" id="{74732075-6B8C-A6AF-21E9-3F286B435CDD}"/>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36" name="Graphic 35">
            <a:extLst>
              <a:ext uri="{FF2B5EF4-FFF2-40B4-BE49-F238E27FC236}">
                <a16:creationId xmlns:a16="http://schemas.microsoft.com/office/drawing/2014/main" id="{367477A4-845C-AD7F-CEB9-6E00221F3D9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37570" y="958197"/>
            <a:ext cx="274320" cy="274320"/>
          </a:xfrm>
          <a:prstGeom prst="rect">
            <a:avLst/>
          </a:prstGeom>
        </p:spPr>
      </p:pic>
      <p:pic>
        <p:nvPicPr>
          <p:cNvPr id="37" name="Graphic 36">
            <a:extLst>
              <a:ext uri="{FF2B5EF4-FFF2-40B4-BE49-F238E27FC236}">
                <a16:creationId xmlns:a16="http://schemas.microsoft.com/office/drawing/2014/main" id="{F8584BB0-70FB-25D9-895C-77332077A41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24487" y="958197"/>
            <a:ext cx="274320" cy="274320"/>
          </a:xfrm>
          <a:prstGeom prst="rect">
            <a:avLst/>
          </a:prstGeom>
        </p:spPr>
      </p:pic>
      <p:pic>
        <p:nvPicPr>
          <p:cNvPr id="38" name="Graphic 37">
            <a:extLst>
              <a:ext uri="{FF2B5EF4-FFF2-40B4-BE49-F238E27FC236}">
                <a16:creationId xmlns:a16="http://schemas.microsoft.com/office/drawing/2014/main" id="{8FA9F003-9DB3-B2E8-E535-1D3F6336AC7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14007" y="958197"/>
            <a:ext cx="274320" cy="274320"/>
          </a:xfrm>
          <a:prstGeom prst="rect">
            <a:avLst/>
          </a:prstGeom>
        </p:spPr>
      </p:pic>
      <p:pic>
        <p:nvPicPr>
          <p:cNvPr id="39" name="Graphic 38">
            <a:extLst>
              <a:ext uri="{FF2B5EF4-FFF2-40B4-BE49-F238E27FC236}">
                <a16:creationId xmlns:a16="http://schemas.microsoft.com/office/drawing/2014/main" id="{DBDEBF7A-134E-F8FF-04D9-41593DC9B78B}"/>
              </a:ext>
            </a:extLst>
          </p:cNvPr>
          <p:cNvPicPr>
            <a:picLocks/>
          </p:cNvPicPr>
          <p:nvPr/>
        </p:nvPicPr>
        <p:blipFill>
          <a:blip r:embed="rId16">
            <a:extLst>
              <a:ext uri="{96DAC541-7B7A-43D3-8B79-37D633B846F1}">
                <asvg:svgBlip xmlns:asvg="http://schemas.microsoft.com/office/drawing/2016/SVG/main" r:embed="rId17"/>
              </a:ext>
            </a:extLst>
          </a:blip>
          <a:stretch>
            <a:fillRect/>
          </a:stretch>
        </p:blipFill>
        <p:spPr>
          <a:xfrm>
            <a:off x="8194014" y="958557"/>
            <a:ext cx="273600" cy="273600"/>
          </a:xfrm>
          <a:prstGeom prst="rect">
            <a:avLst/>
          </a:prstGeom>
        </p:spPr>
      </p:pic>
      <p:grpSp>
        <p:nvGrpSpPr>
          <p:cNvPr id="40" name="Group 39">
            <a:extLst>
              <a:ext uri="{FF2B5EF4-FFF2-40B4-BE49-F238E27FC236}">
                <a16:creationId xmlns:a16="http://schemas.microsoft.com/office/drawing/2014/main" id="{708EFBA1-626F-4110-D6E8-14D40EE5D1FD}"/>
              </a:ext>
            </a:extLst>
          </p:cNvPr>
          <p:cNvGrpSpPr/>
          <p:nvPr/>
        </p:nvGrpSpPr>
        <p:grpSpPr>
          <a:xfrm>
            <a:off x="-9526" y="-7584"/>
            <a:ext cx="11815014" cy="180000"/>
            <a:chOff x="-9526" y="-7584"/>
            <a:chExt cx="11815014" cy="180000"/>
          </a:xfrm>
        </p:grpSpPr>
        <p:sp>
          <p:nvSpPr>
            <p:cNvPr id="41" name="Rectangle 40">
              <a:extLst>
                <a:ext uri="{FF2B5EF4-FFF2-40B4-BE49-F238E27FC236}">
                  <a16:creationId xmlns:a16="http://schemas.microsoft.com/office/drawing/2014/main" id="{0F17F7B5-CB75-7271-1755-701D3AEA969A}"/>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Perioperative NSCLC</a:t>
              </a:r>
            </a:p>
          </p:txBody>
        </p:sp>
        <p:sp>
          <p:nvSpPr>
            <p:cNvPr id="42" name="Arrow: Pentagon 41">
              <a:extLst>
                <a:ext uri="{FF2B5EF4-FFF2-40B4-BE49-F238E27FC236}">
                  <a16:creationId xmlns:a16="http://schemas.microsoft.com/office/drawing/2014/main" id="{CB54B72A-5F04-3F8F-2E32-B68361EC994A}"/>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43" name="Arrow: Chevron 42">
              <a:extLst>
                <a:ext uri="{FF2B5EF4-FFF2-40B4-BE49-F238E27FC236}">
                  <a16:creationId xmlns:a16="http://schemas.microsoft.com/office/drawing/2014/main" id="{9B8B739D-9924-10B2-B540-093395C96B16}"/>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44" name="Arrow: Chevron 43">
              <a:extLst>
                <a:ext uri="{FF2B5EF4-FFF2-40B4-BE49-F238E27FC236}">
                  <a16:creationId xmlns:a16="http://schemas.microsoft.com/office/drawing/2014/main" id="{8BDFBEF7-55A5-CFD3-B14A-41AB9AA1BE5C}"/>
                </a:ext>
              </a:extLst>
            </p:cNvPr>
            <p:cNvSpPr/>
            <p:nvPr/>
          </p:nvSpPr>
          <p:spPr>
            <a:xfrm>
              <a:off x="6945064"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45" name="Arrow: Chevron 44">
              <a:extLst>
                <a:ext uri="{FF2B5EF4-FFF2-40B4-BE49-F238E27FC236}">
                  <a16:creationId xmlns:a16="http://schemas.microsoft.com/office/drawing/2014/main" id="{00541CDC-149C-0E33-3C58-F991F0A227F1}"/>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pic>
        <p:nvPicPr>
          <p:cNvPr id="18" name="Graphic 17">
            <a:extLst>
              <a:ext uri="{FF2B5EF4-FFF2-40B4-BE49-F238E27FC236}">
                <a16:creationId xmlns:a16="http://schemas.microsoft.com/office/drawing/2014/main" id="{56DC7FE0-A1AF-7AC2-1FAC-14CED3F67D2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023091" y="5308582"/>
            <a:ext cx="362999" cy="362999"/>
          </a:xfrm>
          <a:prstGeom prst="rect">
            <a:avLst/>
          </a:prstGeom>
        </p:spPr>
      </p:pic>
    </p:spTree>
    <p:extLst>
      <p:ext uri="{BB962C8B-B14F-4D97-AF65-F5344CB8AC3E}">
        <p14:creationId xmlns:p14="http://schemas.microsoft.com/office/powerpoint/2010/main" val="5686926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CD36-7A32-57F8-AA26-31B88357A644}"/>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89A3395-FC91-042F-25FF-368A65CB6EBF}"/>
              </a:ext>
            </a:extLst>
          </p:cNvPr>
          <p:cNvGraphicFramePr>
            <a:graphicFrameLocks noChangeAspect="1"/>
          </p:cNvGraphicFramePr>
          <p:nvPr>
            <p:custDataLst>
              <p:tags r:id="rId1"/>
            </p:custDataLst>
            <p:extLst>
              <p:ext uri="{D42A27DB-BD31-4B8C-83A1-F6EECF244321}">
                <p14:modId xmlns:p14="http://schemas.microsoft.com/office/powerpoint/2010/main" val="33299935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689A3395-FC91-042F-25FF-368A65CB6E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3DFD8682-2F7C-43C4-7D5B-D5ACFD7CCE2B}"/>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sp>
        <p:nvSpPr>
          <p:cNvPr id="3" name="Title 2">
            <a:extLst>
              <a:ext uri="{FF2B5EF4-FFF2-40B4-BE49-F238E27FC236}">
                <a16:creationId xmlns:a16="http://schemas.microsoft.com/office/drawing/2014/main" id="{C0407B53-B0EA-3E5F-9B61-07D0C1046BB0}"/>
              </a:ext>
            </a:extLst>
          </p:cNvPr>
          <p:cNvSpPr>
            <a:spLocks noGrp="1"/>
          </p:cNvSpPr>
          <p:nvPr>
            <p:ph type="title"/>
          </p:nvPr>
        </p:nvSpPr>
        <p:spPr>
          <a:xfrm>
            <a:off x="358337" y="271427"/>
            <a:ext cx="11470125" cy="369332"/>
          </a:xfrm>
        </p:spPr>
        <p:txBody>
          <a:bodyPr vert="horz"/>
          <a:lstStyle/>
          <a:p>
            <a:r>
              <a:rPr lang="en-US" sz="2400"/>
              <a:t>Implementation Roadmap: Perioperative NSCLC (1/2)</a:t>
            </a:r>
          </a:p>
        </p:txBody>
      </p:sp>
      <p:graphicFrame>
        <p:nvGraphicFramePr>
          <p:cNvPr id="13" name="Table 12">
            <a:extLst>
              <a:ext uri="{FF2B5EF4-FFF2-40B4-BE49-F238E27FC236}">
                <a16:creationId xmlns:a16="http://schemas.microsoft.com/office/drawing/2014/main" id="{5E96E0BF-30F1-3BF0-7C19-4C8B24A4A34B}"/>
              </a:ext>
            </a:extLst>
          </p:cNvPr>
          <p:cNvGraphicFramePr>
            <a:graphicFrameLocks noGrp="1"/>
          </p:cNvGraphicFramePr>
          <p:nvPr>
            <p:extLst>
              <p:ext uri="{D42A27DB-BD31-4B8C-83A1-F6EECF244321}">
                <p14:modId xmlns:p14="http://schemas.microsoft.com/office/powerpoint/2010/main" val="3176467079"/>
              </p:ext>
            </p:extLst>
          </p:nvPr>
        </p:nvGraphicFramePr>
        <p:xfrm>
          <a:off x="358335" y="1376893"/>
          <a:ext cx="11470127" cy="4970790"/>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821635">
                  <a:extLst>
                    <a:ext uri="{9D8B030D-6E8A-4147-A177-3AD203B41FA5}">
                      <a16:colId xmlns:a16="http://schemas.microsoft.com/office/drawing/2014/main" val="2800079537"/>
                    </a:ext>
                  </a:extLst>
                </a:gridCol>
                <a:gridCol w="705121">
                  <a:extLst>
                    <a:ext uri="{9D8B030D-6E8A-4147-A177-3AD203B41FA5}">
                      <a16:colId xmlns:a16="http://schemas.microsoft.com/office/drawing/2014/main" val="3138473051"/>
                    </a:ext>
                  </a:extLst>
                </a:gridCol>
                <a:gridCol w="259216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348098">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Perioperative NSCLC </a:t>
                      </a:r>
                    </a:p>
                  </a:txBody>
                  <a:tcPr anchor="ctr">
                    <a:solidFill>
                      <a:srgbClr val="26C5B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90081">
                <a:tc rowSpan="3">
                  <a:txBody>
                    <a:bodyPr/>
                    <a:lstStyle/>
                    <a:p>
                      <a:pPr algn="ctr"/>
                      <a:r>
                        <a:rPr lang="en-US" sz="900" b="1">
                          <a:solidFill>
                            <a:schemeClr val="bg1"/>
                          </a:solidFill>
                        </a:rPr>
                        <a:t>Evidence Gaps</a:t>
                      </a:r>
                    </a:p>
                  </a:txBody>
                  <a:tcPr anchor="ctr">
                    <a:solidFill>
                      <a:srgbClr val="26C5BE"/>
                    </a:solidFill>
                  </a:tcPr>
                </a:tc>
                <a:tc rowSpan="3">
                  <a:txBody>
                    <a:bodyPr/>
                    <a:lstStyle/>
                    <a:p>
                      <a:pPr algn="ctr"/>
                      <a:r>
                        <a:rPr lang="en-US" sz="900" b="1">
                          <a:solidFill>
                            <a:schemeClr val="bg1"/>
                          </a:solidFill>
                        </a:rPr>
                        <a:t>Tactic Type</a:t>
                      </a:r>
                    </a:p>
                  </a:txBody>
                  <a:tcPr anchor="ctr">
                    <a:solidFill>
                      <a:srgbClr val="26C5BE"/>
                    </a:solidFill>
                  </a:tcPr>
                </a:tc>
                <a:tc rowSpan="3">
                  <a:txBody>
                    <a:bodyPr/>
                    <a:lstStyle/>
                    <a:p>
                      <a:pPr algn="ctr"/>
                      <a:r>
                        <a:rPr lang="en-US" sz="900" b="1">
                          <a:solidFill>
                            <a:schemeClr val="bg1"/>
                          </a:solidFill>
                        </a:rPr>
                        <a:t>Key Markets</a:t>
                      </a:r>
                    </a:p>
                  </a:txBody>
                  <a:tcPr anchor="ctr">
                    <a:solidFill>
                      <a:srgbClr val="26C5BE"/>
                    </a:solidFill>
                  </a:tcPr>
                </a:tc>
                <a:tc rowSpan="3">
                  <a:txBody>
                    <a:bodyPr/>
                    <a:lstStyle/>
                    <a:p>
                      <a:pPr algn="ctr"/>
                      <a:r>
                        <a:rPr lang="en-US" sz="900" b="1">
                          <a:solidFill>
                            <a:schemeClr val="bg1"/>
                          </a:solidFill>
                        </a:rPr>
                        <a:t>Other Assumptions/ Dependencies</a:t>
                      </a:r>
                    </a:p>
                  </a:txBody>
                  <a:tcPr anchor="ctr">
                    <a:solidFill>
                      <a:srgbClr val="26C5BE"/>
                    </a:solidFill>
                  </a:tcPr>
                </a:tc>
                <a:tc gridSpan="9">
                  <a:txBody>
                    <a:bodyPr/>
                    <a:lstStyle/>
                    <a:p>
                      <a:pPr algn="ctr"/>
                      <a:r>
                        <a:rPr lang="en-US" sz="900" b="1" kern="1200">
                          <a:solidFill>
                            <a:schemeClr val="bg1"/>
                          </a:solidFill>
                          <a:latin typeface="+mn-lt"/>
                          <a:ea typeface="+mn-ea"/>
                          <a:cs typeface="+mn-cs"/>
                        </a:rPr>
                        <a:t>Evidence Roadmap</a:t>
                      </a:r>
                    </a:p>
                  </a:txBody>
                  <a:tcPr anchor="ctr">
                    <a:solidFill>
                      <a:srgbClr val="26C5BE"/>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29008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rgbClr val="26C5BE"/>
                    </a:solidFill>
                  </a:tcPr>
                </a:tc>
                <a:tc gridSpan="2">
                  <a:txBody>
                    <a:bodyPr/>
                    <a:lstStyle/>
                    <a:p>
                      <a:pPr algn="ctr"/>
                      <a:r>
                        <a:rPr lang="en-US" sz="900" b="1" kern="1200">
                          <a:solidFill>
                            <a:schemeClr val="bg1"/>
                          </a:solidFill>
                          <a:latin typeface="+mn-lt"/>
                          <a:ea typeface="+mn-ea"/>
                          <a:cs typeface="+mn-cs"/>
                        </a:rPr>
                        <a:t>2026</a:t>
                      </a:r>
                    </a:p>
                  </a:txBody>
                  <a:tcPr anchor="ctr">
                    <a:solidFill>
                      <a:srgbClr val="26C5BE"/>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rgbClr val="26C5BE"/>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rgbClr val="26C5BE"/>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rgbClr val="26C5BE"/>
                    </a:solidFill>
                  </a:tcPr>
                </a:tc>
                <a:tc hMerge="1">
                  <a:txBody>
                    <a:bodyPr/>
                    <a:lstStyle/>
                    <a:p>
                      <a:endParaRPr lang="en-US"/>
                    </a:p>
                  </a:txBody>
                  <a:tcPr/>
                </a:tc>
                <a:extLst>
                  <a:ext uri="{0D108BD9-81ED-4DB2-BD59-A6C34878D82A}">
                    <a16:rowId xmlns:a16="http://schemas.microsoft.com/office/drawing/2014/main" val="2912067414"/>
                  </a:ext>
                </a:extLst>
              </a:tr>
              <a:tr h="29008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rgbClr val="26C5BE"/>
                    </a:solidFill>
                  </a:tcPr>
                </a:tc>
                <a:tc>
                  <a:txBody>
                    <a:bodyPr/>
                    <a:lstStyle/>
                    <a:p>
                      <a:pPr algn="ctr"/>
                      <a:r>
                        <a:rPr lang="en-US" sz="900" b="1" kern="1200">
                          <a:solidFill>
                            <a:schemeClr val="bg1"/>
                          </a:solidFill>
                          <a:latin typeface="+mn-lt"/>
                          <a:ea typeface="+mn-ea"/>
                          <a:cs typeface="+mn-cs"/>
                        </a:rPr>
                        <a:t>H2</a:t>
                      </a:r>
                    </a:p>
                  </a:txBody>
                  <a:tcPr anchor="ctr">
                    <a:solidFill>
                      <a:srgbClr val="26C5BE"/>
                    </a:solidFill>
                  </a:tcPr>
                </a:tc>
                <a:tc>
                  <a:txBody>
                    <a:bodyPr/>
                    <a:lstStyle/>
                    <a:p>
                      <a:pPr algn="ctr"/>
                      <a:r>
                        <a:rPr lang="en-US" sz="900" b="1" kern="1200">
                          <a:solidFill>
                            <a:schemeClr val="bg1"/>
                          </a:solidFill>
                          <a:latin typeface="+mn-lt"/>
                          <a:ea typeface="+mn-ea"/>
                          <a:cs typeface="+mn-cs"/>
                        </a:rPr>
                        <a:t>H1</a:t>
                      </a:r>
                    </a:p>
                  </a:txBody>
                  <a:tcPr anchor="ctr">
                    <a:solidFill>
                      <a:srgbClr val="26C5BE"/>
                    </a:solidFill>
                  </a:tcPr>
                </a:tc>
                <a:tc>
                  <a:txBody>
                    <a:bodyPr/>
                    <a:lstStyle/>
                    <a:p>
                      <a:pPr algn="ctr"/>
                      <a:r>
                        <a:rPr lang="en-US" sz="900" b="1" kern="1200">
                          <a:solidFill>
                            <a:schemeClr val="bg1"/>
                          </a:solidFill>
                          <a:latin typeface="+mn-lt"/>
                          <a:ea typeface="+mn-ea"/>
                          <a:cs typeface="+mn-cs"/>
                        </a:rPr>
                        <a:t>H2</a:t>
                      </a:r>
                    </a:p>
                  </a:txBody>
                  <a:tcPr anchor="ctr">
                    <a:solidFill>
                      <a:srgbClr val="26C5BE"/>
                    </a:solidFill>
                  </a:tcPr>
                </a:tc>
                <a:tc>
                  <a:txBody>
                    <a:bodyPr/>
                    <a:lstStyle/>
                    <a:p>
                      <a:pPr algn="ctr"/>
                      <a:r>
                        <a:rPr lang="en-US" sz="900" b="1" kern="1200">
                          <a:solidFill>
                            <a:schemeClr val="bg1"/>
                          </a:solidFill>
                          <a:latin typeface="+mn-lt"/>
                          <a:ea typeface="+mn-ea"/>
                          <a:cs typeface="+mn-cs"/>
                        </a:rPr>
                        <a:t>H1</a:t>
                      </a:r>
                    </a:p>
                  </a:txBody>
                  <a:tcPr anchor="ctr">
                    <a:solidFill>
                      <a:srgbClr val="26C5BE"/>
                    </a:solidFill>
                  </a:tcPr>
                </a:tc>
                <a:tc>
                  <a:txBody>
                    <a:bodyPr/>
                    <a:lstStyle/>
                    <a:p>
                      <a:pPr algn="ctr"/>
                      <a:r>
                        <a:rPr lang="en-US" sz="900" b="1" kern="1200">
                          <a:solidFill>
                            <a:schemeClr val="bg1"/>
                          </a:solidFill>
                          <a:latin typeface="+mn-lt"/>
                          <a:ea typeface="+mn-ea"/>
                          <a:cs typeface="+mn-cs"/>
                        </a:rPr>
                        <a:t>H2</a:t>
                      </a:r>
                    </a:p>
                  </a:txBody>
                  <a:tcPr anchor="ctr">
                    <a:solidFill>
                      <a:srgbClr val="26C5BE"/>
                    </a:solidFill>
                  </a:tcPr>
                </a:tc>
                <a:tc>
                  <a:txBody>
                    <a:bodyPr/>
                    <a:lstStyle/>
                    <a:p>
                      <a:pPr algn="ctr"/>
                      <a:r>
                        <a:rPr lang="en-US" sz="900" b="1" kern="1200">
                          <a:solidFill>
                            <a:schemeClr val="bg1"/>
                          </a:solidFill>
                          <a:latin typeface="+mn-lt"/>
                          <a:ea typeface="+mn-ea"/>
                          <a:cs typeface="+mn-cs"/>
                        </a:rPr>
                        <a:t>H1</a:t>
                      </a:r>
                    </a:p>
                  </a:txBody>
                  <a:tcPr anchor="ctr">
                    <a:solidFill>
                      <a:srgbClr val="26C5BE"/>
                    </a:solidFill>
                  </a:tcPr>
                </a:tc>
                <a:tc>
                  <a:txBody>
                    <a:bodyPr/>
                    <a:lstStyle/>
                    <a:p>
                      <a:pPr algn="ctr"/>
                      <a:r>
                        <a:rPr lang="en-US" sz="900" b="1" kern="1200">
                          <a:solidFill>
                            <a:schemeClr val="bg1"/>
                          </a:solidFill>
                          <a:latin typeface="+mn-lt"/>
                          <a:ea typeface="+mn-ea"/>
                          <a:cs typeface="+mn-cs"/>
                        </a:rPr>
                        <a:t>H2</a:t>
                      </a:r>
                    </a:p>
                  </a:txBody>
                  <a:tcPr anchor="ctr">
                    <a:solidFill>
                      <a:srgbClr val="26C5BE"/>
                    </a:solidFill>
                  </a:tcPr>
                </a:tc>
                <a:extLst>
                  <a:ext uri="{0D108BD9-81ED-4DB2-BD59-A6C34878D82A}">
                    <a16:rowId xmlns:a16="http://schemas.microsoft.com/office/drawing/2014/main" val="618320798"/>
                  </a:ext>
                </a:extLst>
              </a:tr>
              <a:tr h="1160325">
                <a:tc>
                  <a:txBody>
                    <a:bodyPr/>
                    <a:lstStyle/>
                    <a:p>
                      <a:r>
                        <a:rPr lang="en-US" sz="1000" b="0"/>
                        <a:t>[Pan-peri] </a:t>
                      </a:r>
                      <a:r>
                        <a:rPr lang="en-US" sz="1000" b="1"/>
                        <a:t>Completion and adherence to adjuvant tislelizumab</a:t>
                      </a:r>
                      <a:r>
                        <a:rPr lang="en-US" sz="1000"/>
                        <a:t> (vs control arm) as predictor of long-term response or outcome</a:t>
                      </a:r>
                    </a:p>
                  </a:txBody>
                  <a:tcPr anchor="ctr">
                    <a:solidFill>
                      <a:srgbClr val="E7E7E7"/>
                    </a:solidFill>
                  </a:tcPr>
                </a:tc>
                <a:tc>
                  <a:txBody>
                    <a:bodyPr/>
                    <a:lstStyle/>
                    <a:p>
                      <a:pPr marL="0" algn="l" defTabSz="914400" rtl="0" eaLnBrk="1" latinLnBrk="0" hangingPunct="1"/>
                      <a:endParaRPr lang="en-GB" sz="800" kern="1200">
                        <a:solidFill>
                          <a:schemeClr val="dk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kern="1200">
                          <a:solidFill>
                            <a:schemeClr val="dk1"/>
                          </a:solidFill>
                          <a:effectLst/>
                          <a:latin typeface="+mn-lt"/>
                          <a:ea typeface="+mn-ea"/>
                          <a:cs typeface="+mn-cs"/>
                        </a:rPr>
                        <a:t>​Post-hoc analysis of </a:t>
                      </a:r>
                      <a:r>
                        <a:rPr lang="en-GB" sz="1000" b="1" kern="1200">
                          <a:solidFill>
                            <a:schemeClr val="dk1"/>
                          </a:solidFill>
                          <a:effectLst/>
                          <a:latin typeface="+mn-lt"/>
                          <a:ea typeface="+mn-ea"/>
                          <a:cs typeface="+mn-cs"/>
                        </a:rPr>
                        <a:t>RN-315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1"/>
                        <a:t>Not a high priority for the EU</a:t>
                      </a:r>
                      <a:r>
                        <a:rPr lang="en-GB" sz="1000"/>
                        <a:t>; can be deprioritized or delayed</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2184458379"/>
                  </a:ext>
                </a:extLst>
              </a:tr>
              <a:tr h="1160325">
                <a:tc>
                  <a:txBody>
                    <a:bodyPr/>
                    <a:lstStyle/>
                    <a:p>
                      <a:r>
                        <a:rPr lang="en-US" sz="1000"/>
                        <a:t>[Pan-peri] </a:t>
                      </a:r>
                      <a:r>
                        <a:rPr lang="en-GB" sz="1000"/>
                        <a:t>Need to </a:t>
                      </a:r>
                      <a:r>
                        <a:rPr lang="en-GB" sz="1000" b="1"/>
                        <a:t>understand the combination of patient characteristics</a:t>
                      </a:r>
                      <a:r>
                        <a:rPr lang="en-GB" sz="1000"/>
                        <a:t> that can </a:t>
                      </a:r>
                      <a:r>
                        <a:rPr lang="en-GB" sz="1000" b="1"/>
                        <a:t>influence treatment decision</a:t>
                      </a:r>
                    </a:p>
                  </a:txBody>
                  <a:tcPr anchor="ctr">
                    <a:solidFill>
                      <a:srgbClr val="CBCBCB"/>
                    </a:solidFill>
                  </a:tcPr>
                </a:tc>
                <a:tc>
                  <a:txBody>
                    <a:bodyPr/>
                    <a:lstStyle/>
                    <a:p>
                      <a:pPr marL="0" algn="l" defTabSz="914400" rtl="0" eaLnBrk="1" latinLnBrk="0" hangingPunct="1"/>
                      <a:endParaRPr lang="en-GB" sz="800" kern="1200">
                        <a:solidFill>
                          <a:schemeClr val="dk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a:effectLst/>
                        </a:rPr>
                        <a:t>Post-hoc analysis of </a:t>
                      </a:r>
                      <a:r>
                        <a:rPr lang="en-GB" sz="1000" b="1">
                          <a:effectLst/>
                        </a:rPr>
                        <a:t>RN-315</a:t>
                      </a:r>
                      <a:endParaRPr lang="en-GB" sz="1000" b="1"/>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665670391"/>
                  </a:ext>
                </a:extLst>
              </a:tr>
              <a:tr h="1431799">
                <a:tc>
                  <a:txBody>
                    <a:bodyPr/>
                    <a:lstStyle/>
                    <a:p>
                      <a:r>
                        <a:rPr lang="en-US" sz="1000"/>
                        <a:t>[Pan-peri] Need for </a:t>
                      </a:r>
                      <a:r>
                        <a:rPr lang="en-US" sz="1000" b="1"/>
                        <a:t>median follow-up of at least 36 months </a:t>
                      </a:r>
                      <a:r>
                        <a:rPr lang="en-US" sz="1000"/>
                        <a:t>(with a mOS delta of at least 10% at 24 months landmark) in RN-315</a:t>
                      </a:r>
                      <a:endParaRPr lang="en-US" sz="1000" b="1"/>
                    </a:p>
                  </a:txBody>
                  <a:tcPr anchor="ctr">
                    <a:solidFill>
                      <a:srgbClr val="E7E7E7"/>
                    </a:solidFill>
                  </a:tcPr>
                </a:tc>
                <a:tc>
                  <a:txBody>
                    <a:bodyPr/>
                    <a:lstStyle/>
                    <a:p>
                      <a:pPr marL="0" algn="l" defTabSz="914400" rtl="0" eaLnBrk="1" latinLnBrk="0" hangingPunct="1"/>
                      <a:endParaRPr lang="en-GB" sz="800" kern="1200">
                        <a:solidFill>
                          <a:schemeClr val="dk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1000" b="1"/>
                        <a:t>Long-Term Follow-Up of RN-315</a:t>
                      </a:r>
                      <a:r>
                        <a:rPr lang="en-GB" sz="1000"/>
                        <a:t>: Study planned to close in October 2025; feasibility of follow-up to be assessed with Biostatistics.</a:t>
                      </a:r>
                      <a:endParaRPr lang="en-GB" sz="1000" b="1"/>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3604093692"/>
                  </a:ext>
                </a:extLst>
              </a:tr>
            </a:tbl>
          </a:graphicData>
        </a:graphic>
      </p:graphicFrame>
      <p:pic>
        <p:nvPicPr>
          <p:cNvPr id="43" name="Graphic 42">
            <a:extLst>
              <a:ext uri="{FF2B5EF4-FFF2-40B4-BE49-F238E27FC236}">
                <a16:creationId xmlns:a16="http://schemas.microsoft.com/office/drawing/2014/main" id="{E9475352-5491-CD8E-DE30-77F28D24B96D}"/>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095191" y="3039530"/>
            <a:ext cx="329184" cy="329184"/>
          </a:xfrm>
          <a:prstGeom prst="rect">
            <a:avLst/>
          </a:prstGeom>
        </p:spPr>
      </p:pic>
      <p:pic>
        <p:nvPicPr>
          <p:cNvPr id="38" name="Picture 37" descr="A blue circle with yellow stars in center&#10;&#10;Description automatically generated">
            <a:extLst>
              <a:ext uri="{FF2B5EF4-FFF2-40B4-BE49-F238E27FC236}">
                <a16:creationId xmlns:a16="http://schemas.microsoft.com/office/drawing/2014/main" id="{63DC066F-79FF-8651-A011-E6652F478A5A}"/>
              </a:ext>
            </a:extLst>
          </p:cNvPr>
          <p:cNvPicPr>
            <a:picLocks noChangeAspect="1"/>
          </p:cNvPicPr>
          <p:nvPr/>
        </p:nvPicPr>
        <p:blipFill>
          <a:blip r:embed="rId7"/>
          <a:stretch>
            <a:fillRect/>
          </a:stretch>
        </p:blipFill>
        <p:spPr>
          <a:xfrm>
            <a:off x="3108907" y="4212712"/>
            <a:ext cx="301752" cy="301752"/>
          </a:xfrm>
          <a:prstGeom prst="rect">
            <a:avLst/>
          </a:prstGeom>
          <a:ln>
            <a:noFill/>
          </a:ln>
        </p:spPr>
      </p:pic>
      <p:pic>
        <p:nvPicPr>
          <p:cNvPr id="39" name="Graphic 38">
            <a:extLst>
              <a:ext uri="{FF2B5EF4-FFF2-40B4-BE49-F238E27FC236}">
                <a16:creationId xmlns:a16="http://schemas.microsoft.com/office/drawing/2014/main" id="{468FEE65-5FE3-9D13-73E4-03FDFEEC28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30697" y="3066962"/>
            <a:ext cx="274320" cy="274320"/>
          </a:xfrm>
          <a:prstGeom prst="rect">
            <a:avLst/>
          </a:prstGeom>
        </p:spPr>
      </p:pic>
      <p:sp>
        <p:nvSpPr>
          <p:cNvPr id="40" name="Arrow: Pentagon 39">
            <a:extLst>
              <a:ext uri="{FF2B5EF4-FFF2-40B4-BE49-F238E27FC236}">
                <a16:creationId xmlns:a16="http://schemas.microsoft.com/office/drawing/2014/main" id="{8EB3B2A4-5293-B39B-B22A-23C0C94E92B4}"/>
              </a:ext>
            </a:extLst>
          </p:cNvPr>
          <p:cNvSpPr/>
          <p:nvPr/>
        </p:nvSpPr>
        <p:spPr>
          <a:xfrm>
            <a:off x="6819900" y="3145186"/>
            <a:ext cx="2313618" cy="161837"/>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a:solidFill>
                <a:schemeClr val="bg1"/>
              </a:solidFill>
            </a:endParaRPr>
          </a:p>
        </p:txBody>
      </p:sp>
      <p:sp>
        <p:nvSpPr>
          <p:cNvPr id="41" name="Star: 5 Points 40">
            <a:extLst>
              <a:ext uri="{FF2B5EF4-FFF2-40B4-BE49-F238E27FC236}">
                <a16:creationId xmlns:a16="http://schemas.microsoft.com/office/drawing/2014/main" id="{63CB1BE4-3559-FC6F-9A6B-C68132F9B29B}"/>
              </a:ext>
            </a:extLst>
          </p:cNvPr>
          <p:cNvSpPr/>
          <p:nvPr/>
        </p:nvSpPr>
        <p:spPr>
          <a:xfrm>
            <a:off x="8931186" y="3127024"/>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2" name="TextBox 41">
            <a:extLst>
              <a:ext uri="{FF2B5EF4-FFF2-40B4-BE49-F238E27FC236}">
                <a16:creationId xmlns:a16="http://schemas.microsoft.com/office/drawing/2014/main" id="{71AE464A-9121-14EF-37C6-27D95FC146F3}"/>
              </a:ext>
            </a:extLst>
          </p:cNvPr>
          <p:cNvSpPr txBox="1"/>
          <p:nvPr/>
        </p:nvSpPr>
        <p:spPr>
          <a:xfrm>
            <a:off x="8089231" y="2689795"/>
            <a:ext cx="964763" cy="461665"/>
          </a:xfrm>
          <a:prstGeom prst="rect">
            <a:avLst/>
          </a:prstGeom>
          <a:noFill/>
        </p:spPr>
        <p:txBody>
          <a:bodyPr wrap="square" lIns="91440" tIns="91440" rIns="91440" bIns="91440" rtlCol="0">
            <a:spAutoFit/>
          </a:bodyPr>
          <a:lstStyle/>
          <a:p>
            <a:pPr algn="ctr"/>
            <a:r>
              <a:rPr lang="en-US" sz="900"/>
              <a:t>ASCO Lung 2027</a:t>
            </a:r>
          </a:p>
        </p:txBody>
      </p:sp>
      <p:sp>
        <p:nvSpPr>
          <p:cNvPr id="45" name="Isosceles Triangle 44">
            <a:extLst>
              <a:ext uri="{FF2B5EF4-FFF2-40B4-BE49-F238E27FC236}">
                <a16:creationId xmlns:a16="http://schemas.microsoft.com/office/drawing/2014/main" id="{71B52313-507D-5A84-C7C5-B887CE50FC4B}"/>
              </a:ext>
            </a:extLst>
          </p:cNvPr>
          <p:cNvSpPr/>
          <p:nvPr/>
        </p:nvSpPr>
        <p:spPr>
          <a:xfrm>
            <a:off x="7553524" y="3127024"/>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6" name="Star: 5 Points 45">
            <a:extLst>
              <a:ext uri="{FF2B5EF4-FFF2-40B4-BE49-F238E27FC236}">
                <a16:creationId xmlns:a16="http://schemas.microsoft.com/office/drawing/2014/main" id="{45FA0666-BDF9-088B-B230-A5F9D078C9C7}"/>
              </a:ext>
            </a:extLst>
          </p:cNvPr>
          <p:cNvSpPr/>
          <p:nvPr/>
        </p:nvSpPr>
        <p:spPr>
          <a:xfrm>
            <a:off x="8479045" y="3127024"/>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7" name="TextBox 46">
            <a:extLst>
              <a:ext uri="{FF2B5EF4-FFF2-40B4-BE49-F238E27FC236}">
                <a16:creationId xmlns:a16="http://schemas.microsoft.com/office/drawing/2014/main" id="{429A7823-7B03-26EF-AA76-5CE63B1E9084}"/>
              </a:ext>
            </a:extLst>
          </p:cNvPr>
          <p:cNvSpPr txBox="1"/>
          <p:nvPr/>
        </p:nvSpPr>
        <p:spPr>
          <a:xfrm>
            <a:off x="8546839" y="3286810"/>
            <a:ext cx="1060513" cy="461665"/>
          </a:xfrm>
          <a:prstGeom prst="rect">
            <a:avLst/>
          </a:prstGeom>
          <a:noFill/>
        </p:spPr>
        <p:txBody>
          <a:bodyPr wrap="square" lIns="91440" tIns="91440" rIns="91440" bIns="91440" rtlCol="0">
            <a:spAutoFit/>
          </a:bodyPr>
          <a:lstStyle/>
          <a:p>
            <a:pPr algn="ctr"/>
            <a:r>
              <a:rPr lang="en-US" sz="900"/>
              <a:t>ESMO Lung 2027</a:t>
            </a:r>
          </a:p>
        </p:txBody>
      </p:sp>
      <p:pic>
        <p:nvPicPr>
          <p:cNvPr id="48" name="Graphic 47">
            <a:extLst>
              <a:ext uri="{FF2B5EF4-FFF2-40B4-BE49-F238E27FC236}">
                <a16:creationId xmlns:a16="http://schemas.microsoft.com/office/drawing/2014/main" id="{E78D196C-C488-3C18-A337-8C15B5B327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30697" y="4226428"/>
            <a:ext cx="274320" cy="274320"/>
          </a:xfrm>
          <a:prstGeom prst="rect">
            <a:avLst/>
          </a:prstGeom>
        </p:spPr>
      </p:pic>
      <p:sp>
        <p:nvSpPr>
          <p:cNvPr id="49" name="Arrow: Pentagon 48">
            <a:extLst>
              <a:ext uri="{FF2B5EF4-FFF2-40B4-BE49-F238E27FC236}">
                <a16:creationId xmlns:a16="http://schemas.microsoft.com/office/drawing/2014/main" id="{A76D3C03-889A-8E9C-4C23-3ADAA1FA74A3}"/>
              </a:ext>
            </a:extLst>
          </p:cNvPr>
          <p:cNvSpPr/>
          <p:nvPr/>
        </p:nvSpPr>
        <p:spPr>
          <a:xfrm>
            <a:off x="6221976" y="4399000"/>
            <a:ext cx="1188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50" name="Isosceles Triangle 49">
            <a:extLst>
              <a:ext uri="{FF2B5EF4-FFF2-40B4-BE49-F238E27FC236}">
                <a16:creationId xmlns:a16="http://schemas.microsoft.com/office/drawing/2014/main" id="{4DE4F32A-48AE-992B-44F9-FE040CE953F6}"/>
              </a:ext>
            </a:extLst>
          </p:cNvPr>
          <p:cNvSpPr/>
          <p:nvPr/>
        </p:nvSpPr>
        <p:spPr>
          <a:xfrm>
            <a:off x="6394120" y="4399000"/>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1" name="Star: 5 Points 50">
            <a:extLst>
              <a:ext uri="{FF2B5EF4-FFF2-40B4-BE49-F238E27FC236}">
                <a16:creationId xmlns:a16="http://schemas.microsoft.com/office/drawing/2014/main" id="{61BA4FE1-AF21-C794-360F-1CD2D83DCE37}"/>
              </a:ext>
            </a:extLst>
          </p:cNvPr>
          <p:cNvSpPr/>
          <p:nvPr/>
        </p:nvSpPr>
        <p:spPr>
          <a:xfrm>
            <a:off x="6884048" y="4399000"/>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2" name="TextBox 51">
            <a:extLst>
              <a:ext uri="{FF2B5EF4-FFF2-40B4-BE49-F238E27FC236}">
                <a16:creationId xmlns:a16="http://schemas.microsoft.com/office/drawing/2014/main" id="{637828B7-8996-AD34-7801-669D1135AE58}"/>
              </a:ext>
            </a:extLst>
          </p:cNvPr>
          <p:cNvSpPr txBox="1"/>
          <p:nvPr/>
        </p:nvSpPr>
        <p:spPr>
          <a:xfrm>
            <a:off x="6768761" y="4089049"/>
            <a:ext cx="964763" cy="323165"/>
          </a:xfrm>
          <a:prstGeom prst="rect">
            <a:avLst/>
          </a:prstGeom>
          <a:noFill/>
        </p:spPr>
        <p:txBody>
          <a:bodyPr wrap="square" lIns="91440" tIns="91440" rIns="91440" bIns="91440" rtlCol="0">
            <a:spAutoFit/>
          </a:bodyPr>
          <a:lstStyle/>
          <a:p>
            <a:pPr algn="ctr"/>
            <a:r>
              <a:rPr lang="en-US" sz="900"/>
              <a:t>ELCC 2026</a:t>
            </a:r>
          </a:p>
        </p:txBody>
      </p:sp>
      <p:pic>
        <p:nvPicPr>
          <p:cNvPr id="54" name="Graphic 53">
            <a:extLst>
              <a:ext uri="{FF2B5EF4-FFF2-40B4-BE49-F238E27FC236}">
                <a16:creationId xmlns:a16="http://schemas.microsoft.com/office/drawing/2014/main" id="{7795B18A-B1A4-FAFA-E8D9-34E96C34051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30697" y="5495622"/>
            <a:ext cx="274320" cy="274320"/>
          </a:xfrm>
          <a:prstGeom prst="rect">
            <a:avLst/>
          </a:prstGeom>
        </p:spPr>
      </p:pic>
      <p:sp>
        <p:nvSpPr>
          <p:cNvPr id="55" name="Arrow: Pentagon 54">
            <a:extLst>
              <a:ext uri="{FF2B5EF4-FFF2-40B4-BE49-F238E27FC236}">
                <a16:creationId xmlns:a16="http://schemas.microsoft.com/office/drawing/2014/main" id="{07F8964A-9CBC-9B14-333C-CD7FB920A1D4}"/>
              </a:ext>
            </a:extLst>
          </p:cNvPr>
          <p:cNvSpPr/>
          <p:nvPr/>
        </p:nvSpPr>
        <p:spPr>
          <a:xfrm>
            <a:off x="6212248" y="5589942"/>
            <a:ext cx="1728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56" name="Isosceles Triangle 55">
            <a:extLst>
              <a:ext uri="{FF2B5EF4-FFF2-40B4-BE49-F238E27FC236}">
                <a16:creationId xmlns:a16="http://schemas.microsoft.com/office/drawing/2014/main" id="{7F3995EB-CED9-81B2-BE62-421B6F3BF85C}"/>
              </a:ext>
            </a:extLst>
          </p:cNvPr>
          <p:cNvSpPr/>
          <p:nvPr/>
        </p:nvSpPr>
        <p:spPr>
          <a:xfrm>
            <a:off x="6541269" y="5589942"/>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7" name="Star: 5 Points 56">
            <a:extLst>
              <a:ext uri="{FF2B5EF4-FFF2-40B4-BE49-F238E27FC236}">
                <a16:creationId xmlns:a16="http://schemas.microsoft.com/office/drawing/2014/main" id="{C9489FAE-3C70-56FB-ADF0-FFA9C9D301C3}"/>
              </a:ext>
            </a:extLst>
          </p:cNvPr>
          <p:cNvSpPr/>
          <p:nvPr/>
        </p:nvSpPr>
        <p:spPr>
          <a:xfrm>
            <a:off x="7769890" y="5589942"/>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8" name="Star: 5 Points 57">
            <a:extLst>
              <a:ext uri="{FF2B5EF4-FFF2-40B4-BE49-F238E27FC236}">
                <a16:creationId xmlns:a16="http://schemas.microsoft.com/office/drawing/2014/main" id="{7F8D5D35-C833-0AAC-C773-1B83D6988F8E}"/>
              </a:ext>
            </a:extLst>
          </p:cNvPr>
          <p:cNvSpPr/>
          <p:nvPr/>
        </p:nvSpPr>
        <p:spPr>
          <a:xfrm>
            <a:off x="7086209" y="5589942"/>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9" name="TextBox 58">
            <a:extLst>
              <a:ext uri="{FF2B5EF4-FFF2-40B4-BE49-F238E27FC236}">
                <a16:creationId xmlns:a16="http://schemas.microsoft.com/office/drawing/2014/main" id="{E4D7FB89-2D65-EE7C-583A-102FA66690E2}"/>
              </a:ext>
            </a:extLst>
          </p:cNvPr>
          <p:cNvSpPr txBox="1"/>
          <p:nvPr/>
        </p:nvSpPr>
        <p:spPr>
          <a:xfrm>
            <a:off x="6627582" y="5128731"/>
            <a:ext cx="1188000" cy="461665"/>
          </a:xfrm>
          <a:prstGeom prst="rect">
            <a:avLst/>
          </a:prstGeom>
          <a:noFill/>
        </p:spPr>
        <p:txBody>
          <a:bodyPr wrap="square" lIns="91440" tIns="91440" rIns="91440" bIns="91440" rtlCol="0">
            <a:spAutoFit/>
          </a:bodyPr>
          <a:lstStyle/>
          <a:p>
            <a:pPr algn="ctr"/>
            <a:r>
              <a:rPr lang="en-US" sz="900"/>
              <a:t>ASCO </a:t>
            </a:r>
          </a:p>
          <a:p>
            <a:pPr algn="ctr"/>
            <a:r>
              <a:rPr lang="en-US" sz="900"/>
              <a:t>Lung 2026</a:t>
            </a:r>
          </a:p>
        </p:txBody>
      </p:sp>
      <p:sp>
        <p:nvSpPr>
          <p:cNvPr id="60" name="TextBox 59">
            <a:extLst>
              <a:ext uri="{FF2B5EF4-FFF2-40B4-BE49-F238E27FC236}">
                <a16:creationId xmlns:a16="http://schemas.microsoft.com/office/drawing/2014/main" id="{3A8BDBB9-050F-875B-AC2C-DE6F2C8FBBFE}"/>
              </a:ext>
            </a:extLst>
          </p:cNvPr>
          <p:cNvSpPr txBox="1"/>
          <p:nvPr/>
        </p:nvSpPr>
        <p:spPr>
          <a:xfrm>
            <a:off x="7485495" y="5822550"/>
            <a:ext cx="1310537" cy="461665"/>
          </a:xfrm>
          <a:prstGeom prst="rect">
            <a:avLst/>
          </a:prstGeom>
          <a:noFill/>
        </p:spPr>
        <p:txBody>
          <a:bodyPr wrap="square" lIns="91440" tIns="91440" rIns="91440" bIns="91440" rtlCol="0">
            <a:spAutoFit/>
          </a:bodyPr>
          <a:lstStyle/>
          <a:p>
            <a:pPr algn="ctr"/>
            <a:r>
              <a:rPr lang="en-US" sz="900"/>
              <a:t>ESMO Lung 2026 - Manuscript TBD</a:t>
            </a:r>
          </a:p>
        </p:txBody>
      </p:sp>
      <p:sp>
        <p:nvSpPr>
          <p:cNvPr id="61" name="Rectangle 60">
            <a:extLst>
              <a:ext uri="{FF2B5EF4-FFF2-40B4-BE49-F238E27FC236}">
                <a16:creationId xmlns:a16="http://schemas.microsoft.com/office/drawing/2014/main" id="{2EB740A4-84C2-7D30-2DF0-AEBF90B9A22D}"/>
              </a:ext>
            </a:extLst>
          </p:cNvPr>
          <p:cNvSpPr/>
          <p:nvPr/>
        </p:nvSpPr>
        <p:spPr>
          <a:xfrm>
            <a:off x="126749" y="2584704"/>
            <a:ext cx="222533" cy="376298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grpSp>
        <p:nvGrpSpPr>
          <p:cNvPr id="5" name="Group 4">
            <a:extLst>
              <a:ext uri="{FF2B5EF4-FFF2-40B4-BE49-F238E27FC236}">
                <a16:creationId xmlns:a16="http://schemas.microsoft.com/office/drawing/2014/main" id="{6CF7C02B-FE9B-0F1E-07FB-643934BDE4DF}"/>
              </a:ext>
            </a:extLst>
          </p:cNvPr>
          <p:cNvGrpSpPr/>
          <p:nvPr/>
        </p:nvGrpSpPr>
        <p:grpSpPr>
          <a:xfrm>
            <a:off x="8446122" y="668447"/>
            <a:ext cx="3358520" cy="323165"/>
            <a:chOff x="8469297" y="935394"/>
            <a:chExt cx="3358520" cy="323165"/>
          </a:xfrm>
        </p:grpSpPr>
        <p:sp>
          <p:nvSpPr>
            <p:cNvPr id="11" name="TextBox 10">
              <a:extLst>
                <a:ext uri="{FF2B5EF4-FFF2-40B4-BE49-F238E27FC236}">
                  <a16:creationId xmlns:a16="http://schemas.microsoft.com/office/drawing/2014/main" id="{D71E6D31-B98F-EB5B-379E-DE42785FB554}"/>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12" name="Isosceles Triangle 11">
              <a:extLst>
                <a:ext uri="{FF2B5EF4-FFF2-40B4-BE49-F238E27FC236}">
                  <a16:creationId xmlns:a16="http://schemas.microsoft.com/office/drawing/2014/main" id="{AAD71A35-1A2E-05B8-847F-482948A602DE}"/>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4" name="Star: 5 Points 13">
              <a:extLst>
                <a:ext uri="{FF2B5EF4-FFF2-40B4-BE49-F238E27FC236}">
                  <a16:creationId xmlns:a16="http://schemas.microsoft.com/office/drawing/2014/main" id="{51263363-DE2B-B382-5070-123ACC1EDD05}"/>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4" name="Arrow: Pentagon 23">
              <a:extLst>
                <a:ext uri="{FF2B5EF4-FFF2-40B4-BE49-F238E27FC236}">
                  <a16:creationId xmlns:a16="http://schemas.microsoft.com/office/drawing/2014/main" id="{0ECED295-D99B-7E85-AAF3-CC1C203D74D9}"/>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25" name="TextBox 24">
              <a:extLst>
                <a:ext uri="{FF2B5EF4-FFF2-40B4-BE49-F238E27FC236}">
                  <a16:creationId xmlns:a16="http://schemas.microsoft.com/office/drawing/2014/main" id="{95A5FCDE-B397-D3BF-E3B8-CECCB1C5CD90}"/>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32" name="TextBox 31">
              <a:extLst>
                <a:ext uri="{FF2B5EF4-FFF2-40B4-BE49-F238E27FC236}">
                  <a16:creationId xmlns:a16="http://schemas.microsoft.com/office/drawing/2014/main" id="{299B350B-FA9E-FF5D-22C5-9D3BD3E2BBE7}"/>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33" name="Footer Placeholder 3">
            <a:extLst>
              <a:ext uri="{FF2B5EF4-FFF2-40B4-BE49-F238E27FC236}">
                <a16:creationId xmlns:a16="http://schemas.microsoft.com/office/drawing/2014/main" id="{01BE5F28-BDEF-17C8-57A1-ABB52B7519E1}"/>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grpSp>
        <p:nvGrpSpPr>
          <p:cNvPr id="7" name="Group 6">
            <a:extLst>
              <a:ext uri="{FF2B5EF4-FFF2-40B4-BE49-F238E27FC236}">
                <a16:creationId xmlns:a16="http://schemas.microsoft.com/office/drawing/2014/main" id="{3BB403DE-D80C-5FFE-36DC-B3D4300A51D0}"/>
              </a:ext>
            </a:extLst>
          </p:cNvPr>
          <p:cNvGrpSpPr/>
          <p:nvPr/>
        </p:nvGrpSpPr>
        <p:grpSpPr>
          <a:xfrm>
            <a:off x="3010727" y="5440758"/>
            <a:ext cx="498112" cy="329184"/>
            <a:chOff x="3020950" y="4854550"/>
            <a:chExt cx="498112" cy="329184"/>
          </a:xfrm>
        </p:grpSpPr>
        <p:pic>
          <p:nvPicPr>
            <p:cNvPr id="53" name="Graphic 52">
              <a:extLst>
                <a:ext uri="{FF2B5EF4-FFF2-40B4-BE49-F238E27FC236}">
                  <a16:creationId xmlns:a16="http://schemas.microsoft.com/office/drawing/2014/main" id="{61B87692-701D-942A-8780-2BB9B20D4F2B}"/>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3020950" y="4854550"/>
              <a:ext cx="329184" cy="329184"/>
            </a:xfrm>
            <a:prstGeom prst="rect">
              <a:avLst/>
            </a:prstGeom>
          </p:spPr>
        </p:pic>
        <p:pic>
          <p:nvPicPr>
            <p:cNvPr id="4" name="Picture 3" descr="A red white and blue flag&#10;&#10;AI-generated content may be incorrect.">
              <a:extLst>
                <a:ext uri="{FF2B5EF4-FFF2-40B4-BE49-F238E27FC236}">
                  <a16:creationId xmlns:a16="http://schemas.microsoft.com/office/drawing/2014/main" id="{94AF4D42-7FA2-85B4-52A1-B890765CF789}"/>
                </a:ext>
              </a:extLst>
            </p:cNvPr>
            <p:cNvPicPr>
              <a:picLocks noChangeAspect="1"/>
            </p:cNvPicPr>
            <p:nvPr/>
          </p:nvPicPr>
          <p:blipFill>
            <a:blip r:embed="rId12"/>
            <a:stretch>
              <a:fillRect/>
            </a:stretch>
          </p:blipFill>
          <p:spPr>
            <a:xfrm>
              <a:off x="3217310" y="4868266"/>
              <a:ext cx="301752" cy="301752"/>
            </a:xfrm>
            <a:prstGeom prst="rect">
              <a:avLst/>
            </a:prstGeom>
          </p:spPr>
        </p:pic>
      </p:grpSp>
      <p:sp>
        <p:nvSpPr>
          <p:cNvPr id="8" name="TextBox 7">
            <a:extLst>
              <a:ext uri="{FF2B5EF4-FFF2-40B4-BE49-F238E27FC236}">
                <a16:creationId xmlns:a16="http://schemas.microsoft.com/office/drawing/2014/main" id="{D91F8376-B509-9AB4-35EF-15970BA81F10}"/>
              </a:ext>
            </a:extLst>
          </p:cNvPr>
          <p:cNvSpPr txBox="1"/>
          <p:nvPr/>
        </p:nvSpPr>
        <p:spPr>
          <a:xfrm>
            <a:off x="7189155" y="2716102"/>
            <a:ext cx="904735" cy="369332"/>
          </a:xfrm>
          <a:prstGeom prst="rect">
            <a:avLst/>
          </a:prstGeom>
          <a:noFill/>
        </p:spPr>
        <p:txBody>
          <a:bodyPr wrap="square">
            <a:spAutoFit/>
          </a:bodyPr>
          <a:lstStyle/>
          <a:p>
            <a:pPr algn="ctr"/>
            <a:r>
              <a:rPr lang="en-GB" sz="900"/>
              <a:t>Post-hoc analysis</a:t>
            </a:r>
            <a:endParaRPr lang="en-US" sz="900"/>
          </a:p>
        </p:txBody>
      </p:sp>
      <p:sp>
        <p:nvSpPr>
          <p:cNvPr id="9" name="Footer Placeholder 3">
            <a:extLst>
              <a:ext uri="{FF2B5EF4-FFF2-40B4-BE49-F238E27FC236}">
                <a16:creationId xmlns:a16="http://schemas.microsoft.com/office/drawing/2014/main" id="{A0BE05F7-381A-4056-B147-3A8B7D649E26}"/>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EU: European Union; HEOR: Health Economics Outcomes Research; IIT: Investigator Initiated Trials; LTFU: Long-Term Follow Up; Neo: Neoadjuvant; NSCLC: Non-Small Cell Lung Cancer; OS; Overall Survival; Peri: Perioperative; RWE: Real World Evidence</a:t>
            </a:r>
          </a:p>
        </p:txBody>
      </p:sp>
      <p:sp>
        <p:nvSpPr>
          <p:cNvPr id="16" name="TextBox 15">
            <a:extLst>
              <a:ext uri="{FF2B5EF4-FFF2-40B4-BE49-F238E27FC236}">
                <a16:creationId xmlns:a16="http://schemas.microsoft.com/office/drawing/2014/main" id="{46769C6F-8113-7569-D474-F5BB4629777E}"/>
              </a:ext>
            </a:extLst>
          </p:cNvPr>
          <p:cNvSpPr txBox="1"/>
          <p:nvPr/>
        </p:nvSpPr>
        <p:spPr>
          <a:xfrm>
            <a:off x="6030581" y="4007838"/>
            <a:ext cx="904735" cy="369332"/>
          </a:xfrm>
          <a:prstGeom prst="rect">
            <a:avLst/>
          </a:prstGeom>
          <a:noFill/>
        </p:spPr>
        <p:txBody>
          <a:bodyPr wrap="square">
            <a:spAutoFit/>
          </a:bodyPr>
          <a:lstStyle/>
          <a:p>
            <a:pPr algn="ctr"/>
            <a:r>
              <a:rPr lang="en-GB" sz="900"/>
              <a:t>Post-hoc analysis</a:t>
            </a:r>
            <a:endParaRPr lang="en-US" sz="900"/>
          </a:p>
        </p:txBody>
      </p:sp>
      <p:sp>
        <p:nvSpPr>
          <p:cNvPr id="17" name="TextBox 16">
            <a:extLst>
              <a:ext uri="{FF2B5EF4-FFF2-40B4-BE49-F238E27FC236}">
                <a16:creationId xmlns:a16="http://schemas.microsoft.com/office/drawing/2014/main" id="{E9D2ED57-93EC-A94F-9376-32F52436825E}"/>
              </a:ext>
            </a:extLst>
          </p:cNvPr>
          <p:cNvSpPr txBox="1"/>
          <p:nvPr/>
        </p:nvSpPr>
        <p:spPr>
          <a:xfrm>
            <a:off x="6159852" y="5167978"/>
            <a:ext cx="904735" cy="369332"/>
          </a:xfrm>
          <a:prstGeom prst="rect">
            <a:avLst/>
          </a:prstGeom>
          <a:noFill/>
        </p:spPr>
        <p:txBody>
          <a:bodyPr wrap="square">
            <a:spAutoFit/>
          </a:bodyPr>
          <a:lstStyle/>
          <a:p>
            <a:pPr algn="ctr"/>
            <a:r>
              <a:rPr lang="en-GB" sz="900"/>
              <a:t>LTFU Data Analysis</a:t>
            </a:r>
            <a:endParaRPr lang="en-US" sz="900"/>
          </a:p>
        </p:txBody>
      </p:sp>
      <p:sp>
        <p:nvSpPr>
          <p:cNvPr id="10" name="Footer Placeholder 3">
            <a:extLst>
              <a:ext uri="{FF2B5EF4-FFF2-40B4-BE49-F238E27FC236}">
                <a16:creationId xmlns:a16="http://schemas.microsoft.com/office/drawing/2014/main" id="{A37C37F2-525C-3ECE-D15B-DA086A4E473A}"/>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5" name="Graphic 14">
            <a:extLst>
              <a:ext uri="{FF2B5EF4-FFF2-40B4-BE49-F238E27FC236}">
                <a16:creationId xmlns:a16="http://schemas.microsoft.com/office/drawing/2014/main" id="{58B469EB-9432-41B8-8022-D954F19C37A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37570" y="958197"/>
            <a:ext cx="274320" cy="274320"/>
          </a:xfrm>
          <a:prstGeom prst="rect">
            <a:avLst/>
          </a:prstGeom>
        </p:spPr>
      </p:pic>
      <p:pic>
        <p:nvPicPr>
          <p:cNvPr id="18" name="Graphic 17">
            <a:extLst>
              <a:ext uri="{FF2B5EF4-FFF2-40B4-BE49-F238E27FC236}">
                <a16:creationId xmlns:a16="http://schemas.microsoft.com/office/drawing/2014/main" id="{7C32974C-AE15-05B2-C4F0-2B376272F3D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24487" y="958197"/>
            <a:ext cx="274320" cy="274320"/>
          </a:xfrm>
          <a:prstGeom prst="rect">
            <a:avLst/>
          </a:prstGeom>
        </p:spPr>
      </p:pic>
      <p:pic>
        <p:nvPicPr>
          <p:cNvPr id="19" name="Graphic 18">
            <a:extLst>
              <a:ext uri="{FF2B5EF4-FFF2-40B4-BE49-F238E27FC236}">
                <a16:creationId xmlns:a16="http://schemas.microsoft.com/office/drawing/2014/main" id="{D7F77D48-E12B-EE1F-B84E-2F26EBFF935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14007" y="958197"/>
            <a:ext cx="274320" cy="274320"/>
          </a:xfrm>
          <a:prstGeom prst="rect">
            <a:avLst/>
          </a:prstGeom>
        </p:spPr>
      </p:pic>
      <p:pic>
        <p:nvPicPr>
          <p:cNvPr id="20" name="Graphic 19">
            <a:extLst>
              <a:ext uri="{FF2B5EF4-FFF2-40B4-BE49-F238E27FC236}">
                <a16:creationId xmlns:a16="http://schemas.microsoft.com/office/drawing/2014/main" id="{3FAE4C3D-FB1D-92DF-1741-7C0F65039AAB}"/>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8194014" y="958557"/>
            <a:ext cx="273600" cy="273600"/>
          </a:xfrm>
          <a:prstGeom prst="rect">
            <a:avLst/>
          </a:prstGeom>
        </p:spPr>
      </p:pic>
      <p:grpSp>
        <p:nvGrpSpPr>
          <p:cNvPr id="21" name="Group 20">
            <a:extLst>
              <a:ext uri="{FF2B5EF4-FFF2-40B4-BE49-F238E27FC236}">
                <a16:creationId xmlns:a16="http://schemas.microsoft.com/office/drawing/2014/main" id="{1144C058-EAB7-F165-8A6F-47E2E9B84953}"/>
              </a:ext>
            </a:extLst>
          </p:cNvPr>
          <p:cNvGrpSpPr/>
          <p:nvPr/>
        </p:nvGrpSpPr>
        <p:grpSpPr>
          <a:xfrm>
            <a:off x="-9526" y="-7584"/>
            <a:ext cx="11815014" cy="180000"/>
            <a:chOff x="-9526" y="-7584"/>
            <a:chExt cx="11815014" cy="180000"/>
          </a:xfrm>
        </p:grpSpPr>
        <p:sp>
          <p:nvSpPr>
            <p:cNvPr id="22" name="Rectangle 21">
              <a:extLst>
                <a:ext uri="{FF2B5EF4-FFF2-40B4-BE49-F238E27FC236}">
                  <a16:creationId xmlns:a16="http://schemas.microsoft.com/office/drawing/2014/main" id="{4A291D16-8E05-40DD-8759-FA03C9DDA13B}"/>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Perioperative NSCLC</a:t>
              </a:r>
            </a:p>
          </p:txBody>
        </p:sp>
        <p:sp>
          <p:nvSpPr>
            <p:cNvPr id="23" name="Arrow: Pentagon 22">
              <a:extLst>
                <a:ext uri="{FF2B5EF4-FFF2-40B4-BE49-F238E27FC236}">
                  <a16:creationId xmlns:a16="http://schemas.microsoft.com/office/drawing/2014/main" id="{8BF6D250-D985-A9A3-C987-581A945ECE65}"/>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6" name="Arrow: Chevron 25">
              <a:extLst>
                <a:ext uri="{FF2B5EF4-FFF2-40B4-BE49-F238E27FC236}">
                  <a16:creationId xmlns:a16="http://schemas.microsoft.com/office/drawing/2014/main" id="{6E444C49-F293-D2AD-3BBA-A0DD3E8BEEA7}"/>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7" name="Arrow: Chevron 26">
              <a:extLst>
                <a:ext uri="{FF2B5EF4-FFF2-40B4-BE49-F238E27FC236}">
                  <a16:creationId xmlns:a16="http://schemas.microsoft.com/office/drawing/2014/main" id="{C04344B9-A34B-805E-59BC-56B5D40C0A00}"/>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8" name="Arrow: Chevron 27">
              <a:extLst>
                <a:ext uri="{FF2B5EF4-FFF2-40B4-BE49-F238E27FC236}">
                  <a16:creationId xmlns:a16="http://schemas.microsoft.com/office/drawing/2014/main" id="{CA276F24-CE24-BF5F-B356-7B1D7F93EA4A}"/>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36651838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42C5E-B246-7386-804E-740668441D6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CEC3FD9-DC15-2F27-9C3B-1D79922E38DD}"/>
              </a:ext>
            </a:extLst>
          </p:cNvPr>
          <p:cNvGraphicFramePr>
            <a:graphicFrameLocks noChangeAspect="1"/>
          </p:cNvGraphicFramePr>
          <p:nvPr>
            <p:custDataLst>
              <p:tags r:id="rId1"/>
            </p:custDataLst>
            <p:extLst>
              <p:ext uri="{D42A27DB-BD31-4B8C-83A1-F6EECF244321}">
                <p14:modId xmlns:p14="http://schemas.microsoft.com/office/powerpoint/2010/main" val="3129956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CCEC3FD9-DC15-2F27-9C3B-1D79922E38D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E31835CE-C666-F0D4-6821-AC598B0C3231}"/>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sp>
        <p:nvSpPr>
          <p:cNvPr id="3" name="Title 2">
            <a:extLst>
              <a:ext uri="{FF2B5EF4-FFF2-40B4-BE49-F238E27FC236}">
                <a16:creationId xmlns:a16="http://schemas.microsoft.com/office/drawing/2014/main" id="{D2D9EB99-C562-5126-1E7D-C9525D93CF60}"/>
              </a:ext>
            </a:extLst>
          </p:cNvPr>
          <p:cNvSpPr>
            <a:spLocks noGrp="1"/>
          </p:cNvSpPr>
          <p:nvPr>
            <p:ph type="title"/>
          </p:nvPr>
        </p:nvSpPr>
        <p:spPr>
          <a:xfrm>
            <a:off x="358337" y="271427"/>
            <a:ext cx="11470125" cy="369332"/>
          </a:xfrm>
        </p:spPr>
        <p:txBody>
          <a:bodyPr vert="horz"/>
          <a:lstStyle/>
          <a:p>
            <a:r>
              <a:rPr lang="en-US" sz="2400"/>
              <a:t>Implementation Roadmap: Perioperative NSCLC (2/2)</a:t>
            </a:r>
          </a:p>
        </p:txBody>
      </p:sp>
      <p:graphicFrame>
        <p:nvGraphicFramePr>
          <p:cNvPr id="13" name="Table 12">
            <a:extLst>
              <a:ext uri="{FF2B5EF4-FFF2-40B4-BE49-F238E27FC236}">
                <a16:creationId xmlns:a16="http://schemas.microsoft.com/office/drawing/2014/main" id="{C4954ABC-7007-8545-B96C-55034B793702}"/>
              </a:ext>
            </a:extLst>
          </p:cNvPr>
          <p:cNvGraphicFramePr>
            <a:graphicFrameLocks noGrp="1"/>
          </p:cNvGraphicFramePr>
          <p:nvPr>
            <p:extLst>
              <p:ext uri="{D42A27DB-BD31-4B8C-83A1-F6EECF244321}">
                <p14:modId xmlns:p14="http://schemas.microsoft.com/office/powerpoint/2010/main" val="2693064719"/>
              </p:ext>
            </p:extLst>
          </p:nvPr>
        </p:nvGraphicFramePr>
        <p:xfrm>
          <a:off x="358335" y="1376896"/>
          <a:ext cx="11470127" cy="5098935"/>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821635">
                  <a:extLst>
                    <a:ext uri="{9D8B030D-6E8A-4147-A177-3AD203B41FA5}">
                      <a16:colId xmlns:a16="http://schemas.microsoft.com/office/drawing/2014/main" val="2800079537"/>
                    </a:ext>
                  </a:extLst>
                </a:gridCol>
                <a:gridCol w="705121">
                  <a:extLst>
                    <a:ext uri="{9D8B030D-6E8A-4147-A177-3AD203B41FA5}">
                      <a16:colId xmlns:a16="http://schemas.microsoft.com/office/drawing/2014/main" val="3138473051"/>
                    </a:ext>
                  </a:extLst>
                </a:gridCol>
                <a:gridCol w="259216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398373">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Perioperative NSCLC </a:t>
                      </a:r>
                    </a:p>
                  </a:txBody>
                  <a:tcPr anchor="ctr">
                    <a:solidFill>
                      <a:srgbClr val="26C5B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398373">
                <a:tc rowSpan="3">
                  <a:txBody>
                    <a:bodyPr/>
                    <a:lstStyle/>
                    <a:p>
                      <a:pPr algn="ctr"/>
                      <a:r>
                        <a:rPr lang="en-US" sz="900" b="1">
                          <a:solidFill>
                            <a:schemeClr val="bg1"/>
                          </a:solidFill>
                        </a:rPr>
                        <a:t>Evidence Gaps</a:t>
                      </a:r>
                    </a:p>
                  </a:txBody>
                  <a:tcPr anchor="ctr">
                    <a:solidFill>
                      <a:srgbClr val="26C5BE"/>
                    </a:solidFill>
                  </a:tcPr>
                </a:tc>
                <a:tc rowSpan="3">
                  <a:txBody>
                    <a:bodyPr/>
                    <a:lstStyle/>
                    <a:p>
                      <a:pPr algn="ctr"/>
                      <a:r>
                        <a:rPr lang="en-US" sz="900" b="1">
                          <a:solidFill>
                            <a:schemeClr val="bg1"/>
                          </a:solidFill>
                        </a:rPr>
                        <a:t>Tactic Type</a:t>
                      </a:r>
                    </a:p>
                  </a:txBody>
                  <a:tcPr anchor="ctr">
                    <a:solidFill>
                      <a:srgbClr val="26C5BE"/>
                    </a:solidFill>
                  </a:tcPr>
                </a:tc>
                <a:tc rowSpan="3">
                  <a:txBody>
                    <a:bodyPr/>
                    <a:lstStyle/>
                    <a:p>
                      <a:pPr algn="ctr"/>
                      <a:r>
                        <a:rPr lang="en-US" sz="900" b="1">
                          <a:solidFill>
                            <a:schemeClr val="bg1"/>
                          </a:solidFill>
                        </a:rPr>
                        <a:t>Key Markets</a:t>
                      </a:r>
                    </a:p>
                  </a:txBody>
                  <a:tcPr anchor="ctr">
                    <a:solidFill>
                      <a:srgbClr val="26C5BE"/>
                    </a:solidFill>
                  </a:tcPr>
                </a:tc>
                <a:tc rowSpan="3">
                  <a:txBody>
                    <a:bodyPr/>
                    <a:lstStyle/>
                    <a:p>
                      <a:pPr algn="ctr"/>
                      <a:r>
                        <a:rPr lang="en-US" sz="900" b="1">
                          <a:solidFill>
                            <a:schemeClr val="bg1"/>
                          </a:solidFill>
                        </a:rPr>
                        <a:t>Other Assumptions/ Dependencies</a:t>
                      </a:r>
                    </a:p>
                  </a:txBody>
                  <a:tcPr anchor="ctr">
                    <a:solidFill>
                      <a:srgbClr val="26C5BE"/>
                    </a:solidFill>
                  </a:tcPr>
                </a:tc>
                <a:tc gridSpan="9">
                  <a:txBody>
                    <a:bodyPr/>
                    <a:lstStyle/>
                    <a:p>
                      <a:pPr algn="ctr"/>
                      <a:r>
                        <a:rPr lang="en-US" sz="900" b="1" kern="1200">
                          <a:solidFill>
                            <a:schemeClr val="bg1"/>
                          </a:solidFill>
                          <a:latin typeface="+mn-lt"/>
                          <a:ea typeface="+mn-ea"/>
                          <a:cs typeface="+mn-cs"/>
                        </a:rPr>
                        <a:t>Evidence Roadmap</a:t>
                      </a:r>
                    </a:p>
                  </a:txBody>
                  <a:tcPr anchor="ctr">
                    <a:solidFill>
                      <a:srgbClr val="26C5BE"/>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39837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rgbClr val="26C5BE"/>
                    </a:solidFill>
                  </a:tcPr>
                </a:tc>
                <a:tc gridSpan="2">
                  <a:txBody>
                    <a:bodyPr/>
                    <a:lstStyle/>
                    <a:p>
                      <a:pPr algn="ctr"/>
                      <a:r>
                        <a:rPr lang="en-US" sz="900" b="1" kern="1200">
                          <a:solidFill>
                            <a:schemeClr val="bg1"/>
                          </a:solidFill>
                          <a:latin typeface="+mn-lt"/>
                          <a:ea typeface="+mn-ea"/>
                          <a:cs typeface="+mn-cs"/>
                        </a:rPr>
                        <a:t>2026</a:t>
                      </a:r>
                    </a:p>
                  </a:txBody>
                  <a:tcPr anchor="ctr">
                    <a:solidFill>
                      <a:srgbClr val="26C5BE"/>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rgbClr val="26C5BE"/>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rgbClr val="26C5BE"/>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rgbClr val="26C5BE"/>
                    </a:solidFill>
                  </a:tcPr>
                </a:tc>
                <a:tc hMerge="1">
                  <a:txBody>
                    <a:bodyPr/>
                    <a:lstStyle/>
                    <a:p>
                      <a:endParaRPr lang="en-US"/>
                    </a:p>
                  </a:txBody>
                  <a:tcPr/>
                </a:tc>
                <a:extLst>
                  <a:ext uri="{0D108BD9-81ED-4DB2-BD59-A6C34878D82A}">
                    <a16:rowId xmlns:a16="http://schemas.microsoft.com/office/drawing/2014/main" val="2912067414"/>
                  </a:ext>
                </a:extLst>
              </a:tr>
              <a:tr h="39837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rgbClr val="26C5BE"/>
                    </a:solidFill>
                  </a:tcPr>
                </a:tc>
                <a:tc>
                  <a:txBody>
                    <a:bodyPr/>
                    <a:lstStyle/>
                    <a:p>
                      <a:pPr algn="ctr"/>
                      <a:r>
                        <a:rPr lang="en-US" sz="900" b="1" kern="1200">
                          <a:solidFill>
                            <a:schemeClr val="bg1"/>
                          </a:solidFill>
                          <a:latin typeface="+mn-lt"/>
                          <a:ea typeface="+mn-ea"/>
                          <a:cs typeface="+mn-cs"/>
                        </a:rPr>
                        <a:t>H2</a:t>
                      </a:r>
                    </a:p>
                  </a:txBody>
                  <a:tcPr anchor="ctr">
                    <a:solidFill>
                      <a:srgbClr val="26C5BE"/>
                    </a:solidFill>
                  </a:tcPr>
                </a:tc>
                <a:tc>
                  <a:txBody>
                    <a:bodyPr/>
                    <a:lstStyle/>
                    <a:p>
                      <a:pPr algn="ctr"/>
                      <a:r>
                        <a:rPr lang="en-US" sz="900" b="1" kern="1200">
                          <a:solidFill>
                            <a:schemeClr val="bg1"/>
                          </a:solidFill>
                          <a:latin typeface="+mn-lt"/>
                          <a:ea typeface="+mn-ea"/>
                          <a:cs typeface="+mn-cs"/>
                        </a:rPr>
                        <a:t>H1</a:t>
                      </a:r>
                    </a:p>
                  </a:txBody>
                  <a:tcPr anchor="ctr">
                    <a:solidFill>
                      <a:srgbClr val="26C5BE"/>
                    </a:solidFill>
                  </a:tcPr>
                </a:tc>
                <a:tc>
                  <a:txBody>
                    <a:bodyPr/>
                    <a:lstStyle/>
                    <a:p>
                      <a:pPr algn="ctr"/>
                      <a:r>
                        <a:rPr lang="en-US" sz="900" b="1" kern="1200">
                          <a:solidFill>
                            <a:schemeClr val="bg1"/>
                          </a:solidFill>
                          <a:latin typeface="+mn-lt"/>
                          <a:ea typeface="+mn-ea"/>
                          <a:cs typeface="+mn-cs"/>
                        </a:rPr>
                        <a:t>H2</a:t>
                      </a:r>
                    </a:p>
                  </a:txBody>
                  <a:tcPr anchor="ctr">
                    <a:solidFill>
                      <a:srgbClr val="26C5BE"/>
                    </a:solidFill>
                  </a:tcPr>
                </a:tc>
                <a:tc>
                  <a:txBody>
                    <a:bodyPr/>
                    <a:lstStyle/>
                    <a:p>
                      <a:pPr algn="ctr"/>
                      <a:r>
                        <a:rPr lang="en-US" sz="900" b="1" kern="1200">
                          <a:solidFill>
                            <a:schemeClr val="bg1"/>
                          </a:solidFill>
                          <a:latin typeface="+mn-lt"/>
                          <a:ea typeface="+mn-ea"/>
                          <a:cs typeface="+mn-cs"/>
                        </a:rPr>
                        <a:t>H1</a:t>
                      </a:r>
                    </a:p>
                  </a:txBody>
                  <a:tcPr anchor="ctr">
                    <a:solidFill>
                      <a:srgbClr val="26C5BE"/>
                    </a:solidFill>
                  </a:tcPr>
                </a:tc>
                <a:tc>
                  <a:txBody>
                    <a:bodyPr/>
                    <a:lstStyle/>
                    <a:p>
                      <a:pPr algn="ctr"/>
                      <a:r>
                        <a:rPr lang="en-US" sz="900" b="1" kern="1200">
                          <a:solidFill>
                            <a:schemeClr val="bg1"/>
                          </a:solidFill>
                          <a:latin typeface="+mn-lt"/>
                          <a:ea typeface="+mn-ea"/>
                          <a:cs typeface="+mn-cs"/>
                        </a:rPr>
                        <a:t>H2</a:t>
                      </a:r>
                    </a:p>
                  </a:txBody>
                  <a:tcPr anchor="ctr">
                    <a:solidFill>
                      <a:srgbClr val="26C5BE"/>
                    </a:solidFill>
                  </a:tcPr>
                </a:tc>
                <a:tc>
                  <a:txBody>
                    <a:bodyPr/>
                    <a:lstStyle/>
                    <a:p>
                      <a:pPr algn="ctr"/>
                      <a:r>
                        <a:rPr lang="en-US" sz="900" b="1" kern="1200">
                          <a:solidFill>
                            <a:schemeClr val="bg1"/>
                          </a:solidFill>
                          <a:latin typeface="+mn-lt"/>
                          <a:ea typeface="+mn-ea"/>
                          <a:cs typeface="+mn-cs"/>
                        </a:rPr>
                        <a:t>H1</a:t>
                      </a:r>
                    </a:p>
                  </a:txBody>
                  <a:tcPr anchor="ctr">
                    <a:solidFill>
                      <a:srgbClr val="26C5BE"/>
                    </a:solidFill>
                  </a:tcPr>
                </a:tc>
                <a:tc>
                  <a:txBody>
                    <a:bodyPr/>
                    <a:lstStyle/>
                    <a:p>
                      <a:pPr algn="ctr"/>
                      <a:r>
                        <a:rPr lang="en-US" sz="900" b="1" kern="1200">
                          <a:solidFill>
                            <a:schemeClr val="bg1"/>
                          </a:solidFill>
                          <a:latin typeface="+mn-lt"/>
                          <a:ea typeface="+mn-ea"/>
                          <a:cs typeface="+mn-cs"/>
                        </a:rPr>
                        <a:t>H2</a:t>
                      </a:r>
                    </a:p>
                  </a:txBody>
                  <a:tcPr anchor="ctr">
                    <a:solidFill>
                      <a:srgbClr val="26C5BE"/>
                    </a:solidFill>
                  </a:tcPr>
                </a:tc>
                <a:extLst>
                  <a:ext uri="{0D108BD9-81ED-4DB2-BD59-A6C34878D82A}">
                    <a16:rowId xmlns:a16="http://schemas.microsoft.com/office/drawing/2014/main" val="618320798"/>
                  </a:ext>
                </a:extLst>
              </a:tr>
              <a:tr h="1128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[Neoadjuvant] Need for </a:t>
                      </a:r>
                      <a:r>
                        <a:rPr lang="en-US" sz="900" b="1"/>
                        <a:t>EFS data </a:t>
                      </a:r>
                      <a:r>
                        <a:rPr lang="en-US" sz="900"/>
                        <a:t>by </a:t>
                      </a:r>
                      <a:r>
                        <a:rPr lang="en-US" sz="900" b="1"/>
                        <a:t>surgically relevant subgroups</a:t>
                      </a:r>
                    </a:p>
                    <a:p>
                      <a:endParaRPr lang="en-US" sz="900"/>
                    </a:p>
                  </a:txBody>
                  <a:tcPr anchor="ctr">
                    <a:solidFill>
                      <a:srgbClr val="E7E7E7"/>
                    </a:solidFill>
                  </a:tcPr>
                </a:tc>
                <a:tc>
                  <a:txBody>
                    <a:bodyPr/>
                    <a:lstStyle/>
                    <a:p>
                      <a:pPr marL="0" algn="l" defTabSz="914400" rtl="0" eaLnBrk="1" latinLnBrk="0" hangingPunct="1"/>
                      <a:endParaRPr lang="en-GB" sz="750" kern="1200">
                        <a:solidFill>
                          <a:schemeClr val="dk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marL="171450" indent="-171450">
                        <a:buFont typeface="Wingdings" panose="05000000000000000000" pitchFamily="2" charset="2"/>
                        <a:buChar char="§"/>
                      </a:pPr>
                      <a:r>
                        <a:rPr lang="en-GB" sz="900" b="1"/>
                        <a:t>Post-hoc analyses of EFS by subgroup</a:t>
                      </a:r>
                      <a:r>
                        <a:rPr lang="en-GB" sz="900"/>
                        <a:t> (e.g., resection status, lymph node status) using March 2025 data from </a:t>
                      </a:r>
                      <a:r>
                        <a:rPr lang="en-GB" sz="900" b="1"/>
                        <a:t>RN-315</a:t>
                      </a:r>
                    </a:p>
                    <a:p>
                      <a:pPr marL="171450" indent="-171450">
                        <a:buFont typeface="Wingdings" panose="05000000000000000000" pitchFamily="2" charset="2"/>
                        <a:buChar char="§"/>
                      </a:pPr>
                      <a:endParaRPr lang="en-GB" sz="9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2184458379"/>
                  </a:ext>
                </a:extLst>
              </a:tr>
              <a:tr h="92953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[Neoadjuvant] </a:t>
                      </a:r>
                      <a:r>
                        <a:rPr lang="en-US" sz="900" b="1"/>
                        <a:t>Need for data analyses </a:t>
                      </a:r>
                      <a:r>
                        <a:rPr lang="en-US" sz="900"/>
                        <a:t>on </a:t>
                      </a:r>
                      <a:r>
                        <a:rPr lang="en-US" sz="900" b="1"/>
                        <a:t>EFS and OS </a:t>
                      </a:r>
                      <a:r>
                        <a:rPr lang="en-US" sz="900"/>
                        <a:t>stratified by </a:t>
                      </a:r>
                      <a:r>
                        <a:rPr lang="en-US" sz="900" b="1"/>
                        <a:t>MPR and pCR for neoadjuvant </a:t>
                      </a:r>
                      <a:r>
                        <a:rPr lang="en-US" sz="900"/>
                        <a:t>population</a:t>
                      </a:r>
                    </a:p>
                  </a:txBody>
                  <a:tcPr anchor="ctr">
                    <a:solidFill>
                      <a:srgbClr val="CBCBCB"/>
                    </a:solidFill>
                  </a:tcPr>
                </a:tc>
                <a:tc>
                  <a:txBody>
                    <a:bodyPr/>
                    <a:lstStyle/>
                    <a:p>
                      <a:pPr marL="0" algn="l" defTabSz="914400" rtl="0" eaLnBrk="1" latinLnBrk="0" hangingPunct="1"/>
                      <a:endParaRPr lang="en-GB" sz="750" kern="1200">
                        <a:solidFill>
                          <a:schemeClr val="dk1"/>
                        </a:solidFill>
                        <a:latin typeface="+mn-lt"/>
                        <a:ea typeface="+mn-ea"/>
                        <a:cs typeface="+mn-cs"/>
                      </a:endParaRP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Short-term tactic</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Post-hoc analysis of </a:t>
                      </a:r>
                      <a:r>
                        <a:rPr lang="en-GB" sz="900" b="1"/>
                        <a:t>RN-315</a:t>
                      </a:r>
                      <a:r>
                        <a:rPr lang="en-GB" sz="900"/>
                        <a:t> (from Oct 2025 data)</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Publish the methodology of the pathological assessment in RN-315 study to support MPR and pCR results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pCR/MPR result validation by an external pathologist (if possible)</a:t>
                      </a:r>
                      <a:endParaRPr lang="en-GB" sz="900" kern="1200">
                        <a:solidFill>
                          <a:schemeClr val="dk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665670391"/>
                  </a:ext>
                </a:extLst>
              </a:tr>
              <a:tr h="1188000">
                <a:tc vMerge="1">
                  <a:txBody>
                    <a:bodyPr/>
                    <a:lstStyle/>
                    <a:p>
                      <a:endParaRPr lang="en-US" sz="1000" b="1"/>
                    </a:p>
                  </a:txBody>
                  <a:tcPr>
                    <a:solidFill>
                      <a:schemeClr val="bg1">
                        <a:lumMod val="95000"/>
                      </a:schemeClr>
                    </a:solidFill>
                  </a:tcPr>
                </a:tc>
                <a:tc>
                  <a:txBody>
                    <a:bodyPr/>
                    <a:lstStyle/>
                    <a:p>
                      <a:pPr marL="0" algn="l" defTabSz="914400" rtl="0" eaLnBrk="1" latinLnBrk="0" hangingPunct="1"/>
                      <a:endParaRPr lang="en-GB" sz="750" kern="1200">
                        <a:solidFill>
                          <a:schemeClr val="dk1"/>
                        </a:solidFill>
                        <a:latin typeface="+mn-lt"/>
                        <a:ea typeface="+mn-ea"/>
                        <a:cs typeface="+mn-cs"/>
                      </a:endParaRP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Medium-term tactic </a:t>
                      </a:r>
                      <a:r>
                        <a:rPr lang="en-GB" sz="900">
                          <a:effectLst/>
                        </a:rPr>
                        <a:t>(TBC by Mesha, limited control over timelines )</a:t>
                      </a:r>
                      <a:endParaRPr lang="en-GB" sz="900" b="1"/>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effectLst/>
                        </a:rPr>
                        <a:t>pCR &amp; MPR as surrogate endpoints to EFS (research collaboration)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Timelines proposed by IASLC collaboration</a:t>
                      </a:r>
                      <a:endParaRPr lang="en-GB" sz="900">
                        <a:effectLst/>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3604093692"/>
                  </a:ext>
                </a:extLst>
              </a:tr>
            </a:tbl>
          </a:graphicData>
        </a:graphic>
      </p:graphicFrame>
      <p:pic>
        <p:nvPicPr>
          <p:cNvPr id="43" name="Graphic 42">
            <a:extLst>
              <a:ext uri="{FF2B5EF4-FFF2-40B4-BE49-F238E27FC236}">
                <a16:creationId xmlns:a16="http://schemas.microsoft.com/office/drawing/2014/main" id="{C22C8B6E-13C7-E94F-D33F-E06DF4C35DB5}"/>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078164" y="3375935"/>
            <a:ext cx="329184" cy="329184"/>
          </a:xfrm>
          <a:prstGeom prst="rect">
            <a:avLst/>
          </a:prstGeom>
        </p:spPr>
      </p:pic>
      <p:pic>
        <p:nvPicPr>
          <p:cNvPr id="39" name="Graphic 38">
            <a:extLst>
              <a:ext uri="{FF2B5EF4-FFF2-40B4-BE49-F238E27FC236}">
                <a16:creationId xmlns:a16="http://schemas.microsoft.com/office/drawing/2014/main" id="{8EAF9276-25FB-CC9A-9B5A-B94CF4BA510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40743" y="3425943"/>
            <a:ext cx="274320" cy="274320"/>
          </a:xfrm>
          <a:prstGeom prst="rect">
            <a:avLst/>
          </a:prstGeom>
        </p:spPr>
      </p:pic>
      <p:sp>
        <p:nvSpPr>
          <p:cNvPr id="40" name="Arrow: Pentagon 39">
            <a:extLst>
              <a:ext uri="{FF2B5EF4-FFF2-40B4-BE49-F238E27FC236}">
                <a16:creationId xmlns:a16="http://schemas.microsoft.com/office/drawing/2014/main" id="{D5A71682-0BB7-6410-E288-30F12094D163}"/>
              </a:ext>
            </a:extLst>
          </p:cNvPr>
          <p:cNvSpPr/>
          <p:nvPr/>
        </p:nvSpPr>
        <p:spPr>
          <a:xfrm>
            <a:off x="6203383" y="3658757"/>
            <a:ext cx="1801506"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41" name="Star: 5 Points 40">
            <a:extLst>
              <a:ext uri="{FF2B5EF4-FFF2-40B4-BE49-F238E27FC236}">
                <a16:creationId xmlns:a16="http://schemas.microsoft.com/office/drawing/2014/main" id="{EC244EA7-6788-7DC5-7958-F2935B59046F}"/>
              </a:ext>
            </a:extLst>
          </p:cNvPr>
          <p:cNvSpPr/>
          <p:nvPr/>
        </p:nvSpPr>
        <p:spPr>
          <a:xfrm>
            <a:off x="7159593" y="3658757"/>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6" name="Star: 5 Points 45">
            <a:extLst>
              <a:ext uri="{FF2B5EF4-FFF2-40B4-BE49-F238E27FC236}">
                <a16:creationId xmlns:a16="http://schemas.microsoft.com/office/drawing/2014/main" id="{91E22DC7-B933-7256-0A1C-AB3D86CFAD8F}"/>
              </a:ext>
            </a:extLst>
          </p:cNvPr>
          <p:cNvSpPr/>
          <p:nvPr/>
        </p:nvSpPr>
        <p:spPr>
          <a:xfrm>
            <a:off x="7764471" y="3658757"/>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48" name="Graphic 47">
            <a:extLst>
              <a:ext uri="{FF2B5EF4-FFF2-40B4-BE49-F238E27FC236}">
                <a16:creationId xmlns:a16="http://schemas.microsoft.com/office/drawing/2014/main" id="{6FAC050A-D839-A42F-B180-889BE3EAD0B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340743" y="4560409"/>
            <a:ext cx="274320" cy="274320"/>
          </a:xfrm>
          <a:prstGeom prst="rect">
            <a:avLst/>
          </a:prstGeom>
        </p:spPr>
      </p:pic>
      <p:sp>
        <p:nvSpPr>
          <p:cNvPr id="49" name="Arrow: Pentagon 48">
            <a:extLst>
              <a:ext uri="{FF2B5EF4-FFF2-40B4-BE49-F238E27FC236}">
                <a16:creationId xmlns:a16="http://schemas.microsoft.com/office/drawing/2014/main" id="{C8A4094E-F130-0D96-3E56-EDB7846496E0}"/>
              </a:ext>
            </a:extLst>
          </p:cNvPr>
          <p:cNvSpPr/>
          <p:nvPr/>
        </p:nvSpPr>
        <p:spPr>
          <a:xfrm>
            <a:off x="6825010" y="4387035"/>
            <a:ext cx="1260000" cy="18288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0000" lnSpcReduction="20000"/>
          </a:bodyPr>
          <a:lstStyle/>
          <a:p>
            <a:pPr algn="ctr"/>
            <a:endParaRPr lang="en-US">
              <a:solidFill>
                <a:schemeClr val="bg1"/>
              </a:solidFill>
            </a:endParaRPr>
          </a:p>
        </p:txBody>
      </p:sp>
      <p:sp>
        <p:nvSpPr>
          <p:cNvPr id="50" name="Isosceles Triangle 49">
            <a:extLst>
              <a:ext uri="{FF2B5EF4-FFF2-40B4-BE49-F238E27FC236}">
                <a16:creationId xmlns:a16="http://schemas.microsoft.com/office/drawing/2014/main" id="{4B7BD120-A690-C396-A15F-CF50F5DF62B4}"/>
              </a:ext>
            </a:extLst>
          </p:cNvPr>
          <p:cNvSpPr/>
          <p:nvPr/>
        </p:nvSpPr>
        <p:spPr>
          <a:xfrm>
            <a:off x="6627274" y="3643517"/>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2" name="TextBox 51">
            <a:extLst>
              <a:ext uri="{FF2B5EF4-FFF2-40B4-BE49-F238E27FC236}">
                <a16:creationId xmlns:a16="http://schemas.microsoft.com/office/drawing/2014/main" id="{691F91CE-B4CA-1549-2660-6F38C0E9C5CA}"/>
              </a:ext>
            </a:extLst>
          </p:cNvPr>
          <p:cNvSpPr txBox="1"/>
          <p:nvPr/>
        </p:nvSpPr>
        <p:spPr>
          <a:xfrm>
            <a:off x="6724775" y="3221868"/>
            <a:ext cx="1130297" cy="461665"/>
          </a:xfrm>
          <a:prstGeom prst="rect">
            <a:avLst/>
          </a:prstGeom>
          <a:noFill/>
        </p:spPr>
        <p:txBody>
          <a:bodyPr wrap="square" lIns="91440" tIns="91440" rIns="91440" bIns="91440" rtlCol="0">
            <a:spAutoFit/>
          </a:bodyPr>
          <a:lstStyle/>
          <a:p>
            <a:pPr algn="ctr"/>
            <a:r>
              <a:rPr lang="en-US" sz="900"/>
              <a:t>ASCO Lung  2026 Abstract</a:t>
            </a:r>
          </a:p>
        </p:txBody>
      </p:sp>
      <p:pic>
        <p:nvPicPr>
          <p:cNvPr id="53" name="Graphic 52">
            <a:extLst>
              <a:ext uri="{FF2B5EF4-FFF2-40B4-BE49-F238E27FC236}">
                <a16:creationId xmlns:a16="http://schemas.microsoft.com/office/drawing/2014/main" id="{85226096-D3BD-B24C-3DE4-C50C932985AC}"/>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3078164" y="4996515"/>
            <a:ext cx="329184" cy="329184"/>
          </a:xfrm>
          <a:prstGeom prst="rect">
            <a:avLst/>
          </a:prstGeom>
        </p:spPr>
      </p:pic>
      <p:sp>
        <p:nvSpPr>
          <p:cNvPr id="55" name="Arrow: Pentagon 54">
            <a:extLst>
              <a:ext uri="{FF2B5EF4-FFF2-40B4-BE49-F238E27FC236}">
                <a16:creationId xmlns:a16="http://schemas.microsoft.com/office/drawing/2014/main" id="{FF4712A1-30E5-DA2D-725C-FCD47C7E50B4}"/>
              </a:ext>
            </a:extLst>
          </p:cNvPr>
          <p:cNvSpPr/>
          <p:nvPr/>
        </p:nvSpPr>
        <p:spPr>
          <a:xfrm>
            <a:off x="6203383" y="5638744"/>
            <a:ext cx="5616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56" name="Isosceles Triangle 55">
            <a:extLst>
              <a:ext uri="{FF2B5EF4-FFF2-40B4-BE49-F238E27FC236}">
                <a16:creationId xmlns:a16="http://schemas.microsoft.com/office/drawing/2014/main" id="{3D82EF26-94EE-0AEA-86D1-EC7B33DE6C70}"/>
              </a:ext>
            </a:extLst>
          </p:cNvPr>
          <p:cNvSpPr/>
          <p:nvPr/>
        </p:nvSpPr>
        <p:spPr>
          <a:xfrm>
            <a:off x="7788362" y="5623504"/>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57" name="Star: 5 Points 56">
            <a:extLst>
              <a:ext uri="{FF2B5EF4-FFF2-40B4-BE49-F238E27FC236}">
                <a16:creationId xmlns:a16="http://schemas.microsoft.com/office/drawing/2014/main" id="{135FAB4D-79BE-4B55-D9AD-8A06AACF46F6}"/>
              </a:ext>
            </a:extLst>
          </p:cNvPr>
          <p:cNvSpPr/>
          <p:nvPr/>
        </p:nvSpPr>
        <p:spPr>
          <a:xfrm>
            <a:off x="9156735" y="5626501"/>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0" name="TextBox 59">
            <a:extLst>
              <a:ext uri="{FF2B5EF4-FFF2-40B4-BE49-F238E27FC236}">
                <a16:creationId xmlns:a16="http://schemas.microsoft.com/office/drawing/2014/main" id="{5EA9A9CB-4479-1553-BA0D-D3C6C8383557}"/>
              </a:ext>
            </a:extLst>
          </p:cNvPr>
          <p:cNvSpPr txBox="1"/>
          <p:nvPr/>
        </p:nvSpPr>
        <p:spPr>
          <a:xfrm>
            <a:off x="7226132" y="3796771"/>
            <a:ext cx="1188000" cy="461665"/>
          </a:xfrm>
          <a:prstGeom prst="rect">
            <a:avLst/>
          </a:prstGeom>
          <a:noFill/>
        </p:spPr>
        <p:txBody>
          <a:bodyPr wrap="square" lIns="91440" tIns="91440" rIns="91440" bIns="91440" rtlCol="0">
            <a:spAutoFit/>
          </a:bodyPr>
          <a:lstStyle/>
          <a:p>
            <a:pPr algn="ctr"/>
            <a:r>
              <a:rPr lang="en-US" sz="900"/>
              <a:t>ESMO Lung 2026 - Manuscript TBD</a:t>
            </a:r>
          </a:p>
        </p:txBody>
      </p:sp>
      <p:sp>
        <p:nvSpPr>
          <p:cNvPr id="61" name="Rectangle 60">
            <a:extLst>
              <a:ext uri="{FF2B5EF4-FFF2-40B4-BE49-F238E27FC236}">
                <a16:creationId xmlns:a16="http://schemas.microsoft.com/office/drawing/2014/main" id="{A9A63F25-D77A-1DA7-1753-C4799BC84956}"/>
              </a:ext>
            </a:extLst>
          </p:cNvPr>
          <p:cNvSpPr/>
          <p:nvPr/>
        </p:nvSpPr>
        <p:spPr>
          <a:xfrm>
            <a:off x="141005" y="2958730"/>
            <a:ext cx="219456" cy="350323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sp>
        <p:nvSpPr>
          <p:cNvPr id="30" name="Star: 5 Points 29">
            <a:extLst>
              <a:ext uri="{FF2B5EF4-FFF2-40B4-BE49-F238E27FC236}">
                <a16:creationId xmlns:a16="http://schemas.microsoft.com/office/drawing/2014/main" id="{C43C77C5-ABF0-EB74-490B-4F3CD85CEC11}"/>
              </a:ext>
            </a:extLst>
          </p:cNvPr>
          <p:cNvSpPr/>
          <p:nvPr/>
        </p:nvSpPr>
        <p:spPr>
          <a:xfrm>
            <a:off x="7750935" y="4379983"/>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5" name="TextBox 34">
            <a:extLst>
              <a:ext uri="{FF2B5EF4-FFF2-40B4-BE49-F238E27FC236}">
                <a16:creationId xmlns:a16="http://schemas.microsoft.com/office/drawing/2014/main" id="{4E1E5FE7-1870-DD07-6BFD-EB21A25D168F}"/>
              </a:ext>
            </a:extLst>
          </p:cNvPr>
          <p:cNvSpPr txBox="1"/>
          <p:nvPr/>
        </p:nvSpPr>
        <p:spPr>
          <a:xfrm>
            <a:off x="8816390" y="5178242"/>
            <a:ext cx="1692000" cy="461665"/>
          </a:xfrm>
          <a:prstGeom prst="rect">
            <a:avLst/>
          </a:prstGeom>
          <a:noFill/>
        </p:spPr>
        <p:txBody>
          <a:bodyPr wrap="square" lIns="91440" tIns="91440" rIns="91440" bIns="91440" rtlCol="0">
            <a:spAutoFit/>
          </a:bodyPr>
          <a:lstStyle/>
          <a:p>
            <a:pPr algn="ctr"/>
            <a:r>
              <a:rPr lang="en-US" sz="900"/>
              <a:t>Results Presented</a:t>
            </a:r>
          </a:p>
          <a:p>
            <a:pPr algn="ctr"/>
            <a:r>
              <a:rPr lang="en-US" sz="900"/>
              <a:t>- Manuscript TBD</a:t>
            </a:r>
          </a:p>
        </p:txBody>
      </p:sp>
      <p:sp>
        <p:nvSpPr>
          <p:cNvPr id="62" name="Isosceles Triangle 61">
            <a:extLst>
              <a:ext uri="{FF2B5EF4-FFF2-40B4-BE49-F238E27FC236}">
                <a16:creationId xmlns:a16="http://schemas.microsoft.com/office/drawing/2014/main" id="{98BDFF23-C7DC-E4C3-D33D-611079BAD0E1}"/>
              </a:ext>
            </a:extLst>
          </p:cNvPr>
          <p:cNvSpPr/>
          <p:nvPr/>
        </p:nvSpPr>
        <p:spPr>
          <a:xfrm>
            <a:off x="8466850" y="5623504"/>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24" name="Graphic 23">
            <a:extLst>
              <a:ext uri="{FF2B5EF4-FFF2-40B4-BE49-F238E27FC236}">
                <a16:creationId xmlns:a16="http://schemas.microsoft.com/office/drawing/2014/main" id="{779C2098-2516-2790-7776-ECF94E8A047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296404" y="5649695"/>
            <a:ext cx="362999" cy="362999"/>
          </a:xfrm>
          <a:prstGeom prst="rect">
            <a:avLst/>
          </a:prstGeom>
        </p:spPr>
      </p:pic>
      <p:grpSp>
        <p:nvGrpSpPr>
          <p:cNvPr id="5" name="Group 4">
            <a:extLst>
              <a:ext uri="{FF2B5EF4-FFF2-40B4-BE49-F238E27FC236}">
                <a16:creationId xmlns:a16="http://schemas.microsoft.com/office/drawing/2014/main" id="{7EB4ABD3-50E3-8A14-0E48-D176240578EE}"/>
              </a:ext>
            </a:extLst>
          </p:cNvPr>
          <p:cNvGrpSpPr/>
          <p:nvPr/>
        </p:nvGrpSpPr>
        <p:grpSpPr>
          <a:xfrm>
            <a:off x="8446122" y="668447"/>
            <a:ext cx="3358520" cy="323165"/>
            <a:chOff x="8469297" y="935394"/>
            <a:chExt cx="3358520" cy="323165"/>
          </a:xfrm>
        </p:grpSpPr>
        <p:sp>
          <p:nvSpPr>
            <p:cNvPr id="11" name="TextBox 10">
              <a:extLst>
                <a:ext uri="{FF2B5EF4-FFF2-40B4-BE49-F238E27FC236}">
                  <a16:creationId xmlns:a16="http://schemas.microsoft.com/office/drawing/2014/main" id="{733EA4A7-7B2A-1A1C-BC11-6FED073EB7FF}"/>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12" name="Isosceles Triangle 11">
              <a:extLst>
                <a:ext uri="{FF2B5EF4-FFF2-40B4-BE49-F238E27FC236}">
                  <a16:creationId xmlns:a16="http://schemas.microsoft.com/office/drawing/2014/main" id="{2B7A8856-1970-6298-84AB-D32E21EFBD86}"/>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4" name="Star: 5 Points 13">
              <a:extLst>
                <a:ext uri="{FF2B5EF4-FFF2-40B4-BE49-F238E27FC236}">
                  <a16:creationId xmlns:a16="http://schemas.microsoft.com/office/drawing/2014/main" id="{7B3081F4-1D1A-762A-CB00-24569A32B208}"/>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5" name="Arrow: Pentagon 24">
              <a:extLst>
                <a:ext uri="{FF2B5EF4-FFF2-40B4-BE49-F238E27FC236}">
                  <a16:creationId xmlns:a16="http://schemas.microsoft.com/office/drawing/2014/main" id="{AEC9A573-E252-9BCA-FF3F-3063A6B5D082}"/>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26" name="TextBox 25">
              <a:extLst>
                <a:ext uri="{FF2B5EF4-FFF2-40B4-BE49-F238E27FC236}">
                  <a16:creationId xmlns:a16="http://schemas.microsoft.com/office/drawing/2014/main" id="{78712C78-57E2-95F9-C07E-3EBF7FD6F794}"/>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32" name="TextBox 31">
              <a:extLst>
                <a:ext uri="{FF2B5EF4-FFF2-40B4-BE49-F238E27FC236}">
                  <a16:creationId xmlns:a16="http://schemas.microsoft.com/office/drawing/2014/main" id="{5405730B-71E7-CAE1-E5C2-19360C1F8E15}"/>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33" name="Footer Placeholder 3">
            <a:extLst>
              <a:ext uri="{FF2B5EF4-FFF2-40B4-BE49-F238E27FC236}">
                <a16:creationId xmlns:a16="http://schemas.microsoft.com/office/drawing/2014/main" id="{DEAA996B-1B7F-7E07-28FC-A74924200EDD}"/>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sp>
        <p:nvSpPr>
          <p:cNvPr id="4" name="Footer Placeholder 3">
            <a:extLst>
              <a:ext uri="{FF2B5EF4-FFF2-40B4-BE49-F238E27FC236}">
                <a16:creationId xmlns:a16="http://schemas.microsoft.com/office/drawing/2014/main" id="{224201CB-03BF-5333-BBC5-7EC83D0E2FD2}"/>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EFS: Event Free Survival; HEOR: Health Economics Outcomes Research; IASLC: International Association for the Study of Lung Cancer; IIT: Investigator Initiated Trials; MPR: Major Pathologic Response; Non-Small Cell Lung Cancer; OS: Overall Survival; </a:t>
            </a:r>
            <a:r>
              <a:rPr lang="en-US" err="1">
                <a:solidFill>
                  <a:srgbClr val="000000">
                    <a:lumMod val="65000"/>
                    <a:lumOff val="35000"/>
                  </a:srgbClr>
                </a:solidFill>
              </a:rPr>
              <a:t>pCR</a:t>
            </a:r>
            <a:r>
              <a:rPr lang="en-US">
                <a:solidFill>
                  <a:srgbClr val="000000">
                    <a:lumMod val="65000"/>
                    <a:lumOff val="35000"/>
                  </a:srgbClr>
                </a:solidFill>
              </a:rPr>
              <a:t>: Pathologic Complete Response; RWE: Real World Evidence; TBC: To be Considered</a:t>
            </a:r>
          </a:p>
        </p:txBody>
      </p:sp>
      <p:sp>
        <p:nvSpPr>
          <p:cNvPr id="7" name="TextBox 6">
            <a:extLst>
              <a:ext uri="{FF2B5EF4-FFF2-40B4-BE49-F238E27FC236}">
                <a16:creationId xmlns:a16="http://schemas.microsoft.com/office/drawing/2014/main" id="{C7A86739-3D88-79A6-D57F-271A26589B22}"/>
              </a:ext>
            </a:extLst>
          </p:cNvPr>
          <p:cNvSpPr txBox="1"/>
          <p:nvPr/>
        </p:nvSpPr>
        <p:spPr>
          <a:xfrm>
            <a:off x="6154526" y="3255647"/>
            <a:ext cx="904735" cy="369332"/>
          </a:xfrm>
          <a:prstGeom prst="rect">
            <a:avLst/>
          </a:prstGeom>
          <a:noFill/>
        </p:spPr>
        <p:txBody>
          <a:bodyPr wrap="square">
            <a:spAutoFit/>
          </a:bodyPr>
          <a:lstStyle/>
          <a:p>
            <a:pPr algn="ctr"/>
            <a:r>
              <a:rPr lang="en-GB" sz="900"/>
              <a:t>Post-hoc analysis</a:t>
            </a:r>
            <a:endParaRPr lang="en-US" sz="900"/>
          </a:p>
        </p:txBody>
      </p:sp>
      <p:sp>
        <p:nvSpPr>
          <p:cNvPr id="8" name="Isosceles Triangle 7">
            <a:extLst>
              <a:ext uri="{FF2B5EF4-FFF2-40B4-BE49-F238E27FC236}">
                <a16:creationId xmlns:a16="http://schemas.microsoft.com/office/drawing/2014/main" id="{0F8CDF6E-04BC-771A-F195-37C16A88F900}"/>
              </a:ext>
            </a:extLst>
          </p:cNvPr>
          <p:cNvSpPr/>
          <p:nvPr/>
        </p:nvSpPr>
        <p:spPr>
          <a:xfrm>
            <a:off x="6954617" y="4380103"/>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9" name="TextBox 8">
            <a:extLst>
              <a:ext uri="{FF2B5EF4-FFF2-40B4-BE49-F238E27FC236}">
                <a16:creationId xmlns:a16="http://schemas.microsoft.com/office/drawing/2014/main" id="{8DD7A53A-6C62-B830-51A0-4900AD19E1C4}"/>
              </a:ext>
            </a:extLst>
          </p:cNvPr>
          <p:cNvSpPr txBox="1"/>
          <p:nvPr/>
        </p:nvSpPr>
        <p:spPr>
          <a:xfrm>
            <a:off x="6614478" y="4654803"/>
            <a:ext cx="904735" cy="369332"/>
          </a:xfrm>
          <a:prstGeom prst="rect">
            <a:avLst/>
          </a:prstGeom>
          <a:noFill/>
        </p:spPr>
        <p:txBody>
          <a:bodyPr wrap="square">
            <a:spAutoFit/>
          </a:bodyPr>
          <a:lstStyle/>
          <a:p>
            <a:pPr algn="ctr"/>
            <a:r>
              <a:rPr lang="en-GB" sz="900"/>
              <a:t>Post-hoc analysis</a:t>
            </a:r>
            <a:endParaRPr lang="en-US" sz="900"/>
          </a:p>
        </p:txBody>
      </p:sp>
      <p:sp>
        <p:nvSpPr>
          <p:cNvPr id="10" name="TextBox 9">
            <a:extLst>
              <a:ext uri="{FF2B5EF4-FFF2-40B4-BE49-F238E27FC236}">
                <a16:creationId xmlns:a16="http://schemas.microsoft.com/office/drawing/2014/main" id="{6AD59155-0732-0395-68FD-8DA867E3E94E}"/>
              </a:ext>
            </a:extLst>
          </p:cNvPr>
          <p:cNvSpPr txBox="1"/>
          <p:nvPr/>
        </p:nvSpPr>
        <p:spPr>
          <a:xfrm>
            <a:off x="7311761" y="5178242"/>
            <a:ext cx="2049074" cy="461665"/>
          </a:xfrm>
          <a:prstGeom prst="rect">
            <a:avLst/>
          </a:prstGeom>
          <a:noFill/>
        </p:spPr>
        <p:txBody>
          <a:bodyPr wrap="square" lIns="91440" tIns="91440" rIns="91440" bIns="91440" rtlCol="0">
            <a:spAutoFit/>
          </a:bodyPr>
          <a:lstStyle/>
          <a:p>
            <a:pPr algn="ctr"/>
            <a:r>
              <a:rPr lang="en-US" sz="900" err="1"/>
              <a:t>pCR</a:t>
            </a:r>
            <a:r>
              <a:rPr lang="en-US" sz="900"/>
              <a:t> and MPR as surrogate endpoints to EFS</a:t>
            </a:r>
          </a:p>
        </p:txBody>
      </p:sp>
      <p:sp>
        <p:nvSpPr>
          <p:cNvPr id="15" name="TextBox 14">
            <a:extLst>
              <a:ext uri="{FF2B5EF4-FFF2-40B4-BE49-F238E27FC236}">
                <a16:creationId xmlns:a16="http://schemas.microsoft.com/office/drawing/2014/main" id="{E651BDDD-3F70-DBDC-5889-E0FCA58CC01E}"/>
              </a:ext>
            </a:extLst>
          </p:cNvPr>
          <p:cNvSpPr txBox="1"/>
          <p:nvPr/>
        </p:nvSpPr>
        <p:spPr>
          <a:xfrm>
            <a:off x="7764471" y="5818744"/>
            <a:ext cx="1692000" cy="461665"/>
          </a:xfrm>
          <a:prstGeom prst="rect">
            <a:avLst/>
          </a:prstGeom>
          <a:noFill/>
        </p:spPr>
        <p:txBody>
          <a:bodyPr wrap="square" lIns="91440" tIns="91440" rIns="91440" bIns="91440" rtlCol="0">
            <a:spAutoFit/>
          </a:bodyPr>
          <a:lstStyle/>
          <a:p>
            <a:pPr algn="ctr"/>
            <a:r>
              <a:rPr lang="en-US" sz="900" b="1"/>
              <a:t>Timelines Proposed by IASLC Collaboration</a:t>
            </a:r>
          </a:p>
        </p:txBody>
      </p:sp>
      <p:sp>
        <p:nvSpPr>
          <p:cNvPr id="16" name="Footer Placeholder 3">
            <a:extLst>
              <a:ext uri="{FF2B5EF4-FFF2-40B4-BE49-F238E27FC236}">
                <a16:creationId xmlns:a16="http://schemas.microsoft.com/office/drawing/2014/main" id="{6BE875A1-42C7-656D-A2F2-AA8ADAE6C632}"/>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7" name="Graphic 16">
            <a:extLst>
              <a:ext uri="{FF2B5EF4-FFF2-40B4-BE49-F238E27FC236}">
                <a16:creationId xmlns:a16="http://schemas.microsoft.com/office/drawing/2014/main" id="{5919F0C0-607F-9850-946A-631F057AA86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37570" y="958197"/>
            <a:ext cx="274320" cy="274320"/>
          </a:xfrm>
          <a:prstGeom prst="rect">
            <a:avLst/>
          </a:prstGeom>
        </p:spPr>
      </p:pic>
      <p:pic>
        <p:nvPicPr>
          <p:cNvPr id="18" name="Graphic 17">
            <a:extLst>
              <a:ext uri="{FF2B5EF4-FFF2-40B4-BE49-F238E27FC236}">
                <a16:creationId xmlns:a16="http://schemas.microsoft.com/office/drawing/2014/main" id="{BB02F121-FACE-8AC3-8600-A196827D368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24487" y="958197"/>
            <a:ext cx="274320" cy="274320"/>
          </a:xfrm>
          <a:prstGeom prst="rect">
            <a:avLst/>
          </a:prstGeom>
        </p:spPr>
      </p:pic>
      <p:pic>
        <p:nvPicPr>
          <p:cNvPr id="19" name="Graphic 18">
            <a:extLst>
              <a:ext uri="{FF2B5EF4-FFF2-40B4-BE49-F238E27FC236}">
                <a16:creationId xmlns:a16="http://schemas.microsoft.com/office/drawing/2014/main" id="{9211E2D4-FF12-652D-F079-5661606CD02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14007" y="958197"/>
            <a:ext cx="274320" cy="274320"/>
          </a:xfrm>
          <a:prstGeom prst="rect">
            <a:avLst/>
          </a:prstGeom>
        </p:spPr>
      </p:pic>
      <p:pic>
        <p:nvPicPr>
          <p:cNvPr id="20" name="Graphic 19">
            <a:extLst>
              <a:ext uri="{FF2B5EF4-FFF2-40B4-BE49-F238E27FC236}">
                <a16:creationId xmlns:a16="http://schemas.microsoft.com/office/drawing/2014/main" id="{062727FF-559D-DD5E-12D2-9292697D7813}"/>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8194014" y="958557"/>
            <a:ext cx="273600" cy="273600"/>
          </a:xfrm>
          <a:prstGeom prst="rect">
            <a:avLst/>
          </a:prstGeom>
        </p:spPr>
      </p:pic>
      <p:grpSp>
        <p:nvGrpSpPr>
          <p:cNvPr id="21" name="Group 20">
            <a:extLst>
              <a:ext uri="{FF2B5EF4-FFF2-40B4-BE49-F238E27FC236}">
                <a16:creationId xmlns:a16="http://schemas.microsoft.com/office/drawing/2014/main" id="{3E24811D-F43B-8054-72E6-A4486F519145}"/>
              </a:ext>
            </a:extLst>
          </p:cNvPr>
          <p:cNvGrpSpPr/>
          <p:nvPr/>
        </p:nvGrpSpPr>
        <p:grpSpPr>
          <a:xfrm>
            <a:off x="-9526" y="-7584"/>
            <a:ext cx="11815014" cy="180000"/>
            <a:chOff x="-9526" y="-7584"/>
            <a:chExt cx="11815014" cy="180000"/>
          </a:xfrm>
        </p:grpSpPr>
        <p:sp>
          <p:nvSpPr>
            <p:cNvPr id="22" name="Rectangle 21">
              <a:extLst>
                <a:ext uri="{FF2B5EF4-FFF2-40B4-BE49-F238E27FC236}">
                  <a16:creationId xmlns:a16="http://schemas.microsoft.com/office/drawing/2014/main" id="{63D4122A-2774-3E9D-0036-25EB519B09EE}"/>
                </a:ext>
              </a:extLst>
            </p:cNvPr>
            <p:cNvSpPr/>
            <p:nvPr/>
          </p:nvSpPr>
          <p:spPr>
            <a:xfrm>
              <a:off x="-9526" y="-7584"/>
              <a:ext cx="2045850" cy="180000"/>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Perioperative NSCLC</a:t>
              </a:r>
            </a:p>
          </p:txBody>
        </p:sp>
        <p:sp>
          <p:nvSpPr>
            <p:cNvPr id="23" name="Arrow: Pentagon 22">
              <a:extLst>
                <a:ext uri="{FF2B5EF4-FFF2-40B4-BE49-F238E27FC236}">
                  <a16:creationId xmlns:a16="http://schemas.microsoft.com/office/drawing/2014/main" id="{0C38A47F-C9E3-7D9E-768D-B8DA5F6AEC57}"/>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7" name="Arrow: Chevron 26">
              <a:extLst>
                <a:ext uri="{FF2B5EF4-FFF2-40B4-BE49-F238E27FC236}">
                  <a16:creationId xmlns:a16="http://schemas.microsoft.com/office/drawing/2014/main" id="{CAB682EF-E159-C213-3231-28D48B99BDAC}"/>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8" name="Arrow: Chevron 27">
              <a:extLst>
                <a:ext uri="{FF2B5EF4-FFF2-40B4-BE49-F238E27FC236}">
                  <a16:creationId xmlns:a16="http://schemas.microsoft.com/office/drawing/2014/main" id="{893F2835-A99C-61D4-7A07-1256CA5B1DA7}"/>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9" name="Arrow: Chevron 28">
              <a:extLst>
                <a:ext uri="{FF2B5EF4-FFF2-40B4-BE49-F238E27FC236}">
                  <a16:creationId xmlns:a16="http://schemas.microsoft.com/office/drawing/2014/main" id="{33AEE24D-FA12-BBCD-0F5B-8FA3039F30E8}"/>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
        <p:nvSpPr>
          <p:cNvPr id="31" name="TextBox 30">
            <a:extLst>
              <a:ext uri="{FF2B5EF4-FFF2-40B4-BE49-F238E27FC236}">
                <a16:creationId xmlns:a16="http://schemas.microsoft.com/office/drawing/2014/main" id="{C5415603-F859-9E55-5096-C45296A119EC}"/>
              </a:ext>
            </a:extLst>
          </p:cNvPr>
          <p:cNvSpPr txBox="1"/>
          <p:nvPr/>
        </p:nvSpPr>
        <p:spPr>
          <a:xfrm>
            <a:off x="7505751" y="4601151"/>
            <a:ext cx="1692000" cy="461665"/>
          </a:xfrm>
          <a:prstGeom prst="rect">
            <a:avLst/>
          </a:prstGeom>
          <a:noFill/>
        </p:spPr>
        <p:txBody>
          <a:bodyPr wrap="square" lIns="91440" tIns="91440" rIns="91440" bIns="91440" rtlCol="0">
            <a:spAutoFit/>
          </a:bodyPr>
          <a:lstStyle/>
          <a:p>
            <a:pPr algn="ctr"/>
            <a:r>
              <a:rPr lang="en-US" sz="900"/>
              <a:t>ESMO Lung 2026 Abstract  - Manuscript TBD</a:t>
            </a:r>
          </a:p>
        </p:txBody>
      </p:sp>
    </p:spTree>
    <p:extLst>
      <p:ext uri="{BB962C8B-B14F-4D97-AF65-F5344CB8AC3E}">
        <p14:creationId xmlns:p14="http://schemas.microsoft.com/office/powerpoint/2010/main" val="5606853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C5CC1-C94D-80A4-F16E-7A03A8049470}"/>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0002A71-D620-42C8-46DA-08555999CAC0}"/>
              </a:ext>
            </a:extLst>
          </p:cNvPr>
          <p:cNvGraphicFramePr>
            <a:graphicFrameLocks noChangeAspect="1"/>
          </p:cNvGraphicFramePr>
          <p:nvPr>
            <p:custDataLst>
              <p:tags r:id="rId1"/>
            </p:custDataLst>
            <p:extLst>
              <p:ext uri="{D42A27DB-BD31-4B8C-83A1-F6EECF244321}">
                <p14:modId xmlns:p14="http://schemas.microsoft.com/office/powerpoint/2010/main" val="14844823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A0002A71-D620-42C8-46DA-08555999CA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A6ABCF8-34DB-8CBC-EB9E-8747366F6BE6}"/>
              </a:ext>
            </a:extLst>
          </p:cNvPr>
          <p:cNvSpPr>
            <a:spLocks noGrp="1"/>
          </p:cNvSpPr>
          <p:nvPr>
            <p:ph type="ctrTitle"/>
          </p:nvPr>
        </p:nvSpPr>
        <p:spPr>
          <a:xfrm>
            <a:off x="336165" y="3000231"/>
            <a:ext cx="9609346" cy="738664"/>
          </a:xfrm>
        </p:spPr>
        <p:txBody>
          <a:bodyPr vert="horz"/>
          <a:lstStyle/>
          <a:p>
            <a:r>
              <a:rPr lang="en-US" b="1"/>
              <a:t>Metastatic NSCLC</a:t>
            </a:r>
          </a:p>
        </p:txBody>
      </p:sp>
      <p:pic>
        <p:nvPicPr>
          <p:cNvPr id="5" name="Graphic 4">
            <a:hlinkClick r:id="rId5" action="ppaction://hlinksldjump"/>
            <a:extLst>
              <a:ext uri="{FF2B5EF4-FFF2-40B4-BE49-F238E27FC236}">
                <a16:creationId xmlns:a16="http://schemas.microsoft.com/office/drawing/2014/main" id="{6CB7B040-8758-3B21-0044-127BAD6256FA}"/>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110002" y="6124703"/>
            <a:ext cx="720000" cy="720000"/>
          </a:xfrm>
          <a:prstGeom prst="rect">
            <a:avLst/>
          </a:prstGeom>
        </p:spPr>
      </p:pic>
    </p:spTree>
    <p:extLst>
      <p:ext uri="{BB962C8B-B14F-4D97-AF65-F5344CB8AC3E}">
        <p14:creationId xmlns:p14="http://schemas.microsoft.com/office/powerpoint/2010/main" val="4487749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FB264-C26C-BA6D-F546-117A1B18ED36}"/>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662BB9CE-B277-3DD6-1D18-E3020D3347BA}"/>
              </a:ext>
            </a:extLst>
          </p:cNvPr>
          <p:cNvGraphicFramePr>
            <a:graphicFrameLocks noChangeAspect="1"/>
          </p:cNvGraphicFramePr>
          <p:nvPr>
            <p:custDataLst>
              <p:tags r:id="rId1"/>
            </p:custDataLst>
            <p:extLst>
              <p:ext uri="{D42A27DB-BD31-4B8C-83A1-F6EECF244321}">
                <p14:modId xmlns:p14="http://schemas.microsoft.com/office/powerpoint/2010/main" val="3858048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662BB9CE-B277-3DD6-1D18-E3020D3347B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768D551-11D7-4F41-318A-9805F841AC00}"/>
              </a:ext>
            </a:extLst>
          </p:cNvPr>
          <p:cNvSpPr>
            <a:spLocks noGrp="1"/>
          </p:cNvSpPr>
          <p:nvPr>
            <p:ph type="title"/>
          </p:nvPr>
        </p:nvSpPr>
        <p:spPr>
          <a:xfrm>
            <a:off x="358337" y="271427"/>
            <a:ext cx="11470125" cy="369332"/>
          </a:xfrm>
        </p:spPr>
        <p:txBody>
          <a:bodyPr vert="horz"/>
          <a:lstStyle/>
          <a:p>
            <a:r>
              <a:rPr lang="en-US" sz="2400"/>
              <a:t>Evidence Gap Prioritization: Metastatic NSCLC</a:t>
            </a:r>
          </a:p>
        </p:txBody>
      </p:sp>
      <p:sp>
        <p:nvSpPr>
          <p:cNvPr id="4" name="Footer Placeholder 3">
            <a:extLst>
              <a:ext uri="{FF2B5EF4-FFF2-40B4-BE49-F238E27FC236}">
                <a16:creationId xmlns:a16="http://schemas.microsoft.com/office/drawing/2014/main" id="{79B1D0F7-F814-F56A-E656-7ABCF758BB56}"/>
              </a:ext>
            </a:extLst>
          </p:cNvPr>
          <p:cNvSpPr>
            <a:spLocks noGrp="1"/>
          </p:cNvSpPr>
          <p:nvPr>
            <p:ph type="ftr" sz="quarter" idx="10"/>
          </p:nvPr>
        </p:nvSpPr>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1. Key markets for each gap were determined based on materials audit, interview discussions and related pre-work, and insights gathered during the two-day workshops</a:t>
            </a: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Abbreviations: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CTx</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Chemotherapy FCr: Fc Receptor; IO: Immuno-Oncology;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MoA</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Mechanism of Action; NSCLC: Non-small Cell Lung Cancer; PD-L1: Programmed Cell Death Ligand 1; TIL: Tumor-Infiltrating Lymphocytes; Tx: Treatment</a:t>
            </a:r>
          </a:p>
        </p:txBody>
      </p:sp>
      <p:graphicFrame>
        <p:nvGraphicFramePr>
          <p:cNvPr id="21511" name="Table 21510">
            <a:extLst>
              <a:ext uri="{FF2B5EF4-FFF2-40B4-BE49-F238E27FC236}">
                <a16:creationId xmlns:a16="http://schemas.microsoft.com/office/drawing/2014/main" id="{1DD841AC-C1B5-78DE-F859-B39DC30A5F8B}"/>
              </a:ext>
            </a:extLst>
          </p:cNvPr>
          <p:cNvGraphicFramePr>
            <a:graphicFrameLocks noGrp="1"/>
          </p:cNvGraphicFramePr>
          <p:nvPr>
            <p:extLst>
              <p:ext uri="{D42A27DB-BD31-4B8C-83A1-F6EECF244321}">
                <p14:modId xmlns:p14="http://schemas.microsoft.com/office/powerpoint/2010/main" val="1362029663"/>
              </p:ext>
            </p:extLst>
          </p:nvPr>
        </p:nvGraphicFramePr>
        <p:xfrm>
          <a:off x="6096000" y="1739087"/>
          <a:ext cx="5732460" cy="2586695"/>
        </p:xfrm>
        <a:graphic>
          <a:graphicData uri="http://schemas.openxmlformats.org/drawingml/2006/table">
            <a:tbl>
              <a:tblPr firstRow="1" bandRow="1">
                <a:tableStyleId>{9DCAF9ED-07DC-4A11-8D7F-57B35C25682E}</a:tableStyleId>
              </a:tblPr>
              <a:tblGrid>
                <a:gridCol w="338604">
                  <a:extLst>
                    <a:ext uri="{9D8B030D-6E8A-4147-A177-3AD203B41FA5}">
                      <a16:colId xmlns:a16="http://schemas.microsoft.com/office/drawing/2014/main" val="1446160234"/>
                    </a:ext>
                  </a:extLst>
                </a:gridCol>
                <a:gridCol w="1209780">
                  <a:extLst>
                    <a:ext uri="{9D8B030D-6E8A-4147-A177-3AD203B41FA5}">
                      <a16:colId xmlns:a16="http://schemas.microsoft.com/office/drawing/2014/main" val="638213638"/>
                    </a:ext>
                  </a:extLst>
                </a:gridCol>
                <a:gridCol w="4184076">
                  <a:extLst>
                    <a:ext uri="{9D8B030D-6E8A-4147-A177-3AD203B41FA5}">
                      <a16:colId xmlns:a16="http://schemas.microsoft.com/office/drawing/2014/main" val="1680224606"/>
                    </a:ext>
                  </a:extLst>
                </a:gridCol>
              </a:tblGrid>
              <a:tr h="37084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Metastatic NSCLC</a:t>
                      </a:r>
                      <a:endParaRPr lang="en-US" sz="1200" b="1" i="1">
                        <a:solidFill>
                          <a:schemeClr val="bg1"/>
                        </a:solidFill>
                      </a:endParaRPr>
                    </a:p>
                  </a:txBody>
                  <a:tcPr marL="51615" marR="51615" anchor="ctr">
                    <a:solidFill>
                      <a:srgbClr val="004D60"/>
                    </a:solidFill>
                  </a:tcPr>
                </a:tc>
                <a:tc hMerge="1">
                  <a:txBody>
                    <a:bodyPr/>
                    <a:lstStyle/>
                    <a:p>
                      <a:endParaRPr lang="en-GB"/>
                    </a:p>
                  </a:txBody>
                  <a:tcPr/>
                </a:tc>
                <a:tc hMerge="1">
                  <a:txBody>
                    <a:bodyPr/>
                    <a:lstStyle/>
                    <a:p>
                      <a:endParaRPr lang="en-US" sz="1200" b="1">
                        <a:solidFill>
                          <a:schemeClr val="bg1"/>
                        </a:solidFill>
                      </a:endParaRPr>
                    </a:p>
                  </a:txBody>
                  <a:tcPr marL="51615" marR="51615">
                    <a:solidFill>
                      <a:schemeClr val="accent1"/>
                    </a:solidFill>
                  </a:tcPr>
                </a:tc>
                <a:extLst>
                  <a:ext uri="{0D108BD9-81ED-4DB2-BD59-A6C34878D82A}">
                    <a16:rowId xmlns:a16="http://schemas.microsoft.com/office/drawing/2014/main" val="170152819"/>
                  </a:ext>
                </a:extLst>
              </a:tr>
              <a:tr h="370840">
                <a:tc>
                  <a:txBody>
                    <a:bodyPr/>
                    <a:lstStyle/>
                    <a:p>
                      <a:endParaRPr lang="en-US" sz="1200" b="1">
                        <a:solidFill>
                          <a:schemeClr val="bg1"/>
                        </a:solidFill>
                      </a:endParaRPr>
                    </a:p>
                  </a:txBody>
                  <a:tcPr marL="51615" marR="51615">
                    <a:solidFill>
                      <a:srgbClr val="004D60"/>
                    </a:solidFill>
                  </a:tcPr>
                </a:tc>
                <a:tc>
                  <a:txBody>
                    <a:bodyPr/>
                    <a:lstStyle/>
                    <a:p>
                      <a:pPr algn="ctr"/>
                      <a:r>
                        <a:rPr lang="en-US" sz="1200" b="1">
                          <a:solidFill>
                            <a:schemeClr val="bg1"/>
                          </a:solidFill>
                        </a:rPr>
                        <a:t>Key Markets</a:t>
                      </a:r>
                      <a:r>
                        <a:rPr lang="en-US" sz="1200" b="1" baseline="30000">
                          <a:solidFill>
                            <a:schemeClr val="bg1"/>
                          </a:solidFill>
                        </a:rPr>
                        <a:t>1</a:t>
                      </a:r>
                      <a:endParaRPr lang="en-US" sz="1200" b="1">
                        <a:solidFill>
                          <a:schemeClr val="bg1"/>
                        </a:solidFill>
                      </a:endParaRPr>
                    </a:p>
                  </a:txBody>
                  <a:tcPr marL="51615" marR="51615" anchor="ctr">
                    <a:solidFill>
                      <a:srgbClr val="004D60"/>
                    </a:solidFill>
                  </a:tcPr>
                </a:tc>
                <a:tc>
                  <a:txBody>
                    <a:bodyPr/>
                    <a:lstStyle/>
                    <a:p>
                      <a:r>
                        <a:rPr lang="en-US" sz="1200" b="1">
                          <a:solidFill>
                            <a:schemeClr val="bg1"/>
                          </a:solidFill>
                        </a:rPr>
                        <a:t>Evidence Gaps</a:t>
                      </a:r>
                    </a:p>
                  </a:txBody>
                  <a:tcPr marL="51615" marR="51615" anchor="ctr">
                    <a:solidFill>
                      <a:srgbClr val="004D60"/>
                    </a:solidFill>
                  </a:tcPr>
                </a:tc>
                <a:extLst>
                  <a:ext uri="{0D108BD9-81ED-4DB2-BD59-A6C34878D82A}">
                    <a16:rowId xmlns:a16="http://schemas.microsoft.com/office/drawing/2014/main" val="936799235"/>
                  </a:ext>
                </a:extLst>
              </a:tr>
              <a:tr h="370840">
                <a:tc>
                  <a:txBody>
                    <a:bodyPr/>
                    <a:lstStyle/>
                    <a:p>
                      <a:pPr algn="ctr"/>
                      <a:r>
                        <a:rPr lang="en-US" sz="1200" b="1">
                          <a:solidFill>
                            <a:schemeClr val="accent3"/>
                          </a:solidFill>
                        </a:rPr>
                        <a:t>10</a:t>
                      </a:r>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i="0" kern="1200">
                        <a:solidFill>
                          <a:schemeClr val="tx1"/>
                        </a:solidFill>
                        <a:latin typeface="+mn-lt"/>
                        <a:ea typeface="+mn-ea"/>
                        <a:cs typeface="+mn-cs"/>
                      </a:endParaRPr>
                    </a:p>
                  </a:txBody>
                  <a:tcPr marL="51615" marR="51615" anchor="ctr"/>
                </a:tc>
                <a:tc>
                  <a:txBody>
                    <a:bodyPr/>
                    <a:lstStyle/>
                    <a:p>
                      <a:r>
                        <a:rPr lang="en-US" sz="1100" b="1"/>
                        <a:t>Need for comparative data </a:t>
                      </a:r>
                      <a:r>
                        <a:rPr lang="en-US" sz="1100"/>
                        <a:t>demonstrating the value of tislelizumab + </a:t>
                      </a:r>
                      <a:r>
                        <a:rPr lang="en-US" sz="1100" err="1"/>
                        <a:t>CTx</a:t>
                      </a:r>
                      <a:r>
                        <a:rPr lang="en-US" sz="1100"/>
                        <a:t> vs. IO monotherapy in PD-L1 &gt;50% patients</a:t>
                      </a:r>
                    </a:p>
                  </a:txBody>
                  <a:tcPr marL="51615" marR="51615" anchor="ctr"/>
                </a:tc>
                <a:extLst>
                  <a:ext uri="{0D108BD9-81ED-4DB2-BD59-A6C34878D82A}">
                    <a16:rowId xmlns:a16="http://schemas.microsoft.com/office/drawing/2014/main" val="1655125714"/>
                  </a:ext>
                </a:extLst>
              </a:tr>
              <a:tr h="370840">
                <a:tc>
                  <a:txBody>
                    <a:bodyPr/>
                    <a:lstStyle/>
                    <a:p>
                      <a:pPr algn="ctr"/>
                      <a:r>
                        <a:rPr lang="en-US" sz="1200" b="1">
                          <a:solidFill>
                            <a:schemeClr val="accent3"/>
                          </a:solidFill>
                        </a:rPr>
                        <a:t>11</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n-lt"/>
                          <a:ea typeface="+mn-ea"/>
                          <a:cs typeface="+mn-cs"/>
                        </a:rPr>
                        <a:t>Need for </a:t>
                      </a:r>
                      <a:r>
                        <a:rPr kumimoji="0" lang="en-US" sz="1200" b="1" i="0" u="none" strike="noStrike" kern="1200" cap="none" spc="0" normalizeH="0" baseline="0" noProof="0">
                          <a:ln>
                            <a:noFill/>
                          </a:ln>
                          <a:solidFill>
                            <a:srgbClr val="000000"/>
                          </a:solidFill>
                          <a:effectLst/>
                          <a:uLnTx/>
                          <a:uFillTx/>
                          <a:latin typeface="+mn-lt"/>
                          <a:ea typeface="+mn-ea"/>
                          <a:cs typeface="+mn-cs"/>
                        </a:rPr>
                        <a:t>integrated biomarker analysis </a:t>
                      </a:r>
                      <a:r>
                        <a:rPr kumimoji="0" lang="en-US" sz="1200" b="0" i="0" u="none" strike="noStrike" kern="1200" cap="none" spc="0" normalizeH="0" baseline="0" noProof="0">
                          <a:ln>
                            <a:noFill/>
                          </a:ln>
                          <a:solidFill>
                            <a:srgbClr val="000000"/>
                          </a:solidFill>
                          <a:effectLst/>
                          <a:uLnTx/>
                          <a:uFillTx/>
                          <a:latin typeface="+mn-lt"/>
                          <a:ea typeface="+mn-ea"/>
                          <a:cs typeface="+mn-cs"/>
                        </a:rPr>
                        <a:t>to guide treatment decisions and help personalize Tx</a:t>
                      </a:r>
                    </a:p>
                  </a:txBody>
                  <a:tcPr marL="51615" marR="51615" anchor="ctr"/>
                </a:tc>
                <a:extLst>
                  <a:ext uri="{0D108BD9-81ED-4DB2-BD59-A6C34878D82A}">
                    <a16:rowId xmlns:a16="http://schemas.microsoft.com/office/drawing/2014/main" val="3410379953"/>
                  </a:ext>
                </a:extLst>
              </a:tr>
              <a:tr h="793455">
                <a:tc>
                  <a:txBody>
                    <a:bodyPr/>
                    <a:lstStyle/>
                    <a:p>
                      <a:pPr algn="ctr"/>
                      <a:r>
                        <a:rPr lang="en-US" sz="1200" b="1">
                          <a:solidFill>
                            <a:schemeClr val="accent3"/>
                          </a:solidFill>
                        </a:rPr>
                        <a:t>12</a:t>
                      </a:r>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n-lt"/>
                          <a:ea typeface="+mn-ea"/>
                          <a:cs typeface="+mn-cs"/>
                        </a:rPr>
                        <a:t>Need for evidence further characterizing MoA </a:t>
                      </a:r>
                      <a:r>
                        <a:rPr kumimoji="0" lang="en-US" sz="1200" b="0" i="0" u="none" strike="noStrike" kern="1200" cap="none" spc="0" normalizeH="0" baseline="0" noProof="0">
                          <a:ln>
                            <a:noFill/>
                          </a:ln>
                          <a:solidFill>
                            <a:srgbClr val="000000"/>
                          </a:solidFill>
                          <a:effectLst/>
                          <a:uLnTx/>
                          <a:uFillTx/>
                          <a:latin typeface="+mn-lt"/>
                          <a:ea typeface="+mn-ea"/>
                          <a:cs typeface="+mn-cs"/>
                        </a:rPr>
                        <a:t>in metastatic NSCLC (i.e., TILs and FCr) - correlate with clinical response</a:t>
                      </a:r>
                    </a:p>
                  </a:txBody>
                  <a:tcPr marL="51615" marR="51615" anchor="ctr"/>
                </a:tc>
                <a:extLst>
                  <a:ext uri="{0D108BD9-81ED-4DB2-BD59-A6C34878D82A}">
                    <a16:rowId xmlns:a16="http://schemas.microsoft.com/office/drawing/2014/main" val="95496973"/>
                  </a:ext>
                </a:extLst>
              </a:tr>
            </a:tbl>
          </a:graphicData>
        </a:graphic>
      </p:graphicFrame>
      <p:grpSp>
        <p:nvGrpSpPr>
          <p:cNvPr id="46" name="Group 45">
            <a:extLst>
              <a:ext uri="{FF2B5EF4-FFF2-40B4-BE49-F238E27FC236}">
                <a16:creationId xmlns:a16="http://schemas.microsoft.com/office/drawing/2014/main" id="{C247B15B-BFF4-CD54-9693-980DA737ED5D}"/>
              </a:ext>
            </a:extLst>
          </p:cNvPr>
          <p:cNvGrpSpPr/>
          <p:nvPr/>
        </p:nvGrpSpPr>
        <p:grpSpPr>
          <a:xfrm>
            <a:off x="271709" y="1739088"/>
            <a:ext cx="5702261" cy="3731496"/>
            <a:chOff x="358337" y="1921968"/>
            <a:chExt cx="5702261" cy="3731496"/>
          </a:xfrm>
        </p:grpSpPr>
        <p:grpSp>
          <p:nvGrpSpPr>
            <p:cNvPr id="21" name="Group 20">
              <a:extLst>
                <a:ext uri="{FF2B5EF4-FFF2-40B4-BE49-F238E27FC236}">
                  <a16:creationId xmlns:a16="http://schemas.microsoft.com/office/drawing/2014/main" id="{2A758ACC-C585-8D31-C4EC-22651ACB84EB}"/>
                </a:ext>
              </a:extLst>
            </p:cNvPr>
            <p:cNvGrpSpPr/>
            <p:nvPr/>
          </p:nvGrpSpPr>
          <p:grpSpPr>
            <a:xfrm>
              <a:off x="358337" y="2353224"/>
              <a:ext cx="5702261" cy="3300240"/>
              <a:chOff x="5777720" y="2434279"/>
              <a:chExt cx="5702261" cy="3300240"/>
            </a:xfrm>
          </p:grpSpPr>
          <p:sp>
            <p:nvSpPr>
              <p:cNvPr id="22" name="Double flèche horizontale 8">
                <a:extLst>
                  <a:ext uri="{FF2B5EF4-FFF2-40B4-BE49-F238E27FC236}">
                    <a16:creationId xmlns:a16="http://schemas.microsoft.com/office/drawing/2014/main" id="{E38A884C-6039-2761-3C6E-51AB204333B0}"/>
                  </a:ext>
                </a:extLst>
              </p:cNvPr>
              <p:cNvSpPr/>
              <p:nvPr/>
            </p:nvSpPr>
            <p:spPr>
              <a:xfrm>
                <a:off x="6223981" y="5388456"/>
                <a:ext cx="5256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7" name="ShapeNameChangedByPowerUser1">
                <a:extLst>
                  <a:ext uri="{FF2B5EF4-FFF2-40B4-BE49-F238E27FC236}">
                    <a16:creationId xmlns:a16="http://schemas.microsoft.com/office/drawing/2014/main" id="{A9B7556B-53E6-EF46-63A5-F4B6CC7C86F0}"/>
                  </a:ext>
                </a:extLst>
              </p:cNvPr>
              <p:cNvSpPr txBox="1"/>
              <p:nvPr/>
            </p:nvSpPr>
            <p:spPr>
              <a:xfrm>
                <a:off x="7229722" y="5549853"/>
                <a:ext cx="3244518" cy="184666"/>
              </a:xfrm>
              <a:prstGeom prst="rect">
                <a:avLst/>
              </a:prstGeom>
              <a:solidFill>
                <a:schemeClr val="lt1"/>
              </a:solid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Urgency to Generate Evidence</a:t>
                </a:r>
              </a:p>
            </p:txBody>
          </p:sp>
          <p:sp>
            <p:nvSpPr>
              <p:cNvPr id="28" name="ShapeNameChangedByPowerUser1">
                <a:extLst>
                  <a:ext uri="{FF2B5EF4-FFF2-40B4-BE49-F238E27FC236}">
                    <a16:creationId xmlns:a16="http://schemas.microsoft.com/office/drawing/2014/main" id="{6BCE2132-BBA9-EAD0-BB4C-A8638EF4C8F0}"/>
                  </a:ext>
                </a:extLst>
              </p:cNvPr>
              <p:cNvSpPr/>
              <p:nvPr/>
            </p:nvSpPr>
            <p:spPr>
              <a:xfrm>
                <a:off x="8035550" y="2581275"/>
                <a:ext cx="1602541" cy="1273478"/>
              </a:xfrm>
              <a:prstGeom prst="rect">
                <a:avLst/>
              </a:prstGeom>
              <a:solidFill>
                <a:srgbClr val="8BD44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29" name="Rectangle à coins arrondis 3">
                <a:extLst>
                  <a:ext uri="{FF2B5EF4-FFF2-40B4-BE49-F238E27FC236}">
                    <a16:creationId xmlns:a16="http://schemas.microsoft.com/office/drawing/2014/main" id="{96BB526B-8C83-ACE1-2F50-176D71C35C57}"/>
                  </a:ext>
                </a:extLst>
              </p:cNvPr>
              <p:cNvSpPr/>
              <p:nvPr/>
            </p:nvSpPr>
            <p:spPr>
              <a:xfrm>
                <a:off x="8035550" y="3996691"/>
                <a:ext cx="1602541" cy="1273478"/>
              </a:xfrm>
              <a:prstGeom prst="rect">
                <a:avLst/>
              </a:prstGeom>
              <a:solidFill>
                <a:srgbClr val="FFF03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1" name="Rectangle à coins arrondis 4">
                <a:extLst>
                  <a:ext uri="{FF2B5EF4-FFF2-40B4-BE49-F238E27FC236}">
                    <a16:creationId xmlns:a16="http://schemas.microsoft.com/office/drawing/2014/main" id="{00F3D105-D513-BD65-DE65-D77EB49F154A}"/>
                  </a:ext>
                </a:extLst>
              </p:cNvPr>
              <p:cNvSpPr/>
              <p:nvPr/>
            </p:nvSpPr>
            <p:spPr>
              <a:xfrm>
                <a:off x="6348416" y="3996691"/>
                <a:ext cx="1602541" cy="1273478"/>
              </a:xfrm>
              <a:prstGeom prst="rect">
                <a:avLst/>
              </a:prstGeom>
              <a:solidFill>
                <a:srgbClr val="FFFF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5" name="ShapeNameChangedByPowerUser2">
                <a:extLst>
                  <a:ext uri="{FF2B5EF4-FFF2-40B4-BE49-F238E27FC236}">
                    <a16:creationId xmlns:a16="http://schemas.microsoft.com/office/drawing/2014/main" id="{18717EB1-5E00-1A0A-0AD5-CB9C51499B5B}"/>
                  </a:ext>
                </a:extLst>
              </p:cNvPr>
              <p:cNvSpPr/>
              <p:nvPr/>
            </p:nvSpPr>
            <p:spPr>
              <a:xfrm>
                <a:off x="6348416" y="2581275"/>
                <a:ext cx="1602541" cy="1273478"/>
              </a:xfrm>
              <a:prstGeom prst="rect">
                <a:avLst/>
              </a:prstGeom>
              <a:solidFill>
                <a:srgbClr val="D3F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a:ln>
                    <a:noFill/>
                  </a:ln>
                  <a:solidFill>
                    <a:srgbClr val="000000"/>
                  </a:solidFill>
                  <a:effectLst/>
                  <a:uLnTx/>
                  <a:uFillTx/>
                  <a:latin typeface="Poppins"/>
                  <a:ea typeface="+mn-ea"/>
                  <a:cs typeface="+mn-cs"/>
                </a:endParaRPr>
              </a:p>
            </p:txBody>
          </p:sp>
          <p:sp>
            <p:nvSpPr>
              <p:cNvPr id="36" name="ShapeNameChangedByPowerUser1">
                <a:extLst>
                  <a:ext uri="{FF2B5EF4-FFF2-40B4-BE49-F238E27FC236}">
                    <a16:creationId xmlns:a16="http://schemas.microsoft.com/office/drawing/2014/main" id="{8F24E192-31A2-8F32-BD16-52E70F1BB5C8}"/>
                  </a:ext>
                </a:extLst>
              </p:cNvPr>
              <p:cNvSpPr/>
              <p:nvPr/>
            </p:nvSpPr>
            <p:spPr>
              <a:xfrm>
                <a:off x="9722684" y="2581275"/>
                <a:ext cx="1602541" cy="1273478"/>
              </a:xfrm>
              <a:prstGeom prst="rect">
                <a:avLst/>
              </a:prstGeom>
              <a:solidFill>
                <a:srgbClr val="125B1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Poppins"/>
                  <a:ea typeface="+mn-ea"/>
                  <a:cs typeface="+mn-cs"/>
                </a:endParaRPr>
              </a:p>
            </p:txBody>
          </p:sp>
          <p:sp>
            <p:nvSpPr>
              <p:cNvPr id="37" name="Rectangle à coins arrondis 3">
                <a:extLst>
                  <a:ext uri="{FF2B5EF4-FFF2-40B4-BE49-F238E27FC236}">
                    <a16:creationId xmlns:a16="http://schemas.microsoft.com/office/drawing/2014/main" id="{0E026B59-3BC6-7011-33D4-05D9363B513E}"/>
                  </a:ext>
                </a:extLst>
              </p:cNvPr>
              <p:cNvSpPr/>
              <p:nvPr/>
            </p:nvSpPr>
            <p:spPr>
              <a:xfrm>
                <a:off x="9722684" y="3996691"/>
                <a:ext cx="1602541" cy="1273478"/>
              </a:xfrm>
              <a:prstGeom prst="rect">
                <a:avLst/>
              </a:prstGeom>
              <a:solidFill>
                <a:srgbClr val="FFC03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8" name="Double flèche horizontale 8">
                <a:extLst>
                  <a:ext uri="{FF2B5EF4-FFF2-40B4-BE49-F238E27FC236}">
                    <a16:creationId xmlns:a16="http://schemas.microsoft.com/office/drawing/2014/main" id="{117627B7-1FE0-E0A8-5968-81776D6EF5B6}"/>
                  </a:ext>
                </a:extLst>
              </p:cNvPr>
              <p:cNvSpPr/>
              <p:nvPr/>
            </p:nvSpPr>
            <p:spPr>
              <a:xfrm rot="16200000">
                <a:off x="4693981" y="3896557"/>
                <a:ext cx="3060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39" name="ZoneTexte 14">
                <a:extLst>
                  <a:ext uri="{FF2B5EF4-FFF2-40B4-BE49-F238E27FC236}">
                    <a16:creationId xmlns:a16="http://schemas.microsoft.com/office/drawing/2014/main" id="{65DF4E7C-83DE-8731-5F99-BBF1EA3161A9}"/>
                  </a:ext>
                </a:extLst>
              </p:cNvPr>
              <p:cNvSpPr txBox="1"/>
              <p:nvPr/>
            </p:nvSpPr>
            <p:spPr>
              <a:xfrm rot="10800000">
                <a:off x="5777720" y="3071726"/>
                <a:ext cx="369332" cy="1785104"/>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Strategic Importance</a:t>
                </a:r>
              </a:p>
            </p:txBody>
          </p:sp>
          <p:sp>
            <p:nvSpPr>
              <p:cNvPr id="40" name="TextBox 39">
                <a:extLst>
                  <a:ext uri="{FF2B5EF4-FFF2-40B4-BE49-F238E27FC236}">
                    <a16:creationId xmlns:a16="http://schemas.microsoft.com/office/drawing/2014/main" id="{8E7AEFAC-A72F-EA2A-FA7E-21CCE2BB30F9}"/>
                  </a:ext>
                </a:extLst>
              </p:cNvPr>
              <p:cNvSpPr txBox="1"/>
              <p:nvPr/>
            </p:nvSpPr>
            <p:spPr>
              <a:xfrm rot="16200000">
                <a:off x="6122391" y="3064126"/>
                <a:ext cx="790601"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High Priority</a:t>
                </a:r>
              </a:p>
            </p:txBody>
          </p:sp>
          <p:sp>
            <p:nvSpPr>
              <p:cNvPr id="41" name="TextBox 40">
                <a:extLst>
                  <a:ext uri="{FF2B5EF4-FFF2-40B4-BE49-F238E27FC236}">
                    <a16:creationId xmlns:a16="http://schemas.microsoft.com/office/drawing/2014/main" id="{0B148B23-8A62-4B3A-7ADA-FADE36658520}"/>
                  </a:ext>
                </a:extLst>
              </p:cNvPr>
              <p:cNvSpPr txBox="1"/>
              <p:nvPr/>
            </p:nvSpPr>
            <p:spPr>
              <a:xfrm>
                <a:off x="6489403" y="4984195"/>
                <a:ext cx="1348446"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(Long-term i.e., 2028+)</a:t>
                </a:r>
              </a:p>
            </p:txBody>
          </p:sp>
          <p:sp>
            <p:nvSpPr>
              <p:cNvPr id="42" name="TextBox 41">
                <a:extLst>
                  <a:ext uri="{FF2B5EF4-FFF2-40B4-BE49-F238E27FC236}">
                    <a16:creationId xmlns:a16="http://schemas.microsoft.com/office/drawing/2014/main" id="{541B20D7-B9F2-45C8-CEC1-0001AC609575}"/>
                  </a:ext>
                </a:extLst>
              </p:cNvPr>
              <p:cNvSpPr txBox="1"/>
              <p:nvPr/>
            </p:nvSpPr>
            <p:spPr>
              <a:xfrm>
                <a:off x="7964194" y="4984195"/>
                <a:ext cx="1745251" cy="307777"/>
              </a:xfrm>
              <a:prstGeom prst="rect">
                <a:avLst/>
              </a:prstGeom>
              <a:noFill/>
            </p:spPr>
            <p:txBody>
              <a:bodyPr wrap="squar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(Medium-term i.e., 2027-2028)</a:t>
                </a:r>
              </a:p>
            </p:txBody>
          </p:sp>
          <p:sp>
            <p:nvSpPr>
              <p:cNvPr id="43" name="TextBox 42">
                <a:extLst>
                  <a:ext uri="{FF2B5EF4-FFF2-40B4-BE49-F238E27FC236}">
                    <a16:creationId xmlns:a16="http://schemas.microsoft.com/office/drawing/2014/main" id="{456D9552-8ED9-30CE-07C5-6286D9BDBED6}"/>
                  </a:ext>
                </a:extLst>
              </p:cNvPr>
              <p:cNvSpPr txBox="1"/>
              <p:nvPr/>
            </p:nvSpPr>
            <p:spPr>
              <a:xfrm>
                <a:off x="9709445" y="4984195"/>
                <a:ext cx="1604927"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(Short-term i.e., 2025-2026)</a:t>
                </a:r>
              </a:p>
            </p:txBody>
          </p:sp>
          <p:sp>
            <p:nvSpPr>
              <p:cNvPr id="44" name="TextBox 43">
                <a:extLst>
                  <a:ext uri="{FF2B5EF4-FFF2-40B4-BE49-F238E27FC236}">
                    <a16:creationId xmlns:a16="http://schemas.microsoft.com/office/drawing/2014/main" id="{38F73EA6-2049-4622-8BC2-D682DA602F6B}"/>
                  </a:ext>
                </a:extLst>
              </p:cNvPr>
              <p:cNvSpPr txBox="1"/>
              <p:nvPr/>
            </p:nvSpPr>
            <p:spPr>
              <a:xfrm rot="16200000">
                <a:off x="6028615" y="4431379"/>
                <a:ext cx="978153"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Medium Priority</a:t>
                </a:r>
              </a:p>
            </p:txBody>
          </p:sp>
        </p:grpSp>
        <p:sp>
          <p:nvSpPr>
            <p:cNvPr id="45" name="ZoneTexte 14">
              <a:extLst>
                <a:ext uri="{FF2B5EF4-FFF2-40B4-BE49-F238E27FC236}">
                  <a16:creationId xmlns:a16="http://schemas.microsoft.com/office/drawing/2014/main" id="{2E5EC395-AC1F-9B77-F18F-629A687B96A4}"/>
                </a:ext>
              </a:extLst>
            </p:cNvPr>
            <p:cNvSpPr txBox="1"/>
            <p:nvPr/>
          </p:nvSpPr>
          <p:spPr>
            <a:xfrm rot="16200000">
              <a:off x="2994024" y="1050896"/>
              <a:ext cx="430887" cy="2173031"/>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Poppins"/>
                  <a:ea typeface="+mn-ea"/>
                  <a:cs typeface="+mn-cs"/>
                </a:rPr>
                <a:t>Prioritization Matrix</a:t>
              </a:r>
            </a:p>
          </p:txBody>
        </p:sp>
      </p:grpSp>
      <p:sp>
        <p:nvSpPr>
          <p:cNvPr id="53" name="Rectangle 52">
            <a:extLst>
              <a:ext uri="{FF2B5EF4-FFF2-40B4-BE49-F238E27FC236}">
                <a16:creationId xmlns:a16="http://schemas.microsoft.com/office/drawing/2014/main" id="{013EC9EA-BEF9-92A1-904E-DF1DA2AE65EE}"/>
              </a:ext>
            </a:extLst>
          </p:cNvPr>
          <p:cNvSpPr/>
          <p:nvPr/>
        </p:nvSpPr>
        <p:spPr>
          <a:xfrm>
            <a:off x="4461192" y="2485781"/>
            <a:ext cx="435232" cy="24765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10</a:t>
            </a:r>
          </a:p>
        </p:txBody>
      </p:sp>
      <p:sp>
        <p:nvSpPr>
          <p:cNvPr id="54" name="Rectangle 53">
            <a:extLst>
              <a:ext uri="{FF2B5EF4-FFF2-40B4-BE49-F238E27FC236}">
                <a16:creationId xmlns:a16="http://schemas.microsoft.com/office/drawing/2014/main" id="{E70171A6-32BC-6B84-6EBD-DB55E455EF10}"/>
              </a:ext>
            </a:extLst>
          </p:cNvPr>
          <p:cNvSpPr/>
          <p:nvPr/>
        </p:nvSpPr>
        <p:spPr>
          <a:xfrm>
            <a:off x="5005897" y="2485781"/>
            <a:ext cx="435232" cy="24765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11</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grpSp>
        <p:nvGrpSpPr>
          <p:cNvPr id="21512" name="Group 21511">
            <a:extLst>
              <a:ext uri="{FF2B5EF4-FFF2-40B4-BE49-F238E27FC236}">
                <a16:creationId xmlns:a16="http://schemas.microsoft.com/office/drawing/2014/main" id="{920610E1-65DE-5791-67F8-3B8442FEC980}"/>
              </a:ext>
            </a:extLst>
          </p:cNvPr>
          <p:cNvGrpSpPr/>
          <p:nvPr/>
        </p:nvGrpSpPr>
        <p:grpSpPr>
          <a:xfrm>
            <a:off x="360235" y="5515140"/>
            <a:ext cx="5448125" cy="538609"/>
            <a:chOff x="9702263" y="10164"/>
            <a:chExt cx="5601684" cy="538609"/>
          </a:xfrm>
        </p:grpSpPr>
        <p:sp>
          <p:nvSpPr>
            <p:cNvPr id="21513" name="TextBox 21512">
              <a:extLst>
                <a:ext uri="{FF2B5EF4-FFF2-40B4-BE49-F238E27FC236}">
                  <a16:creationId xmlns:a16="http://schemas.microsoft.com/office/drawing/2014/main" id="{3EF0CFE4-3981-5DC6-FD85-4F3D78C98876}"/>
                </a:ext>
              </a:extLst>
            </p:cNvPr>
            <p:cNvSpPr txBox="1"/>
            <p:nvPr/>
          </p:nvSpPr>
          <p:spPr>
            <a:xfrm>
              <a:off x="9702263" y="10164"/>
              <a:ext cx="5601684"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Metastatic NSCLC Gaps</a:t>
              </a:r>
            </a:p>
          </p:txBody>
        </p:sp>
        <p:sp>
          <p:nvSpPr>
            <p:cNvPr id="21514" name="Rectangle 21513">
              <a:extLst>
                <a:ext uri="{FF2B5EF4-FFF2-40B4-BE49-F238E27FC236}">
                  <a16:creationId xmlns:a16="http://schemas.microsoft.com/office/drawing/2014/main" id="{603EB291-FF1A-7A66-9DB7-D4B6538472AC}"/>
                </a:ext>
              </a:extLst>
            </p:cNvPr>
            <p:cNvSpPr/>
            <p:nvPr/>
          </p:nvSpPr>
          <p:spPr>
            <a:xfrm>
              <a:off x="10093327" y="327569"/>
              <a:ext cx="127734" cy="103786"/>
            </a:xfrm>
            <a:prstGeom prst="rect">
              <a:avLst/>
            </a:prstGeom>
            <a:solidFill>
              <a:srgbClr val="004D60"/>
            </a:solidFill>
            <a:ln w="19050">
              <a:solidFill>
                <a:srgbClr val="004D60"/>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21517" name="Rectangle 21516">
            <a:extLst>
              <a:ext uri="{FF2B5EF4-FFF2-40B4-BE49-F238E27FC236}">
                <a16:creationId xmlns:a16="http://schemas.microsoft.com/office/drawing/2014/main" id="{14C4D594-BFF4-9EDD-9A34-B998E1469E7E}"/>
              </a:ext>
            </a:extLst>
          </p:cNvPr>
          <p:cNvSpPr/>
          <p:nvPr/>
        </p:nvSpPr>
        <p:spPr>
          <a:xfrm>
            <a:off x="4461192" y="3973706"/>
            <a:ext cx="435232" cy="24765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12</a:t>
            </a:r>
          </a:p>
        </p:txBody>
      </p:sp>
      <p:grpSp>
        <p:nvGrpSpPr>
          <p:cNvPr id="2" name="Group 1">
            <a:extLst>
              <a:ext uri="{FF2B5EF4-FFF2-40B4-BE49-F238E27FC236}">
                <a16:creationId xmlns:a16="http://schemas.microsoft.com/office/drawing/2014/main" id="{11F4AA19-8BE4-1568-1FB8-B11BDBF7403C}"/>
              </a:ext>
            </a:extLst>
          </p:cNvPr>
          <p:cNvGrpSpPr/>
          <p:nvPr/>
        </p:nvGrpSpPr>
        <p:grpSpPr>
          <a:xfrm>
            <a:off x="6832425" y="2620040"/>
            <a:ext cx="444784" cy="295064"/>
            <a:chOff x="532595" y="2351149"/>
            <a:chExt cx="444784" cy="295064"/>
          </a:xfrm>
        </p:grpSpPr>
        <p:pic>
          <p:nvPicPr>
            <p:cNvPr id="24" name="Picture 23" descr="A blue circle with yellow stars in center&#10;&#10;Description automatically generated">
              <a:extLst>
                <a:ext uri="{FF2B5EF4-FFF2-40B4-BE49-F238E27FC236}">
                  <a16:creationId xmlns:a16="http://schemas.microsoft.com/office/drawing/2014/main" id="{357B404B-BDF5-D7E3-B2D1-C03D69C0E8F7}"/>
                </a:ext>
              </a:extLst>
            </p:cNvPr>
            <p:cNvPicPr>
              <a:picLocks noChangeAspect="1"/>
            </p:cNvPicPr>
            <p:nvPr/>
          </p:nvPicPr>
          <p:blipFill>
            <a:blip r:embed="rId5"/>
            <a:stretch>
              <a:fillRect/>
            </a:stretch>
          </p:blipFill>
          <p:spPr>
            <a:xfrm>
              <a:off x="682315" y="2351149"/>
              <a:ext cx="295064" cy="295064"/>
            </a:xfrm>
            <a:prstGeom prst="rect">
              <a:avLst/>
            </a:prstGeom>
            <a:ln>
              <a:noFill/>
            </a:ln>
          </p:spPr>
        </p:pic>
        <p:pic>
          <p:nvPicPr>
            <p:cNvPr id="25" name="Graphic 24">
              <a:extLst>
                <a:ext uri="{FF2B5EF4-FFF2-40B4-BE49-F238E27FC236}">
                  <a16:creationId xmlns:a16="http://schemas.microsoft.com/office/drawing/2014/main" id="{E6C5D5B9-1232-26BC-6FBE-E632DB7F400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2595" y="2351149"/>
              <a:ext cx="295064" cy="295064"/>
            </a:xfrm>
            <a:prstGeom prst="rect">
              <a:avLst/>
            </a:prstGeom>
          </p:spPr>
        </p:pic>
      </p:grpSp>
      <p:grpSp>
        <p:nvGrpSpPr>
          <p:cNvPr id="26" name="Group 25">
            <a:extLst>
              <a:ext uri="{FF2B5EF4-FFF2-40B4-BE49-F238E27FC236}">
                <a16:creationId xmlns:a16="http://schemas.microsoft.com/office/drawing/2014/main" id="{2D20C850-5F2F-A670-6C60-8AA3865A78B7}"/>
              </a:ext>
            </a:extLst>
          </p:cNvPr>
          <p:cNvGrpSpPr/>
          <p:nvPr/>
        </p:nvGrpSpPr>
        <p:grpSpPr>
          <a:xfrm>
            <a:off x="6830300" y="3115649"/>
            <a:ext cx="449034" cy="342578"/>
            <a:chOff x="540208" y="3505841"/>
            <a:chExt cx="449034" cy="342578"/>
          </a:xfrm>
        </p:grpSpPr>
        <p:pic>
          <p:nvPicPr>
            <p:cNvPr id="30" name="Picture 29" descr="A flag of spain on a black background&#10;&#10;AI-generated content may be incorrect.">
              <a:extLst>
                <a:ext uri="{FF2B5EF4-FFF2-40B4-BE49-F238E27FC236}">
                  <a16:creationId xmlns:a16="http://schemas.microsoft.com/office/drawing/2014/main" id="{2E3E7FDE-20B2-7892-F2B9-C05C1E6BD835}"/>
                </a:ext>
              </a:extLst>
            </p:cNvPr>
            <p:cNvPicPr>
              <a:picLocks noChangeAspect="1"/>
            </p:cNvPicPr>
            <p:nvPr/>
          </p:nvPicPr>
          <p:blipFill>
            <a:blip r:embed="rId8"/>
            <a:stretch>
              <a:fillRect/>
            </a:stretch>
          </p:blipFill>
          <p:spPr>
            <a:xfrm>
              <a:off x="646664" y="3505841"/>
              <a:ext cx="342578" cy="342578"/>
            </a:xfrm>
            <a:prstGeom prst="rect">
              <a:avLst/>
            </a:prstGeom>
          </p:spPr>
        </p:pic>
        <p:pic>
          <p:nvPicPr>
            <p:cNvPr id="32" name="Graphic 31">
              <a:extLst>
                <a:ext uri="{FF2B5EF4-FFF2-40B4-BE49-F238E27FC236}">
                  <a16:creationId xmlns:a16="http://schemas.microsoft.com/office/drawing/2014/main" id="{7518271B-0D04-1C6A-8486-6A6F0EC02F2F}"/>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540208" y="3529598"/>
              <a:ext cx="295064" cy="295064"/>
            </a:xfrm>
            <a:prstGeom prst="rect">
              <a:avLst/>
            </a:prstGeom>
          </p:spPr>
        </p:pic>
      </p:grpSp>
      <p:grpSp>
        <p:nvGrpSpPr>
          <p:cNvPr id="50" name="Group 49">
            <a:extLst>
              <a:ext uri="{FF2B5EF4-FFF2-40B4-BE49-F238E27FC236}">
                <a16:creationId xmlns:a16="http://schemas.microsoft.com/office/drawing/2014/main" id="{EB1BD1A1-B232-69B4-8DF4-589FC9824601}"/>
              </a:ext>
            </a:extLst>
          </p:cNvPr>
          <p:cNvGrpSpPr/>
          <p:nvPr/>
        </p:nvGrpSpPr>
        <p:grpSpPr>
          <a:xfrm>
            <a:off x="6830311" y="3771156"/>
            <a:ext cx="449012" cy="298586"/>
            <a:chOff x="547384" y="5243388"/>
            <a:chExt cx="449012" cy="298586"/>
          </a:xfrm>
        </p:grpSpPr>
        <p:pic>
          <p:nvPicPr>
            <p:cNvPr id="51" name="Graphic 50">
              <a:extLst>
                <a:ext uri="{FF2B5EF4-FFF2-40B4-BE49-F238E27FC236}">
                  <a16:creationId xmlns:a16="http://schemas.microsoft.com/office/drawing/2014/main" id="{C34CECE0-BA2E-1ED4-EEC6-60C8BEACBCCD}"/>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701332" y="5243388"/>
              <a:ext cx="295064" cy="293268"/>
            </a:xfrm>
            <a:prstGeom prst="rect">
              <a:avLst/>
            </a:prstGeom>
          </p:spPr>
        </p:pic>
        <p:pic>
          <p:nvPicPr>
            <p:cNvPr id="52" name="Picture 51">
              <a:extLst>
                <a:ext uri="{FF2B5EF4-FFF2-40B4-BE49-F238E27FC236}">
                  <a16:creationId xmlns:a16="http://schemas.microsoft.com/office/drawing/2014/main" id="{118D530E-280D-C9A4-E69F-EEFBA3B8A6A3}"/>
                </a:ext>
              </a:extLst>
            </p:cNvPr>
            <p:cNvPicPr>
              <a:picLocks noChangeAspect="1"/>
            </p:cNvPicPr>
            <p:nvPr/>
          </p:nvPicPr>
          <p:blipFill rotWithShape="1">
            <a:blip r:embed="rId9"/>
            <a:srcRect l="16667" r="16667"/>
            <a:stretch/>
          </p:blipFill>
          <p:spPr>
            <a:xfrm>
              <a:off x="547384" y="5248706"/>
              <a:ext cx="293268" cy="293268"/>
            </a:xfrm>
            <a:prstGeom prst="ellipse">
              <a:avLst/>
            </a:prstGeom>
          </p:spPr>
        </p:pic>
      </p:grpSp>
      <p:grpSp>
        <p:nvGrpSpPr>
          <p:cNvPr id="5" name="Group 4">
            <a:extLst>
              <a:ext uri="{FF2B5EF4-FFF2-40B4-BE49-F238E27FC236}">
                <a16:creationId xmlns:a16="http://schemas.microsoft.com/office/drawing/2014/main" id="{759FEAD9-B693-222D-0D1D-9CD3355423EC}"/>
              </a:ext>
            </a:extLst>
          </p:cNvPr>
          <p:cNvGrpSpPr/>
          <p:nvPr/>
        </p:nvGrpSpPr>
        <p:grpSpPr>
          <a:xfrm>
            <a:off x="-9526" y="-7584"/>
            <a:ext cx="11815014" cy="180000"/>
            <a:chOff x="-9526" y="-7584"/>
            <a:chExt cx="11815014" cy="180000"/>
          </a:xfrm>
        </p:grpSpPr>
        <p:sp>
          <p:nvSpPr>
            <p:cNvPr id="6" name="Rectangle 5">
              <a:extLst>
                <a:ext uri="{FF2B5EF4-FFF2-40B4-BE49-F238E27FC236}">
                  <a16:creationId xmlns:a16="http://schemas.microsoft.com/office/drawing/2014/main" id="{0F0E88C5-F30F-CA51-1CD7-D92E10000751}"/>
                </a:ext>
              </a:extLst>
            </p:cNvPr>
            <p:cNvSpPr/>
            <p:nvPr/>
          </p:nvSpPr>
          <p:spPr>
            <a:xfrm>
              <a:off x="-9526" y="-7584"/>
              <a:ext cx="2045850" cy="18000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Metastatic NSCLC</a:t>
              </a:r>
            </a:p>
          </p:txBody>
        </p:sp>
        <p:sp>
          <p:nvSpPr>
            <p:cNvPr id="7" name="Arrow: Pentagon 6">
              <a:extLst>
                <a:ext uri="{FF2B5EF4-FFF2-40B4-BE49-F238E27FC236}">
                  <a16:creationId xmlns:a16="http://schemas.microsoft.com/office/drawing/2014/main" id="{F345C061-705B-F9BA-DBB7-A3553CCC6AEE}"/>
                </a:ext>
              </a:extLst>
            </p:cNvPr>
            <p:cNvSpPr/>
            <p:nvPr/>
          </p:nvSpPr>
          <p:spPr>
            <a:xfrm>
              <a:off x="2036324"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8" name="Arrow: Chevron 7">
              <a:extLst>
                <a:ext uri="{FF2B5EF4-FFF2-40B4-BE49-F238E27FC236}">
                  <a16:creationId xmlns:a16="http://schemas.microsoft.com/office/drawing/2014/main" id="{D00B5AD5-1EBD-CAE8-C3B8-91ABE5DCE528}"/>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0" name="Arrow: Chevron 9">
              <a:extLst>
                <a:ext uri="{FF2B5EF4-FFF2-40B4-BE49-F238E27FC236}">
                  <a16:creationId xmlns:a16="http://schemas.microsoft.com/office/drawing/2014/main" id="{A71D1DE3-626E-7366-5242-D78110693D5D}"/>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1" name="Arrow: Chevron 10">
              <a:extLst>
                <a:ext uri="{FF2B5EF4-FFF2-40B4-BE49-F238E27FC236}">
                  <a16:creationId xmlns:a16="http://schemas.microsoft.com/office/drawing/2014/main" id="{666EA685-7795-D04F-F594-FDDF2F435CA5}"/>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41139116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5F2B1-2648-9287-5B57-2670845582D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97E1028-3FF9-0F6B-7294-B3FAC049A005}"/>
              </a:ext>
            </a:extLst>
          </p:cNvPr>
          <p:cNvGraphicFramePr>
            <a:graphicFrameLocks noChangeAspect="1"/>
          </p:cNvGraphicFramePr>
          <p:nvPr>
            <p:custDataLst>
              <p:tags r:id="rId1"/>
            </p:custDataLst>
            <p:extLst>
              <p:ext uri="{D42A27DB-BD31-4B8C-83A1-F6EECF244321}">
                <p14:modId xmlns:p14="http://schemas.microsoft.com/office/powerpoint/2010/main" val="16463675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497E1028-3FF9-0F6B-7294-B3FAC049A0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8AE11A8-2630-2B55-6E50-26F76EC501E0}"/>
              </a:ext>
            </a:extLst>
          </p:cNvPr>
          <p:cNvSpPr>
            <a:spLocks noGrp="1"/>
          </p:cNvSpPr>
          <p:nvPr>
            <p:ph type="title"/>
          </p:nvPr>
        </p:nvSpPr>
        <p:spPr>
          <a:xfrm>
            <a:off x="358337" y="271427"/>
            <a:ext cx="11470125" cy="369332"/>
          </a:xfrm>
        </p:spPr>
        <p:txBody>
          <a:bodyPr vert="horz"/>
          <a:lstStyle/>
          <a:p>
            <a:r>
              <a:rPr lang="en-US" sz="2400"/>
              <a:t>ESMO List of Evidence Gaps: Metastatic NSCLC</a:t>
            </a:r>
          </a:p>
        </p:txBody>
      </p:sp>
      <p:graphicFrame>
        <p:nvGraphicFramePr>
          <p:cNvPr id="8" name="Table 7">
            <a:extLst>
              <a:ext uri="{FF2B5EF4-FFF2-40B4-BE49-F238E27FC236}">
                <a16:creationId xmlns:a16="http://schemas.microsoft.com/office/drawing/2014/main" id="{90871559-2B4A-0470-0605-8438D1D7A767}"/>
              </a:ext>
            </a:extLst>
          </p:cNvPr>
          <p:cNvGraphicFramePr>
            <a:graphicFrameLocks noGrp="1"/>
          </p:cNvGraphicFramePr>
          <p:nvPr>
            <p:extLst>
              <p:ext uri="{D42A27DB-BD31-4B8C-83A1-F6EECF244321}">
                <p14:modId xmlns:p14="http://schemas.microsoft.com/office/powerpoint/2010/main" val="1118623592"/>
              </p:ext>
            </p:extLst>
          </p:nvPr>
        </p:nvGraphicFramePr>
        <p:xfrm>
          <a:off x="358337" y="1380744"/>
          <a:ext cx="11484000" cy="1426560"/>
        </p:xfrm>
        <a:graphic>
          <a:graphicData uri="http://schemas.openxmlformats.org/drawingml/2006/table">
            <a:tbl>
              <a:tblPr firstRow="1" bandRow="1">
                <a:tableStyleId>{073A0DAA-6AF3-43AB-8588-CEC1D06C72B9}</a:tableStyleId>
              </a:tblPr>
              <a:tblGrid>
                <a:gridCol w="1224000">
                  <a:extLst>
                    <a:ext uri="{9D8B030D-6E8A-4147-A177-3AD203B41FA5}">
                      <a16:colId xmlns:a16="http://schemas.microsoft.com/office/drawing/2014/main" val="4274197813"/>
                    </a:ext>
                  </a:extLst>
                </a:gridCol>
                <a:gridCol w="7380000">
                  <a:extLst>
                    <a:ext uri="{9D8B030D-6E8A-4147-A177-3AD203B41FA5}">
                      <a16:colId xmlns:a16="http://schemas.microsoft.com/office/drawing/2014/main" val="3409405350"/>
                    </a:ext>
                  </a:extLst>
                </a:gridCol>
                <a:gridCol w="1296000">
                  <a:extLst>
                    <a:ext uri="{9D8B030D-6E8A-4147-A177-3AD203B41FA5}">
                      <a16:colId xmlns:a16="http://schemas.microsoft.com/office/drawing/2014/main" val="3980878870"/>
                    </a:ext>
                  </a:extLst>
                </a:gridCol>
                <a:gridCol w="1584000">
                  <a:extLst>
                    <a:ext uri="{9D8B030D-6E8A-4147-A177-3AD203B41FA5}">
                      <a16:colId xmlns:a16="http://schemas.microsoft.com/office/drawing/2014/main" val="924744953"/>
                    </a:ext>
                  </a:extLst>
                </a:gridCol>
              </a:tblGrid>
              <a:tr h="153591">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Metastatic NSCLC</a:t>
                      </a:r>
                      <a:endParaRPr lang="en-US" sz="1200" b="1" i="1">
                        <a:solidFill>
                          <a:schemeClr val="bg1"/>
                        </a:solidFill>
                      </a:endParaRPr>
                    </a:p>
                  </a:txBody>
                  <a:tcPr anchor="ctr">
                    <a:solidFill>
                      <a:srgbClr val="004D60"/>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ESMO Gaps (Non-Exhaustive)*</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p>
                  </a:txBody>
                  <a:tcPr anchor="ctr">
                    <a:solidFill>
                      <a:srgbClr val="004D60"/>
                    </a:solidFill>
                  </a:tcPr>
                </a:tc>
                <a:extLst>
                  <a:ext uri="{0D108BD9-81ED-4DB2-BD59-A6C34878D82A}">
                    <a16:rowId xmlns:a16="http://schemas.microsoft.com/office/drawing/2014/main" val="1667024452"/>
                  </a:ext>
                </a:extLst>
              </a:tr>
              <a:tr h="3311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i="1" kern="1200">
                        <a:solidFill>
                          <a:schemeClr val="bg1">
                            <a:lumMod val="50000"/>
                          </a:schemeClr>
                        </a:solidFill>
                        <a:highlight>
                          <a:srgbClr val="FFFF00"/>
                        </a:highlight>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kern="1200" noProof="0">
                          <a:solidFill>
                            <a:schemeClr val="dk1"/>
                          </a:solidFill>
                          <a:latin typeface="+mn-lt"/>
                          <a:ea typeface="+mn-ea"/>
                          <a:cs typeface="+mn-cs"/>
                        </a:rPr>
                        <a:t>Need for comparative analysis to drive differentiation </a:t>
                      </a:r>
                      <a:r>
                        <a:rPr lang="en-GB" sz="1000" b="0" kern="1200" noProof="0">
                          <a:solidFill>
                            <a:schemeClr val="dk1"/>
                          </a:solidFill>
                          <a:latin typeface="+mn-lt"/>
                          <a:ea typeface="+mn-ea"/>
                          <a:cs typeface="+mn-cs"/>
                        </a:rPr>
                        <a:t>against other PD-1/PD-L1 in the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200" noProof="0">
                          <a:solidFill>
                            <a:schemeClr val="dk1"/>
                          </a:solidFill>
                          <a:latin typeface="+mn-lt"/>
                          <a:ea typeface="+mn-ea"/>
                          <a:cs typeface="+mn-cs"/>
                        </a:rPr>
                        <a:t>context of a crowded market</a:t>
                      </a:r>
                    </a:p>
                  </a:txBody>
                  <a:tcPr marL="108000" anchor="ctr">
                    <a:solidFill>
                      <a:srgbClr val="E7E7E7"/>
                    </a:solidFill>
                  </a:tcPr>
                </a:tc>
                <a:tc rowSpan="2">
                  <a:txBody>
                    <a:bodyPr/>
                    <a:lstStyle/>
                    <a:p>
                      <a:r>
                        <a:rPr lang="en-US" sz="1000">
                          <a:solidFill>
                            <a:schemeClr val="tx1"/>
                          </a:solidFill>
                        </a:rPr>
                        <a:t>At-Close or Near-Close</a:t>
                      </a:r>
                    </a:p>
                  </a:txBody>
                  <a:tcPr anchor="ctr"/>
                </a:tc>
                <a:tc>
                  <a:txBody>
                    <a:bodyPr/>
                    <a:lstStyle/>
                    <a:p>
                      <a:r>
                        <a:rPr lang="en-US" sz="1000">
                          <a:solidFill>
                            <a:schemeClr val="tx1"/>
                          </a:solidFill>
                        </a:rPr>
                        <a:t>N:8, N:9, N:17</a:t>
                      </a:r>
                    </a:p>
                  </a:txBody>
                  <a:tcPr anchor="ctr">
                    <a:solidFill>
                      <a:srgbClr val="E7E7E7"/>
                    </a:solidFill>
                  </a:tcPr>
                </a:tc>
                <a:extLst>
                  <a:ext uri="{0D108BD9-81ED-4DB2-BD59-A6C34878D82A}">
                    <a16:rowId xmlns:a16="http://schemas.microsoft.com/office/drawing/2014/main" val="3107489342"/>
                  </a:ext>
                </a:extLst>
              </a:tr>
              <a:tr h="468000">
                <a:tc>
                  <a:txBody>
                    <a:bodyPr/>
                    <a:lstStyle/>
                    <a:p>
                      <a:endParaRPr lang="en-US" sz="1200">
                        <a:solidFill>
                          <a:schemeClr val="bg1">
                            <a:lumMod val="50000"/>
                          </a:schemeClr>
                        </a:solidFill>
                        <a:highlight>
                          <a:srgbClr val="FFFF00"/>
                        </a:highlight>
                      </a:endParaRPr>
                    </a:p>
                  </a:txBody>
                  <a:tcPr anchor="ctr">
                    <a:solidFill>
                      <a:srgbClr val="CBCBCB"/>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ysClr val="windowText" lastClr="000000"/>
                          </a:solidFill>
                          <a:effectLst/>
                          <a:uLnTx/>
                          <a:uFillTx/>
                          <a:latin typeface="+mn-lt"/>
                          <a:ea typeface="+mn-ea"/>
                          <a:cs typeface="+mn-cs"/>
                        </a:rPr>
                        <a:t>Need for subgroup analysis for 1L NSQ NSCLC &gt;50% and </a:t>
                      </a:r>
                      <a:r>
                        <a:rPr kumimoji="0" lang="en-US" sz="1000" b="1" i="0" u="none" strike="noStrike" kern="1200" cap="none" spc="0" normalizeH="0" baseline="0" noProof="0">
                          <a:ln>
                            <a:noFill/>
                          </a:ln>
                          <a:solidFill>
                            <a:sysClr val="windowText" lastClr="000000"/>
                          </a:solidFill>
                          <a:effectLst/>
                          <a:uLnTx/>
                          <a:uFillTx/>
                          <a:latin typeface="+mn-lt"/>
                          <a:ea typeface="+mn-ea"/>
                          <a:cs typeface="+mn-cs"/>
                        </a:rPr>
                        <a:t>publication in a peer-reviewed </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ysClr val="windowText" lastClr="000000"/>
                          </a:solidFill>
                          <a:effectLst/>
                          <a:uLnTx/>
                          <a:uFillTx/>
                          <a:latin typeface="+mn-lt"/>
                          <a:ea typeface="+mn-ea"/>
                          <a:cs typeface="+mn-cs"/>
                        </a:rPr>
                        <a:t>journal</a:t>
                      </a:r>
                    </a:p>
                  </a:txBody>
                  <a:tcPr marL="108000"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N:10</a:t>
                      </a:r>
                    </a:p>
                  </a:txBody>
                  <a:tcPr anchor="ctr">
                    <a:solidFill>
                      <a:srgbClr val="CBCBCB"/>
                    </a:solidFill>
                  </a:tcPr>
                </a:tc>
                <a:extLst>
                  <a:ext uri="{0D108BD9-81ED-4DB2-BD59-A6C34878D82A}">
                    <a16:rowId xmlns:a16="http://schemas.microsoft.com/office/drawing/2014/main" val="2595247571"/>
                  </a:ext>
                </a:extLst>
              </a:tr>
            </a:tbl>
          </a:graphicData>
        </a:graphic>
      </p:graphicFrame>
      <p:pic>
        <p:nvPicPr>
          <p:cNvPr id="68" name="Picture 2" descr="European Society for Medical Oncology (ESMO) - YouTube">
            <a:extLst>
              <a:ext uri="{FF2B5EF4-FFF2-40B4-BE49-F238E27FC236}">
                <a16:creationId xmlns:a16="http://schemas.microsoft.com/office/drawing/2014/main" id="{7E5CA475-740C-57E0-C7AB-E37510FF55D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bwMode="auto">
          <a:xfrm>
            <a:off x="8340618" y="2060744"/>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European Society for Medical Oncology (ESMO) - YouTube">
            <a:extLst>
              <a:ext uri="{FF2B5EF4-FFF2-40B4-BE49-F238E27FC236}">
                <a16:creationId xmlns:a16="http://schemas.microsoft.com/office/drawing/2014/main" id="{6FE5B28F-E3A1-310F-CBD4-05D4C0B29A79}"/>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bwMode="auto">
          <a:xfrm>
            <a:off x="8340618" y="2515058"/>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Group 73">
            <a:extLst>
              <a:ext uri="{FF2B5EF4-FFF2-40B4-BE49-F238E27FC236}">
                <a16:creationId xmlns:a16="http://schemas.microsoft.com/office/drawing/2014/main" id="{B38EE114-FE96-1877-A31C-B035A9B06E48}"/>
              </a:ext>
            </a:extLst>
          </p:cNvPr>
          <p:cNvGrpSpPr/>
          <p:nvPr/>
        </p:nvGrpSpPr>
        <p:grpSpPr>
          <a:xfrm>
            <a:off x="8699856" y="910976"/>
            <a:ext cx="3142481" cy="323165"/>
            <a:chOff x="6459941" y="619466"/>
            <a:chExt cx="3142481" cy="323165"/>
          </a:xfrm>
        </p:grpSpPr>
        <p:sp>
          <p:nvSpPr>
            <p:cNvPr id="77" name="TextBox 76">
              <a:extLst>
                <a:ext uri="{FF2B5EF4-FFF2-40B4-BE49-F238E27FC236}">
                  <a16:creationId xmlns:a16="http://schemas.microsoft.com/office/drawing/2014/main" id="{0FB7860F-DCA9-B6D5-2FB3-FD9D378E5E4F}"/>
                </a:ext>
              </a:extLst>
            </p:cNvPr>
            <p:cNvSpPr txBox="1"/>
            <p:nvPr/>
          </p:nvSpPr>
          <p:spPr>
            <a:xfrm>
              <a:off x="6459941" y="619466"/>
              <a:ext cx="3142481" cy="323165"/>
            </a:xfrm>
            <a:prstGeom prst="rect">
              <a:avLst/>
            </a:prstGeom>
            <a:noFill/>
          </p:spPr>
          <p:txBody>
            <a:bodyPr wrap="square" lIns="91440" tIns="91440" rIns="91440" bIns="91440" rtlCol="0">
              <a:spAutoFit/>
            </a:bodyPr>
            <a:lstStyle/>
            <a:p>
              <a:pPr lvl="0">
                <a:spcAft>
                  <a:spcPts val="600"/>
                </a:spcAf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r>
                <a:rPr lang="en-US" sz="900" b="1">
                  <a:solidFill>
                    <a:srgbClr val="000000"/>
                  </a:solidFill>
                  <a:latin typeface="Poppins"/>
                </a:rPr>
                <a:t>:                    </a:t>
              </a:r>
              <a:r>
                <a:rPr lang="en-US" sz="900">
                  <a:solidFill>
                    <a:srgbClr val="000000"/>
                  </a:solidFill>
                </a:rPr>
                <a:t>Gap originated at ESMO (Sept ’24)</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76" name="Picture 2" descr="European Society for Medical Oncology (ESMO) - YouTube">
              <a:extLst>
                <a:ext uri="{FF2B5EF4-FFF2-40B4-BE49-F238E27FC236}">
                  <a16:creationId xmlns:a16="http://schemas.microsoft.com/office/drawing/2014/main" id="{1126E3FC-8936-E8D1-3C87-4ADC4C5451B4}"/>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bwMode="auto">
            <a:xfrm>
              <a:off x="7063295" y="696165"/>
              <a:ext cx="396000" cy="146680"/>
            </a:xfrm>
            <a:prstGeom prst="rect">
              <a:avLst/>
            </a:prstGeom>
            <a:noFill/>
            <a:extLst>
              <a:ext uri="{909E8E84-426E-40DD-AFC4-6F175D3DCCD1}">
                <a14:hiddenFill xmlns:a14="http://schemas.microsoft.com/office/drawing/2010/main">
                  <a:solidFill>
                    <a:srgbClr val="FFFFFF"/>
                  </a:solidFill>
                </a14:hiddenFill>
              </a:ext>
            </a:extLst>
          </p:spPr>
        </p:pic>
      </p:grpSp>
      <p:pic>
        <p:nvPicPr>
          <p:cNvPr id="60" name="Graphic 59">
            <a:extLst>
              <a:ext uri="{FF2B5EF4-FFF2-40B4-BE49-F238E27FC236}">
                <a16:creationId xmlns:a16="http://schemas.microsoft.com/office/drawing/2014/main" id="{8693FE9C-6B8F-B237-F1DA-7FF106DE049D}"/>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773030" y="2424702"/>
            <a:ext cx="329184" cy="329184"/>
          </a:xfrm>
          <a:prstGeom prst="rect">
            <a:avLst/>
          </a:prstGeom>
        </p:spPr>
      </p:pic>
      <p:pic>
        <p:nvPicPr>
          <p:cNvPr id="62" name="Graphic 61">
            <a:extLst>
              <a:ext uri="{FF2B5EF4-FFF2-40B4-BE49-F238E27FC236}">
                <a16:creationId xmlns:a16="http://schemas.microsoft.com/office/drawing/2014/main" id="{F0DCE60C-0E06-BA8D-FAA3-544BC2372009}"/>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773030" y="1986316"/>
            <a:ext cx="329184" cy="329184"/>
          </a:xfrm>
          <a:prstGeom prst="rect">
            <a:avLst/>
          </a:prstGeom>
        </p:spPr>
      </p:pic>
      <p:sp>
        <p:nvSpPr>
          <p:cNvPr id="11" name="Speech Bubble: Rectangle 10">
            <a:extLst>
              <a:ext uri="{FF2B5EF4-FFF2-40B4-BE49-F238E27FC236}">
                <a16:creationId xmlns:a16="http://schemas.microsoft.com/office/drawing/2014/main" id="{954A2EC1-7DEF-7BEB-C479-CBD95BB6ABC2}"/>
              </a:ext>
            </a:extLst>
          </p:cNvPr>
          <p:cNvSpPr/>
          <p:nvPr/>
        </p:nvSpPr>
        <p:spPr>
          <a:xfrm>
            <a:off x="6496494" y="3971704"/>
            <a:ext cx="5345844" cy="1916465"/>
          </a:xfrm>
          <a:prstGeom prst="wedgeRectCallout">
            <a:avLst>
              <a:gd name="adj1" fmla="val 25579"/>
              <a:gd name="adj2" fmla="val -7642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a:solidFill>
                  <a:schemeClr val="tx1"/>
                </a:solidFill>
              </a:rPr>
              <a:t>The “</a:t>
            </a:r>
            <a:r>
              <a:rPr lang="en-US" sz="1200" b="1">
                <a:solidFill>
                  <a:schemeClr val="tx1"/>
                </a:solidFill>
              </a:rPr>
              <a:t>Tactic Identifier</a:t>
            </a:r>
            <a:r>
              <a:rPr lang="en-US" sz="1200">
                <a:solidFill>
                  <a:schemeClr val="tx1"/>
                </a:solidFill>
              </a:rPr>
              <a:t>” is a numbering system that corresponds all evidence generation activities (ongoing/planned) as specified in the following documents: HEOR publications, PRO publications, and post-hoc analysis proposal trackers.</a:t>
            </a:r>
          </a:p>
          <a:p>
            <a:endParaRPr lang="en-US" sz="1200">
              <a:solidFill>
                <a:schemeClr val="tx1"/>
              </a:solidFill>
            </a:endParaRPr>
          </a:p>
          <a:p>
            <a:r>
              <a:rPr lang="en-US" sz="1200">
                <a:solidFill>
                  <a:schemeClr val="tx1"/>
                </a:solidFill>
              </a:rPr>
              <a:t>Ongoing/planned evidence generation activities (with tactic identifiers) are found in the Appendix section.</a:t>
            </a:r>
          </a:p>
        </p:txBody>
      </p:sp>
      <p:sp>
        <p:nvSpPr>
          <p:cNvPr id="13" name="Rectangle 12">
            <a:extLst>
              <a:ext uri="{FF2B5EF4-FFF2-40B4-BE49-F238E27FC236}">
                <a16:creationId xmlns:a16="http://schemas.microsoft.com/office/drawing/2014/main" id="{F4963A2A-DA78-1F39-0AE1-167342246315}"/>
              </a:ext>
            </a:extLst>
          </p:cNvPr>
          <p:cNvSpPr/>
          <p:nvPr/>
        </p:nvSpPr>
        <p:spPr>
          <a:xfrm>
            <a:off x="358338" y="3971704"/>
            <a:ext cx="5942534" cy="19164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b="1">
                <a:solidFill>
                  <a:sysClr val="windowText" lastClr="000000"/>
                </a:solidFill>
              </a:rPr>
              <a:t>*ESMO Gaps</a:t>
            </a:r>
          </a:p>
          <a:p>
            <a:r>
              <a:rPr lang="en-US" sz="1200">
                <a:solidFill>
                  <a:sysClr val="windowText" lastClr="000000"/>
                </a:solidFill>
              </a:rPr>
              <a:t>This table highlights only those gaps identified at ESMO (Sept ‘24) that are classified as “At- or Near-Close” and therefore do not require further data generation efforts.</a:t>
            </a:r>
          </a:p>
          <a:p>
            <a:endParaRPr lang="en-US" sz="1200">
              <a:solidFill>
                <a:sysClr val="windowText" lastClr="000000"/>
              </a:solidFill>
            </a:endParaRPr>
          </a:p>
          <a:p>
            <a:r>
              <a:rPr lang="en-US" sz="1200">
                <a:solidFill>
                  <a:sysClr val="windowText" lastClr="000000"/>
                </a:solidFill>
              </a:rPr>
              <a:t>ESMO gaps that are “Not Addressed” yet are detailed in the subsequent slides.</a:t>
            </a:r>
          </a:p>
        </p:txBody>
      </p:sp>
      <p:pic>
        <p:nvPicPr>
          <p:cNvPr id="14" name="Graphic 13">
            <a:extLst>
              <a:ext uri="{FF2B5EF4-FFF2-40B4-BE49-F238E27FC236}">
                <a16:creationId xmlns:a16="http://schemas.microsoft.com/office/drawing/2014/main" id="{BC48EEB8-AE3C-A219-8E9F-FBCD8BC981A1}"/>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488562" y="4285603"/>
            <a:ext cx="432000" cy="432000"/>
          </a:xfrm>
          <a:prstGeom prst="rect">
            <a:avLst/>
          </a:prstGeom>
        </p:spPr>
      </p:pic>
      <p:pic>
        <p:nvPicPr>
          <p:cNvPr id="16" name="Graphic 15">
            <a:extLst>
              <a:ext uri="{FF2B5EF4-FFF2-40B4-BE49-F238E27FC236}">
                <a16:creationId xmlns:a16="http://schemas.microsoft.com/office/drawing/2014/main" id="{781D95B8-170C-B540-8204-4F4AA900635B}"/>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6632169" y="4285603"/>
            <a:ext cx="432000" cy="432000"/>
          </a:xfrm>
          <a:prstGeom prst="rect">
            <a:avLst/>
          </a:prstGeom>
        </p:spPr>
      </p:pic>
      <p:sp>
        <p:nvSpPr>
          <p:cNvPr id="5" name="Footer Placeholder 3">
            <a:extLst>
              <a:ext uri="{FF2B5EF4-FFF2-40B4-BE49-F238E27FC236}">
                <a16:creationId xmlns:a16="http://schemas.microsoft.com/office/drawing/2014/main" id="{C01E864D-6268-AEA2-36DA-11C2A97DF6DE}"/>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chemeClr val="bg1">
                    <a:lumMod val="50000"/>
                  </a:schemeClr>
                </a:solidFill>
              </a:rPr>
              <a:t>Note: 1. The “</a:t>
            </a:r>
            <a:r>
              <a:rPr lang="en-US" b="1">
                <a:solidFill>
                  <a:schemeClr val="bg1">
                    <a:lumMod val="50000"/>
                  </a:schemeClr>
                </a:solidFill>
              </a:rPr>
              <a:t>Tactic Identifier</a:t>
            </a:r>
            <a:r>
              <a:rPr lang="en-US">
                <a:solidFill>
                  <a:schemeClr val="bg1">
                    <a:lumMod val="50000"/>
                  </a:schemeClr>
                </a:solidFill>
              </a:rPr>
              <a:t>” is a numbering systems that catalogs all currently ongoing/planned evidence generation activities, as denoted by the HEOR publications, PRO publications, and post-hoc analysis proposal trackers. Additional information for each tactic can be found in the Appendix section, identified by its corresponding Tactic Identifier number</a:t>
            </a:r>
          </a:p>
          <a:p>
            <a:pPr>
              <a:defRPr/>
            </a:pPr>
            <a:r>
              <a:rPr lang="en-US">
                <a:solidFill>
                  <a:srgbClr val="000000">
                    <a:lumMod val="65000"/>
                    <a:lumOff val="35000"/>
                  </a:srgbClr>
                </a:solidFill>
              </a:rPr>
              <a:t>Note: HEOR: Health Economics Outcomes Research; NSCLC: Non-Small Cell Lung Cancer; NSQ: Non-Squamous; PD(L)-1: Programmed Death (Ligand)-1 Peri: Perioperative; PRO: Patient Reported Outcomes  </a:t>
            </a:r>
          </a:p>
        </p:txBody>
      </p:sp>
      <p:grpSp>
        <p:nvGrpSpPr>
          <p:cNvPr id="2" name="Group 1">
            <a:extLst>
              <a:ext uri="{FF2B5EF4-FFF2-40B4-BE49-F238E27FC236}">
                <a16:creationId xmlns:a16="http://schemas.microsoft.com/office/drawing/2014/main" id="{63D384F2-DC8D-AA8A-405C-79DE9931ECBE}"/>
              </a:ext>
            </a:extLst>
          </p:cNvPr>
          <p:cNvGrpSpPr/>
          <p:nvPr/>
        </p:nvGrpSpPr>
        <p:grpSpPr>
          <a:xfrm>
            <a:off x="-9526" y="-7584"/>
            <a:ext cx="11815014" cy="180000"/>
            <a:chOff x="-9526" y="-7584"/>
            <a:chExt cx="11815014" cy="180000"/>
          </a:xfrm>
        </p:grpSpPr>
        <p:sp>
          <p:nvSpPr>
            <p:cNvPr id="4" name="Rectangle 3">
              <a:extLst>
                <a:ext uri="{FF2B5EF4-FFF2-40B4-BE49-F238E27FC236}">
                  <a16:creationId xmlns:a16="http://schemas.microsoft.com/office/drawing/2014/main" id="{878BE9E3-DFD0-D423-F302-85CECF7A8FBB}"/>
                </a:ext>
              </a:extLst>
            </p:cNvPr>
            <p:cNvSpPr/>
            <p:nvPr/>
          </p:nvSpPr>
          <p:spPr>
            <a:xfrm>
              <a:off x="-9526" y="-7584"/>
              <a:ext cx="2045850" cy="18000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Metastatic NSCLC</a:t>
              </a:r>
            </a:p>
          </p:txBody>
        </p:sp>
        <p:sp>
          <p:nvSpPr>
            <p:cNvPr id="7" name="Arrow: Pentagon 6">
              <a:extLst>
                <a:ext uri="{FF2B5EF4-FFF2-40B4-BE49-F238E27FC236}">
                  <a16:creationId xmlns:a16="http://schemas.microsoft.com/office/drawing/2014/main" id="{BA74318A-0D37-F217-1C9A-10CFC34ABF31}"/>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9" name="Arrow: Chevron 8">
              <a:extLst>
                <a:ext uri="{FF2B5EF4-FFF2-40B4-BE49-F238E27FC236}">
                  <a16:creationId xmlns:a16="http://schemas.microsoft.com/office/drawing/2014/main" id="{8BD26C63-47A3-EE9B-2323-9913AFF2E2B2}"/>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0" name="Arrow: Chevron 9">
              <a:extLst>
                <a:ext uri="{FF2B5EF4-FFF2-40B4-BE49-F238E27FC236}">
                  <a16:creationId xmlns:a16="http://schemas.microsoft.com/office/drawing/2014/main" id="{CB63570B-AD34-0763-F3F8-1E01B1771E85}"/>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2" name="Arrow: Chevron 11">
              <a:extLst>
                <a:ext uri="{FF2B5EF4-FFF2-40B4-BE49-F238E27FC236}">
                  <a16:creationId xmlns:a16="http://schemas.microsoft.com/office/drawing/2014/main" id="{59712EBF-8620-074A-5E25-68DB68B1C0D9}"/>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293204914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FC340-9339-D16F-4F9E-2965B496EFDC}"/>
            </a:ext>
          </a:extLst>
        </p:cNvPr>
        <p:cNvGrpSpPr/>
        <p:nvPr/>
      </p:nvGrpSpPr>
      <p:grpSpPr>
        <a:xfrm>
          <a:off x="0" y="0"/>
          <a:ext cx="0" cy="0"/>
          <a:chOff x="0" y="0"/>
          <a:chExt cx="0" cy="0"/>
        </a:xfrm>
      </p:grpSpPr>
      <p:sp>
        <p:nvSpPr>
          <p:cNvPr id="27" name="Left Bracket 26">
            <a:extLst>
              <a:ext uri="{FF2B5EF4-FFF2-40B4-BE49-F238E27FC236}">
                <a16:creationId xmlns:a16="http://schemas.microsoft.com/office/drawing/2014/main" id="{90BF0D8B-AF39-9ACB-8A19-40B8159C7A96}"/>
              </a:ext>
            </a:extLst>
          </p:cNvPr>
          <p:cNvSpPr/>
          <p:nvPr/>
        </p:nvSpPr>
        <p:spPr>
          <a:xfrm>
            <a:off x="274777" y="1917005"/>
            <a:ext cx="83559" cy="2374688"/>
          </a:xfrm>
          <a:prstGeom prst="leftBracket">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Poppins"/>
              <a:ea typeface="+mn-ea"/>
              <a:cs typeface="+mn-cs"/>
            </a:endParaRPr>
          </a:p>
        </p:txBody>
      </p:sp>
      <p:graphicFrame>
        <p:nvGraphicFramePr>
          <p:cNvPr id="6" name="think-cell data - do not delete" hidden="1">
            <a:extLst>
              <a:ext uri="{FF2B5EF4-FFF2-40B4-BE49-F238E27FC236}">
                <a16:creationId xmlns:a16="http://schemas.microsoft.com/office/drawing/2014/main" id="{5DA6C317-58D0-3F39-159E-DA42A2F4890B}"/>
              </a:ext>
            </a:extLst>
          </p:cNvPr>
          <p:cNvGraphicFramePr>
            <a:graphicFrameLocks noChangeAspect="1"/>
          </p:cNvGraphicFramePr>
          <p:nvPr>
            <p:custDataLst>
              <p:tags r:id="rId1"/>
            </p:custDataLst>
            <p:extLst>
              <p:ext uri="{D42A27DB-BD31-4B8C-83A1-F6EECF244321}">
                <p14:modId xmlns:p14="http://schemas.microsoft.com/office/powerpoint/2010/main" val="5497499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5DA6C317-58D0-3F39-159E-DA42A2F4890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2CCEDCD-19A7-7BC2-DC6B-4757DDD1D945}"/>
              </a:ext>
            </a:extLst>
          </p:cNvPr>
          <p:cNvSpPr>
            <a:spLocks noGrp="1"/>
          </p:cNvSpPr>
          <p:nvPr>
            <p:ph type="title"/>
          </p:nvPr>
        </p:nvSpPr>
        <p:spPr>
          <a:xfrm>
            <a:off x="358337" y="271427"/>
            <a:ext cx="11470125" cy="369332"/>
          </a:xfrm>
        </p:spPr>
        <p:txBody>
          <a:bodyPr vert="horz"/>
          <a:lstStyle/>
          <a:p>
            <a:r>
              <a:rPr lang="en-US" sz="2400"/>
              <a:t>High &amp; Medium Priority Evidence Gaps: Metastatic NSCLC</a:t>
            </a:r>
          </a:p>
        </p:txBody>
      </p:sp>
      <p:graphicFrame>
        <p:nvGraphicFramePr>
          <p:cNvPr id="2" name="Table 1">
            <a:extLst>
              <a:ext uri="{FF2B5EF4-FFF2-40B4-BE49-F238E27FC236}">
                <a16:creationId xmlns:a16="http://schemas.microsoft.com/office/drawing/2014/main" id="{9CD30B11-A603-3CBD-B5FB-4F409842E108}"/>
              </a:ext>
            </a:extLst>
          </p:cNvPr>
          <p:cNvGraphicFramePr>
            <a:graphicFrameLocks noGrp="1"/>
          </p:cNvGraphicFramePr>
          <p:nvPr>
            <p:extLst>
              <p:ext uri="{D42A27DB-BD31-4B8C-83A1-F6EECF244321}">
                <p14:modId xmlns:p14="http://schemas.microsoft.com/office/powerpoint/2010/main" val="2315945010"/>
              </p:ext>
            </p:extLst>
          </p:nvPr>
        </p:nvGraphicFramePr>
        <p:xfrm>
          <a:off x="358337" y="1304653"/>
          <a:ext cx="11555021" cy="4998720"/>
        </p:xfrm>
        <a:graphic>
          <a:graphicData uri="http://schemas.openxmlformats.org/drawingml/2006/table">
            <a:tbl>
              <a:tblPr firstRow="1" bandRow="1">
                <a:tableStyleId>{073A0DAA-6AF3-43AB-8588-CEC1D06C72B9}</a:tableStyleId>
              </a:tblPr>
              <a:tblGrid>
                <a:gridCol w="1137982">
                  <a:extLst>
                    <a:ext uri="{9D8B030D-6E8A-4147-A177-3AD203B41FA5}">
                      <a16:colId xmlns:a16="http://schemas.microsoft.com/office/drawing/2014/main" val="4274197813"/>
                    </a:ext>
                  </a:extLst>
                </a:gridCol>
                <a:gridCol w="2517354">
                  <a:extLst>
                    <a:ext uri="{9D8B030D-6E8A-4147-A177-3AD203B41FA5}">
                      <a16:colId xmlns:a16="http://schemas.microsoft.com/office/drawing/2014/main" val="23286241"/>
                    </a:ext>
                  </a:extLst>
                </a:gridCol>
                <a:gridCol w="482780">
                  <a:extLst>
                    <a:ext uri="{9D8B030D-6E8A-4147-A177-3AD203B41FA5}">
                      <a16:colId xmlns:a16="http://schemas.microsoft.com/office/drawing/2014/main" val="1645646756"/>
                    </a:ext>
                  </a:extLst>
                </a:gridCol>
                <a:gridCol w="612000">
                  <a:extLst>
                    <a:ext uri="{9D8B030D-6E8A-4147-A177-3AD203B41FA5}">
                      <a16:colId xmlns:a16="http://schemas.microsoft.com/office/drawing/2014/main" val="2950525117"/>
                    </a:ext>
                  </a:extLst>
                </a:gridCol>
                <a:gridCol w="5580000">
                  <a:extLst>
                    <a:ext uri="{9D8B030D-6E8A-4147-A177-3AD203B41FA5}">
                      <a16:colId xmlns:a16="http://schemas.microsoft.com/office/drawing/2014/main" val="1382951896"/>
                    </a:ext>
                  </a:extLst>
                </a:gridCol>
                <a:gridCol w="1224905">
                  <a:extLst>
                    <a:ext uri="{9D8B030D-6E8A-4147-A177-3AD203B41FA5}">
                      <a16:colId xmlns:a16="http://schemas.microsoft.com/office/drawing/2014/main" val="3043789844"/>
                    </a:ext>
                  </a:extLst>
                </a:gridCol>
              </a:tblGrid>
              <a:tr h="268807">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Metastatic NSCLC</a:t>
                      </a:r>
                      <a:endParaRPr lang="en-US" sz="1200" b="1" i="1">
                        <a:solidFill>
                          <a:schemeClr val="bg1"/>
                        </a:solidFill>
                      </a:endParaRPr>
                    </a:p>
                  </a:txBody>
                  <a:tcPr anchor="ctr">
                    <a:solidFill>
                      <a:srgbClr val="004D6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448012">
                <a:tc>
                  <a:txBody>
                    <a:bodyPr/>
                    <a:lstStyle/>
                    <a:p>
                      <a:pPr algn="ctr"/>
                      <a:r>
                        <a:rPr lang="en-US" sz="1200" b="1">
                          <a:solidFill>
                            <a:schemeClr val="bg1"/>
                          </a:solidFill>
                        </a:rPr>
                        <a:t>Key Markets</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High Priority Gaps</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004D60"/>
                    </a:solidFill>
                  </a:tcPr>
                </a:tc>
                <a:extLst>
                  <a:ext uri="{0D108BD9-81ED-4DB2-BD59-A6C34878D82A}">
                    <a16:rowId xmlns:a16="http://schemas.microsoft.com/office/drawing/2014/main" val="3378915935"/>
                  </a:ext>
                </a:extLst>
              </a:tr>
              <a:tr h="238940">
                <a:tc rowSpan="3">
                  <a:txBody>
                    <a:bodyPr/>
                    <a:lstStyle/>
                    <a:p>
                      <a:endParaRPr lang="en-US" sz="1000"/>
                    </a:p>
                  </a:txBody>
                  <a:tcPr>
                    <a:solidFill>
                      <a:srgbClr val="CBCBCB"/>
                    </a:solidFill>
                  </a:tcPr>
                </a:tc>
                <a:tc rowSpan="3">
                  <a:txBody>
                    <a:bodyPr/>
                    <a:lstStyle/>
                    <a:p>
                      <a:r>
                        <a:rPr lang="en-US" sz="1000" b="1"/>
                        <a:t>Need for comparative data </a:t>
                      </a:r>
                      <a:r>
                        <a:rPr lang="en-US" sz="1000"/>
                        <a:t>demonstrating the value of tislelizumab + </a:t>
                      </a:r>
                      <a:r>
                        <a:rPr lang="en-US" sz="1000" err="1"/>
                        <a:t>CTx</a:t>
                      </a:r>
                      <a:r>
                        <a:rPr lang="en-US" sz="1000"/>
                        <a:t> vs. IO monotherapy in PD-L1 &gt;50% patients</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latin typeface="+mn-lt"/>
                          <a:ea typeface="+mn-ea"/>
                          <a:cs typeface="+mn-cs"/>
                        </a:rPr>
                        <a:t>1,2,3 </a:t>
                      </a:r>
                    </a:p>
                  </a:txBody>
                  <a:tcPr anchor="ctr">
                    <a:solidFill>
                      <a:srgbClr val="CBCBCB"/>
                    </a:solidFill>
                  </a:tcPr>
                </a:tc>
                <a:tc rowSpan="3">
                  <a:txBody>
                    <a:bodyPr/>
                    <a:lstStyle/>
                    <a:p>
                      <a:r>
                        <a:rPr lang="en-US" sz="1000" kern="1200">
                          <a:solidFill>
                            <a:schemeClr val="dk1"/>
                          </a:solidFill>
                          <a:latin typeface="+mn-lt"/>
                          <a:ea typeface="+mn-ea"/>
                          <a:cs typeface="+mn-cs"/>
                        </a:rPr>
                        <a:t>In PD-L1 high expressions, where IO monotherapy is a common standard of care, head-to-head data are critical to demonstrate the added value of tislelizumab + </a:t>
                      </a:r>
                      <a:r>
                        <a:rPr lang="en-US" sz="1000" kern="1200" err="1">
                          <a:solidFill>
                            <a:schemeClr val="dk1"/>
                          </a:solidFill>
                          <a:latin typeface="+mn-lt"/>
                          <a:ea typeface="+mn-ea"/>
                          <a:cs typeface="+mn-cs"/>
                        </a:rPr>
                        <a:t>CTx</a:t>
                      </a:r>
                      <a:r>
                        <a:rPr lang="en-US" sz="1000" kern="1200">
                          <a:solidFill>
                            <a:schemeClr val="dk1"/>
                          </a:solidFill>
                          <a:latin typeface="+mn-lt"/>
                          <a:ea typeface="+mn-ea"/>
                          <a:cs typeface="+mn-cs"/>
                        </a:rPr>
                        <a:t>. Such evidence supports clinical differentiation, informs treatment selection, and strengthens the case for reimbursement in a crowded market, while establishing BeOne as a leader in the solid tumor space</a:t>
                      </a:r>
                    </a:p>
                  </a:txBody>
                  <a:tcPr anchor="ctr">
                    <a:solidFill>
                      <a:srgbClr val="CBCBCB"/>
                    </a:solidFill>
                  </a:tcPr>
                </a:tc>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tc>
                <a:extLst>
                  <a:ext uri="{0D108BD9-81ED-4DB2-BD59-A6C34878D82A}">
                    <a16:rowId xmlns:a16="http://schemas.microsoft.com/office/drawing/2014/main" val="3107489342"/>
                  </a:ext>
                </a:extLst>
              </a:tr>
              <a:tr h="23894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latin typeface="+mn-lt"/>
                          <a:ea typeface="+mn-ea"/>
                          <a:cs typeface="+mn-cs"/>
                        </a:rPr>
                        <a:t>1,2</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76605859"/>
                  </a:ext>
                </a:extLst>
              </a:tr>
              <a:tr h="358410">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a:solidFill>
                            <a:schemeClr val="dk1"/>
                          </a:solidFill>
                          <a:latin typeface="+mn-lt"/>
                          <a:ea typeface="+mn-ea"/>
                          <a:cs typeface="+mn-cs"/>
                        </a:rPr>
                        <a:t>3</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128295365"/>
                  </a:ext>
                </a:extLst>
              </a:tr>
              <a:tr h="238940">
                <a:tc rowSpan="2">
                  <a:txBody>
                    <a:bodyPr/>
                    <a:lstStyle/>
                    <a:p>
                      <a:endParaRPr lang="en-US" sz="1000"/>
                    </a:p>
                  </a:txBody>
                  <a:tcP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Need for </a:t>
                      </a:r>
                      <a:r>
                        <a:rPr kumimoji="0" lang="en-US" sz="1000" b="1" i="0" u="none" strike="noStrike" kern="1200" cap="none" spc="0" normalizeH="0" baseline="0" noProof="0">
                          <a:ln>
                            <a:noFill/>
                          </a:ln>
                          <a:solidFill>
                            <a:srgbClr val="000000"/>
                          </a:solidFill>
                          <a:effectLst/>
                          <a:uLnTx/>
                          <a:uFillTx/>
                          <a:latin typeface="+mn-lt"/>
                          <a:ea typeface="+mn-ea"/>
                          <a:cs typeface="+mn-cs"/>
                        </a:rPr>
                        <a:t>integrated biomarker analysis </a:t>
                      </a:r>
                      <a:r>
                        <a:rPr kumimoji="0" lang="en-US" sz="1000" b="0" i="0" u="none" strike="noStrike" kern="1200" cap="none" spc="0" normalizeH="0" baseline="0" noProof="0">
                          <a:ln>
                            <a:noFill/>
                          </a:ln>
                          <a:solidFill>
                            <a:srgbClr val="000000"/>
                          </a:solidFill>
                          <a:effectLst/>
                          <a:uLnTx/>
                          <a:uFillTx/>
                          <a:latin typeface="+mn-lt"/>
                          <a:ea typeface="+mn-ea"/>
                          <a:cs typeface="+mn-cs"/>
                        </a:rPr>
                        <a:t>to guide treatment decisions and help personalize Tx</a:t>
                      </a:r>
                    </a:p>
                  </a:txBody>
                  <a:tcPr anchor="ctr">
                    <a:solidFill>
                      <a:srgbClr val="E7E7E7"/>
                    </a:solidFill>
                  </a:tcPr>
                </a:tc>
                <a:tc>
                  <a:txBody>
                    <a:bodyPr/>
                    <a:lstStyle/>
                    <a:p>
                      <a:endParaRPr lang="en-US" sz="1000"/>
                    </a:p>
                  </a:txBody>
                  <a:tcPr anchor="ctr">
                    <a:solidFill>
                      <a:schemeClr val="accent1"/>
                    </a:solidFill>
                  </a:tcPr>
                </a:tc>
                <a:tc>
                  <a:txBody>
                    <a:bodyPr/>
                    <a:lstStyle/>
                    <a:p>
                      <a:pPr algn="ctr"/>
                      <a:r>
                        <a:rPr lang="en-US" sz="1000"/>
                        <a:t>1,3</a:t>
                      </a:r>
                    </a:p>
                  </a:txBody>
                  <a:tcPr anchor="ctr">
                    <a:solidFill>
                      <a:srgbClr val="E7E7E7"/>
                    </a:solidFill>
                  </a:tcPr>
                </a:tc>
                <a:tc rowSpan="2">
                  <a:txBody>
                    <a:bodyPr/>
                    <a:lstStyle/>
                    <a:p>
                      <a:r>
                        <a:rPr lang="en-US" sz="1000" kern="1200">
                          <a:solidFill>
                            <a:schemeClr val="dk1"/>
                          </a:solidFill>
                          <a:latin typeface="+mn-lt"/>
                          <a:ea typeface="+mn-ea"/>
                          <a:cs typeface="+mn-cs"/>
                        </a:rPr>
                        <a:t>Integrated biomarker insights can refine patient selection, support personalized treatment strategies, and highlight tislelizumab’s value in targeted immunotherapy. These analyses would enhance clinical differentiation, enable more precise HCP engagement, and position the brand at the forefront of biomarker-driven car</a:t>
                      </a: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2595247571"/>
                  </a:ext>
                </a:extLst>
              </a:tr>
              <a:tr h="448012">
                <a:tc vMerge="1">
                  <a:txBody>
                    <a:bodyPr/>
                    <a:lstStyle/>
                    <a:p>
                      <a:endParaRPr lang="en-US"/>
                    </a:p>
                  </a:txBody>
                  <a:tcPr/>
                </a:tc>
                <a:tc vMerge="1">
                  <a:txBody>
                    <a:bodyPr/>
                    <a:lstStyle/>
                    <a:p>
                      <a:endParaRPr lang="en-US"/>
                    </a:p>
                  </a:txBody>
                  <a:tcPr/>
                </a:tc>
                <a:tc>
                  <a:txBody>
                    <a:bodyPr/>
                    <a:lstStyle/>
                    <a:p>
                      <a:endParaRPr lang="en-US" sz="1000"/>
                    </a:p>
                  </a:txBody>
                  <a:tcPr anchor="ctr">
                    <a:solidFill>
                      <a:schemeClr val="accent4"/>
                    </a:solidFill>
                  </a:tcPr>
                </a:tc>
                <a:tc>
                  <a:txBody>
                    <a:bodyPr/>
                    <a:lstStyle/>
                    <a:p>
                      <a:pPr algn="ctr"/>
                      <a:r>
                        <a:rPr lang="en-US" sz="1000"/>
                        <a:t>1,3</a:t>
                      </a:r>
                    </a:p>
                  </a:txBody>
                  <a:tcPr anchor="ctr">
                    <a:solidFill>
                      <a:srgbClr val="E7E7E7"/>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961112099"/>
                  </a:ext>
                </a:extLst>
              </a:tr>
              <a:tr h="23894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highlight>
                          <a:srgbClr val="FFFF00"/>
                        </a:highlight>
                      </a:endParaRP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Need for evidence further characterizing </a:t>
                      </a:r>
                      <a:r>
                        <a:rPr kumimoji="0" lang="en-US" sz="1000" b="1" i="0" u="none" strike="noStrike" kern="1200" cap="none" spc="0" normalizeH="0" baseline="0" noProof="0" err="1">
                          <a:ln>
                            <a:noFill/>
                          </a:ln>
                          <a:solidFill>
                            <a:srgbClr val="000000"/>
                          </a:solidFill>
                          <a:effectLst/>
                          <a:uLnTx/>
                          <a:uFillTx/>
                          <a:latin typeface="+mn-lt"/>
                          <a:ea typeface="+mn-ea"/>
                          <a:cs typeface="+mn-cs"/>
                        </a:rPr>
                        <a:t>MoA</a:t>
                      </a:r>
                      <a:r>
                        <a:rPr kumimoji="0" lang="en-US" sz="1000" b="1" i="0" u="none" strike="noStrike" kern="1200" cap="none" spc="0" normalizeH="0" baseline="0" noProof="0">
                          <a:ln>
                            <a:noFill/>
                          </a:ln>
                          <a:solidFill>
                            <a:srgbClr val="000000"/>
                          </a:solidFill>
                          <a:effectLst/>
                          <a:uLnTx/>
                          <a:uFillTx/>
                          <a:latin typeface="+mn-lt"/>
                          <a:ea typeface="+mn-ea"/>
                          <a:cs typeface="+mn-cs"/>
                        </a:rPr>
                        <a:t> </a:t>
                      </a:r>
                      <a:r>
                        <a:rPr kumimoji="0" lang="en-US" sz="1000" b="0" i="0" u="none" strike="noStrike" kern="1200" cap="none" spc="0" normalizeH="0" baseline="0" noProof="0">
                          <a:ln>
                            <a:noFill/>
                          </a:ln>
                          <a:solidFill>
                            <a:srgbClr val="000000"/>
                          </a:solidFill>
                          <a:effectLst/>
                          <a:uLnTx/>
                          <a:uFillTx/>
                          <a:latin typeface="+mn-lt"/>
                          <a:ea typeface="+mn-ea"/>
                          <a:cs typeface="+mn-cs"/>
                        </a:rPr>
                        <a:t>in metastatic NSCLC (i.e., TILs and FCr) - correlate with clinical response</a:t>
                      </a:r>
                    </a:p>
                  </a:txBody>
                  <a:tcPr anchor="ctr">
                    <a:solidFill>
                      <a:srgbClr val="CBCBCB"/>
                    </a:solidFill>
                  </a:tcPr>
                </a:tc>
                <a:tc>
                  <a:txBody>
                    <a:bodyPr/>
                    <a:lstStyle/>
                    <a:p>
                      <a:endParaRPr lang="en-US" sz="1000"/>
                    </a:p>
                  </a:txBody>
                  <a:tcPr anchor="ctr">
                    <a:solidFill>
                      <a:schemeClr val="accent1"/>
                    </a:solidFill>
                  </a:tcPr>
                </a:tc>
                <a:tc>
                  <a:txBody>
                    <a:bodyPr/>
                    <a:lstStyle/>
                    <a:p>
                      <a:pPr algn="ctr"/>
                      <a:r>
                        <a:rPr lang="en-US" sz="1000"/>
                        <a:t>1,2</a:t>
                      </a:r>
                    </a:p>
                  </a:txBody>
                  <a:tcPr anchor="ctr">
                    <a:solidFill>
                      <a:srgbClr val="CBCBCB"/>
                    </a:solidFill>
                  </a:tcPr>
                </a:tc>
                <a:tc rowSpan="2">
                  <a:txBody>
                    <a:bodyPr/>
                    <a:lstStyle/>
                    <a:p>
                      <a:r>
                        <a:rPr lang="en-US" sz="1000" kern="1200">
                          <a:solidFill>
                            <a:schemeClr val="dk1"/>
                          </a:solidFill>
                          <a:latin typeface="+mn-lt"/>
                          <a:ea typeface="+mn-ea"/>
                          <a:cs typeface="+mn-cs"/>
                        </a:rPr>
                        <a:t>Mechanistic insights linking tislelizumab’s immune activity (e.g., TIL engagement and Fc receptor dynamics) to clinical benefit can strengthen differentiation and scientific storytelling. Outcomes of such analysis would reinforce the rationale for observed efficacy and provide a foundation for collaborative research and payer education</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extLst>
                  <a:ext uri="{0D108BD9-81ED-4DB2-BD59-A6C34878D82A}">
                    <a16:rowId xmlns:a16="http://schemas.microsoft.com/office/drawing/2014/main" val="4173716702"/>
                  </a:ext>
                </a:extLst>
              </a:tr>
              <a:tr h="448012">
                <a:tc vMerge="1">
                  <a:txBody>
                    <a:bodyPr/>
                    <a:lstStyle/>
                    <a:p>
                      <a:endParaRPr lang="en-US"/>
                    </a:p>
                  </a:txBody>
                  <a:tcPr/>
                </a:tc>
                <a:tc vMerge="1">
                  <a:txBody>
                    <a:bodyPr/>
                    <a:lstStyle/>
                    <a:p>
                      <a:endParaRPr lang="en-US"/>
                    </a:p>
                  </a:txBody>
                  <a:tcPr/>
                </a:tc>
                <a:tc>
                  <a:txBody>
                    <a:bodyPr/>
                    <a:lstStyle/>
                    <a:p>
                      <a:endParaRPr lang="en-US" sz="1000"/>
                    </a:p>
                  </a:txBody>
                  <a:tcPr anchor="ctr">
                    <a:solidFill>
                      <a:schemeClr val="accent4"/>
                    </a:solidFill>
                  </a:tcPr>
                </a:tc>
                <a:tc>
                  <a:txBody>
                    <a:bodyPr/>
                    <a:lstStyle/>
                    <a:p>
                      <a:pPr algn="ctr"/>
                      <a:r>
                        <a:rPr lang="en-US" sz="1000"/>
                        <a:t>2</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664052331"/>
                  </a:ext>
                </a:extLst>
              </a:tr>
              <a:tr h="448012">
                <a:tc>
                  <a:txBody>
                    <a:bodyPr/>
                    <a:lstStyle/>
                    <a:p>
                      <a:pPr algn="ctr"/>
                      <a:r>
                        <a:rPr lang="en-US" sz="1200" b="1">
                          <a:solidFill>
                            <a:schemeClr val="bg1"/>
                          </a:solidFill>
                        </a:rPr>
                        <a:t>Key Markets</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Medium Priority Gaps</a:t>
                      </a:r>
                    </a:p>
                  </a:txBody>
                  <a:tcPr anchor="ctr">
                    <a:solidFill>
                      <a:srgbClr val="753B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004D60"/>
                    </a:solidFill>
                  </a:tcPr>
                </a:tc>
                <a:extLst>
                  <a:ext uri="{0D108BD9-81ED-4DB2-BD59-A6C34878D82A}">
                    <a16:rowId xmlns:a16="http://schemas.microsoft.com/office/drawing/2014/main" val="3637510280"/>
                  </a:ext>
                </a:extLst>
              </a:tr>
              <a:tr h="836289">
                <a:tc>
                  <a:txBody>
                    <a:bodyPr/>
                    <a:lstStyle/>
                    <a:p>
                      <a:pPr algn="ctr"/>
                      <a:endParaRPr lang="en-US" sz="1200" b="1">
                        <a:solidFill>
                          <a:schemeClr val="bg1"/>
                        </a:solidFill>
                      </a:endParaRPr>
                    </a:p>
                  </a:txBody>
                  <a:tcPr anchor="ctr">
                    <a:solidFill>
                      <a:srgbClr val="CBCBCB"/>
                    </a:solidFill>
                  </a:tcPr>
                </a:tc>
                <a:tc>
                  <a:txBody>
                    <a:bodyPr/>
                    <a:lstStyle/>
                    <a:p>
                      <a:r>
                        <a:rPr lang="en-US" sz="1000"/>
                        <a:t>Need for </a:t>
                      </a:r>
                      <a:r>
                        <a:rPr lang="en-US" sz="1000" b="1"/>
                        <a:t>evidence quantifying efficacy benefit (e.g., via OS2) in later lines of therapy (2L+) </a:t>
                      </a:r>
                      <a:r>
                        <a:rPr lang="en-US" sz="1000"/>
                        <a:t>if Tislelizumab used in earlier lines vs other PD-1</a:t>
                      </a:r>
                    </a:p>
                  </a:txBody>
                  <a:tcPr anchor="ctr">
                    <a:solidFill>
                      <a:srgbClr val="CBCBCB"/>
                    </a:solidFill>
                  </a:tcPr>
                </a:tc>
                <a:tc>
                  <a:txBody>
                    <a:bodyPr/>
                    <a:lstStyle/>
                    <a:p>
                      <a:endParaRPr lang="en-US" sz="1000"/>
                    </a:p>
                  </a:txBody>
                  <a:tcPr anchor="ctr">
                    <a:solidFill>
                      <a:schemeClr val="accent1"/>
                    </a:solidFill>
                  </a:tcPr>
                </a:tc>
                <a:tc>
                  <a:txBody>
                    <a:bodyPr/>
                    <a:lstStyle/>
                    <a:p>
                      <a:pPr algn="ctr"/>
                      <a:r>
                        <a:rPr lang="en-US" sz="1000"/>
                        <a:t>1,3</a:t>
                      </a:r>
                    </a:p>
                  </a:txBody>
                  <a:tcPr anchor="ctr">
                    <a:solidFill>
                      <a:srgbClr val="CBCBCB"/>
                    </a:solidFill>
                  </a:tcPr>
                </a:tc>
                <a:tc>
                  <a:txBody>
                    <a:bodyPr/>
                    <a:lstStyle/>
                    <a:p>
                      <a:r>
                        <a:rPr lang="en-US" sz="1000"/>
                        <a:t>This gap is considered medium priority as 2L </a:t>
                      </a:r>
                      <a:r>
                        <a:rPr lang="en-US" sz="1000" err="1"/>
                        <a:t>mNSCLC</a:t>
                      </a:r>
                      <a:r>
                        <a:rPr lang="en-US" sz="1000"/>
                        <a:t> setting is lower priority for BeOne</a:t>
                      </a:r>
                    </a:p>
                  </a:txBody>
                  <a:tcPr anchor="ctr">
                    <a:solidFill>
                      <a:srgbClr val="CBCBCB"/>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kern="1200">
                          <a:solidFill>
                            <a:schemeClr val="tx1"/>
                          </a:solidFill>
                          <a:latin typeface="+mn-lt"/>
                          <a:ea typeface="+mn-ea"/>
                          <a:cs typeface="+mn-cs"/>
                        </a:rPr>
                        <a:t>Not addressed</a:t>
                      </a:r>
                    </a:p>
                  </a:txBody>
                  <a:tcPr anchor="ctr">
                    <a:solidFill>
                      <a:srgbClr val="CBCBCB"/>
                    </a:solidFill>
                  </a:tcPr>
                </a:tc>
                <a:extLst>
                  <a:ext uri="{0D108BD9-81ED-4DB2-BD59-A6C34878D82A}">
                    <a16:rowId xmlns:a16="http://schemas.microsoft.com/office/drawing/2014/main" val="3016768585"/>
                  </a:ext>
                </a:extLst>
              </a:tr>
              <a:tr h="686952">
                <a:tc>
                  <a:txBody>
                    <a:bodyPr/>
                    <a:lstStyle/>
                    <a:p>
                      <a:pPr algn="ctr"/>
                      <a:endParaRPr lang="en-US" sz="1200" b="1">
                        <a:solidFill>
                          <a:schemeClr val="bg1"/>
                        </a:solidFill>
                      </a:endParaRPr>
                    </a:p>
                  </a:txBody>
                  <a:tcPr anchor="ctr">
                    <a:solidFill>
                      <a:srgbClr val="E7E7E7"/>
                    </a:solidFill>
                  </a:tcPr>
                </a:tc>
                <a:tc>
                  <a:txBody>
                    <a:bodyPr/>
                    <a:lstStyle/>
                    <a:p>
                      <a:r>
                        <a:rPr lang="en-US" sz="1000" b="1"/>
                        <a:t>Need for efficacy data </a:t>
                      </a:r>
                      <a:r>
                        <a:rPr lang="en-US" sz="1000"/>
                        <a:t>demonstrating superiority over pembrolizumab + CTx in patients </a:t>
                      </a:r>
                    </a:p>
                    <a:p>
                      <a:r>
                        <a:rPr lang="en-US" sz="1000"/>
                        <a:t>with high PD-L1 expression</a:t>
                      </a:r>
                    </a:p>
                  </a:txBody>
                  <a:tcPr anchor="ctr">
                    <a:solidFill>
                      <a:srgbClr val="E7E7E7"/>
                    </a:solidFill>
                  </a:tcPr>
                </a:tc>
                <a:tc>
                  <a:txBody>
                    <a:bodyPr/>
                    <a:lstStyle/>
                    <a:p>
                      <a:endParaRPr lang="en-US" sz="1000"/>
                    </a:p>
                  </a:txBody>
                  <a:tcPr anchor="ctr">
                    <a:solidFill>
                      <a:schemeClr val="accent1"/>
                    </a:solidFill>
                  </a:tcPr>
                </a:tc>
                <a:tc>
                  <a:txBody>
                    <a:bodyPr/>
                    <a:lstStyle/>
                    <a:p>
                      <a:pPr algn="ctr"/>
                      <a:r>
                        <a:rPr lang="en-US" sz="1000"/>
                        <a:t>1,3</a:t>
                      </a:r>
                    </a:p>
                  </a:txBody>
                  <a:tcPr anchor="ctr">
                    <a:solidFill>
                      <a:srgbClr val="E7E7E7"/>
                    </a:solidFill>
                  </a:tcPr>
                </a:tc>
                <a:tc>
                  <a:txBody>
                    <a:bodyPr/>
                    <a:lstStyle/>
                    <a:p>
                      <a:r>
                        <a:rPr lang="en-US" sz="1000"/>
                        <a:t>This gap is considered medium priority, as comparing tislelizumab data vs. pembrolizumab + </a:t>
                      </a:r>
                      <a:r>
                        <a:rPr lang="en-US" sz="1000" err="1"/>
                        <a:t>CTx</a:t>
                      </a:r>
                      <a:r>
                        <a:rPr lang="en-US" sz="1000"/>
                        <a:t> may not show tislelizumab superiority </a:t>
                      </a:r>
                    </a:p>
                  </a:txBody>
                  <a:tcPr anchor="ctr">
                    <a:solidFill>
                      <a:srgbClr val="E7E7E7"/>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200" b="1" i="0" kern="1200">
                        <a:solidFill>
                          <a:schemeClr val="bg1"/>
                        </a:solidFill>
                        <a:latin typeface="+mn-lt"/>
                        <a:ea typeface="+mn-ea"/>
                        <a:cs typeface="+mn-cs"/>
                      </a:endParaRPr>
                    </a:p>
                  </a:txBody>
                  <a:tcPr anchor="ctr">
                    <a:solidFill>
                      <a:srgbClr val="E7E7E7"/>
                    </a:solidFill>
                  </a:tcPr>
                </a:tc>
                <a:extLst>
                  <a:ext uri="{0D108BD9-81ED-4DB2-BD59-A6C34878D82A}">
                    <a16:rowId xmlns:a16="http://schemas.microsoft.com/office/drawing/2014/main" val="2912842343"/>
                  </a:ext>
                </a:extLst>
              </a:tr>
            </a:tbl>
          </a:graphicData>
        </a:graphic>
      </p:graphicFrame>
      <p:pic>
        <p:nvPicPr>
          <p:cNvPr id="26" name="Graphic 25">
            <a:extLst>
              <a:ext uri="{FF2B5EF4-FFF2-40B4-BE49-F238E27FC236}">
                <a16:creationId xmlns:a16="http://schemas.microsoft.com/office/drawing/2014/main" id="{0AD8E6C8-F919-4E9B-EB08-C951AA4792E7}"/>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5563" y="2897748"/>
            <a:ext cx="288000" cy="288000"/>
          </a:xfrm>
          <a:prstGeom prst="rect">
            <a:avLst/>
          </a:prstGeom>
        </p:spPr>
      </p:pic>
      <p:grpSp>
        <p:nvGrpSpPr>
          <p:cNvPr id="22" name="Group 21">
            <a:extLst>
              <a:ext uri="{FF2B5EF4-FFF2-40B4-BE49-F238E27FC236}">
                <a16:creationId xmlns:a16="http://schemas.microsoft.com/office/drawing/2014/main" id="{4971F928-30A6-5A36-0F87-C00306D1B855}"/>
              </a:ext>
            </a:extLst>
          </p:cNvPr>
          <p:cNvGrpSpPr/>
          <p:nvPr/>
        </p:nvGrpSpPr>
        <p:grpSpPr>
          <a:xfrm>
            <a:off x="5387787" y="687287"/>
            <a:ext cx="6454551" cy="323165"/>
            <a:chOff x="9702263" y="10164"/>
            <a:chExt cx="6636476" cy="323165"/>
          </a:xfrm>
        </p:grpSpPr>
        <p:sp>
          <p:nvSpPr>
            <p:cNvPr id="23" name="TextBox 22">
              <a:extLst>
                <a:ext uri="{FF2B5EF4-FFF2-40B4-BE49-F238E27FC236}">
                  <a16:creationId xmlns:a16="http://schemas.microsoft.com/office/drawing/2014/main" id="{1BBEE3F7-AF40-F056-E30D-FE6E58B3F87B}"/>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24" name="Rectangle 23">
              <a:extLst>
                <a:ext uri="{FF2B5EF4-FFF2-40B4-BE49-F238E27FC236}">
                  <a16:creationId xmlns:a16="http://schemas.microsoft.com/office/drawing/2014/main" id="{2303FDE3-B39A-F996-3216-41F05A6CB112}"/>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5" name="Rectangle 24">
              <a:extLst>
                <a:ext uri="{FF2B5EF4-FFF2-40B4-BE49-F238E27FC236}">
                  <a16:creationId xmlns:a16="http://schemas.microsoft.com/office/drawing/2014/main" id="{D410B433-8018-0898-9E0B-B05B2338D2F3}"/>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8" name="Rectangle 27">
              <a:extLst>
                <a:ext uri="{FF2B5EF4-FFF2-40B4-BE49-F238E27FC236}">
                  <a16:creationId xmlns:a16="http://schemas.microsoft.com/office/drawing/2014/main" id="{BD4341BD-619B-076D-9160-8FD47A385E93}"/>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pic>
        <p:nvPicPr>
          <p:cNvPr id="10" name="Picture 2" descr="European Society for Medical Oncology (ESMO) - YouTube">
            <a:extLst>
              <a:ext uri="{FF2B5EF4-FFF2-40B4-BE49-F238E27FC236}">
                <a16:creationId xmlns:a16="http://schemas.microsoft.com/office/drawing/2014/main" id="{E2951F71-F7FE-90BE-A8D7-26C0E0070949}"/>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3506589" y="3425552"/>
            <a:ext cx="479885" cy="17775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20EF354-AB2C-F3E8-909A-F4041BB84A9A}"/>
              </a:ext>
            </a:extLst>
          </p:cNvPr>
          <p:cNvSpPr txBox="1"/>
          <p:nvPr/>
        </p:nvSpPr>
        <p:spPr>
          <a:xfrm>
            <a:off x="4870792" y="946333"/>
            <a:ext cx="3033400"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2" name="TextBox 11">
            <a:extLst>
              <a:ext uri="{FF2B5EF4-FFF2-40B4-BE49-F238E27FC236}">
                <a16:creationId xmlns:a16="http://schemas.microsoft.com/office/drawing/2014/main" id="{616D616C-691F-17D9-3F46-B0F385B1E860}"/>
              </a:ext>
            </a:extLst>
          </p:cNvPr>
          <p:cNvSpPr txBox="1"/>
          <p:nvPr/>
        </p:nvSpPr>
        <p:spPr>
          <a:xfrm>
            <a:off x="9654423" y="926558"/>
            <a:ext cx="2301259"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Gap originated at ESMO (Sept ’24)</a:t>
            </a:r>
          </a:p>
        </p:txBody>
      </p:sp>
      <p:pic>
        <p:nvPicPr>
          <p:cNvPr id="13" name="Picture 2" descr="European Society for Medical Oncology (ESMO) - YouTube">
            <a:extLst>
              <a:ext uri="{FF2B5EF4-FFF2-40B4-BE49-F238E27FC236}">
                <a16:creationId xmlns:a16="http://schemas.microsoft.com/office/drawing/2014/main" id="{DA90CBAE-4195-0637-9199-C77B6977B1F1}"/>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9343855" y="1009471"/>
            <a:ext cx="396000" cy="14668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2A414ED-50E8-1556-9A1E-B6F5B1E1683B}"/>
              </a:ext>
            </a:extLst>
          </p:cNvPr>
          <p:cNvSpPr txBox="1"/>
          <p:nvPr/>
        </p:nvSpPr>
        <p:spPr>
          <a:xfrm>
            <a:off x="5191933" y="730889"/>
            <a:ext cx="4555622"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Poppins"/>
              <a:ea typeface="+mn-ea"/>
              <a:cs typeface="+mn-cs"/>
            </a:endParaRPr>
          </a:p>
          <a:p>
            <a:pPr lvl="0">
              <a:spcAft>
                <a:spcPts val="100"/>
              </a:spcAf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lang="en-US" sz="900">
                <a:solidFill>
                  <a:srgbClr val="000000"/>
                </a:solidFill>
              </a:rPr>
              <a:t> Gaps for which tactics were developed during WS (May ‘25)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15" name="Graphic 14">
            <a:extLst>
              <a:ext uri="{FF2B5EF4-FFF2-40B4-BE49-F238E27FC236}">
                <a16:creationId xmlns:a16="http://schemas.microsoft.com/office/drawing/2014/main" id="{9DD574AF-559F-BB23-8870-327D17004B5E}"/>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5492072" y="978927"/>
            <a:ext cx="216000" cy="216000"/>
          </a:xfrm>
          <a:prstGeom prst="rect">
            <a:avLst/>
          </a:prstGeom>
        </p:spPr>
      </p:pic>
      <p:grpSp>
        <p:nvGrpSpPr>
          <p:cNvPr id="34" name="Group 33">
            <a:extLst>
              <a:ext uri="{FF2B5EF4-FFF2-40B4-BE49-F238E27FC236}">
                <a16:creationId xmlns:a16="http://schemas.microsoft.com/office/drawing/2014/main" id="{7900BB83-6235-44C4-6816-57D985F6B8A7}"/>
              </a:ext>
            </a:extLst>
          </p:cNvPr>
          <p:cNvGrpSpPr/>
          <p:nvPr/>
        </p:nvGrpSpPr>
        <p:grpSpPr>
          <a:xfrm>
            <a:off x="671642" y="2308893"/>
            <a:ext cx="548950" cy="329184"/>
            <a:chOff x="796651" y="2159663"/>
            <a:chExt cx="548950" cy="329184"/>
          </a:xfrm>
        </p:grpSpPr>
        <p:pic>
          <p:nvPicPr>
            <p:cNvPr id="7" name="Picture 6" descr="A blue circle with yellow stars in center&#10;&#10;Description automatically generated">
              <a:extLst>
                <a:ext uri="{FF2B5EF4-FFF2-40B4-BE49-F238E27FC236}">
                  <a16:creationId xmlns:a16="http://schemas.microsoft.com/office/drawing/2014/main" id="{9C45861C-9235-3B96-F817-0D26B43FAF93}"/>
                </a:ext>
              </a:extLst>
            </p:cNvPr>
            <p:cNvPicPr>
              <a:picLocks noChangeAspect="1"/>
            </p:cNvPicPr>
            <p:nvPr/>
          </p:nvPicPr>
          <p:blipFill>
            <a:blip r:embed="rId9"/>
            <a:stretch>
              <a:fillRect/>
            </a:stretch>
          </p:blipFill>
          <p:spPr>
            <a:xfrm>
              <a:off x="1050537" y="2176723"/>
              <a:ext cx="295064" cy="295064"/>
            </a:xfrm>
            <a:prstGeom prst="rect">
              <a:avLst/>
            </a:prstGeom>
            <a:ln>
              <a:noFill/>
            </a:ln>
          </p:spPr>
        </p:pic>
        <p:pic>
          <p:nvPicPr>
            <p:cNvPr id="8" name="Graphic 7">
              <a:extLst>
                <a:ext uri="{FF2B5EF4-FFF2-40B4-BE49-F238E27FC236}">
                  <a16:creationId xmlns:a16="http://schemas.microsoft.com/office/drawing/2014/main" id="{7A5E7DDD-3587-F514-283F-3A06FF6BE03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6651" y="2159663"/>
              <a:ext cx="329184" cy="329184"/>
            </a:xfrm>
            <a:prstGeom prst="rect">
              <a:avLst/>
            </a:prstGeom>
          </p:spPr>
        </p:pic>
      </p:grpSp>
      <p:grpSp>
        <p:nvGrpSpPr>
          <p:cNvPr id="33" name="Group 32">
            <a:extLst>
              <a:ext uri="{FF2B5EF4-FFF2-40B4-BE49-F238E27FC236}">
                <a16:creationId xmlns:a16="http://schemas.microsoft.com/office/drawing/2014/main" id="{50A1E999-41C0-B9E3-9883-4F31DA71CD43}"/>
              </a:ext>
            </a:extLst>
          </p:cNvPr>
          <p:cNvGrpSpPr/>
          <p:nvPr/>
        </p:nvGrpSpPr>
        <p:grpSpPr>
          <a:xfrm>
            <a:off x="671642" y="3082141"/>
            <a:ext cx="548950" cy="342578"/>
            <a:chOff x="796651" y="2854836"/>
            <a:chExt cx="548950" cy="342578"/>
          </a:xfrm>
        </p:grpSpPr>
        <p:pic>
          <p:nvPicPr>
            <p:cNvPr id="18" name="Picture 17" descr="A flag of spain on a black background&#10;&#10;AI-generated content may be incorrect.">
              <a:extLst>
                <a:ext uri="{FF2B5EF4-FFF2-40B4-BE49-F238E27FC236}">
                  <a16:creationId xmlns:a16="http://schemas.microsoft.com/office/drawing/2014/main" id="{A9154823-6905-452C-F45A-9748C3DC2E26}"/>
                </a:ext>
              </a:extLst>
            </p:cNvPr>
            <p:cNvPicPr>
              <a:picLocks noChangeAspect="1"/>
            </p:cNvPicPr>
            <p:nvPr/>
          </p:nvPicPr>
          <p:blipFill>
            <a:blip r:embed="rId12"/>
            <a:stretch>
              <a:fillRect/>
            </a:stretch>
          </p:blipFill>
          <p:spPr>
            <a:xfrm>
              <a:off x="1003023" y="2854836"/>
              <a:ext cx="342578" cy="342578"/>
            </a:xfrm>
            <a:prstGeom prst="rect">
              <a:avLst/>
            </a:prstGeom>
          </p:spPr>
        </p:pic>
        <p:pic>
          <p:nvPicPr>
            <p:cNvPr id="20" name="Graphic 19">
              <a:extLst>
                <a:ext uri="{FF2B5EF4-FFF2-40B4-BE49-F238E27FC236}">
                  <a16:creationId xmlns:a16="http://schemas.microsoft.com/office/drawing/2014/main" id="{6B911725-FB8A-DED6-021A-A565D744EBBB}"/>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796651" y="2861533"/>
              <a:ext cx="329184" cy="329184"/>
            </a:xfrm>
            <a:prstGeom prst="rect">
              <a:avLst/>
            </a:prstGeom>
          </p:spPr>
        </p:pic>
      </p:grpSp>
      <p:grpSp>
        <p:nvGrpSpPr>
          <p:cNvPr id="19" name="Group 18">
            <a:extLst>
              <a:ext uri="{FF2B5EF4-FFF2-40B4-BE49-F238E27FC236}">
                <a16:creationId xmlns:a16="http://schemas.microsoft.com/office/drawing/2014/main" id="{8D885590-CB46-B2F1-3643-5ABCAC6A27DF}"/>
              </a:ext>
            </a:extLst>
          </p:cNvPr>
          <p:cNvGrpSpPr/>
          <p:nvPr/>
        </p:nvGrpSpPr>
        <p:grpSpPr>
          <a:xfrm>
            <a:off x="671642" y="3716836"/>
            <a:ext cx="548950" cy="329184"/>
            <a:chOff x="796651" y="4280123"/>
            <a:chExt cx="548950" cy="329184"/>
          </a:xfrm>
        </p:grpSpPr>
        <p:pic>
          <p:nvPicPr>
            <p:cNvPr id="44" name="Graphic 43">
              <a:extLst>
                <a:ext uri="{FF2B5EF4-FFF2-40B4-BE49-F238E27FC236}">
                  <a16:creationId xmlns:a16="http://schemas.microsoft.com/office/drawing/2014/main" id="{6D3DBA37-A3CC-264F-8852-5C2154B877E9}"/>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1016417" y="4280123"/>
              <a:ext cx="329184" cy="329184"/>
            </a:xfrm>
            <a:prstGeom prst="rect">
              <a:avLst/>
            </a:prstGeom>
          </p:spPr>
        </p:pic>
        <p:pic>
          <p:nvPicPr>
            <p:cNvPr id="45" name="Picture 44">
              <a:extLst>
                <a:ext uri="{FF2B5EF4-FFF2-40B4-BE49-F238E27FC236}">
                  <a16:creationId xmlns:a16="http://schemas.microsoft.com/office/drawing/2014/main" id="{5F1C8B6A-9019-4209-E072-F6BAFCACA01A}"/>
                </a:ext>
              </a:extLst>
            </p:cNvPr>
            <p:cNvPicPr>
              <a:picLocks noChangeAspect="1"/>
            </p:cNvPicPr>
            <p:nvPr/>
          </p:nvPicPr>
          <p:blipFill rotWithShape="1">
            <a:blip r:embed="rId13"/>
            <a:srcRect l="16667" r="16667"/>
            <a:stretch/>
          </p:blipFill>
          <p:spPr>
            <a:xfrm>
              <a:off x="796651" y="4298081"/>
              <a:ext cx="293268" cy="293268"/>
            </a:xfrm>
            <a:prstGeom prst="ellipse">
              <a:avLst/>
            </a:prstGeom>
          </p:spPr>
        </p:pic>
      </p:grpSp>
      <p:sp>
        <p:nvSpPr>
          <p:cNvPr id="35" name="Footer Placeholder 3">
            <a:extLst>
              <a:ext uri="{FF2B5EF4-FFF2-40B4-BE49-F238E27FC236}">
                <a16:creationId xmlns:a16="http://schemas.microsoft.com/office/drawing/2014/main" id="{C343C5E7-66A9-14D2-4780-1D8E37FE70DF}"/>
              </a:ext>
            </a:extLst>
          </p:cNvPr>
          <p:cNvSpPr txBox="1">
            <a:spLocks/>
          </p:cNvSpPr>
          <p:nvPr/>
        </p:nvSpPr>
        <p:spPr>
          <a:xfrm>
            <a:off x="358336" y="6461964"/>
            <a:ext cx="8464388"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t>Note:</a:t>
            </a:r>
            <a:r>
              <a:rPr lang="en-GB"/>
              <a:t> * Medical Objectives: </a:t>
            </a:r>
            <a:r>
              <a:rPr lang="en-GB" b="1"/>
              <a:t>Drive Differentiation:</a:t>
            </a:r>
            <a:r>
              <a:rPr lang="en-GB"/>
              <a:t> 1. Evidence-Based Differentiation 2. Communicate One Scientific Story 3. Competitive Medical Mindset 4. BeOne Experience; </a:t>
            </a:r>
            <a:r>
              <a:rPr lang="en-GB" b="1"/>
              <a:t>Secure Broad Access: </a:t>
            </a:r>
            <a:r>
              <a:rPr lang="en-GB"/>
              <a:t>1. Integrated Evidence Generation 2. Support Market Access 3. Expanded Access Program; </a:t>
            </a:r>
            <a:r>
              <a:rPr lang="en-GB" b="1"/>
              <a:t>Build Solid </a:t>
            </a:r>
            <a:r>
              <a:rPr lang="en-GB" b="1" err="1"/>
              <a:t>Tumor</a:t>
            </a:r>
            <a:r>
              <a:rPr lang="en-GB" b="1"/>
              <a:t> Leadership: </a:t>
            </a:r>
            <a:r>
              <a:rPr lang="en-GB"/>
              <a:t>1. KOL Engagement and Advocacy 2. Research Collaboration 3. Solid </a:t>
            </a:r>
            <a:r>
              <a:rPr lang="en-GB" err="1"/>
              <a:t>Tumor</a:t>
            </a:r>
            <a:r>
              <a:rPr lang="en-GB"/>
              <a:t> Awareness 4. Maintain and Continue to Build</a:t>
            </a:r>
            <a:endParaRPr lang="en-US"/>
          </a:p>
          <a:p>
            <a:pPr>
              <a:defRPr/>
            </a:pPr>
            <a:r>
              <a:rPr lang="en-US">
                <a:solidFill>
                  <a:srgbClr val="000000">
                    <a:lumMod val="65000"/>
                    <a:lumOff val="35000"/>
                  </a:srgbClr>
                </a:solidFill>
              </a:rPr>
              <a:t>Abbreviations: 2L: Second-Line; </a:t>
            </a:r>
            <a:r>
              <a:rPr lang="en-US" err="1">
                <a:solidFill>
                  <a:srgbClr val="000000">
                    <a:lumMod val="65000"/>
                    <a:lumOff val="35000"/>
                  </a:srgbClr>
                </a:solidFill>
              </a:rPr>
              <a:t>CTx</a:t>
            </a:r>
            <a:r>
              <a:rPr lang="en-US">
                <a:solidFill>
                  <a:srgbClr val="000000">
                    <a:lumMod val="65000"/>
                    <a:lumOff val="35000"/>
                  </a:srgbClr>
                </a:solidFill>
              </a:rPr>
              <a:t>: Chemotherapy; FCr: FC Receptor; IO: Immuno-Oncology; MO: Medical Objective; </a:t>
            </a:r>
            <a:r>
              <a:rPr lang="en-US" err="1">
                <a:solidFill>
                  <a:srgbClr val="000000">
                    <a:lumMod val="65000"/>
                    <a:lumOff val="35000"/>
                  </a:srgbClr>
                </a:solidFill>
              </a:rPr>
              <a:t>MoA</a:t>
            </a:r>
            <a:r>
              <a:rPr lang="en-US">
                <a:solidFill>
                  <a:srgbClr val="000000">
                    <a:lumMod val="65000"/>
                    <a:lumOff val="35000"/>
                  </a:srgbClr>
                </a:solidFill>
              </a:rPr>
              <a:t>: Mechanism of Action; NSCLC: Non-Small Cell Lung Cancer; OS: Overall Survival; PD(L)-1: Programmed Death (Ligand)-1; SI: Strategic Imperative; TIL: Tumor-Infiltrating Lymphocyte; Tx: Treatment </a:t>
            </a:r>
          </a:p>
        </p:txBody>
      </p:sp>
      <p:grpSp>
        <p:nvGrpSpPr>
          <p:cNvPr id="5" name="Group 4">
            <a:extLst>
              <a:ext uri="{FF2B5EF4-FFF2-40B4-BE49-F238E27FC236}">
                <a16:creationId xmlns:a16="http://schemas.microsoft.com/office/drawing/2014/main" id="{3EC08985-30C8-3873-65BD-ACA7B573CCF7}"/>
              </a:ext>
            </a:extLst>
          </p:cNvPr>
          <p:cNvGrpSpPr/>
          <p:nvPr/>
        </p:nvGrpSpPr>
        <p:grpSpPr>
          <a:xfrm>
            <a:off x="-9526" y="-7584"/>
            <a:ext cx="11815014" cy="180000"/>
            <a:chOff x="-9526" y="-7584"/>
            <a:chExt cx="11815014" cy="180000"/>
          </a:xfrm>
        </p:grpSpPr>
        <p:sp>
          <p:nvSpPr>
            <p:cNvPr id="16" name="Rectangle 15">
              <a:extLst>
                <a:ext uri="{FF2B5EF4-FFF2-40B4-BE49-F238E27FC236}">
                  <a16:creationId xmlns:a16="http://schemas.microsoft.com/office/drawing/2014/main" id="{572950E3-BFBA-6F9D-81C7-E81197C161EF}"/>
                </a:ext>
              </a:extLst>
            </p:cNvPr>
            <p:cNvSpPr/>
            <p:nvPr/>
          </p:nvSpPr>
          <p:spPr>
            <a:xfrm>
              <a:off x="-9526" y="-7584"/>
              <a:ext cx="2045850" cy="18000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Metastatic NSCLC</a:t>
              </a:r>
            </a:p>
          </p:txBody>
        </p:sp>
        <p:sp>
          <p:nvSpPr>
            <p:cNvPr id="29" name="Arrow: Pentagon 28">
              <a:extLst>
                <a:ext uri="{FF2B5EF4-FFF2-40B4-BE49-F238E27FC236}">
                  <a16:creationId xmlns:a16="http://schemas.microsoft.com/office/drawing/2014/main" id="{43E3413D-0443-3AEF-0C8C-BBB42BBCAECA}"/>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38" name="Arrow: Chevron 37">
              <a:extLst>
                <a:ext uri="{FF2B5EF4-FFF2-40B4-BE49-F238E27FC236}">
                  <a16:creationId xmlns:a16="http://schemas.microsoft.com/office/drawing/2014/main" id="{3F993513-55B5-C576-F4FD-810DB80DEE93}"/>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40" name="Arrow: Chevron 39">
              <a:extLst>
                <a:ext uri="{FF2B5EF4-FFF2-40B4-BE49-F238E27FC236}">
                  <a16:creationId xmlns:a16="http://schemas.microsoft.com/office/drawing/2014/main" id="{E2DFA110-9901-FF05-E564-CACF6115AC44}"/>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41" name="Arrow: Chevron 40">
              <a:extLst>
                <a:ext uri="{FF2B5EF4-FFF2-40B4-BE49-F238E27FC236}">
                  <a16:creationId xmlns:a16="http://schemas.microsoft.com/office/drawing/2014/main" id="{E00E2F0C-7E33-AB1A-1644-16ACB89B5F3F}"/>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pic>
        <p:nvPicPr>
          <p:cNvPr id="9" name="Picture 2" descr="European Society for Medical Oncology (ESMO) - YouTube">
            <a:extLst>
              <a:ext uri="{FF2B5EF4-FFF2-40B4-BE49-F238E27FC236}">
                <a16:creationId xmlns:a16="http://schemas.microsoft.com/office/drawing/2014/main" id="{D837369E-66D8-8728-43DD-98C8D876F47B}"/>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3506588" y="4074770"/>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17" name="Graphic 16">
            <a:extLst>
              <a:ext uri="{FF2B5EF4-FFF2-40B4-BE49-F238E27FC236}">
                <a16:creationId xmlns:a16="http://schemas.microsoft.com/office/drawing/2014/main" id="{6731B558-C772-0B3B-64EE-9EBBE5FFBD9D}"/>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765462" y="5010030"/>
            <a:ext cx="329184" cy="329184"/>
          </a:xfrm>
          <a:prstGeom prst="rect">
            <a:avLst/>
          </a:prstGeom>
        </p:spPr>
      </p:pic>
      <p:pic>
        <p:nvPicPr>
          <p:cNvPr id="21" name="Graphic 20">
            <a:extLst>
              <a:ext uri="{FF2B5EF4-FFF2-40B4-BE49-F238E27FC236}">
                <a16:creationId xmlns:a16="http://schemas.microsoft.com/office/drawing/2014/main" id="{53AF1348-455B-DD25-9A9E-D561FA8040EC}"/>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765462" y="5747549"/>
            <a:ext cx="329184" cy="329184"/>
          </a:xfrm>
          <a:prstGeom prst="rect">
            <a:avLst/>
          </a:prstGeom>
        </p:spPr>
      </p:pic>
      <p:pic>
        <p:nvPicPr>
          <p:cNvPr id="30" name="Picture 2" descr="European Society for Medical Oncology (ESMO) - YouTube">
            <a:extLst>
              <a:ext uri="{FF2B5EF4-FFF2-40B4-BE49-F238E27FC236}">
                <a16:creationId xmlns:a16="http://schemas.microsoft.com/office/drawing/2014/main" id="{1F06824E-4EA6-E4BB-C941-51D06F00EB06}"/>
              </a:ext>
            </a:extLst>
          </p:cNvPr>
          <p:cNvPicPr>
            <a:picLocks noChangeAspect="1"/>
          </p:cNvPicPr>
          <p:nvPr/>
        </p:nvPicPr>
        <p:blipFill rotWithShape="1">
          <a:blip r:embed="rId8">
            <a:extLst>
              <a:ext uri="{28A0092B-C50C-407E-A947-70E740481C1C}">
                <a14:useLocalDpi xmlns:a14="http://schemas.microsoft.com/office/drawing/2010/main" val="0"/>
              </a:ext>
            </a:extLst>
          </a:blip>
          <a:srcRect/>
          <a:stretch/>
        </p:blipFill>
        <p:spPr bwMode="auto">
          <a:xfrm>
            <a:off x="3506587" y="6107341"/>
            <a:ext cx="479885" cy="17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3020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41294-46C4-E443-7F65-399B4B00C4A4}"/>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DD690977-59F5-000D-1BCC-82BCBD8F7542}"/>
              </a:ext>
            </a:extLst>
          </p:cNvPr>
          <p:cNvGraphicFramePr>
            <a:graphicFrameLocks noGrp="1"/>
          </p:cNvGraphicFramePr>
          <p:nvPr>
            <p:extLst>
              <p:ext uri="{D42A27DB-BD31-4B8C-83A1-F6EECF244321}">
                <p14:modId xmlns:p14="http://schemas.microsoft.com/office/powerpoint/2010/main" val="3965439228"/>
              </p:ext>
            </p:extLst>
          </p:nvPr>
        </p:nvGraphicFramePr>
        <p:xfrm>
          <a:off x="358336" y="934931"/>
          <a:ext cx="11476324" cy="4938584"/>
        </p:xfrm>
        <a:graphic>
          <a:graphicData uri="http://schemas.openxmlformats.org/drawingml/2006/table">
            <a:tbl>
              <a:tblPr firstRow="1" bandRow="1">
                <a:tableStyleId>{073A0DAA-6AF3-43AB-8588-CEC1D06C72B9}</a:tableStyleId>
              </a:tblPr>
              <a:tblGrid>
                <a:gridCol w="1224000">
                  <a:extLst>
                    <a:ext uri="{9D8B030D-6E8A-4147-A177-3AD203B41FA5}">
                      <a16:colId xmlns:a16="http://schemas.microsoft.com/office/drawing/2014/main" val="4274197813"/>
                    </a:ext>
                  </a:extLst>
                </a:gridCol>
                <a:gridCol w="7452000">
                  <a:extLst>
                    <a:ext uri="{9D8B030D-6E8A-4147-A177-3AD203B41FA5}">
                      <a16:colId xmlns:a16="http://schemas.microsoft.com/office/drawing/2014/main" val="3409405350"/>
                    </a:ext>
                  </a:extLst>
                </a:gridCol>
                <a:gridCol w="1188000">
                  <a:extLst>
                    <a:ext uri="{9D8B030D-6E8A-4147-A177-3AD203B41FA5}">
                      <a16:colId xmlns:a16="http://schemas.microsoft.com/office/drawing/2014/main" val="1289286208"/>
                    </a:ext>
                  </a:extLst>
                </a:gridCol>
                <a:gridCol w="1612324">
                  <a:extLst>
                    <a:ext uri="{9D8B030D-6E8A-4147-A177-3AD203B41FA5}">
                      <a16:colId xmlns:a16="http://schemas.microsoft.com/office/drawing/2014/main" val="2382105690"/>
                    </a:ext>
                  </a:extLst>
                </a:gridCol>
              </a:tblGrid>
              <a:tr h="2880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Metastatic NSCLC</a:t>
                      </a:r>
                      <a:endParaRPr lang="en-US" sz="1200" b="1" i="1">
                        <a:solidFill>
                          <a:schemeClr val="bg1"/>
                        </a:solidFill>
                      </a:endParaRPr>
                    </a:p>
                  </a:txBody>
                  <a:tcPr anchor="ctr">
                    <a:solidFill>
                      <a:srgbClr val="004D6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endParaRPr lang="en-GB" sz="1200" b="1" i="0" kern="1200">
                        <a:solidFill>
                          <a:schemeClr val="bg1"/>
                        </a:solidFill>
                        <a:latin typeface="+mn-lt"/>
                        <a:ea typeface="+mn-ea"/>
                        <a:cs typeface="+mn-cs"/>
                      </a:endParaRP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Low Priority Gaps</a:t>
                      </a:r>
                    </a:p>
                  </a:txBody>
                  <a:tcPr anchor="ctr">
                    <a:solidFill>
                      <a:schemeClr val="tx1">
                        <a:lumMod val="50000"/>
                        <a:lumOff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rgbClr val="004D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p>
                  </a:txBody>
                  <a:tcPr anchor="ctr">
                    <a:solidFill>
                      <a:srgbClr val="004D60"/>
                    </a:solidFill>
                  </a:tcPr>
                </a:tc>
                <a:extLst>
                  <a:ext uri="{0D108BD9-81ED-4DB2-BD59-A6C34878D82A}">
                    <a16:rowId xmlns:a16="http://schemas.microsoft.com/office/drawing/2014/main" val="1667024452"/>
                  </a:ext>
                </a:extLst>
              </a:tr>
              <a:tr h="39600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mn-lt"/>
                          <a:ea typeface="+mn-ea"/>
                          <a:cs typeface="+mn-cs"/>
                        </a:rPr>
                        <a:t>[1L]: Need for OS/PFS data in non-squamous NSCLC patients </a:t>
                      </a:r>
                      <a:r>
                        <a:rPr kumimoji="0" lang="en-US" sz="1000" b="0" i="0" u="none" strike="noStrike" kern="1200" cap="none" spc="0" normalizeH="0" baseline="0" noProof="0">
                          <a:ln>
                            <a:noFill/>
                          </a:ln>
                          <a:solidFill>
                            <a:schemeClr val="tx1"/>
                          </a:solidFill>
                          <a:effectLst/>
                          <a:uLnTx/>
                          <a:uFillTx/>
                          <a:latin typeface="+mn-lt"/>
                          <a:ea typeface="+mn-ea"/>
                          <a:cs typeface="+mn-cs"/>
                        </a:rPr>
                        <a:t>with TAP&lt;50%</a:t>
                      </a:r>
                    </a:p>
                  </a:txBody>
                  <a:tcPr anchor="ctr">
                    <a:solidFill>
                      <a:srgbClr val="E7E7E7"/>
                    </a:solidFill>
                  </a:tcPr>
                </a:tc>
                <a:tc row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At-Close or Near-Close</a:t>
                      </a: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lang="en-US" sz="1000" b="0" i="0" kern="1200">
                        <a:solidFill>
                          <a:schemeClr val="tx1"/>
                        </a:solidFill>
                        <a:highlight>
                          <a:srgbClr val="FFFF00"/>
                        </a:highlight>
                        <a:latin typeface="+mn-lt"/>
                        <a:ea typeface="+mn-ea"/>
                        <a:cs typeface="+mn-cs"/>
                      </a:endParaRPr>
                    </a:p>
                  </a:txBody>
                  <a:tcPr anchor="ctr"/>
                </a:tc>
                <a:extLst>
                  <a:ext uri="{0D108BD9-81ED-4DB2-BD59-A6C34878D82A}">
                    <a16:rowId xmlns:a16="http://schemas.microsoft.com/office/drawing/2014/main" val="3517370963"/>
                  </a:ext>
                </a:extLst>
              </a:tr>
              <a:tr h="0">
                <a:tc rowSpan="2">
                  <a:txBody>
                    <a:bodyPr/>
                    <a:lstStyle/>
                    <a:p>
                      <a:endParaRPr lang="en-US" sz="1200"/>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mn-lt"/>
                          <a:ea typeface="+mn-ea"/>
                          <a:cs typeface="+mn-cs"/>
                        </a:rPr>
                        <a:t>[1L]: </a:t>
                      </a:r>
                      <a:r>
                        <a:rPr kumimoji="0" lang="en-US" sz="1000" b="0" i="0" u="none" strike="noStrike" kern="1200" cap="none" spc="0" normalizeH="0" baseline="0" noProof="0">
                          <a:ln>
                            <a:noFill/>
                          </a:ln>
                          <a:solidFill>
                            <a:schemeClr val="tx1"/>
                          </a:solidFill>
                          <a:effectLst/>
                          <a:uLnTx/>
                          <a:uFillTx/>
                          <a:latin typeface="+mn-lt"/>
                          <a:ea typeface="+mn-ea"/>
                          <a:cs typeface="+mn-cs"/>
                        </a:rPr>
                        <a:t>Need for efficacy data </a:t>
                      </a:r>
                      <a:r>
                        <a:rPr kumimoji="0" lang="en-US" sz="1000" b="1" i="0" u="none" strike="noStrike" kern="1200" cap="none" spc="0" normalizeH="0" baseline="0" noProof="0">
                          <a:ln>
                            <a:noFill/>
                          </a:ln>
                          <a:solidFill>
                            <a:schemeClr val="tx1"/>
                          </a:solidFill>
                          <a:effectLst/>
                          <a:uLnTx/>
                          <a:uFillTx/>
                          <a:latin typeface="+mn-lt"/>
                          <a:ea typeface="+mn-ea"/>
                          <a:cs typeface="+mn-cs"/>
                        </a:rPr>
                        <a:t>(i.e., OS) </a:t>
                      </a:r>
                      <a:r>
                        <a:rPr kumimoji="0" lang="en-US" sz="1000" b="0" i="0" u="none" strike="noStrike" kern="1200" cap="none" spc="0" normalizeH="0" baseline="0" noProof="0">
                          <a:ln>
                            <a:noFill/>
                          </a:ln>
                          <a:solidFill>
                            <a:schemeClr val="tx1"/>
                          </a:solidFill>
                          <a:effectLst/>
                          <a:uLnTx/>
                          <a:uFillTx/>
                          <a:latin typeface="+mn-lt"/>
                          <a:ea typeface="+mn-ea"/>
                          <a:cs typeface="+mn-cs"/>
                        </a:rPr>
                        <a:t>based on </a:t>
                      </a:r>
                      <a:r>
                        <a:rPr kumimoji="0" lang="en-US" sz="1000" b="1" i="0" u="none" strike="noStrike" kern="1200" cap="none" spc="0" normalizeH="0" baseline="0" noProof="0">
                          <a:ln>
                            <a:noFill/>
                          </a:ln>
                          <a:solidFill>
                            <a:schemeClr val="tx1"/>
                          </a:solidFill>
                          <a:effectLst/>
                          <a:uLnTx/>
                          <a:uFillTx/>
                          <a:latin typeface="+mn-lt"/>
                          <a:ea typeface="+mn-ea"/>
                          <a:cs typeface="+mn-cs"/>
                        </a:rPr>
                        <a:t>PD-L1 (i.e., &gt;50%) expression for non-squamous NSCLC</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Poppins"/>
                        <a:ea typeface="+mn-ea"/>
                        <a:cs typeface="+mn-cs"/>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highlight>
                          <a:srgbClr val="FFFF00"/>
                        </a:highlight>
                        <a:uLnTx/>
                        <a:uFillTx/>
                        <a:latin typeface="Poppins"/>
                        <a:ea typeface="+mn-ea"/>
                        <a:cs typeface="+mn-cs"/>
                      </a:endParaRPr>
                    </a:p>
                  </a:txBody>
                  <a:tcPr anchor="ctr"/>
                </a:tc>
                <a:extLst>
                  <a:ext uri="{0D108BD9-81ED-4DB2-BD59-A6C34878D82A}">
                    <a16:rowId xmlns:a16="http://schemas.microsoft.com/office/drawing/2014/main" val="742410316"/>
                  </a:ext>
                </a:extLst>
              </a:tr>
              <a:tr h="497302">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lang="en-US" sz="1000" b="0" i="0" kern="1200">
                        <a:solidFill>
                          <a:schemeClr val="tx1"/>
                        </a:solidFill>
                        <a:highlight>
                          <a:srgbClr val="FFFF00"/>
                        </a:highlight>
                        <a:latin typeface="+mn-lt"/>
                        <a:ea typeface="+mn-ea"/>
                        <a:cs typeface="+mn-cs"/>
                      </a:endParaRPr>
                    </a:p>
                  </a:txBody>
                  <a:tcPr anchor="ctr"/>
                </a:tc>
                <a:extLst>
                  <a:ext uri="{0D108BD9-81ED-4DB2-BD59-A6C34878D82A}">
                    <a16:rowId xmlns:a16="http://schemas.microsoft.com/office/drawing/2014/main" val="968621959"/>
                  </a:ext>
                </a:extLst>
              </a:tr>
              <a:tr h="0">
                <a:tc rowSpan="2">
                  <a:txBody>
                    <a:bodyPr/>
                    <a:lstStyle/>
                    <a:p>
                      <a:endParaRPr lang="en-US" sz="1200"/>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[1L]: Need for efficacy data (i.e., OS) based on </a:t>
                      </a:r>
                      <a:r>
                        <a:rPr kumimoji="0" lang="en-US" sz="1000" b="1" i="0" u="none" strike="noStrike" kern="1200" cap="none" spc="0" normalizeH="0" baseline="0" noProof="0">
                          <a:ln>
                            <a:noFill/>
                          </a:ln>
                          <a:solidFill>
                            <a:schemeClr val="tx1"/>
                          </a:solidFill>
                          <a:effectLst/>
                          <a:uLnTx/>
                          <a:uFillTx/>
                          <a:latin typeface="+mn-lt"/>
                          <a:ea typeface="+mn-ea"/>
                          <a:cs typeface="+mn-cs"/>
                        </a:rPr>
                        <a:t>PD-L1 expression for squamous NSCLC expression &lt;1%, 1-49%, &gt;50%</a:t>
                      </a: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Poppins"/>
                        <a:ea typeface="+mn-ea"/>
                        <a:cs typeface="+mn-cs"/>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highlight>
                          <a:srgbClr val="FFFF00"/>
                        </a:highlight>
                        <a:latin typeface="+mn-lt"/>
                        <a:ea typeface="+mn-ea"/>
                        <a:cs typeface="+mn-cs"/>
                      </a:endParaRPr>
                    </a:p>
                  </a:txBody>
                  <a:tcPr anchor="ctr"/>
                </a:tc>
                <a:extLst>
                  <a:ext uri="{0D108BD9-81ED-4DB2-BD59-A6C34878D82A}">
                    <a16:rowId xmlns:a16="http://schemas.microsoft.com/office/drawing/2014/main" val="2569032258"/>
                  </a:ext>
                </a:extLst>
              </a:tr>
              <a:tr h="36794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N:9</a:t>
                      </a:r>
                    </a:p>
                  </a:txBody>
                  <a:tcPr anchor="ctr"/>
                </a:tc>
                <a:extLst>
                  <a:ext uri="{0D108BD9-81ED-4DB2-BD59-A6C34878D82A}">
                    <a16:rowId xmlns:a16="http://schemas.microsoft.com/office/drawing/2014/main" val="2598251711"/>
                  </a:ext>
                </a:extLst>
              </a:tr>
              <a:tr h="632461">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Need for pharmacokinetics, clinical trial and/or RWE to support a</a:t>
                      </a:r>
                      <a:r>
                        <a:rPr lang="en-US" sz="1000" b="1">
                          <a:solidFill>
                            <a:schemeClr val="tx1"/>
                          </a:solidFill>
                        </a:rPr>
                        <a:t> flexible dosing schedule</a:t>
                      </a:r>
                    </a:p>
                  </a:txBody>
                  <a:tcPr anchor="ctr">
                    <a:solidFill>
                      <a:srgbClr val="CBCBCB"/>
                    </a:solidFill>
                  </a:tcPr>
                </a:tc>
                <a:tc vMerge="1">
                  <a:txBody>
                    <a:bodyPr/>
                    <a:lstStyle/>
                    <a:p>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kumimoji="0" lang="en-US" sz="1000" b="0" i="0" u="none" strike="noStrike" kern="1200" cap="none" spc="0" normalizeH="0" baseline="0" noProof="0">
                        <a:ln>
                          <a:noFill/>
                        </a:ln>
                        <a:solidFill>
                          <a:srgbClr val="000000"/>
                        </a:solidFill>
                        <a:effectLst/>
                        <a:highlight>
                          <a:srgbClr val="FFFF00"/>
                        </a:highlight>
                        <a:uLnTx/>
                        <a:uFillTx/>
                        <a:latin typeface="Poppins"/>
                        <a:ea typeface="+mn-ea"/>
                        <a:cs typeface="+mn-cs"/>
                      </a:endParaRPr>
                    </a:p>
                  </a:txBody>
                  <a:tcPr anchor="ctr"/>
                </a:tc>
                <a:extLst>
                  <a:ext uri="{0D108BD9-81ED-4DB2-BD59-A6C34878D82A}">
                    <a16:rowId xmlns:a16="http://schemas.microsoft.com/office/drawing/2014/main" val="3792280535"/>
                  </a:ext>
                </a:extLst>
              </a:tr>
              <a:tr h="37084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t>Need for RWE validating the long-term clinical outcomes </a:t>
                      </a:r>
                      <a:r>
                        <a:rPr lang="en-US" sz="1000" b="0"/>
                        <a:t>(sustained OS/PFS) demonstrated in clinical trials RN-304/307 for tislelizumab</a:t>
                      </a:r>
                    </a:p>
                  </a:txBody>
                  <a:tcPr anchor="ctr">
                    <a:solidFill>
                      <a:srgbClr val="E7E7E7"/>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tc>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N/A</a:t>
                      </a:r>
                    </a:p>
                  </a:txBody>
                  <a:tcPr anchor="ctr"/>
                </a:tc>
                <a:extLst>
                  <a:ext uri="{0D108BD9-81ED-4DB2-BD59-A6C34878D82A}">
                    <a16:rowId xmlns:a16="http://schemas.microsoft.com/office/drawing/2014/main" val="2432763461"/>
                  </a:ext>
                </a:extLst>
              </a:tr>
              <a:tr h="37084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t>Need for RW data for monotherapy </a:t>
                      </a:r>
                      <a:r>
                        <a:rPr lang="en-US" sz="1000" b="0"/>
                        <a:t>to strengthen the recommendation of tislelizumab in combination with CTx in non-squamous NSCLC</a:t>
                      </a:r>
                    </a:p>
                  </a:txBody>
                  <a:tcPr anchor="ctr">
                    <a:solidFill>
                      <a:srgbClr val="CBCBCB"/>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1594252533"/>
                  </a:ext>
                </a:extLst>
              </a:tr>
              <a:tr h="370840">
                <a:tc>
                  <a:txBody>
                    <a:bodyPr/>
                    <a:lstStyle/>
                    <a:p>
                      <a:endParaRPr lang="en-US" sz="1200"/>
                    </a:p>
                  </a:txBody>
                  <a:tcPr anchor="ctr">
                    <a:solidFill>
                      <a:srgbClr val="E7E7E7"/>
                    </a:solidFill>
                  </a:tcPr>
                </a:tc>
                <a:tc>
                  <a:txBody>
                    <a:bodyPr/>
                    <a:lstStyle/>
                    <a:p>
                      <a:r>
                        <a:rPr lang="en-US" sz="1000" b="1"/>
                        <a:t>Need for additional data in PD-L1 &gt;50% subpopulations</a:t>
                      </a:r>
                      <a:r>
                        <a:rPr lang="en-US" sz="1000" b="0"/>
                        <a:t> (i.e., females, non-smokers, high K burden) </a:t>
                      </a:r>
                    </a:p>
                  </a:txBody>
                  <a:tcPr anchor="ctr">
                    <a:solidFill>
                      <a:srgbClr val="E7E7E7"/>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3331676026"/>
                  </a:ext>
                </a:extLst>
              </a:tr>
              <a:tr h="370840">
                <a:tc>
                  <a:txBody>
                    <a:bodyPr/>
                    <a:lstStyle/>
                    <a:p>
                      <a:endParaRPr lang="en-US" sz="1200"/>
                    </a:p>
                  </a:txBody>
                  <a:tcPr anchor="ctr">
                    <a:solidFill>
                      <a:srgbClr val="CBCBCB"/>
                    </a:solidFill>
                  </a:tcPr>
                </a:tc>
                <a:tc>
                  <a:txBody>
                    <a:bodyPr/>
                    <a:lstStyle/>
                    <a:p>
                      <a:r>
                        <a:rPr lang="en-US" sz="1000" b="1"/>
                        <a:t>[1L]: Need for evidence on differential effect of tislelizumab </a:t>
                      </a:r>
                      <a:r>
                        <a:rPr lang="en-US" sz="1000" b="0"/>
                        <a:t>in comorbid/frail populations (e.g., sq-NSCLC patients who received the reduced rate of nab-paclitaxel)</a:t>
                      </a:r>
                    </a:p>
                  </a:txBody>
                  <a:tcPr anchor="ctr">
                    <a:solidFill>
                      <a:srgbClr val="CBCBCB"/>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2486435885"/>
                  </a:ext>
                </a:extLst>
              </a:tr>
              <a:tr h="37084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t>[1L]: Need for data demonstrating protection of tislelizumab-treated pts without brain mets </a:t>
                      </a:r>
                      <a:r>
                        <a:rPr lang="en-US" sz="1000" b="0"/>
                        <a:t>in mNSCLC</a:t>
                      </a:r>
                    </a:p>
                  </a:txBody>
                  <a:tcPr anchor="ctr">
                    <a:solidFill>
                      <a:srgbClr val="E7E7E7"/>
                    </a:solidFill>
                  </a:tcPr>
                </a:tc>
                <a:tc vMerge="1">
                  <a:txBody>
                    <a:bodyPr/>
                    <a:lstStyle/>
                    <a:p>
                      <a:endParaRPr/>
                    </a:p>
                  </a:txBody>
                  <a:tcPr anchor="ctr"/>
                </a:tc>
                <a:tc vMerge="1">
                  <a:txBody>
                    <a:bodyPr/>
                    <a:lstStyle/>
                    <a:p>
                      <a:endParaRPr/>
                    </a:p>
                  </a:txBody>
                  <a:tcPr anchor="ctr"/>
                </a:tc>
                <a:extLst>
                  <a:ext uri="{0D108BD9-81ED-4DB2-BD59-A6C34878D82A}">
                    <a16:rowId xmlns:a16="http://schemas.microsoft.com/office/drawing/2014/main" val="1487185474"/>
                  </a:ext>
                </a:extLst>
              </a:tr>
              <a:tr h="370840">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[1L]: Need for </a:t>
                      </a:r>
                      <a:r>
                        <a:rPr kumimoji="0" lang="en-US" sz="1000" b="1" i="0" u="none" strike="noStrike" kern="1200" cap="none" spc="0" normalizeH="0" baseline="0" noProof="0">
                          <a:ln>
                            <a:noFill/>
                          </a:ln>
                          <a:solidFill>
                            <a:schemeClr val="tx1"/>
                          </a:solidFill>
                          <a:effectLst/>
                          <a:uLnTx/>
                          <a:uFillTx/>
                          <a:latin typeface="+mn-lt"/>
                          <a:ea typeface="+mn-ea"/>
                          <a:cs typeface="+mn-cs"/>
                        </a:rPr>
                        <a:t>outcomes data in patients rechallenged </a:t>
                      </a:r>
                      <a:r>
                        <a:rPr kumimoji="0" lang="en-US" sz="1000" b="0" i="0" u="none" strike="noStrike" kern="1200" cap="none" spc="0" normalizeH="0" baseline="0" noProof="0">
                          <a:ln>
                            <a:noFill/>
                          </a:ln>
                          <a:solidFill>
                            <a:schemeClr val="tx1"/>
                          </a:solidFill>
                          <a:effectLst/>
                          <a:uLnTx/>
                          <a:uFillTx/>
                          <a:latin typeface="+mn-lt"/>
                          <a:ea typeface="+mn-ea"/>
                          <a:cs typeface="+mn-cs"/>
                        </a:rPr>
                        <a:t>with tislelizumab after recurring to perioperative IO treatment</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mn-cs"/>
                        </a:rPr>
                        <a:t>Deprioritized</a:t>
                      </a:r>
                    </a:p>
                  </a:txBody>
                  <a:tcPr anchor="ctr">
                    <a:solidFill>
                      <a:srgbClr val="CBCBCB"/>
                    </a:solidFill>
                  </a:tcPr>
                </a:tc>
                <a:tc vMerge="1">
                  <a:txBody>
                    <a:bodyPr/>
                    <a:lstStyle/>
                    <a:p>
                      <a:endParaRPr lang="en-US"/>
                    </a:p>
                  </a:txBody>
                  <a:tcPr anchor="ctr"/>
                </a:tc>
                <a:extLst>
                  <a:ext uri="{0D108BD9-81ED-4DB2-BD59-A6C34878D82A}">
                    <a16:rowId xmlns:a16="http://schemas.microsoft.com/office/drawing/2014/main" val="2534388744"/>
                  </a:ext>
                </a:extLst>
              </a:tr>
            </a:tbl>
          </a:graphicData>
        </a:graphic>
      </p:graphicFrame>
      <p:graphicFrame>
        <p:nvGraphicFramePr>
          <p:cNvPr id="6" name="think-cell data - do not delete" hidden="1">
            <a:extLst>
              <a:ext uri="{FF2B5EF4-FFF2-40B4-BE49-F238E27FC236}">
                <a16:creationId xmlns:a16="http://schemas.microsoft.com/office/drawing/2014/main" id="{4FC922B6-911A-B08E-209D-80ED55C2FEA0}"/>
              </a:ext>
            </a:extLst>
          </p:cNvPr>
          <p:cNvGraphicFramePr>
            <a:graphicFrameLocks noChangeAspect="1"/>
          </p:cNvGraphicFramePr>
          <p:nvPr>
            <p:custDataLst>
              <p:tags r:id="rId1"/>
            </p:custDataLst>
            <p:extLst>
              <p:ext uri="{D42A27DB-BD31-4B8C-83A1-F6EECF244321}">
                <p14:modId xmlns:p14="http://schemas.microsoft.com/office/powerpoint/2010/main" val="32841925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4FC922B6-911A-B08E-209D-80ED55C2FE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557F080-C34A-6D14-0FF9-8AD113F117BF}"/>
              </a:ext>
            </a:extLst>
          </p:cNvPr>
          <p:cNvSpPr>
            <a:spLocks noGrp="1"/>
          </p:cNvSpPr>
          <p:nvPr>
            <p:ph type="title"/>
          </p:nvPr>
        </p:nvSpPr>
        <p:spPr>
          <a:xfrm>
            <a:off x="358337" y="271427"/>
            <a:ext cx="11470125" cy="369332"/>
          </a:xfrm>
        </p:spPr>
        <p:txBody>
          <a:bodyPr vert="horz"/>
          <a:lstStyle/>
          <a:p>
            <a:r>
              <a:rPr lang="en-US" sz="2400"/>
              <a:t>Low Priority Evidence Gaps: Metastatic NSCLC</a:t>
            </a:r>
          </a:p>
        </p:txBody>
      </p:sp>
      <p:grpSp>
        <p:nvGrpSpPr>
          <p:cNvPr id="8" name="Group 7">
            <a:extLst>
              <a:ext uri="{FF2B5EF4-FFF2-40B4-BE49-F238E27FC236}">
                <a16:creationId xmlns:a16="http://schemas.microsoft.com/office/drawing/2014/main" id="{C408F341-C1A4-0381-73F2-287980BBB30E}"/>
              </a:ext>
            </a:extLst>
          </p:cNvPr>
          <p:cNvGrpSpPr/>
          <p:nvPr/>
        </p:nvGrpSpPr>
        <p:grpSpPr>
          <a:xfrm>
            <a:off x="662585" y="1899682"/>
            <a:ext cx="606327" cy="568576"/>
            <a:chOff x="615708" y="2026682"/>
            <a:chExt cx="606327" cy="568576"/>
          </a:xfrm>
        </p:grpSpPr>
        <p:pic>
          <p:nvPicPr>
            <p:cNvPr id="78" name="Graphic 77">
              <a:extLst>
                <a:ext uri="{FF2B5EF4-FFF2-40B4-BE49-F238E27FC236}">
                  <a16:creationId xmlns:a16="http://schemas.microsoft.com/office/drawing/2014/main" id="{8DF16DF6-26BF-85D0-85E5-345160C7DA7F}"/>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52868" y="2026682"/>
              <a:ext cx="329184" cy="329184"/>
            </a:xfrm>
            <a:prstGeom prst="rect">
              <a:avLst/>
            </a:prstGeom>
          </p:spPr>
        </p:pic>
        <p:pic>
          <p:nvPicPr>
            <p:cNvPr id="81" name="Picture 80" descr="A blue circle with yellow stars in center&#10;&#10;Description automatically generated">
              <a:extLst>
                <a:ext uri="{FF2B5EF4-FFF2-40B4-BE49-F238E27FC236}">
                  <a16:creationId xmlns:a16="http://schemas.microsoft.com/office/drawing/2014/main" id="{06113182-D294-90AA-3A6A-A9C4F327962B}"/>
                </a:ext>
              </a:extLst>
            </p:cNvPr>
            <p:cNvPicPr>
              <a:picLocks noChangeAspect="1"/>
            </p:cNvPicPr>
            <p:nvPr/>
          </p:nvPicPr>
          <p:blipFill>
            <a:blip r:embed="rId7"/>
            <a:stretch>
              <a:fillRect/>
            </a:stretch>
          </p:blipFill>
          <p:spPr>
            <a:xfrm>
              <a:off x="615708" y="2293506"/>
              <a:ext cx="301752" cy="301752"/>
            </a:xfrm>
            <a:prstGeom prst="rect">
              <a:avLst/>
            </a:prstGeom>
            <a:ln>
              <a:noFill/>
            </a:ln>
          </p:spPr>
        </p:pic>
        <p:sp>
          <p:nvSpPr>
            <p:cNvPr id="89" name="Oval 88">
              <a:extLst>
                <a:ext uri="{FF2B5EF4-FFF2-40B4-BE49-F238E27FC236}">
                  <a16:creationId xmlns:a16="http://schemas.microsoft.com/office/drawing/2014/main" id="{D2CD7DFA-1B3C-B25C-6D90-C0F0E1EC90F1}"/>
                </a:ext>
              </a:extLst>
            </p:cNvPr>
            <p:cNvSpPr/>
            <p:nvPr/>
          </p:nvSpPr>
          <p:spPr>
            <a:xfrm>
              <a:off x="920283" y="2293506"/>
              <a:ext cx="301752" cy="301752"/>
            </a:xfrm>
            <a:prstGeom prst="ellipse">
              <a:avLst/>
            </a:prstGeom>
            <a:blipFill>
              <a:blip r:embed="rId8"/>
              <a:stretch>
                <a:fillRect/>
              </a:stretch>
            </a:blip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grpSp>
      <p:pic>
        <p:nvPicPr>
          <p:cNvPr id="111" name="Graphic 110">
            <a:extLst>
              <a:ext uri="{FF2B5EF4-FFF2-40B4-BE49-F238E27FC236}">
                <a16:creationId xmlns:a16="http://schemas.microsoft.com/office/drawing/2014/main" id="{EBA1E29D-5517-6DAC-4641-A0584E81DED5}"/>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1156" y="1542952"/>
            <a:ext cx="329184" cy="329184"/>
          </a:xfrm>
          <a:prstGeom prst="rect">
            <a:avLst/>
          </a:prstGeom>
        </p:spPr>
      </p:pic>
      <p:pic>
        <p:nvPicPr>
          <p:cNvPr id="22" name="Graphic 21">
            <a:extLst>
              <a:ext uri="{FF2B5EF4-FFF2-40B4-BE49-F238E27FC236}">
                <a16:creationId xmlns:a16="http://schemas.microsoft.com/office/drawing/2014/main" id="{E7E83248-7C15-2B64-AC74-72CB83740A12}"/>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1156" y="2557000"/>
            <a:ext cx="329184" cy="329184"/>
          </a:xfrm>
          <a:prstGeom prst="rect">
            <a:avLst/>
          </a:prstGeom>
        </p:spPr>
      </p:pic>
      <p:pic>
        <p:nvPicPr>
          <p:cNvPr id="23" name="Picture 22" descr="A blue circle with yellow stars in center&#10;&#10;Description automatically generated">
            <a:extLst>
              <a:ext uri="{FF2B5EF4-FFF2-40B4-BE49-F238E27FC236}">
                <a16:creationId xmlns:a16="http://schemas.microsoft.com/office/drawing/2014/main" id="{CF0EB7E1-F989-FEA4-A715-F5C4E0D8C851}"/>
              </a:ext>
            </a:extLst>
          </p:cNvPr>
          <p:cNvPicPr>
            <a:picLocks noChangeAspect="1"/>
          </p:cNvPicPr>
          <p:nvPr/>
        </p:nvPicPr>
        <p:blipFill>
          <a:blip r:embed="rId7"/>
          <a:stretch>
            <a:fillRect/>
          </a:stretch>
        </p:blipFill>
        <p:spPr>
          <a:xfrm>
            <a:off x="814872" y="2565362"/>
            <a:ext cx="301752" cy="301752"/>
          </a:xfrm>
          <a:prstGeom prst="rect">
            <a:avLst/>
          </a:prstGeom>
          <a:ln>
            <a:noFill/>
          </a:ln>
        </p:spPr>
      </p:pic>
      <p:grpSp>
        <p:nvGrpSpPr>
          <p:cNvPr id="11" name="Group 10">
            <a:extLst>
              <a:ext uri="{FF2B5EF4-FFF2-40B4-BE49-F238E27FC236}">
                <a16:creationId xmlns:a16="http://schemas.microsoft.com/office/drawing/2014/main" id="{3DD83E6A-A532-9891-DA74-A022F1394448}"/>
              </a:ext>
            </a:extLst>
          </p:cNvPr>
          <p:cNvGrpSpPr/>
          <p:nvPr/>
        </p:nvGrpSpPr>
        <p:grpSpPr>
          <a:xfrm>
            <a:off x="700448" y="3588051"/>
            <a:ext cx="530601" cy="329184"/>
            <a:chOff x="675853" y="3551534"/>
            <a:chExt cx="530601" cy="329184"/>
          </a:xfrm>
        </p:grpSpPr>
        <p:pic>
          <p:nvPicPr>
            <p:cNvPr id="85" name="Graphic 84">
              <a:extLst>
                <a:ext uri="{FF2B5EF4-FFF2-40B4-BE49-F238E27FC236}">
                  <a16:creationId xmlns:a16="http://schemas.microsoft.com/office/drawing/2014/main" id="{54A81650-687F-7600-AD14-F441ED6F3A5D}"/>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75853" y="3551534"/>
              <a:ext cx="329184" cy="329184"/>
            </a:xfrm>
            <a:prstGeom prst="rect">
              <a:avLst/>
            </a:prstGeom>
          </p:spPr>
        </p:pic>
        <p:sp>
          <p:nvSpPr>
            <p:cNvPr id="88" name="Oval 87">
              <a:extLst>
                <a:ext uri="{FF2B5EF4-FFF2-40B4-BE49-F238E27FC236}">
                  <a16:creationId xmlns:a16="http://schemas.microsoft.com/office/drawing/2014/main" id="{E59F5684-3FFB-8A6C-FC34-B11AC6C03411}"/>
                </a:ext>
              </a:extLst>
            </p:cNvPr>
            <p:cNvSpPr/>
            <p:nvPr/>
          </p:nvSpPr>
          <p:spPr>
            <a:xfrm>
              <a:off x="904702" y="3565301"/>
              <a:ext cx="301752" cy="301752"/>
            </a:xfrm>
            <a:prstGeom prst="ellipse">
              <a:avLst/>
            </a:prstGeom>
            <a:blipFill>
              <a:blip r:embed="rId9"/>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grpSp>
      <p:pic>
        <p:nvPicPr>
          <p:cNvPr id="82" name="Graphic 81">
            <a:extLst>
              <a:ext uri="{FF2B5EF4-FFF2-40B4-BE49-F238E27FC236}">
                <a16:creationId xmlns:a16="http://schemas.microsoft.com/office/drawing/2014/main" id="{433FAB42-CD58-6599-6BA0-187B4B2C0D73}"/>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1156" y="3970431"/>
            <a:ext cx="329184" cy="329184"/>
          </a:xfrm>
          <a:prstGeom prst="rect">
            <a:avLst/>
          </a:prstGeom>
        </p:spPr>
      </p:pic>
      <p:grpSp>
        <p:nvGrpSpPr>
          <p:cNvPr id="12" name="Group 11">
            <a:extLst>
              <a:ext uri="{FF2B5EF4-FFF2-40B4-BE49-F238E27FC236}">
                <a16:creationId xmlns:a16="http://schemas.microsoft.com/office/drawing/2014/main" id="{AAAAFCF5-87B8-CBDD-C774-49C6C10B56C0}"/>
              </a:ext>
            </a:extLst>
          </p:cNvPr>
          <p:cNvGrpSpPr/>
          <p:nvPr/>
        </p:nvGrpSpPr>
        <p:grpSpPr>
          <a:xfrm>
            <a:off x="700448" y="4377353"/>
            <a:ext cx="530601" cy="329184"/>
            <a:chOff x="675853" y="4795588"/>
            <a:chExt cx="530601" cy="329184"/>
          </a:xfrm>
        </p:grpSpPr>
        <p:pic>
          <p:nvPicPr>
            <p:cNvPr id="139" name="Graphic 138">
              <a:extLst>
                <a:ext uri="{FF2B5EF4-FFF2-40B4-BE49-F238E27FC236}">
                  <a16:creationId xmlns:a16="http://schemas.microsoft.com/office/drawing/2014/main" id="{C89CEAD4-1DA6-663D-D41F-125D036E036B}"/>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75853" y="4795588"/>
              <a:ext cx="329184" cy="329184"/>
            </a:xfrm>
            <a:prstGeom prst="rect">
              <a:avLst/>
            </a:prstGeom>
          </p:spPr>
        </p:pic>
        <p:pic>
          <p:nvPicPr>
            <p:cNvPr id="32" name="Picture 31">
              <a:extLst>
                <a:ext uri="{FF2B5EF4-FFF2-40B4-BE49-F238E27FC236}">
                  <a16:creationId xmlns:a16="http://schemas.microsoft.com/office/drawing/2014/main" id="{75D6B5F0-7515-D23D-A78E-F08BEA6959CC}"/>
                </a:ext>
              </a:extLst>
            </p:cNvPr>
            <p:cNvPicPr>
              <a:picLocks noChangeAspect="1"/>
            </p:cNvPicPr>
            <p:nvPr/>
          </p:nvPicPr>
          <p:blipFill rotWithShape="1">
            <a:blip r:embed="rId10"/>
            <a:srcRect l="16667" r="16667"/>
            <a:stretch/>
          </p:blipFill>
          <p:spPr>
            <a:xfrm>
              <a:off x="904702" y="4809304"/>
              <a:ext cx="301752" cy="301752"/>
            </a:xfrm>
            <a:prstGeom prst="ellipse">
              <a:avLst/>
            </a:prstGeom>
            <a:ln>
              <a:noFill/>
            </a:ln>
          </p:spPr>
        </p:pic>
      </p:grpSp>
      <p:pic>
        <p:nvPicPr>
          <p:cNvPr id="28" name="Graphic 27">
            <a:extLst>
              <a:ext uri="{FF2B5EF4-FFF2-40B4-BE49-F238E27FC236}">
                <a16:creationId xmlns:a16="http://schemas.microsoft.com/office/drawing/2014/main" id="{66859791-EEBB-EC2A-85B0-0D72F721C282}"/>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1156" y="4767722"/>
            <a:ext cx="329184" cy="329184"/>
          </a:xfrm>
          <a:prstGeom prst="rect">
            <a:avLst/>
          </a:prstGeom>
        </p:spPr>
      </p:pic>
      <p:pic>
        <p:nvPicPr>
          <p:cNvPr id="30" name="Graphic 29">
            <a:extLst>
              <a:ext uri="{FF2B5EF4-FFF2-40B4-BE49-F238E27FC236}">
                <a16:creationId xmlns:a16="http://schemas.microsoft.com/office/drawing/2014/main" id="{AD943EA6-5436-58D4-B121-D3DF72ECDD23}"/>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1156" y="5132211"/>
            <a:ext cx="329184" cy="329184"/>
          </a:xfrm>
          <a:prstGeom prst="rect">
            <a:avLst/>
          </a:prstGeom>
        </p:spPr>
      </p:pic>
      <p:pic>
        <p:nvPicPr>
          <p:cNvPr id="31" name="Graphic 30">
            <a:extLst>
              <a:ext uri="{FF2B5EF4-FFF2-40B4-BE49-F238E27FC236}">
                <a16:creationId xmlns:a16="http://schemas.microsoft.com/office/drawing/2014/main" id="{615092E5-D431-6C5D-0445-AD98372AE77D}"/>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801156" y="5531830"/>
            <a:ext cx="329184" cy="329184"/>
          </a:xfrm>
          <a:prstGeom prst="rect">
            <a:avLst/>
          </a:prstGeom>
        </p:spPr>
      </p:pic>
      <p:grpSp>
        <p:nvGrpSpPr>
          <p:cNvPr id="10" name="Group 9">
            <a:extLst>
              <a:ext uri="{FF2B5EF4-FFF2-40B4-BE49-F238E27FC236}">
                <a16:creationId xmlns:a16="http://schemas.microsoft.com/office/drawing/2014/main" id="{6D64350B-86ED-7E6B-3931-8306D41F4A89}"/>
              </a:ext>
            </a:extLst>
          </p:cNvPr>
          <p:cNvGrpSpPr/>
          <p:nvPr/>
        </p:nvGrpSpPr>
        <p:grpSpPr>
          <a:xfrm>
            <a:off x="662585" y="2953431"/>
            <a:ext cx="633759" cy="595811"/>
            <a:chOff x="615708" y="3039791"/>
            <a:chExt cx="633759" cy="595811"/>
          </a:xfrm>
        </p:grpSpPr>
        <p:pic>
          <p:nvPicPr>
            <p:cNvPr id="93" name="Picture 92" descr="A blue circle with yellow stars in center&#10;&#10;Description automatically generated">
              <a:extLst>
                <a:ext uri="{FF2B5EF4-FFF2-40B4-BE49-F238E27FC236}">
                  <a16:creationId xmlns:a16="http://schemas.microsoft.com/office/drawing/2014/main" id="{FB727E4B-ABD0-1011-BA20-8A005A9F099C}"/>
                </a:ext>
              </a:extLst>
            </p:cNvPr>
            <p:cNvPicPr>
              <a:picLocks noChangeAspect="1"/>
            </p:cNvPicPr>
            <p:nvPr/>
          </p:nvPicPr>
          <p:blipFill>
            <a:blip r:embed="rId7"/>
            <a:stretch>
              <a:fillRect/>
            </a:stretch>
          </p:blipFill>
          <p:spPr>
            <a:xfrm>
              <a:off x="615708" y="3308363"/>
              <a:ext cx="301752" cy="308711"/>
            </a:xfrm>
            <a:prstGeom prst="rect">
              <a:avLst/>
            </a:prstGeom>
            <a:ln>
              <a:noFill/>
            </a:ln>
          </p:spPr>
        </p:pic>
        <p:pic>
          <p:nvPicPr>
            <p:cNvPr id="94" name="Graphic 93">
              <a:extLst>
                <a:ext uri="{FF2B5EF4-FFF2-40B4-BE49-F238E27FC236}">
                  <a16:creationId xmlns:a16="http://schemas.microsoft.com/office/drawing/2014/main" id="{D3617615-9E30-5E96-2F4B-5663D0D50446}"/>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52868" y="3039791"/>
              <a:ext cx="329184" cy="329184"/>
            </a:xfrm>
            <a:prstGeom prst="rect">
              <a:avLst/>
            </a:prstGeom>
          </p:spPr>
        </p:pic>
        <p:pic>
          <p:nvPicPr>
            <p:cNvPr id="5" name="Picture 4">
              <a:extLst>
                <a:ext uri="{FF2B5EF4-FFF2-40B4-BE49-F238E27FC236}">
                  <a16:creationId xmlns:a16="http://schemas.microsoft.com/office/drawing/2014/main" id="{64D9EF23-80A2-5800-A907-42FB48F9732F}"/>
                </a:ext>
              </a:extLst>
            </p:cNvPr>
            <p:cNvPicPr>
              <a:picLocks noChangeAspect="1"/>
            </p:cNvPicPr>
            <p:nvPr/>
          </p:nvPicPr>
          <p:blipFill rotWithShape="1">
            <a:blip r:embed="rId11"/>
            <a:srcRect l="14865" t="17319" r="20459" b="14006"/>
            <a:stretch/>
          </p:blipFill>
          <p:spPr>
            <a:xfrm>
              <a:off x="920283" y="3306418"/>
              <a:ext cx="329184" cy="329184"/>
            </a:xfrm>
            <a:prstGeom prst="ellipse">
              <a:avLst/>
            </a:prstGeom>
          </p:spPr>
        </p:pic>
      </p:grpSp>
      <p:sp>
        <p:nvSpPr>
          <p:cNvPr id="7" name="Footer Placeholder 3">
            <a:extLst>
              <a:ext uri="{FF2B5EF4-FFF2-40B4-BE49-F238E27FC236}">
                <a16:creationId xmlns:a16="http://schemas.microsoft.com/office/drawing/2014/main" id="{2C858583-F4B8-5BB9-B4A4-F182E528EA69}"/>
              </a:ext>
            </a:extLst>
          </p:cNvPr>
          <p:cNvSpPr txBox="1">
            <a:spLocks/>
          </p:cNvSpPr>
          <p:nvPr/>
        </p:nvSpPr>
        <p:spPr>
          <a:xfrm>
            <a:off x="358336" y="6461964"/>
            <a:ext cx="6686281"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1L: First-Line; </a:t>
            </a:r>
            <a:r>
              <a:rPr lang="en-US" err="1">
                <a:solidFill>
                  <a:srgbClr val="000000">
                    <a:lumMod val="65000"/>
                    <a:lumOff val="35000"/>
                  </a:srgbClr>
                </a:solidFill>
              </a:rPr>
              <a:t>CTx</a:t>
            </a:r>
            <a:r>
              <a:rPr lang="en-US">
                <a:solidFill>
                  <a:srgbClr val="000000">
                    <a:lumMod val="65000"/>
                    <a:lumOff val="35000"/>
                  </a:srgbClr>
                </a:solidFill>
              </a:rPr>
              <a:t>: Chemotherapy; HTA: Health Technology Assessment; IO: Immuno-Oncology; NSCLC: Non-Small Cell Lung Cancer; OS: Overall Survival; PD(L)-1: Programmed Death (Ligand)-1; PFS: Progression Free Survival; RW(E): Real World Evidence; sq: Squamous</a:t>
            </a:r>
          </a:p>
        </p:txBody>
      </p:sp>
      <p:grpSp>
        <p:nvGrpSpPr>
          <p:cNvPr id="4" name="Group 3">
            <a:extLst>
              <a:ext uri="{FF2B5EF4-FFF2-40B4-BE49-F238E27FC236}">
                <a16:creationId xmlns:a16="http://schemas.microsoft.com/office/drawing/2014/main" id="{8DE5B58F-A980-00D4-3650-D1BE1AD3AAE5}"/>
              </a:ext>
            </a:extLst>
          </p:cNvPr>
          <p:cNvGrpSpPr/>
          <p:nvPr/>
        </p:nvGrpSpPr>
        <p:grpSpPr>
          <a:xfrm>
            <a:off x="-9526" y="-7584"/>
            <a:ext cx="11815014" cy="180000"/>
            <a:chOff x="-9526" y="-7584"/>
            <a:chExt cx="11815014" cy="180000"/>
          </a:xfrm>
        </p:grpSpPr>
        <p:sp>
          <p:nvSpPr>
            <p:cNvPr id="13" name="Rectangle 12">
              <a:extLst>
                <a:ext uri="{FF2B5EF4-FFF2-40B4-BE49-F238E27FC236}">
                  <a16:creationId xmlns:a16="http://schemas.microsoft.com/office/drawing/2014/main" id="{A3985C08-CE22-9EFE-5BBC-5079117375FF}"/>
                </a:ext>
              </a:extLst>
            </p:cNvPr>
            <p:cNvSpPr/>
            <p:nvPr/>
          </p:nvSpPr>
          <p:spPr>
            <a:xfrm>
              <a:off x="-9526" y="-7584"/>
              <a:ext cx="2045850" cy="18000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Metastatic NSCLC</a:t>
              </a:r>
            </a:p>
          </p:txBody>
        </p:sp>
        <p:sp>
          <p:nvSpPr>
            <p:cNvPr id="14" name="Arrow: Pentagon 13">
              <a:extLst>
                <a:ext uri="{FF2B5EF4-FFF2-40B4-BE49-F238E27FC236}">
                  <a16:creationId xmlns:a16="http://schemas.microsoft.com/office/drawing/2014/main" id="{B6854A82-5EC3-78DB-95B5-662178C708C6}"/>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15" name="Arrow: Chevron 14">
              <a:extLst>
                <a:ext uri="{FF2B5EF4-FFF2-40B4-BE49-F238E27FC236}">
                  <a16:creationId xmlns:a16="http://schemas.microsoft.com/office/drawing/2014/main" id="{878571DD-8064-CF90-2642-425FFC0FEC12}"/>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6" name="Arrow: Chevron 15">
              <a:extLst>
                <a:ext uri="{FF2B5EF4-FFF2-40B4-BE49-F238E27FC236}">
                  <a16:creationId xmlns:a16="http://schemas.microsoft.com/office/drawing/2014/main" id="{CC324A14-173C-4EFD-BC6E-8337F1BB0731}"/>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8" name="Arrow: Chevron 17">
              <a:extLst>
                <a:ext uri="{FF2B5EF4-FFF2-40B4-BE49-F238E27FC236}">
                  <a16:creationId xmlns:a16="http://schemas.microsoft.com/office/drawing/2014/main" id="{FEBD65A5-2EB3-8368-8C10-54208B46D2BB}"/>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12243060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80DBB-5ECE-4C4D-034C-9DD7FA3AE3A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1938833-C8EB-1E55-FBAD-EC0109FD86B3}"/>
              </a:ext>
            </a:extLst>
          </p:cNvPr>
          <p:cNvGraphicFramePr>
            <a:graphicFrameLocks noChangeAspect="1"/>
          </p:cNvGraphicFramePr>
          <p:nvPr>
            <p:custDataLst>
              <p:tags r:id="rId1"/>
            </p:custDataLst>
            <p:extLst>
              <p:ext uri="{D42A27DB-BD31-4B8C-83A1-F6EECF244321}">
                <p14:modId xmlns:p14="http://schemas.microsoft.com/office/powerpoint/2010/main" val="29797808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D1938833-C8EB-1E55-FBAD-EC0109FD86B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4D90BBD-2F6E-45DA-8AE4-3CAE471A8233}"/>
              </a:ext>
            </a:extLst>
          </p:cNvPr>
          <p:cNvSpPr>
            <a:spLocks noGrp="1"/>
          </p:cNvSpPr>
          <p:nvPr>
            <p:ph type="title"/>
          </p:nvPr>
        </p:nvSpPr>
        <p:spPr>
          <a:xfrm>
            <a:off x="358337" y="271427"/>
            <a:ext cx="11470125" cy="369332"/>
          </a:xfrm>
        </p:spPr>
        <p:txBody>
          <a:bodyPr vert="horz"/>
          <a:lstStyle/>
          <a:p>
            <a:r>
              <a:rPr lang="en-US" sz="2400"/>
              <a:t>Tactics: Metastatic NSCLC</a:t>
            </a:r>
          </a:p>
        </p:txBody>
      </p:sp>
      <p:graphicFrame>
        <p:nvGraphicFramePr>
          <p:cNvPr id="14" name="Table 13">
            <a:extLst>
              <a:ext uri="{FF2B5EF4-FFF2-40B4-BE49-F238E27FC236}">
                <a16:creationId xmlns:a16="http://schemas.microsoft.com/office/drawing/2014/main" id="{460A9084-70D7-AC2E-AACD-BCA4AAABC538}"/>
              </a:ext>
            </a:extLst>
          </p:cNvPr>
          <p:cNvGraphicFramePr>
            <a:graphicFrameLocks noGrp="1"/>
          </p:cNvGraphicFramePr>
          <p:nvPr>
            <p:extLst>
              <p:ext uri="{D42A27DB-BD31-4B8C-83A1-F6EECF244321}">
                <p14:modId xmlns:p14="http://schemas.microsoft.com/office/powerpoint/2010/main" val="3691626083"/>
              </p:ext>
            </p:extLst>
          </p:nvPr>
        </p:nvGraphicFramePr>
        <p:xfrm>
          <a:off x="358335" y="1397367"/>
          <a:ext cx="11560884" cy="4932680"/>
        </p:xfrm>
        <a:graphic>
          <a:graphicData uri="http://schemas.openxmlformats.org/drawingml/2006/table">
            <a:tbl>
              <a:tblPr firstRow="1" bandRow="1">
                <a:tableStyleId>{073A0DAA-6AF3-43AB-8588-CEC1D06C72B9}</a:tableStyleId>
              </a:tblPr>
              <a:tblGrid>
                <a:gridCol w="2428932">
                  <a:extLst>
                    <a:ext uri="{9D8B030D-6E8A-4147-A177-3AD203B41FA5}">
                      <a16:colId xmlns:a16="http://schemas.microsoft.com/office/drawing/2014/main" val="735752933"/>
                    </a:ext>
                  </a:extLst>
                </a:gridCol>
                <a:gridCol w="870333">
                  <a:extLst>
                    <a:ext uri="{9D8B030D-6E8A-4147-A177-3AD203B41FA5}">
                      <a16:colId xmlns:a16="http://schemas.microsoft.com/office/drawing/2014/main" val="977035556"/>
                    </a:ext>
                  </a:extLst>
                </a:gridCol>
                <a:gridCol w="1745619">
                  <a:extLst>
                    <a:ext uri="{9D8B030D-6E8A-4147-A177-3AD203B41FA5}">
                      <a16:colId xmlns:a16="http://schemas.microsoft.com/office/drawing/2014/main" val="2800079537"/>
                    </a:ext>
                  </a:extLst>
                </a:gridCol>
                <a:gridCol w="2160000">
                  <a:extLst>
                    <a:ext uri="{9D8B030D-6E8A-4147-A177-3AD203B41FA5}">
                      <a16:colId xmlns:a16="http://schemas.microsoft.com/office/drawing/2014/main" val="2491557635"/>
                    </a:ext>
                  </a:extLst>
                </a:gridCol>
                <a:gridCol w="720000">
                  <a:extLst>
                    <a:ext uri="{9D8B030D-6E8A-4147-A177-3AD203B41FA5}">
                      <a16:colId xmlns:a16="http://schemas.microsoft.com/office/drawing/2014/main" val="1837877681"/>
                    </a:ext>
                  </a:extLst>
                </a:gridCol>
                <a:gridCol w="1080000">
                  <a:extLst>
                    <a:ext uri="{9D8B030D-6E8A-4147-A177-3AD203B41FA5}">
                      <a16:colId xmlns:a16="http://schemas.microsoft.com/office/drawing/2014/main" val="2326480619"/>
                    </a:ext>
                  </a:extLst>
                </a:gridCol>
                <a:gridCol w="288000">
                  <a:extLst>
                    <a:ext uri="{9D8B030D-6E8A-4147-A177-3AD203B41FA5}">
                      <a16:colId xmlns:a16="http://schemas.microsoft.com/office/drawing/2014/main" val="1713746905"/>
                    </a:ext>
                  </a:extLst>
                </a:gridCol>
                <a:gridCol w="2268000">
                  <a:extLst>
                    <a:ext uri="{9D8B030D-6E8A-4147-A177-3AD203B41FA5}">
                      <a16:colId xmlns:a16="http://schemas.microsoft.com/office/drawing/2014/main" val="393198505"/>
                    </a:ext>
                  </a:extLst>
                </a:gridCol>
              </a:tblGrid>
              <a:tr h="219148">
                <a:tc gridSpan="8">
                  <a:txBody>
                    <a:bodyPr/>
                    <a:lstStyle/>
                    <a:p>
                      <a:pPr algn="ctr"/>
                      <a:r>
                        <a:rPr lang="en-US" sz="1000"/>
                        <a:t>Metastatic NSCLC</a:t>
                      </a:r>
                    </a:p>
                  </a:txBody>
                  <a:tcPr marL="45720" marR="45720" anchor="ctr">
                    <a:solidFill>
                      <a:schemeClr val="accent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493084">
                <a:tc>
                  <a:txBody>
                    <a:bodyPr/>
                    <a:lstStyle/>
                    <a:p>
                      <a:pPr algn="ctr"/>
                      <a:r>
                        <a:rPr lang="en-US" sz="1000" b="1">
                          <a:solidFill>
                            <a:schemeClr val="bg1"/>
                          </a:solidFill>
                        </a:rPr>
                        <a:t>Evidence Gap</a:t>
                      </a:r>
                    </a:p>
                  </a:txBody>
                  <a:tcPr marL="45720" marR="45720" anchor="ctr">
                    <a:solidFill>
                      <a:schemeClr val="accent4"/>
                    </a:solidFill>
                  </a:tcPr>
                </a:tc>
                <a:tc>
                  <a:txBody>
                    <a:bodyPr/>
                    <a:lstStyle/>
                    <a:p>
                      <a:pPr algn="ctr"/>
                      <a:r>
                        <a:rPr lang="en-US" sz="1000" b="1">
                          <a:solidFill>
                            <a:schemeClr val="bg1"/>
                          </a:solidFill>
                        </a:rPr>
                        <a:t>Tactic Type</a:t>
                      </a:r>
                    </a:p>
                  </a:txBody>
                  <a:tcPr marL="45720" marR="45720" anchor="ctr">
                    <a:solidFill>
                      <a:schemeClr val="accent4"/>
                    </a:solidFill>
                  </a:tcPr>
                </a:tc>
                <a:tc>
                  <a:txBody>
                    <a:bodyPr/>
                    <a:lstStyle/>
                    <a:p>
                      <a:pPr algn="ctr"/>
                      <a:r>
                        <a:rPr lang="en-US" sz="1000" b="1">
                          <a:solidFill>
                            <a:schemeClr val="bg1"/>
                          </a:solidFill>
                        </a:rPr>
                        <a:t>New Tactic</a:t>
                      </a:r>
                    </a:p>
                  </a:txBody>
                  <a:tcPr marL="45720" marR="45720" anchor="ctr">
                    <a:solidFill>
                      <a:schemeClr val="accent4"/>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chemeClr val="accent4"/>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Impact on External Stakeholders</a:t>
                      </a:r>
                    </a:p>
                  </a:txBody>
                  <a:tcPr marL="45720" marR="45720" anchor="ctr">
                    <a:solidFill>
                      <a:schemeClr val="accent4"/>
                    </a:solidFill>
                  </a:tcPr>
                </a:tc>
                <a:tc>
                  <a:txBody>
                    <a:bodyPr/>
                    <a:lstStyle/>
                    <a:p>
                      <a:pPr marL="0" algn="ctr" defTabSz="914400" rtl="0" eaLnBrk="1" latinLnBrk="0" hangingPunct="1"/>
                      <a:r>
                        <a:rPr lang="en-US" sz="1000" b="1" kern="1200">
                          <a:solidFill>
                            <a:schemeClr val="bg1"/>
                          </a:solidFill>
                          <a:latin typeface="+mn-lt"/>
                          <a:ea typeface="+mn-ea"/>
                          <a:cs typeface="+mn-cs"/>
                        </a:rPr>
                        <a:t>SIs</a:t>
                      </a:r>
                    </a:p>
                  </a:txBody>
                  <a:tcPr marL="45720" marR="45720" anchor="c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Medical Objective &amp; Impact</a:t>
                      </a:r>
                    </a:p>
                  </a:txBody>
                  <a:tcPr marL="45720" marR="45720" anchor="ctr">
                    <a:solidFill>
                      <a:schemeClr val="accent4"/>
                    </a:solidFill>
                  </a:tcPr>
                </a:tc>
                <a:extLst>
                  <a:ext uri="{0D108BD9-81ED-4DB2-BD59-A6C34878D82A}">
                    <a16:rowId xmlns:a16="http://schemas.microsoft.com/office/drawing/2014/main" val="3378915935"/>
                  </a:ext>
                </a:extLst>
              </a:tr>
              <a:tr h="451993">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kern="1200">
                          <a:solidFill>
                            <a:schemeClr val="tx1"/>
                          </a:solidFill>
                          <a:latin typeface="+mn-lt"/>
                          <a:ea typeface="+mn-ea"/>
                          <a:cs typeface="+mn-cs"/>
                        </a:rPr>
                        <a:t>Need for comparative data </a:t>
                      </a:r>
                      <a:r>
                        <a:rPr lang="en-US" sz="900" i="0" kern="1200">
                          <a:solidFill>
                            <a:schemeClr val="tx1"/>
                          </a:solidFill>
                          <a:latin typeface="+mn-lt"/>
                          <a:ea typeface="+mn-ea"/>
                          <a:cs typeface="+mn-cs"/>
                        </a:rPr>
                        <a:t>demonstrating the value of tislelizumab + CTx vs. IO monotherapy in PD-L1 ≥50% patients (e.g., via MAIC)</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Patient level ITC vs monotherapy from RN-304 and RN-307 (Apr 2023 data), and AdvanTIG-302 (IA1)</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Clinical and Safety Endpoints (MAIC or STC, TBD based on feasibility assessment)</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Patients</a:t>
                      </a:r>
                    </a:p>
                  </a:txBody>
                  <a:tcPr marL="45720" marR="45720"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900" b="0" i="0"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 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Competitive Medical Mindset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Communicate One Scientific Story</a:t>
                      </a:r>
                    </a:p>
                  </a:txBody>
                  <a:tcPr marL="45720" marR="45720" anchor="ctr">
                    <a:solidFill>
                      <a:srgbClr val="CBCBCB"/>
                    </a:solidFill>
                  </a:tcPr>
                </a:tc>
                <a:extLst>
                  <a:ext uri="{0D108BD9-81ED-4DB2-BD59-A6C34878D82A}">
                    <a16:rowId xmlns:a16="http://schemas.microsoft.com/office/drawing/2014/main" val="1667024452"/>
                  </a:ext>
                </a:extLst>
              </a:tr>
              <a:tr h="32872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endParaRPr lang="en-US"/>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Integrated Evidence Generation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Support Market Access</a:t>
                      </a:r>
                    </a:p>
                  </a:txBody>
                  <a:tcPr marL="45720" marR="45720" anchor="ctr">
                    <a:solidFill>
                      <a:srgbClr val="CBCBCB"/>
                    </a:solidFill>
                  </a:tcPr>
                </a:tc>
                <a:extLst>
                  <a:ext uri="{0D108BD9-81ED-4DB2-BD59-A6C34878D82A}">
                    <a16:rowId xmlns:a16="http://schemas.microsoft.com/office/drawing/2014/main" val="2516634859"/>
                  </a:ext>
                </a:extLst>
              </a:tr>
              <a:tr h="32872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endParaRPr lang="en-US"/>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Solid Tumor Awareness</a:t>
                      </a:r>
                    </a:p>
                  </a:txBody>
                  <a:tcPr marL="45720" marR="45720" anchor="ctr">
                    <a:solidFill>
                      <a:srgbClr val="CBCBCB"/>
                    </a:solidFill>
                  </a:tcPr>
                </a:tc>
                <a:extLst>
                  <a:ext uri="{0D108BD9-81ED-4DB2-BD59-A6C34878D82A}">
                    <a16:rowId xmlns:a16="http://schemas.microsoft.com/office/drawing/2014/main" val="4209874810"/>
                  </a:ext>
                </a:extLst>
              </a:tr>
              <a:tr h="451993">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strike="noStrike" kern="1200">
                          <a:solidFill>
                            <a:schemeClr val="tx1"/>
                          </a:solidFill>
                          <a:latin typeface="+mn-lt"/>
                          <a:ea typeface="+mn-ea"/>
                          <a:cs typeface="+mn-cs"/>
                        </a:rPr>
                        <a:t>Need for comparative data </a:t>
                      </a:r>
                      <a:r>
                        <a:rPr lang="en-US" sz="900" i="0" strike="noStrike" kern="1200">
                          <a:solidFill>
                            <a:schemeClr val="tx1"/>
                          </a:solidFill>
                          <a:latin typeface="+mn-lt"/>
                          <a:ea typeface="+mn-ea"/>
                          <a:cs typeface="+mn-cs"/>
                        </a:rPr>
                        <a:t>demonstrating the value of tislelizumab + CTx vs. IO monotherapy in PD-L1 ≥50% patients</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strike="noStrike" kern="1200">
                        <a:solidFill>
                          <a:schemeClr val="dk1"/>
                        </a:solidFill>
                        <a:effectLst/>
                        <a:latin typeface="+mn-lt"/>
                        <a:ea typeface="+mn-ea"/>
                        <a:cs typeface="+mn-cs"/>
                      </a:endParaRP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strike="noStrike" kern="1200">
                          <a:solidFill>
                            <a:schemeClr val="tx1"/>
                          </a:solidFill>
                          <a:latin typeface="+mn-lt"/>
                          <a:ea typeface="+mn-ea"/>
                          <a:cs typeface="+mn-cs"/>
                        </a:rPr>
                        <a:t>IIT (with tislelizumab data)</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strike="noStrike" kern="1200">
                          <a:solidFill>
                            <a:schemeClr val="tx1"/>
                          </a:solidFill>
                          <a:latin typeface="+mn-lt"/>
                          <a:ea typeface="+mn-ea"/>
                          <a:cs typeface="+mn-cs"/>
                        </a:rPr>
                        <a:t>Clinical and Safety Endpoints</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strike="noStrike" kern="1200">
                        <a:solidFill>
                          <a:schemeClr val="dk1"/>
                        </a:solidFill>
                        <a:effectLst/>
                        <a:latin typeface="+mn-lt"/>
                        <a:ea typeface="+mn-ea"/>
                        <a:cs typeface="+mn-cs"/>
                      </a:endParaRPr>
                    </a:p>
                  </a:txBody>
                  <a:tcPr marL="45720" marR="45720" anchor="ctr">
                    <a:solidFill>
                      <a:srgbClr val="CBCBCB"/>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endParaRPr lang="en-US" sz="900" i="0" strike="noStrike" kern="1200">
                        <a:solidFill>
                          <a:schemeClr val="tx1"/>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strike="noStrike" kern="1200">
                          <a:solidFill>
                            <a:schemeClr val="tx1"/>
                          </a:solidFill>
                          <a:latin typeface="+mn-lt"/>
                          <a:ea typeface="+mn-ea"/>
                          <a:cs typeface="+mn-cs"/>
                        </a:rPr>
                        <a:t>Patients</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strike="noStrike"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 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Competitive Medical Mindset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Communicate One Scientific Story</a:t>
                      </a:r>
                    </a:p>
                  </a:txBody>
                  <a:tcPr marL="45720" marR="45720" anchor="ctr">
                    <a:solidFill>
                      <a:srgbClr val="CBCBCB"/>
                    </a:solidFill>
                  </a:tcPr>
                </a:tc>
                <a:extLst>
                  <a:ext uri="{0D108BD9-81ED-4DB2-BD59-A6C34878D82A}">
                    <a16:rowId xmlns:a16="http://schemas.microsoft.com/office/drawing/2014/main" val="2233064544"/>
                  </a:ext>
                </a:extLst>
              </a:tr>
              <a:tr h="36475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endParaRPr lang="en-US"/>
                    </a:p>
                  </a:txBody>
                  <a:tcPr marL="45720" marR="45720" anchor="ctr">
                    <a:solidFill>
                      <a:schemeClr val="accent6"/>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Integrated Evidence Generation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Support Market Access</a:t>
                      </a:r>
                    </a:p>
                  </a:txBody>
                  <a:tcPr marL="45720" marR="45720" anchor="ctr">
                    <a:solidFill>
                      <a:srgbClr val="CBCBCB"/>
                    </a:solidFill>
                  </a:tcPr>
                </a:tc>
                <a:extLst>
                  <a:ext uri="{0D108BD9-81ED-4DB2-BD59-A6C34878D82A}">
                    <a16:rowId xmlns:a16="http://schemas.microsoft.com/office/drawing/2014/main" val="4256739241"/>
                  </a:ext>
                </a:extLst>
              </a:tr>
              <a:tr h="328722">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endParaRPr lang="en-US"/>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Solid Tumor Awareness</a:t>
                      </a:r>
                    </a:p>
                  </a:txBody>
                  <a:tcPr marL="45720" marR="45720" anchor="ctr">
                    <a:solidFill>
                      <a:srgbClr val="CBCBCB"/>
                    </a:solidFill>
                  </a:tcPr>
                </a:tc>
                <a:extLst>
                  <a:ext uri="{0D108BD9-81ED-4DB2-BD59-A6C34878D82A}">
                    <a16:rowId xmlns:a16="http://schemas.microsoft.com/office/drawing/2014/main" val="513001655"/>
                  </a:ext>
                </a:extLst>
              </a:tr>
              <a:tr h="33342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Need for </a:t>
                      </a:r>
                      <a:r>
                        <a:rPr lang="en-US" sz="900" b="1" i="0" kern="1200">
                          <a:solidFill>
                            <a:schemeClr val="tx1"/>
                          </a:solidFill>
                          <a:latin typeface="+mn-lt"/>
                          <a:ea typeface="+mn-ea"/>
                          <a:cs typeface="+mn-cs"/>
                        </a:rPr>
                        <a:t>integrated biomarker analysis </a:t>
                      </a:r>
                      <a:r>
                        <a:rPr lang="en-US" sz="900" i="0" kern="1200">
                          <a:solidFill>
                            <a:schemeClr val="tx1"/>
                          </a:solidFill>
                          <a:latin typeface="+mn-lt"/>
                          <a:ea typeface="+mn-ea"/>
                          <a:cs typeface="+mn-cs"/>
                        </a:rPr>
                        <a:t>to guide treatment decisions and help personalize Tx</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Post-hoc analysis on RN-307 (utilizing April 2023 readout)</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To understand genomic makeup that enables benefit of IO treatment; determine potential predictors of efficacy based on sensitivity group (i.e., more sensitive); Measure PFS, OS; use ORR</a:t>
                      </a:r>
                    </a:p>
                  </a:txBody>
                  <a:tcPr marL="45720" marR="45720"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Patients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 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Competitive Medical Mindset</a:t>
                      </a:r>
                    </a:p>
                  </a:txBody>
                  <a:tcPr marL="45720" marR="45720" anchor="ctr">
                    <a:solidFill>
                      <a:srgbClr val="E7E7E7"/>
                    </a:solidFill>
                  </a:tcPr>
                </a:tc>
                <a:extLst>
                  <a:ext uri="{0D108BD9-81ED-4DB2-BD59-A6C34878D82A}">
                    <a16:rowId xmlns:a16="http://schemas.microsoft.com/office/drawing/2014/main" val="309437934"/>
                  </a:ext>
                </a:extLst>
              </a:tr>
              <a:tr h="48838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endParaRPr lang="en-US"/>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KOL Engagement and Advocacy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Solid Tumor Awareness</a:t>
                      </a:r>
                    </a:p>
                  </a:txBody>
                  <a:tcPr marL="45720" marR="45720" anchor="ctr">
                    <a:solidFill>
                      <a:srgbClr val="E7E7E7"/>
                    </a:solidFill>
                  </a:tcPr>
                </a:tc>
                <a:extLst>
                  <a:ext uri="{0D108BD9-81ED-4DB2-BD59-A6C34878D82A}">
                    <a16:rowId xmlns:a16="http://schemas.microsoft.com/office/drawing/2014/main" val="3962807597"/>
                  </a:ext>
                </a:extLst>
              </a:tr>
              <a:tr h="34290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kern="1200">
                          <a:solidFill>
                            <a:schemeClr val="tx1"/>
                          </a:solidFill>
                          <a:latin typeface="+mn-lt"/>
                          <a:ea typeface="+mn-ea"/>
                          <a:cs typeface="+mn-cs"/>
                        </a:rPr>
                        <a:t>Need for evidence further characterizing </a:t>
                      </a:r>
                      <a:r>
                        <a:rPr lang="en-US" sz="900" b="1" i="0" kern="1200" err="1">
                          <a:solidFill>
                            <a:schemeClr val="tx1"/>
                          </a:solidFill>
                          <a:latin typeface="+mn-lt"/>
                          <a:ea typeface="+mn-ea"/>
                          <a:cs typeface="+mn-cs"/>
                        </a:rPr>
                        <a:t>MoA</a:t>
                      </a:r>
                      <a:r>
                        <a:rPr lang="en-US" sz="900" b="1" i="0" kern="1200">
                          <a:solidFill>
                            <a:schemeClr val="tx1"/>
                          </a:solidFill>
                          <a:latin typeface="+mn-lt"/>
                          <a:ea typeface="+mn-ea"/>
                          <a:cs typeface="+mn-cs"/>
                        </a:rPr>
                        <a:t> in metastatic NSCLC </a:t>
                      </a:r>
                      <a:r>
                        <a:rPr lang="en-US" sz="900" i="0" kern="1200">
                          <a:solidFill>
                            <a:schemeClr val="tx1"/>
                          </a:solidFill>
                          <a:latin typeface="+mn-lt"/>
                          <a:ea typeface="+mn-ea"/>
                          <a:cs typeface="+mn-cs"/>
                        </a:rPr>
                        <a:t>(i.e., TILs and FCr) + correlate with clinical response</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Post-hoc sample analysis from RN-303, RN-304 and RN-307, ITT if lack of sample availability</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Demonstrate impact of </a:t>
                      </a:r>
                      <a:r>
                        <a:rPr lang="en-US" sz="900" i="0" kern="1200" err="1">
                          <a:solidFill>
                            <a:schemeClr val="tx1"/>
                          </a:solidFill>
                          <a:latin typeface="+mn-lt"/>
                          <a:ea typeface="+mn-ea"/>
                          <a:cs typeface="+mn-cs"/>
                        </a:rPr>
                        <a:t>tilse</a:t>
                      </a:r>
                      <a:r>
                        <a:rPr lang="en-US" sz="900" i="0" kern="1200">
                          <a:solidFill>
                            <a:schemeClr val="tx1"/>
                          </a:solidFill>
                          <a:latin typeface="+mn-lt"/>
                          <a:ea typeface="+mn-ea"/>
                          <a:cs typeface="+mn-cs"/>
                        </a:rPr>
                        <a:t> </a:t>
                      </a:r>
                      <a:r>
                        <a:rPr lang="en-US" sz="900" i="0" kern="1200" err="1">
                          <a:solidFill>
                            <a:schemeClr val="tx1"/>
                          </a:solidFill>
                          <a:latin typeface="+mn-lt"/>
                          <a:ea typeface="+mn-ea"/>
                          <a:cs typeface="+mn-cs"/>
                        </a:rPr>
                        <a:t>MoA</a:t>
                      </a:r>
                      <a:r>
                        <a:rPr lang="en-US" sz="900" i="0" kern="1200">
                          <a:solidFill>
                            <a:schemeClr val="tx1"/>
                          </a:solidFill>
                          <a:latin typeface="+mn-lt"/>
                          <a:ea typeface="+mn-ea"/>
                          <a:cs typeface="+mn-cs"/>
                        </a:rPr>
                        <a:t> on clinical response vs other PD-1s, clinical outcomes e.g., OS, PFS</a:t>
                      </a:r>
                    </a:p>
                  </a:txBody>
                  <a:tcPr marL="45720" marR="45720" anchor="ctr">
                    <a:solidFill>
                      <a:srgbClr val="CBCBCB"/>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3">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txBody>
                  <a:tcPr marL="45720" marR="45720" anchor="ctr">
                    <a:solidFill>
                      <a:srgbClr val="CBCBCB"/>
                    </a:solidFill>
                  </a:tcPr>
                </a:tc>
                <a:tc>
                  <a:txBody>
                    <a:bodyPr/>
                    <a:lstStyle/>
                    <a:p>
                      <a:endParaRPr lang="en-US"/>
                    </a:p>
                  </a:txBody>
                  <a:tcPr marL="45720" marR="45720" anchor="ctr">
                    <a:solidFill>
                      <a:schemeClr val="accent1"/>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Communicate One Scientific Story</a:t>
                      </a:r>
                    </a:p>
                  </a:txBody>
                  <a:tcPr marL="45720" marR="45720" anchor="ctr">
                    <a:solidFill>
                      <a:srgbClr val="CBCBCB"/>
                    </a:solidFill>
                  </a:tcPr>
                </a:tc>
                <a:extLst>
                  <a:ext uri="{0D108BD9-81ED-4DB2-BD59-A6C34878D82A}">
                    <a16:rowId xmlns:a16="http://schemas.microsoft.com/office/drawing/2014/main" val="3907504399"/>
                  </a:ext>
                </a:extLst>
              </a:tr>
              <a:tr h="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endParaRPr lang="en-US"/>
                    </a:p>
                  </a:txBody>
                  <a:tcPr marL="45720" marR="45720" anchor="ctr">
                    <a:solidFill>
                      <a:schemeClr val="accent4"/>
                    </a:solidFill>
                  </a:tcPr>
                </a:tc>
                <a:tc vMerge="1">
                  <a:txBody>
                    <a:bodyPr/>
                    <a:lstStyle/>
                    <a:p>
                      <a:endParaRPr lang="en-US"/>
                    </a:p>
                  </a:txBody>
                  <a:tcPr/>
                </a:tc>
                <a:extLst>
                  <a:ext uri="{0D108BD9-81ED-4DB2-BD59-A6C34878D82A}">
                    <a16:rowId xmlns:a16="http://schemas.microsoft.com/office/drawing/2014/main" val="1112557003"/>
                  </a:ext>
                </a:extLst>
              </a:tr>
              <a:tr h="32004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Research Collaboration</a:t>
                      </a:r>
                    </a:p>
                  </a:txBody>
                  <a:tcPr marL="45720" marR="45720" anchor="ctr">
                    <a:solidFill>
                      <a:srgbClr val="CBCBCB"/>
                    </a:solidFill>
                  </a:tcPr>
                </a:tc>
                <a:extLst>
                  <a:ext uri="{0D108BD9-81ED-4DB2-BD59-A6C34878D82A}">
                    <a16:rowId xmlns:a16="http://schemas.microsoft.com/office/drawing/2014/main" val="2239816470"/>
                  </a:ext>
                </a:extLst>
              </a:tr>
            </a:tbl>
          </a:graphicData>
        </a:graphic>
      </p:graphicFrame>
      <p:pic>
        <p:nvPicPr>
          <p:cNvPr id="25" name="Graphic 24">
            <a:extLst>
              <a:ext uri="{FF2B5EF4-FFF2-40B4-BE49-F238E27FC236}">
                <a16:creationId xmlns:a16="http://schemas.microsoft.com/office/drawing/2014/main" id="{285BFF04-BDD7-81AA-FE45-36EBD63FC18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72988" y="4911105"/>
            <a:ext cx="274320" cy="274320"/>
          </a:xfrm>
          <a:prstGeom prst="rect">
            <a:avLst/>
          </a:prstGeom>
        </p:spPr>
      </p:pic>
      <p:pic>
        <p:nvPicPr>
          <p:cNvPr id="63" name="Graphic 62">
            <a:extLst>
              <a:ext uri="{FF2B5EF4-FFF2-40B4-BE49-F238E27FC236}">
                <a16:creationId xmlns:a16="http://schemas.microsoft.com/office/drawing/2014/main" id="{BFF4F723-C861-2EAD-B464-2578DD21FE1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65604" y="3888749"/>
            <a:ext cx="274320" cy="274320"/>
          </a:xfrm>
          <a:prstGeom prst="rect">
            <a:avLst/>
          </a:prstGeom>
        </p:spPr>
      </p:pic>
      <p:grpSp>
        <p:nvGrpSpPr>
          <p:cNvPr id="7" name="Group 6">
            <a:extLst>
              <a:ext uri="{FF2B5EF4-FFF2-40B4-BE49-F238E27FC236}">
                <a16:creationId xmlns:a16="http://schemas.microsoft.com/office/drawing/2014/main" id="{103BFE91-E936-9875-6BD3-E337B75D1E20}"/>
              </a:ext>
            </a:extLst>
          </p:cNvPr>
          <p:cNvGrpSpPr/>
          <p:nvPr/>
        </p:nvGrpSpPr>
        <p:grpSpPr>
          <a:xfrm>
            <a:off x="5387787" y="634600"/>
            <a:ext cx="6454551" cy="323165"/>
            <a:chOff x="9702263" y="10164"/>
            <a:chExt cx="6636476" cy="323165"/>
          </a:xfrm>
        </p:grpSpPr>
        <p:sp>
          <p:nvSpPr>
            <p:cNvPr id="8" name="TextBox 7">
              <a:extLst>
                <a:ext uri="{FF2B5EF4-FFF2-40B4-BE49-F238E27FC236}">
                  <a16:creationId xmlns:a16="http://schemas.microsoft.com/office/drawing/2014/main" id="{3175AE33-8BD6-AA72-F661-6160FADD68AE}"/>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1" name="Rectangle 10">
              <a:extLst>
                <a:ext uri="{FF2B5EF4-FFF2-40B4-BE49-F238E27FC236}">
                  <a16:creationId xmlns:a16="http://schemas.microsoft.com/office/drawing/2014/main" id="{A193BC1E-B0BB-E19D-C1DA-058D16A3C9FE}"/>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2" name="Rectangle 11">
              <a:extLst>
                <a:ext uri="{FF2B5EF4-FFF2-40B4-BE49-F238E27FC236}">
                  <a16:creationId xmlns:a16="http://schemas.microsoft.com/office/drawing/2014/main" id="{BDB1C8E2-6178-D5BA-1203-172BCBC58A91}"/>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7" name="Rectangle 16">
              <a:extLst>
                <a:ext uri="{FF2B5EF4-FFF2-40B4-BE49-F238E27FC236}">
                  <a16:creationId xmlns:a16="http://schemas.microsoft.com/office/drawing/2014/main" id="{A31F6B2F-1135-F854-A156-07386AA6E385}"/>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40" name="Rectangle 39">
            <a:extLst>
              <a:ext uri="{FF2B5EF4-FFF2-40B4-BE49-F238E27FC236}">
                <a16:creationId xmlns:a16="http://schemas.microsoft.com/office/drawing/2014/main" id="{DF077700-FA97-D472-BE81-47C68578BF06}"/>
              </a:ext>
            </a:extLst>
          </p:cNvPr>
          <p:cNvSpPr/>
          <p:nvPr/>
        </p:nvSpPr>
        <p:spPr>
          <a:xfrm>
            <a:off x="127633" y="2224152"/>
            <a:ext cx="230702" cy="410589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a:t>
            </a:r>
          </a:p>
        </p:txBody>
      </p:sp>
      <p:grpSp>
        <p:nvGrpSpPr>
          <p:cNvPr id="50" name="Group 49">
            <a:extLst>
              <a:ext uri="{FF2B5EF4-FFF2-40B4-BE49-F238E27FC236}">
                <a16:creationId xmlns:a16="http://schemas.microsoft.com/office/drawing/2014/main" id="{5E50E46E-46A2-56A2-5BB9-B7E9FCE15909}"/>
              </a:ext>
            </a:extLst>
          </p:cNvPr>
          <p:cNvGrpSpPr/>
          <p:nvPr/>
        </p:nvGrpSpPr>
        <p:grpSpPr>
          <a:xfrm>
            <a:off x="7645960" y="2651796"/>
            <a:ext cx="548950" cy="329184"/>
            <a:chOff x="796651" y="2159663"/>
            <a:chExt cx="548950" cy="329184"/>
          </a:xfrm>
        </p:grpSpPr>
        <p:pic>
          <p:nvPicPr>
            <p:cNvPr id="51" name="Picture 50" descr="A blue circle with yellow stars in center&#10;&#10;Description automatically generated">
              <a:extLst>
                <a:ext uri="{FF2B5EF4-FFF2-40B4-BE49-F238E27FC236}">
                  <a16:creationId xmlns:a16="http://schemas.microsoft.com/office/drawing/2014/main" id="{35003AD2-761A-164B-5737-E2997BAD1AAD}"/>
                </a:ext>
              </a:extLst>
            </p:cNvPr>
            <p:cNvPicPr>
              <a:picLocks noChangeAspect="1"/>
            </p:cNvPicPr>
            <p:nvPr/>
          </p:nvPicPr>
          <p:blipFill>
            <a:blip r:embed="rId10"/>
            <a:stretch>
              <a:fillRect/>
            </a:stretch>
          </p:blipFill>
          <p:spPr>
            <a:xfrm>
              <a:off x="1050537" y="2176723"/>
              <a:ext cx="295064" cy="295064"/>
            </a:xfrm>
            <a:prstGeom prst="rect">
              <a:avLst/>
            </a:prstGeom>
            <a:ln>
              <a:noFill/>
            </a:ln>
          </p:spPr>
        </p:pic>
        <p:pic>
          <p:nvPicPr>
            <p:cNvPr id="57" name="Graphic 56">
              <a:extLst>
                <a:ext uri="{FF2B5EF4-FFF2-40B4-BE49-F238E27FC236}">
                  <a16:creationId xmlns:a16="http://schemas.microsoft.com/office/drawing/2014/main" id="{50E278B8-3B17-F997-9CAB-A72477F26FE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6651" y="2159663"/>
              <a:ext cx="329184" cy="329184"/>
            </a:xfrm>
            <a:prstGeom prst="rect">
              <a:avLst/>
            </a:prstGeom>
          </p:spPr>
        </p:pic>
      </p:grpSp>
      <p:grpSp>
        <p:nvGrpSpPr>
          <p:cNvPr id="58" name="Group 57">
            <a:extLst>
              <a:ext uri="{FF2B5EF4-FFF2-40B4-BE49-F238E27FC236}">
                <a16:creationId xmlns:a16="http://schemas.microsoft.com/office/drawing/2014/main" id="{C6566DB1-FECC-2491-EAFE-EEC2ADD8002C}"/>
              </a:ext>
            </a:extLst>
          </p:cNvPr>
          <p:cNvGrpSpPr/>
          <p:nvPr/>
        </p:nvGrpSpPr>
        <p:grpSpPr>
          <a:xfrm>
            <a:off x="7645960" y="3852789"/>
            <a:ext cx="548950" cy="329184"/>
            <a:chOff x="796651" y="2159663"/>
            <a:chExt cx="548950" cy="329184"/>
          </a:xfrm>
        </p:grpSpPr>
        <p:pic>
          <p:nvPicPr>
            <p:cNvPr id="59" name="Picture 58" descr="A blue circle with yellow stars in center&#10;&#10;Description automatically generated">
              <a:extLst>
                <a:ext uri="{FF2B5EF4-FFF2-40B4-BE49-F238E27FC236}">
                  <a16:creationId xmlns:a16="http://schemas.microsoft.com/office/drawing/2014/main" id="{AFB2C2B8-0EE1-0D1C-7804-5C095DFC82ED}"/>
                </a:ext>
              </a:extLst>
            </p:cNvPr>
            <p:cNvPicPr>
              <a:picLocks noChangeAspect="1"/>
            </p:cNvPicPr>
            <p:nvPr/>
          </p:nvPicPr>
          <p:blipFill>
            <a:blip r:embed="rId10"/>
            <a:stretch>
              <a:fillRect/>
            </a:stretch>
          </p:blipFill>
          <p:spPr>
            <a:xfrm>
              <a:off x="1050537" y="2176723"/>
              <a:ext cx="295064" cy="295064"/>
            </a:xfrm>
            <a:prstGeom prst="rect">
              <a:avLst/>
            </a:prstGeom>
            <a:ln>
              <a:noFill/>
            </a:ln>
          </p:spPr>
        </p:pic>
        <p:pic>
          <p:nvPicPr>
            <p:cNvPr id="65" name="Graphic 64">
              <a:extLst>
                <a:ext uri="{FF2B5EF4-FFF2-40B4-BE49-F238E27FC236}">
                  <a16:creationId xmlns:a16="http://schemas.microsoft.com/office/drawing/2014/main" id="{8EFC6450-7E83-3E21-CB70-4F69A53995B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6651" y="2159663"/>
              <a:ext cx="329184" cy="329184"/>
            </a:xfrm>
            <a:prstGeom prst="rect">
              <a:avLst/>
            </a:prstGeom>
          </p:spPr>
        </p:pic>
      </p:grpSp>
      <p:grpSp>
        <p:nvGrpSpPr>
          <p:cNvPr id="66" name="Group 65">
            <a:extLst>
              <a:ext uri="{FF2B5EF4-FFF2-40B4-BE49-F238E27FC236}">
                <a16:creationId xmlns:a16="http://schemas.microsoft.com/office/drawing/2014/main" id="{1376F1A6-967A-2A0D-77C5-0B1EABFAB744}"/>
              </a:ext>
            </a:extLst>
          </p:cNvPr>
          <p:cNvGrpSpPr/>
          <p:nvPr/>
        </p:nvGrpSpPr>
        <p:grpSpPr>
          <a:xfrm>
            <a:off x="7645960" y="4907594"/>
            <a:ext cx="548950" cy="342578"/>
            <a:chOff x="796651" y="2854836"/>
            <a:chExt cx="548950" cy="342578"/>
          </a:xfrm>
        </p:grpSpPr>
        <p:pic>
          <p:nvPicPr>
            <p:cNvPr id="67" name="Picture 66" descr="A flag of spain on a black background&#10;&#10;AI-generated content may be incorrect.">
              <a:extLst>
                <a:ext uri="{FF2B5EF4-FFF2-40B4-BE49-F238E27FC236}">
                  <a16:creationId xmlns:a16="http://schemas.microsoft.com/office/drawing/2014/main" id="{DA1C5DAE-DD00-524A-7A7D-A2FA2DBF257B}"/>
                </a:ext>
              </a:extLst>
            </p:cNvPr>
            <p:cNvPicPr>
              <a:picLocks noChangeAspect="1"/>
            </p:cNvPicPr>
            <p:nvPr/>
          </p:nvPicPr>
          <p:blipFill>
            <a:blip r:embed="rId13"/>
            <a:stretch>
              <a:fillRect/>
            </a:stretch>
          </p:blipFill>
          <p:spPr>
            <a:xfrm>
              <a:off x="1003023" y="2854836"/>
              <a:ext cx="342578" cy="342578"/>
            </a:xfrm>
            <a:prstGeom prst="rect">
              <a:avLst/>
            </a:prstGeom>
          </p:spPr>
        </p:pic>
        <p:pic>
          <p:nvPicPr>
            <p:cNvPr id="68" name="Graphic 67">
              <a:extLst>
                <a:ext uri="{FF2B5EF4-FFF2-40B4-BE49-F238E27FC236}">
                  <a16:creationId xmlns:a16="http://schemas.microsoft.com/office/drawing/2014/main" id="{AC528199-AAC7-F1CC-4EA7-0DA422F11DF5}"/>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796651" y="2861533"/>
              <a:ext cx="329184" cy="329184"/>
            </a:xfrm>
            <a:prstGeom prst="rect">
              <a:avLst/>
            </a:prstGeom>
          </p:spPr>
        </p:pic>
      </p:grpSp>
      <p:sp>
        <p:nvSpPr>
          <p:cNvPr id="2" name="Footer Placeholder 3">
            <a:extLst>
              <a:ext uri="{FF2B5EF4-FFF2-40B4-BE49-F238E27FC236}">
                <a16:creationId xmlns:a16="http://schemas.microsoft.com/office/drawing/2014/main" id="{51629990-F6F9-254D-732C-BB26A344E330}"/>
              </a:ext>
            </a:extLst>
          </p:cNvPr>
          <p:cNvSpPr txBox="1">
            <a:spLocks/>
          </p:cNvSpPr>
          <p:nvPr/>
        </p:nvSpPr>
        <p:spPr>
          <a:xfrm>
            <a:off x="358336" y="6601166"/>
            <a:ext cx="9344464" cy="226558"/>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a:t>
            </a:r>
            <a:r>
              <a:rPr lang="en-US" err="1">
                <a:solidFill>
                  <a:srgbClr val="000000">
                    <a:lumMod val="65000"/>
                    <a:lumOff val="35000"/>
                  </a:srgbClr>
                </a:solidFill>
              </a:rPr>
              <a:t>CTx</a:t>
            </a:r>
            <a:r>
              <a:rPr lang="en-US">
                <a:solidFill>
                  <a:srgbClr val="000000">
                    <a:lumMod val="65000"/>
                    <a:lumOff val="35000"/>
                  </a:srgbClr>
                </a:solidFill>
              </a:rPr>
              <a:t>: Chemotherapy; IA: Interim Analysis; ITC: Indirect Treatment Comparison; IIT: Investigator Initiated Trial; IO: Immuno-Oncology; ITT: Intention to Treat; MAIC: </a:t>
            </a:r>
            <a:r>
              <a:rPr lang="en-US"/>
              <a:t>Matching-Adjusted Indirect Comparison</a:t>
            </a:r>
            <a:r>
              <a:rPr lang="en-US">
                <a:solidFill>
                  <a:srgbClr val="000000">
                    <a:lumMod val="65000"/>
                    <a:lumOff val="35000"/>
                  </a:srgbClr>
                </a:solidFill>
              </a:rPr>
              <a:t>; </a:t>
            </a:r>
            <a:r>
              <a:rPr lang="en-US" err="1">
                <a:solidFill>
                  <a:srgbClr val="000000">
                    <a:lumMod val="65000"/>
                    <a:lumOff val="35000"/>
                  </a:srgbClr>
                </a:solidFill>
              </a:rPr>
              <a:t>MoA</a:t>
            </a:r>
            <a:r>
              <a:rPr lang="en-US">
                <a:solidFill>
                  <a:srgbClr val="000000">
                    <a:lumMod val="65000"/>
                    <a:lumOff val="35000"/>
                  </a:srgbClr>
                </a:solidFill>
              </a:rPr>
              <a:t>: Mechanism of Action; NSCLC: Non-Small Cell Lung Cancer; ORR: Overall Response Rate; OS: Overall Survival; PD(L)-1: Programmed Death (Ligand)-1; PFS: Progression Free Survival;  SI: Strategic Imperative; STC: Simulated Treatment Comparison; Tx: Treatment; TIL: Tumor-Infiltrating Lymphocyte </a:t>
            </a:r>
          </a:p>
        </p:txBody>
      </p:sp>
      <p:sp>
        <p:nvSpPr>
          <p:cNvPr id="4" name="Footer Placeholder 3">
            <a:extLst>
              <a:ext uri="{FF2B5EF4-FFF2-40B4-BE49-F238E27FC236}">
                <a16:creationId xmlns:a16="http://schemas.microsoft.com/office/drawing/2014/main" id="{06115A0D-F6EC-1508-08B1-322503E02AA0}"/>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5" name="Graphic 4">
            <a:extLst>
              <a:ext uri="{FF2B5EF4-FFF2-40B4-BE49-F238E27FC236}">
                <a16:creationId xmlns:a16="http://schemas.microsoft.com/office/drawing/2014/main" id="{4AC14478-5375-D1AE-0D0C-AF0F3A1F3C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37570" y="958197"/>
            <a:ext cx="274320" cy="274320"/>
          </a:xfrm>
          <a:prstGeom prst="rect">
            <a:avLst/>
          </a:prstGeom>
        </p:spPr>
      </p:pic>
      <p:pic>
        <p:nvPicPr>
          <p:cNvPr id="9" name="Graphic 8">
            <a:extLst>
              <a:ext uri="{FF2B5EF4-FFF2-40B4-BE49-F238E27FC236}">
                <a16:creationId xmlns:a16="http://schemas.microsoft.com/office/drawing/2014/main" id="{D0AFEF73-3EAE-C68E-B5A2-971E81E7C24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24487" y="958197"/>
            <a:ext cx="274320" cy="274320"/>
          </a:xfrm>
          <a:prstGeom prst="rect">
            <a:avLst/>
          </a:prstGeom>
        </p:spPr>
      </p:pic>
      <p:pic>
        <p:nvPicPr>
          <p:cNvPr id="10" name="Graphic 9">
            <a:extLst>
              <a:ext uri="{FF2B5EF4-FFF2-40B4-BE49-F238E27FC236}">
                <a16:creationId xmlns:a16="http://schemas.microsoft.com/office/drawing/2014/main" id="{5592C1E1-50DD-1E95-0E6A-32DF0CF673C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14007" y="958197"/>
            <a:ext cx="274320" cy="274320"/>
          </a:xfrm>
          <a:prstGeom prst="rect">
            <a:avLst/>
          </a:prstGeom>
        </p:spPr>
      </p:pic>
      <p:pic>
        <p:nvPicPr>
          <p:cNvPr id="13" name="Graphic 12">
            <a:extLst>
              <a:ext uri="{FF2B5EF4-FFF2-40B4-BE49-F238E27FC236}">
                <a16:creationId xmlns:a16="http://schemas.microsoft.com/office/drawing/2014/main" id="{79519E1B-E16F-9021-C39C-39A92D5640B5}"/>
              </a:ext>
            </a:extLst>
          </p:cNvPr>
          <p:cNvPicPr>
            <a:picLocks/>
          </p:cNvPicPr>
          <p:nvPr/>
        </p:nvPicPr>
        <p:blipFill>
          <a:blip r:embed="rId16">
            <a:extLst>
              <a:ext uri="{96DAC541-7B7A-43D3-8B79-37D633B846F1}">
                <asvg:svgBlip xmlns:asvg="http://schemas.microsoft.com/office/drawing/2016/SVG/main" r:embed="rId17"/>
              </a:ext>
            </a:extLst>
          </a:blip>
          <a:stretch>
            <a:fillRect/>
          </a:stretch>
        </p:blipFill>
        <p:spPr>
          <a:xfrm>
            <a:off x="8194014" y="958557"/>
            <a:ext cx="273600" cy="273600"/>
          </a:xfrm>
          <a:prstGeom prst="rect">
            <a:avLst/>
          </a:prstGeom>
        </p:spPr>
      </p:pic>
      <p:grpSp>
        <p:nvGrpSpPr>
          <p:cNvPr id="16" name="Group 15">
            <a:extLst>
              <a:ext uri="{FF2B5EF4-FFF2-40B4-BE49-F238E27FC236}">
                <a16:creationId xmlns:a16="http://schemas.microsoft.com/office/drawing/2014/main" id="{3271F4F1-8B30-A6AA-3A3E-66DCB8C08CD4}"/>
              </a:ext>
            </a:extLst>
          </p:cNvPr>
          <p:cNvGrpSpPr/>
          <p:nvPr/>
        </p:nvGrpSpPr>
        <p:grpSpPr>
          <a:xfrm>
            <a:off x="-9526" y="-7584"/>
            <a:ext cx="11815014" cy="180000"/>
            <a:chOff x="-9526" y="-7584"/>
            <a:chExt cx="11815014" cy="180000"/>
          </a:xfrm>
        </p:grpSpPr>
        <p:sp>
          <p:nvSpPr>
            <p:cNvPr id="21" name="Rectangle 20">
              <a:extLst>
                <a:ext uri="{FF2B5EF4-FFF2-40B4-BE49-F238E27FC236}">
                  <a16:creationId xmlns:a16="http://schemas.microsoft.com/office/drawing/2014/main" id="{A4B774AC-B77D-5D7C-D9EE-CAA58567271E}"/>
                </a:ext>
              </a:extLst>
            </p:cNvPr>
            <p:cNvSpPr/>
            <p:nvPr/>
          </p:nvSpPr>
          <p:spPr>
            <a:xfrm>
              <a:off x="-9526" y="-7584"/>
              <a:ext cx="2045850" cy="18000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Metastatic NSCLC</a:t>
              </a:r>
            </a:p>
          </p:txBody>
        </p:sp>
        <p:sp>
          <p:nvSpPr>
            <p:cNvPr id="24" name="Arrow: Pentagon 23">
              <a:extLst>
                <a:ext uri="{FF2B5EF4-FFF2-40B4-BE49-F238E27FC236}">
                  <a16:creationId xmlns:a16="http://schemas.microsoft.com/office/drawing/2014/main" id="{82ABF0E9-1587-70B9-AF06-57F2DADD3B66}"/>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6" name="Arrow: Chevron 25">
              <a:extLst>
                <a:ext uri="{FF2B5EF4-FFF2-40B4-BE49-F238E27FC236}">
                  <a16:creationId xmlns:a16="http://schemas.microsoft.com/office/drawing/2014/main" id="{C90047F5-87D1-DE27-B6B8-5ACBAA2C6592}"/>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7" name="Arrow: Chevron 26">
              <a:extLst>
                <a:ext uri="{FF2B5EF4-FFF2-40B4-BE49-F238E27FC236}">
                  <a16:creationId xmlns:a16="http://schemas.microsoft.com/office/drawing/2014/main" id="{82947D74-B9C9-39C8-B398-C57E593863DE}"/>
                </a:ext>
              </a:extLst>
            </p:cNvPr>
            <p:cNvSpPr/>
            <p:nvPr/>
          </p:nvSpPr>
          <p:spPr>
            <a:xfrm>
              <a:off x="6945064"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3" name="Arrow: Chevron 32">
              <a:extLst>
                <a:ext uri="{FF2B5EF4-FFF2-40B4-BE49-F238E27FC236}">
                  <a16:creationId xmlns:a16="http://schemas.microsoft.com/office/drawing/2014/main" id="{C33FE3A4-AF96-3E75-5945-495CE90F7A89}"/>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pic>
        <p:nvPicPr>
          <p:cNvPr id="18" name="Graphic 17">
            <a:extLst>
              <a:ext uri="{FF2B5EF4-FFF2-40B4-BE49-F238E27FC236}">
                <a16:creationId xmlns:a16="http://schemas.microsoft.com/office/drawing/2014/main" id="{E68F23EE-D836-83B7-1013-B23FD4324FC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902743" y="5805853"/>
            <a:ext cx="274320" cy="274320"/>
          </a:xfrm>
          <a:prstGeom prst="rect">
            <a:avLst/>
          </a:prstGeom>
        </p:spPr>
      </p:pic>
      <p:grpSp>
        <p:nvGrpSpPr>
          <p:cNvPr id="19" name="Group 18">
            <a:extLst>
              <a:ext uri="{FF2B5EF4-FFF2-40B4-BE49-F238E27FC236}">
                <a16:creationId xmlns:a16="http://schemas.microsoft.com/office/drawing/2014/main" id="{19A652ED-5987-2C4E-A2EF-39FDF5217C31}"/>
              </a:ext>
            </a:extLst>
          </p:cNvPr>
          <p:cNvGrpSpPr/>
          <p:nvPr/>
        </p:nvGrpSpPr>
        <p:grpSpPr>
          <a:xfrm>
            <a:off x="7656219" y="5738009"/>
            <a:ext cx="548950" cy="329184"/>
            <a:chOff x="796651" y="4280123"/>
            <a:chExt cx="548950" cy="329184"/>
          </a:xfrm>
        </p:grpSpPr>
        <p:pic>
          <p:nvPicPr>
            <p:cNvPr id="20" name="Graphic 19">
              <a:extLst>
                <a:ext uri="{FF2B5EF4-FFF2-40B4-BE49-F238E27FC236}">
                  <a16:creationId xmlns:a16="http://schemas.microsoft.com/office/drawing/2014/main" id="{40EACF48-536E-E35F-3C27-CC784E81E12A}"/>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16417" y="4280123"/>
              <a:ext cx="329184" cy="329184"/>
            </a:xfrm>
            <a:prstGeom prst="rect">
              <a:avLst/>
            </a:prstGeom>
          </p:spPr>
        </p:pic>
        <p:pic>
          <p:nvPicPr>
            <p:cNvPr id="22" name="Picture 21">
              <a:extLst>
                <a:ext uri="{FF2B5EF4-FFF2-40B4-BE49-F238E27FC236}">
                  <a16:creationId xmlns:a16="http://schemas.microsoft.com/office/drawing/2014/main" id="{BDEA8E82-FC50-AC0E-88B3-6732C67A3045}"/>
                </a:ext>
              </a:extLst>
            </p:cNvPr>
            <p:cNvPicPr>
              <a:picLocks noChangeAspect="1"/>
            </p:cNvPicPr>
            <p:nvPr/>
          </p:nvPicPr>
          <p:blipFill rotWithShape="1">
            <a:blip r:embed="rId18"/>
            <a:srcRect l="16667" r="16667"/>
            <a:stretch/>
          </p:blipFill>
          <p:spPr>
            <a:xfrm>
              <a:off x="796651" y="4298081"/>
              <a:ext cx="293268" cy="293268"/>
            </a:xfrm>
            <a:prstGeom prst="ellipse">
              <a:avLst/>
            </a:prstGeom>
          </p:spPr>
        </p:pic>
      </p:grpSp>
      <p:pic>
        <p:nvPicPr>
          <p:cNvPr id="28" name="Graphic 27">
            <a:extLst>
              <a:ext uri="{FF2B5EF4-FFF2-40B4-BE49-F238E27FC236}">
                <a16:creationId xmlns:a16="http://schemas.microsoft.com/office/drawing/2014/main" id="{2242EA6A-55D4-E23A-41A0-216DEAF96BB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046338" y="2609597"/>
            <a:ext cx="354323" cy="354323"/>
          </a:xfrm>
          <a:prstGeom prst="rect">
            <a:avLst/>
          </a:prstGeom>
        </p:spPr>
      </p:pic>
      <p:pic>
        <p:nvPicPr>
          <p:cNvPr id="29" name="Graphic 28">
            <a:extLst>
              <a:ext uri="{FF2B5EF4-FFF2-40B4-BE49-F238E27FC236}">
                <a16:creationId xmlns:a16="http://schemas.microsoft.com/office/drawing/2014/main" id="{4F990FDA-F77B-37AF-896D-963E2394FC3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86946" y="5797227"/>
            <a:ext cx="274320" cy="274320"/>
          </a:xfrm>
          <a:prstGeom prst="rect">
            <a:avLst/>
          </a:prstGeom>
        </p:spPr>
      </p:pic>
    </p:spTree>
    <p:extLst>
      <p:ext uri="{BB962C8B-B14F-4D97-AF65-F5344CB8AC3E}">
        <p14:creationId xmlns:p14="http://schemas.microsoft.com/office/powerpoint/2010/main" val="14758376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623F0-50F4-BF4F-A605-F4F5BB911EB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B8E012A-BC54-2715-5C82-7E5DC1C9DEEF}"/>
              </a:ext>
            </a:extLst>
          </p:cNvPr>
          <p:cNvGraphicFramePr>
            <a:graphicFrameLocks noChangeAspect="1"/>
          </p:cNvGraphicFramePr>
          <p:nvPr>
            <p:custDataLst>
              <p:tags r:id="rId1"/>
            </p:custDataLst>
            <p:extLst>
              <p:ext uri="{D42A27DB-BD31-4B8C-83A1-F6EECF244321}">
                <p14:modId xmlns:p14="http://schemas.microsoft.com/office/powerpoint/2010/main" val="37972134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BB8E012A-BC54-2715-5C82-7E5DC1C9DE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2AC0EA6-C9C7-4304-8267-EA947EBAAECC}"/>
              </a:ext>
            </a:extLst>
          </p:cNvPr>
          <p:cNvSpPr>
            <a:spLocks noGrp="1"/>
          </p:cNvSpPr>
          <p:nvPr>
            <p:ph type="title"/>
          </p:nvPr>
        </p:nvSpPr>
        <p:spPr>
          <a:xfrm>
            <a:off x="358337" y="271427"/>
            <a:ext cx="11470125" cy="369332"/>
          </a:xfrm>
        </p:spPr>
        <p:txBody>
          <a:bodyPr vert="horz"/>
          <a:lstStyle/>
          <a:p>
            <a:r>
              <a:rPr lang="en-US" sz="2400"/>
              <a:t>Implementation Roadmap: Metastatic NSCLC (1/2) </a:t>
            </a:r>
          </a:p>
        </p:txBody>
      </p:sp>
      <p:graphicFrame>
        <p:nvGraphicFramePr>
          <p:cNvPr id="13" name="Table 12">
            <a:extLst>
              <a:ext uri="{FF2B5EF4-FFF2-40B4-BE49-F238E27FC236}">
                <a16:creationId xmlns:a16="http://schemas.microsoft.com/office/drawing/2014/main" id="{74F28BB5-D4A1-4D67-F7EC-9B59CA537168}"/>
              </a:ext>
            </a:extLst>
          </p:cNvPr>
          <p:cNvGraphicFramePr>
            <a:graphicFrameLocks noGrp="1"/>
          </p:cNvGraphicFramePr>
          <p:nvPr>
            <p:extLst>
              <p:ext uri="{D42A27DB-BD31-4B8C-83A1-F6EECF244321}">
                <p14:modId xmlns:p14="http://schemas.microsoft.com/office/powerpoint/2010/main" val="558746144"/>
              </p:ext>
            </p:extLst>
          </p:nvPr>
        </p:nvGraphicFramePr>
        <p:xfrm>
          <a:off x="358335" y="1376894"/>
          <a:ext cx="11470127" cy="4940283"/>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821635">
                  <a:extLst>
                    <a:ext uri="{9D8B030D-6E8A-4147-A177-3AD203B41FA5}">
                      <a16:colId xmlns:a16="http://schemas.microsoft.com/office/drawing/2014/main" val="2800079537"/>
                    </a:ext>
                  </a:extLst>
                </a:gridCol>
                <a:gridCol w="705121">
                  <a:extLst>
                    <a:ext uri="{9D8B030D-6E8A-4147-A177-3AD203B41FA5}">
                      <a16:colId xmlns:a16="http://schemas.microsoft.com/office/drawing/2014/main" val="3138473051"/>
                    </a:ext>
                  </a:extLst>
                </a:gridCol>
                <a:gridCol w="259216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262979">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Metastatic NSCLC </a:t>
                      </a:r>
                    </a:p>
                  </a:txBody>
                  <a:tcPr anchor="ctr">
                    <a:solidFill>
                      <a:schemeClr val="accent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62979">
                <a:tc rowSpan="3">
                  <a:txBody>
                    <a:bodyPr/>
                    <a:lstStyle/>
                    <a:p>
                      <a:pPr algn="ctr"/>
                      <a:r>
                        <a:rPr lang="en-US" sz="900" b="1">
                          <a:solidFill>
                            <a:schemeClr val="bg1"/>
                          </a:solidFill>
                        </a:rPr>
                        <a:t>Evidence Gaps</a:t>
                      </a:r>
                    </a:p>
                  </a:txBody>
                  <a:tcPr anchor="ctr">
                    <a:solidFill>
                      <a:schemeClr val="accent4"/>
                    </a:solidFill>
                  </a:tcPr>
                </a:tc>
                <a:tc rowSpan="3">
                  <a:txBody>
                    <a:bodyPr/>
                    <a:lstStyle/>
                    <a:p>
                      <a:pPr algn="ctr"/>
                      <a:r>
                        <a:rPr lang="en-US" sz="900" b="1">
                          <a:solidFill>
                            <a:schemeClr val="bg1"/>
                          </a:solidFill>
                        </a:rPr>
                        <a:t>Tactic Type</a:t>
                      </a:r>
                    </a:p>
                  </a:txBody>
                  <a:tcPr anchor="ctr">
                    <a:solidFill>
                      <a:schemeClr val="accent4"/>
                    </a:solidFill>
                  </a:tcPr>
                </a:tc>
                <a:tc rowSpan="3">
                  <a:txBody>
                    <a:bodyPr/>
                    <a:lstStyle/>
                    <a:p>
                      <a:pPr algn="ctr"/>
                      <a:r>
                        <a:rPr lang="en-US" sz="900" b="1">
                          <a:solidFill>
                            <a:schemeClr val="bg1"/>
                          </a:solidFill>
                        </a:rPr>
                        <a:t>Key Markets</a:t>
                      </a:r>
                    </a:p>
                  </a:txBody>
                  <a:tcPr anchor="ctr">
                    <a:solidFill>
                      <a:schemeClr val="accent4"/>
                    </a:solidFill>
                  </a:tcPr>
                </a:tc>
                <a:tc rowSpan="3">
                  <a:txBody>
                    <a:bodyPr/>
                    <a:lstStyle/>
                    <a:p>
                      <a:pPr algn="ctr"/>
                      <a:r>
                        <a:rPr lang="en-US" sz="900" b="1">
                          <a:solidFill>
                            <a:schemeClr val="bg1"/>
                          </a:solidFill>
                        </a:rPr>
                        <a:t>Other Assumptions/ Dependencies</a:t>
                      </a:r>
                    </a:p>
                  </a:txBody>
                  <a:tcPr anchor="ctr">
                    <a:solidFill>
                      <a:schemeClr val="accent4"/>
                    </a:solidFill>
                  </a:tcPr>
                </a:tc>
                <a:tc gridSpan="9">
                  <a:txBody>
                    <a:bodyPr/>
                    <a:lstStyle/>
                    <a:p>
                      <a:pPr algn="ctr"/>
                      <a:r>
                        <a:rPr lang="en-US" sz="900" b="1" kern="1200">
                          <a:solidFill>
                            <a:schemeClr val="bg1"/>
                          </a:solidFill>
                          <a:latin typeface="+mn-lt"/>
                          <a:ea typeface="+mn-ea"/>
                          <a:cs typeface="+mn-cs"/>
                        </a:rPr>
                        <a:t>Evidence Roadmap</a:t>
                      </a:r>
                    </a:p>
                  </a:txBody>
                  <a:tcPr anchor="ctr">
                    <a:solidFill>
                      <a:schemeClr val="accent4"/>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2629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chemeClr val="accent4"/>
                    </a:solidFill>
                  </a:tcPr>
                </a:tc>
                <a:tc gridSpan="2">
                  <a:txBody>
                    <a:bodyPr/>
                    <a:lstStyle/>
                    <a:p>
                      <a:pPr algn="ctr"/>
                      <a:r>
                        <a:rPr lang="en-US" sz="900" b="1" kern="1200">
                          <a:solidFill>
                            <a:schemeClr val="bg1"/>
                          </a:solidFill>
                          <a:latin typeface="+mn-lt"/>
                          <a:ea typeface="+mn-ea"/>
                          <a:cs typeface="+mn-cs"/>
                        </a:rPr>
                        <a:t>2026</a:t>
                      </a:r>
                    </a:p>
                  </a:txBody>
                  <a:tcPr anchor="ctr">
                    <a:solidFill>
                      <a:schemeClr val="accent4"/>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chemeClr val="accent4"/>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chemeClr val="accent4"/>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chemeClr val="accent4"/>
                    </a:solidFill>
                  </a:tcPr>
                </a:tc>
                <a:tc hMerge="1">
                  <a:txBody>
                    <a:bodyPr/>
                    <a:lstStyle/>
                    <a:p>
                      <a:endParaRPr lang="en-US"/>
                    </a:p>
                  </a:txBody>
                  <a:tcPr/>
                </a:tc>
                <a:extLst>
                  <a:ext uri="{0D108BD9-81ED-4DB2-BD59-A6C34878D82A}">
                    <a16:rowId xmlns:a16="http://schemas.microsoft.com/office/drawing/2014/main" val="2912067414"/>
                  </a:ext>
                </a:extLst>
              </a:tr>
              <a:tr h="2629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chemeClr val="accent4"/>
                    </a:solidFill>
                  </a:tcPr>
                </a:tc>
                <a:tc>
                  <a:txBody>
                    <a:bodyPr/>
                    <a:lstStyle/>
                    <a:p>
                      <a:pPr algn="ctr"/>
                      <a:r>
                        <a:rPr lang="en-US" sz="900" b="1" kern="1200">
                          <a:solidFill>
                            <a:schemeClr val="bg1"/>
                          </a:solidFill>
                          <a:latin typeface="+mn-lt"/>
                          <a:ea typeface="+mn-ea"/>
                          <a:cs typeface="+mn-cs"/>
                        </a:rPr>
                        <a:t>H2</a:t>
                      </a:r>
                    </a:p>
                  </a:txBody>
                  <a:tcPr anchor="ctr">
                    <a:solidFill>
                      <a:schemeClr val="accent4"/>
                    </a:solidFill>
                  </a:tcPr>
                </a:tc>
                <a:tc>
                  <a:txBody>
                    <a:bodyPr/>
                    <a:lstStyle/>
                    <a:p>
                      <a:pPr algn="ctr"/>
                      <a:r>
                        <a:rPr lang="en-US" sz="900" b="1" kern="1200">
                          <a:solidFill>
                            <a:schemeClr val="bg1"/>
                          </a:solidFill>
                          <a:latin typeface="+mn-lt"/>
                          <a:ea typeface="+mn-ea"/>
                          <a:cs typeface="+mn-cs"/>
                        </a:rPr>
                        <a:t>H1</a:t>
                      </a:r>
                    </a:p>
                  </a:txBody>
                  <a:tcPr anchor="ctr">
                    <a:solidFill>
                      <a:schemeClr val="accent4"/>
                    </a:solidFill>
                  </a:tcPr>
                </a:tc>
                <a:tc>
                  <a:txBody>
                    <a:bodyPr/>
                    <a:lstStyle/>
                    <a:p>
                      <a:pPr algn="ctr"/>
                      <a:r>
                        <a:rPr lang="en-US" sz="900" b="1" kern="1200">
                          <a:solidFill>
                            <a:schemeClr val="bg1"/>
                          </a:solidFill>
                          <a:latin typeface="+mn-lt"/>
                          <a:ea typeface="+mn-ea"/>
                          <a:cs typeface="+mn-cs"/>
                        </a:rPr>
                        <a:t>H2</a:t>
                      </a:r>
                    </a:p>
                  </a:txBody>
                  <a:tcPr anchor="ctr">
                    <a:solidFill>
                      <a:schemeClr val="accent4"/>
                    </a:solidFill>
                  </a:tcPr>
                </a:tc>
                <a:tc>
                  <a:txBody>
                    <a:bodyPr/>
                    <a:lstStyle/>
                    <a:p>
                      <a:pPr algn="ctr"/>
                      <a:r>
                        <a:rPr lang="en-US" sz="900" b="1" kern="1200">
                          <a:solidFill>
                            <a:schemeClr val="bg1"/>
                          </a:solidFill>
                          <a:latin typeface="+mn-lt"/>
                          <a:ea typeface="+mn-ea"/>
                          <a:cs typeface="+mn-cs"/>
                        </a:rPr>
                        <a:t>H1</a:t>
                      </a:r>
                    </a:p>
                  </a:txBody>
                  <a:tcPr anchor="ctr">
                    <a:solidFill>
                      <a:schemeClr val="accent4"/>
                    </a:solidFill>
                  </a:tcPr>
                </a:tc>
                <a:tc>
                  <a:txBody>
                    <a:bodyPr/>
                    <a:lstStyle/>
                    <a:p>
                      <a:pPr algn="ctr"/>
                      <a:r>
                        <a:rPr lang="en-US" sz="900" b="1" kern="1200">
                          <a:solidFill>
                            <a:schemeClr val="bg1"/>
                          </a:solidFill>
                          <a:latin typeface="+mn-lt"/>
                          <a:ea typeface="+mn-ea"/>
                          <a:cs typeface="+mn-cs"/>
                        </a:rPr>
                        <a:t>H2</a:t>
                      </a:r>
                    </a:p>
                  </a:txBody>
                  <a:tcPr anchor="ctr">
                    <a:solidFill>
                      <a:schemeClr val="accent4"/>
                    </a:solidFill>
                  </a:tcPr>
                </a:tc>
                <a:tc>
                  <a:txBody>
                    <a:bodyPr/>
                    <a:lstStyle/>
                    <a:p>
                      <a:pPr algn="ctr"/>
                      <a:r>
                        <a:rPr lang="en-US" sz="900" b="1" kern="1200">
                          <a:solidFill>
                            <a:schemeClr val="bg1"/>
                          </a:solidFill>
                          <a:latin typeface="+mn-lt"/>
                          <a:ea typeface="+mn-ea"/>
                          <a:cs typeface="+mn-cs"/>
                        </a:rPr>
                        <a:t>H1</a:t>
                      </a:r>
                    </a:p>
                  </a:txBody>
                  <a:tcPr anchor="ctr">
                    <a:solidFill>
                      <a:schemeClr val="accent4"/>
                    </a:solidFill>
                  </a:tcPr>
                </a:tc>
                <a:tc>
                  <a:txBody>
                    <a:bodyPr/>
                    <a:lstStyle/>
                    <a:p>
                      <a:pPr algn="ctr"/>
                      <a:r>
                        <a:rPr lang="en-US" sz="900" b="1" kern="1200">
                          <a:solidFill>
                            <a:schemeClr val="bg1"/>
                          </a:solidFill>
                          <a:latin typeface="+mn-lt"/>
                          <a:ea typeface="+mn-ea"/>
                          <a:cs typeface="+mn-cs"/>
                        </a:rPr>
                        <a:t>H2</a:t>
                      </a:r>
                    </a:p>
                  </a:txBody>
                  <a:tcPr anchor="ctr">
                    <a:solidFill>
                      <a:schemeClr val="accent4"/>
                    </a:solidFill>
                  </a:tcPr>
                </a:tc>
                <a:extLst>
                  <a:ext uri="{0D108BD9-81ED-4DB2-BD59-A6C34878D82A}">
                    <a16:rowId xmlns:a16="http://schemas.microsoft.com/office/drawing/2014/main" val="618320798"/>
                  </a:ext>
                </a:extLst>
              </a:tr>
              <a:tr h="876596">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a:t>Need for comparative data </a:t>
                      </a:r>
                      <a:r>
                        <a:rPr lang="en-US" sz="900"/>
                        <a:t>demonstrating the value of tislelizumab + CTx vs. IO monotherapy in PD-L1 &gt;50% patients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algn="l"/>
                      <a:endParaRPr lang="en-GB" sz="900">
                        <a:highlight>
                          <a:srgbClr val="FFFF00"/>
                        </a:highlight>
                      </a:endParaRPr>
                    </a:p>
                    <a:p>
                      <a:pPr algn="l"/>
                      <a:endParaRPr lang="en-GB" sz="900">
                        <a:highlight>
                          <a:srgbClr val="FFFF00"/>
                        </a:highlight>
                      </a:endParaRPr>
                    </a:p>
                    <a:p>
                      <a:pPr algn="l"/>
                      <a:endParaRPr lang="en-GB" sz="900">
                        <a:highlight>
                          <a:srgbClr val="FFFF00"/>
                        </a:highlight>
                      </a:endParaRPr>
                    </a:p>
                    <a:p>
                      <a:pPr algn="l"/>
                      <a:endParaRPr lang="en-GB" sz="900">
                        <a:highlight>
                          <a:srgbClr val="FFFF00"/>
                        </a:highlight>
                      </a:endParaRPr>
                    </a:p>
                  </a:txBody>
                  <a:tcPr anchor="ctr">
                    <a:solidFill>
                      <a:srgbClr val="E7E7E7"/>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effectLst/>
                        </a:rPr>
                        <a:t>Patient-level ITC vs monotherapy from </a:t>
                      </a:r>
                      <a:r>
                        <a:rPr lang="en-GB" sz="900" b="1">
                          <a:effectLst/>
                        </a:rPr>
                        <a:t>RN-304</a:t>
                      </a:r>
                      <a:r>
                        <a:rPr lang="en-GB" sz="900">
                          <a:effectLst/>
                        </a:rPr>
                        <a:t> and </a:t>
                      </a:r>
                      <a:r>
                        <a:rPr lang="en-GB" sz="900" b="1">
                          <a:effectLst/>
                        </a:rPr>
                        <a:t>RN-307</a:t>
                      </a:r>
                      <a:r>
                        <a:rPr lang="en-GB" sz="900">
                          <a:effectLst/>
                        </a:rPr>
                        <a:t> (Apr 2023 data), and </a:t>
                      </a:r>
                      <a:r>
                        <a:rPr lang="en-GB" sz="900" b="1">
                          <a:effectLst/>
                        </a:rPr>
                        <a:t>AdvanTIG-302 (IA1)</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This is a </a:t>
                      </a:r>
                      <a:r>
                        <a:rPr lang="en-GB" sz="900" b="1"/>
                        <a:t>high-priority topic for the EU with potential relevance for the US and global implications</a:t>
                      </a:r>
                      <a:r>
                        <a:rPr lang="en-GB" sz="900"/>
                        <a:t>, warranting rapid dissemination and targeting ASCO for early visibility</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1093785624"/>
                  </a:ext>
                </a:extLst>
              </a:tr>
              <a:tr h="100808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a:solidFill>
                      <a:schemeClr val="bg1">
                        <a:lumMod val="95000"/>
                      </a:schemeClr>
                    </a:solidFill>
                  </a:tcPr>
                </a:tc>
                <a:tc>
                  <a:txBody>
                    <a:bodyPr/>
                    <a:lstStyle/>
                    <a:p>
                      <a:pPr marL="0" algn="l" defTabSz="914400" rtl="0" eaLnBrk="1" latinLnBrk="0" hangingPunct="1"/>
                      <a:endParaRPr lang="en-GB" sz="900" kern="1200">
                        <a:solidFill>
                          <a:schemeClr val="dk1"/>
                        </a:solidFill>
                        <a:latin typeface="+mn-lt"/>
                        <a:ea typeface="+mn-ea"/>
                        <a:cs typeface="+mn-cs"/>
                      </a:endParaRP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chemeClr val="bg1">
                        <a:lumMod val="9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kern="1200">
                          <a:solidFill>
                            <a:schemeClr val="dk1"/>
                          </a:solidFill>
                          <a:latin typeface="+mn-lt"/>
                          <a:ea typeface="+mn-ea"/>
                          <a:cs typeface="+mn-cs"/>
                        </a:rPr>
                        <a:t>Timelines proposed by IASLC collaboration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t>IIT data may be available earlier but varies in timing</a:t>
                      </a:r>
                      <a:endParaRPr lang="en-GB" sz="900" i="0" kern="1200">
                        <a:solidFill>
                          <a:schemeClr val="tx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3563565632"/>
                  </a:ext>
                </a:extLst>
              </a:tr>
              <a:tr h="1680220">
                <a:tc>
                  <a:txBody>
                    <a:bodyPr/>
                    <a:lstStyle/>
                    <a:p>
                      <a:pPr algn="l"/>
                      <a:r>
                        <a:rPr lang="en-US" sz="900"/>
                        <a:t>Need for </a:t>
                      </a:r>
                      <a:r>
                        <a:rPr lang="en-US" sz="900" b="1"/>
                        <a:t>integrated biomarker analysis </a:t>
                      </a:r>
                      <a:r>
                        <a:rPr lang="en-US" sz="900"/>
                        <a:t>to guide treatment decisions and help personalize Tx</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b="1" i="0" kern="1200">
                        <a:solidFill>
                          <a:schemeClr val="tx1"/>
                        </a:solidFill>
                        <a:latin typeface="+mn-lt"/>
                        <a:ea typeface="+mn-ea"/>
                        <a:cs typeface="+mn-cs"/>
                      </a:endParaRPr>
                    </a:p>
                  </a:txBody>
                  <a:tcPr anchor="ctr">
                    <a:solidFill>
                      <a:srgbClr val="CBCBCB"/>
                    </a:solidFill>
                  </a:tcPr>
                </a:tc>
                <a:tc>
                  <a:txBody>
                    <a:bodyPr/>
                    <a:lstStyle/>
                    <a:p>
                      <a:pPr marL="0" algn="l" defTabSz="914400" rtl="0" eaLnBrk="1" latinLnBrk="0" hangingPunct="1"/>
                      <a:endParaRPr lang="en-GB" sz="750" kern="1200">
                        <a:solidFill>
                          <a:schemeClr val="dk1"/>
                        </a:solidFill>
                        <a:latin typeface="+mn-lt"/>
                        <a:ea typeface="+mn-ea"/>
                        <a:cs typeface="+mn-cs"/>
                      </a:endParaRP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a:effectLst/>
                        </a:rPr>
                        <a:t>Post-hoc analysis on ​</a:t>
                      </a:r>
                      <a:r>
                        <a:rPr lang="en-GB" sz="900" b="1">
                          <a:effectLst/>
                        </a:rPr>
                        <a:t>RN-307</a:t>
                      </a:r>
                      <a:r>
                        <a:rPr lang="en-GB" sz="900">
                          <a:effectLst/>
                        </a:rPr>
                        <a:t> (utilizing April 2023 readout)</a:t>
                      </a:r>
                      <a:endParaRPr lang="en-GB" sz="9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2184458379"/>
                  </a:ext>
                </a:extLst>
              </a:tr>
            </a:tbl>
          </a:graphicData>
        </a:graphic>
      </p:graphicFrame>
      <p:sp>
        <p:nvSpPr>
          <p:cNvPr id="24" name="Rectangle 23">
            <a:extLst>
              <a:ext uri="{FF2B5EF4-FFF2-40B4-BE49-F238E27FC236}">
                <a16:creationId xmlns:a16="http://schemas.microsoft.com/office/drawing/2014/main" id="{6D47310B-13A2-9D8F-EA35-DF8A59D143DD}"/>
              </a:ext>
            </a:extLst>
          </p:cNvPr>
          <p:cNvSpPr/>
          <p:nvPr/>
        </p:nvSpPr>
        <p:spPr>
          <a:xfrm>
            <a:off x="126749" y="2439322"/>
            <a:ext cx="216000" cy="388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sp>
        <p:nvSpPr>
          <p:cNvPr id="41" name="Arrow: Pentagon 40">
            <a:extLst>
              <a:ext uri="{FF2B5EF4-FFF2-40B4-BE49-F238E27FC236}">
                <a16:creationId xmlns:a16="http://schemas.microsoft.com/office/drawing/2014/main" id="{6F12024D-FEE7-F4F6-4445-E4C6FAFC86AF}"/>
              </a:ext>
            </a:extLst>
          </p:cNvPr>
          <p:cNvSpPr/>
          <p:nvPr/>
        </p:nvSpPr>
        <p:spPr>
          <a:xfrm>
            <a:off x="6178810" y="2811454"/>
            <a:ext cx="1908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44" name="Star: 5 Points 43">
            <a:extLst>
              <a:ext uri="{FF2B5EF4-FFF2-40B4-BE49-F238E27FC236}">
                <a16:creationId xmlns:a16="http://schemas.microsoft.com/office/drawing/2014/main" id="{DD30B1CC-E364-5CBD-5B3E-75001DDAE564}"/>
              </a:ext>
            </a:extLst>
          </p:cNvPr>
          <p:cNvSpPr/>
          <p:nvPr/>
        </p:nvSpPr>
        <p:spPr>
          <a:xfrm>
            <a:off x="7924786" y="2811454"/>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5" name="TextBox 44">
            <a:extLst>
              <a:ext uri="{FF2B5EF4-FFF2-40B4-BE49-F238E27FC236}">
                <a16:creationId xmlns:a16="http://schemas.microsoft.com/office/drawing/2014/main" id="{7BE09D3F-0D3A-8B00-3ED4-48EED1D4E0E2}"/>
              </a:ext>
            </a:extLst>
          </p:cNvPr>
          <p:cNvSpPr txBox="1"/>
          <p:nvPr/>
        </p:nvSpPr>
        <p:spPr>
          <a:xfrm>
            <a:off x="6623025" y="2421757"/>
            <a:ext cx="964763" cy="461665"/>
          </a:xfrm>
          <a:prstGeom prst="rect">
            <a:avLst/>
          </a:prstGeom>
          <a:noFill/>
        </p:spPr>
        <p:txBody>
          <a:bodyPr wrap="square" lIns="91440" tIns="91440" rIns="91440" bIns="91440" rtlCol="0">
            <a:spAutoFit/>
          </a:bodyPr>
          <a:lstStyle/>
          <a:p>
            <a:pPr algn="ctr"/>
            <a:r>
              <a:rPr lang="en-US" sz="900"/>
              <a:t>ASCO Lung 2026</a:t>
            </a:r>
          </a:p>
        </p:txBody>
      </p:sp>
      <p:sp>
        <p:nvSpPr>
          <p:cNvPr id="60" name="Arrow: Pentagon 59">
            <a:extLst>
              <a:ext uri="{FF2B5EF4-FFF2-40B4-BE49-F238E27FC236}">
                <a16:creationId xmlns:a16="http://schemas.microsoft.com/office/drawing/2014/main" id="{4394628C-4B37-701E-7A4B-4A21585F231C}"/>
              </a:ext>
            </a:extLst>
          </p:cNvPr>
          <p:cNvSpPr/>
          <p:nvPr/>
        </p:nvSpPr>
        <p:spPr>
          <a:xfrm>
            <a:off x="6207895" y="4191865"/>
            <a:ext cx="3132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err="1">
              <a:solidFill>
                <a:schemeClr val="bg1"/>
              </a:solidFill>
            </a:endParaRPr>
          </a:p>
        </p:txBody>
      </p:sp>
      <p:sp>
        <p:nvSpPr>
          <p:cNvPr id="61" name="Isosceles Triangle 60">
            <a:extLst>
              <a:ext uri="{FF2B5EF4-FFF2-40B4-BE49-F238E27FC236}">
                <a16:creationId xmlns:a16="http://schemas.microsoft.com/office/drawing/2014/main" id="{A5FBB9B1-82D1-357C-BCC9-08C23AE11A49}"/>
              </a:ext>
            </a:extLst>
          </p:cNvPr>
          <p:cNvSpPr/>
          <p:nvPr/>
        </p:nvSpPr>
        <p:spPr>
          <a:xfrm>
            <a:off x="6362807" y="2793166"/>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2" name="Star: 5 Points 61">
            <a:extLst>
              <a:ext uri="{FF2B5EF4-FFF2-40B4-BE49-F238E27FC236}">
                <a16:creationId xmlns:a16="http://schemas.microsoft.com/office/drawing/2014/main" id="{9936BFB0-6922-6E64-EDA6-B0B395F1F23F}"/>
              </a:ext>
            </a:extLst>
          </p:cNvPr>
          <p:cNvSpPr/>
          <p:nvPr/>
        </p:nvSpPr>
        <p:spPr>
          <a:xfrm>
            <a:off x="7014001" y="2811454"/>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73" name="Graphic 72">
            <a:extLst>
              <a:ext uri="{FF2B5EF4-FFF2-40B4-BE49-F238E27FC236}">
                <a16:creationId xmlns:a16="http://schemas.microsoft.com/office/drawing/2014/main" id="{75250030-BA41-5BBB-25A1-F0F3F42852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73023" y="4040268"/>
            <a:ext cx="274320" cy="274320"/>
          </a:xfrm>
          <a:prstGeom prst="rect">
            <a:avLst/>
          </a:prstGeom>
        </p:spPr>
      </p:pic>
      <p:sp>
        <p:nvSpPr>
          <p:cNvPr id="74" name="Isosceles Triangle 73">
            <a:extLst>
              <a:ext uri="{FF2B5EF4-FFF2-40B4-BE49-F238E27FC236}">
                <a16:creationId xmlns:a16="http://schemas.microsoft.com/office/drawing/2014/main" id="{BB017227-524E-9AF8-0E1A-817638995837}"/>
              </a:ext>
            </a:extLst>
          </p:cNvPr>
          <p:cNvSpPr/>
          <p:nvPr/>
        </p:nvSpPr>
        <p:spPr>
          <a:xfrm>
            <a:off x="7012574" y="4173577"/>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75" name="TextBox 74">
            <a:extLst>
              <a:ext uri="{FF2B5EF4-FFF2-40B4-BE49-F238E27FC236}">
                <a16:creationId xmlns:a16="http://schemas.microsoft.com/office/drawing/2014/main" id="{9F1891FB-B7E1-CBC5-9536-0F4D8C888F2C}"/>
              </a:ext>
            </a:extLst>
          </p:cNvPr>
          <p:cNvSpPr txBox="1"/>
          <p:nvPr/>
        </p:nvSpPr>
        <p:spPr>
          <a:xfrm>
            <a:off x="6280362" y="3599719"/>
            <a:ext cx="1644424" cy="600164"/>
          </a:xfrm>
          <a:prstGeom prst="rect">
            <a:avLst/>
          </a:prstGeom>
          <a:noFill/>
        </p:spPr>
        <p:txBody>
          <a:bodyPr wrap="square" lIns="91440" tIns="91440" rIns="91440" bIns="91440" rtlCol="0">
            <a:spAutoFit/>
          </a:bodyPr>
          <a:lstStyle/>
          <a:p>
            <a:pPr algn="ctr"/>
            <a:r>
              <a:rPr lang="en-GB" sz="900"/>
              <a:t>Patient enrollment and initiation of data collection</a:t>
            </a:r>
            <a:endParaRPr lang="en-US" sz="900"/>
          </a:p>
        </p:txBody>
      </p:sp>
      <p:sp>
        <p:nvSpPr>
          <p:cNvPr id="76" name="Isosceles Triangle 75">
            <a:extLst>
              <a:ext uri="{FF2B5EF4-FFF2-40B4-BE49-F238E27FC236}">
                <a16:creationId xmlns:a16="http://schemas.microsoft.com/office/drawing/2014/main" id="{A0E486A5-D03E-08C3-BEAB-D787C21BDCF5}"/>
              </a:ext>
            </a:extLst>
          </p:cNvPr>
          <p:cNvSpPr/>
          <p:nvPr/>
        </p:nvSpPr>
        <p:spPr>
          <a:xfrm>
            <a:off x="8346857" y="4173577"/>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77" name="Star: 5 Points 76">
            <a:extLst>
              <a:ext uri="{FF2B5EF4-FFF2-40B4-BE49-F238E27FC236}">
                <a16:creationId xmlns:a16="http://schemas.microsoft.com/office/drawing/2014/main" id="{E0CEBE5A-43AA-17CC-7294-D582350078A2}"/>
              </a:ext>
            </a:extLst>
          </p:cNvPr>
          <p:cNvSpPr/>
          <p:nvPr/>
        </p:nvSpPr>
        <p:spPr>
          <a:xfrm>
            <a:off x="9155471" y="4191865"/>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0" name="TextBox 79">
            <a:extLst>
              <a:ext uri="{FF2B5EF4-FFF2-40B4-BE49-F238E27FC236}">
                <a16:creationId xmlns:a16="http://schemas.microsoft.com/office/drawing/2014/main" id="{B906EB0B-423A-AD4C-E0F9-497FA4CA1B28}"/>
              </a:ext>
            </a:extLst>
          </p:cNvPr>
          <p:cNvSpPr txBox="1"/>
          <p:nvPr/>
        </p:nvSpPr>
        <p:spPr>
          <a:xfrm>
            <a:off x="9305623" y="3963495"/>
            <a:ext cx="1029416" cy="600164"/>
          </a:xfrm>
          <a:prstGeom prst="rect">
            <a:avLst/>
          </a:prstGeom>
          <a:noFill/>
        </p:spPr>
        <p:txBody>
          <a:bodyPr wrap="square" lIns="91440" tIns="91440" rIns="91440" bIns="91440" rtlCol="0">
            <a:spAutoFit/>
          </a:bodyPr>
          <a:lstStyle/>
          <a:p>
            <a:pPr algn="ctr"/>
            <a:r>
              <a:rPr lang="en-GB" sz="900"/>
              <a:t>Expected data availability / publication </a:t>
            </a:r>
            <a:endParaRPr lang="en-US" sz="900"/>
          </a:p>
        </p:txBody>
      </p:sp>
      <p:sp>
        <p:nvSpPr>
          <p:cNvPr id="86" name="Arrow: Pentagon 85">
            <a:extLst>
              <a:ext uri="{FF2B5EF4-FFF2-40B4-BE49-F238E27FC236}">
                <a16:creationId xmlns:a16="http://schemas.microsoft.com/office/drawing/2014/main" id="{259C7F9A-622A-0674-6A14-86DADED79C60}"/>
              </a:ext>
            </a:extLst>
          </p:cNvPr>
          <p:cNvSpPr/>
          <p:nvPr/>
        </p:nvSpPr>
        <p:spPr>
          <a:xfrm>
            <a:off x="6197860" y="5213383"/>
            <a:ext cx="1908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87" name="Isosceles Triangle 86">
            <a:extLst>
              <a:ext uri="{FF2B5EF4-FFF2-40B4-BE49-F238E27FC236}">
                <a16:creationId xmlns:a16="http://schemas.microsoft.com/office/drawing/2014/main" id="{F8B2CE86-1324-9F49-6CCA-369D05ADC936}"/>
              </a:ext>
            </a:extLst>
          </p:cNvPr>
          <p:cNvSpPr/>
          <p:nvPr/>
        </p:nvSpPr>
        <p:spPr>
          <a:xfrm>
            <a:off x="6928059" y="5195095"/>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8" name="Star: 5 Points 87">
            <a:extLst>
              <a:ext uri="{FF2B5EF4-FFF2-40B4-BE49-F238E27FC236}">
                <a16:creationId xmlns:a16="http://schemas.microsoft.com/office/drawing/2014/main" id="{61E59ACB-53E3-3FC3-DBA6-5DA5B848501C}"/>
              </a:ext>
            </a:extLst>
          </p:cNvPr>
          <p:cNvSpPr/>
          <p:nvPr/>
        </p:nvSpPr>
        <p:spPr>
          <a:xfrm>
            <a:off x="7924786" y="5213383"/>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89" name="TextBox 88">
            <a:extLst>
              <a:ext uri="{FF2B5EF4-FFF2-40B4-BE49-F238E27FC236}">
                <a16:creationId xmlns:a16="http://schemas.microsoft.com/office/drawing/2014/main" id="{C52A2BA2-D5A8-6E80-1E3E-0B608DCE2CE6}"/>
              </a:ext>
            </a:extLst>
          </p:cNvPr>
          <p:cNvSpPr txBox="1"/>
          <p:nvPr/>
        </p:nvSpPr>
        <p:spPr>
          <a:xfrm>
            <a:off x="7882921" y="4827815"/>
            <a:ext cx="1255475" cy="461665"/>
          </a:xfrm>
          <a:prstGeom prst="rect">
            <a:avLst/>
          </a:prstGeom>
          <a:noFill/>
        </p:spPr>
        <p:txBody>
          <a:bodyPr wrap="square" lIns="91440" tIns="91440" rIns="91440" bIns="91440" rtlCol="0">
            <a:spAutoFit/>
          </a:bodyPr>
          <a:lstStyle/>
          <a:p>
            <a:pPr algn="ctr"/>
            <a:r>
              <a:rPr lang="en-US" sz="900"/>
              <a:t>ESMO Lung 2026 - Manuscript TBD</a:t>
            </a:r>
          </a:p>
        </p:txBody>
      </p:sp>
      <p:sp>
        <p:nvSpPr>
          <p:cNvPr id="90" name="TextBox 89">
            <a:extLst>
              <a:ext uri="{FF2B5EF4-FFF2-40B4-BE49-F238E27FC236}">
                <a16:creationId xmlns:a16="http://schemas.microsoft.com/office/drawing/2014/main" id="{B88192EA-916A-D1F5-B8F9-2D4000DE5A50}"/>
              </a:ext>
            </a:extLst>
          </p:cNvPr>
          <p:cNvSpPr txBox="1"/>
          <p:nvPr/>
        </p:nvSpPr>
        <p:spPr>
          <a:xfrm>
            <a:off x="7405048" y="3027799"/>
            <a:ext cx="1255475" cy="461665"/>
          </a:xfrm>
          <a:prstGeom prst="rect">
            <a:avLst/>
          </a:prstGeom>
          <a:noFill/>
        </p:spPr>
        <p:txBody>
          <a:bodyPr wrap="square" lIns="91440" tIns="91440" rIns="91440" bIns="91440" rtlCol="0">
            <a:spAutoFit/>
          </a:bodyPr>
          <a:lstStyle/>
          <a:p>
            <a:pPr algn="ctr"/>
            <a:r>
              <a:rPr lang="en-US" sz="900"/>
              <a:t>ESMO Lung 2026 - Manuscript TBD</a:t>
            </a:r>
          </a:p>
        </p:txBody>
      </p:sp>
      <p:sp>
        <p:nvSpPr>
          <p:cNvPr id="2" name="Isosceles Triangle 1">
            <a:extLst>
              <a:ext uri="{FF2B5EF4-FFF2-40B4-BE49-F238E27FC236}">
                <a16:creationId xmlns:a16="http://schemas.microsoft.com/office/drawing/2014/main" id="{CB3E55E7-4DC5-A3F5-ECAF-8C041FA60412}"/>
              </a:ext>
            </a:extLst>
          </p:cNvPr>
          <p:cNvSpPr/>
          <p:nvPr/>
        </p:nvSpPr>
        <p:spPr>
          <a:xfrm>
            <a:off x="8885657" y="4173577"/>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 name="TextBox 3">
            <a:extLst>
              <a:ext uri="{FF2B5EF4-FFF2-40B4-BE49-F238E27FC236}">
                <a16:creationId xmlns:a16="http://schemas.microsoft.com/office/drawing/2014/main" id="{7F7643CA-2BF7-D929-5A64-54D3D85D8CF5}"/>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grpSp>
        <p:nvGrpSpPr>
          <p:cNvPr id="35" name="Group 34">
            <a:extLst>
              <a:ext uri="{FF2B5EF4-FFF2-40B4-BE49-F238E27FC236}">
                <a16:creationId xmlns:a16="http://schemas.microsoft.com/office/drawing/2014/main" id="{7CE59EB9-95C5-2DC3-C208-B70F86DFAC08}"/>
              </a:ext>
            </a:extLst>
          </p:cNvPr>
          <p:cNvGrpSpPr/>
          <p:nvPr/>
        </p:nvGrpSpPr>
        <p:grpSpPr>
          <a:xfrm>
            <a:off x="8446122" y="668447"/>
            <a:ext cx="3358520" cy="323165"/>
            <a:chOff x="8469297" y="935394"/>
            <a:chExt cx="3358520" cy="323165"/>
          </a:xfrm>
        </p:grpSpPr>
        <p:sp>
          <p:nvSpPr>
            <p:cNvPr id="36" name="TextBox 35">
              <a:extLst>
                <a:ext uri="{FF2B5EF4-FFF2-40B4-BE49-F238E27FC236}">
                  <a16:creationId xmlns:a16="http://schemas.microsoft.com/office/drawing/2014/main" id="{DEFB0BDA-714A-B208-5B2D-3959F42A6C77}"/>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37" name="Isosceles Triangle 36">
              <a:extLst>
                <a:ext uri="{FF2B5EF4-FFF2-40B4-BE49-F238E27FC236}">
                  <a16:creationId xmlns:a16="http://schemas.microsoft.com/office/drawing/2014/main" id="{1462D9DD-83A0-F447-8FF0-6B65B323AA68}"/>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9" name="Star: 5 Points 38">
              <a:extLst>
                <a:ext uri="{FF2B5EF4-FFF2-40B4-BE49-F238E27FC236}">
                  <a16:creationId xmlns:a16="http://schemas.microsoft.com/office/drawing/2014/main" id="{3F52C750-921C-C077-D403-58271DDA23EC}"/>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0" name="Arrow: Pentagon 39">
              <a:extLst>
                <a:ext uri="{FF2B5EF4-FFF2-40B4-BE49-F238E27FC236}">
                  <a16:creationId xmlns:a16="http://schemas.microsoft.com/office/drawing/2014/main" id="{845CD2AE-A5AC-F3D4-74D6-5EEBD098D2D5}"/>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42" name="TextBox 41">
              <a:extLst>
                <a:ext uri="{FF2B5EF4-FFF2-40B4-BE49-F238E27FC236}">
                  <a16:creationId xmlns:a16="http://schemas.microsoft.com/office/drawing/2014/main" id="{AE908F3F-B53D-A579-ABD3-74E87AA5EB11}"/>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43" name="TextBox 42">
              <a:extLst>
                <a:ext uri="{FF2B5EF4-FFF2-40B4-BE49-F238E27FC236}">
                  <a16:creationId xmlns:a16="http://schemas.microsoft.com/office/drawing/2014/main" id="{ED3BBA28-F093-8EC7-C558-1DE82FC16590}"/>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46" name="Footer Placeholder 3">
            <a:extLst>
              <a:ext uri="{FF2B5EF4-FFF2-40B4-BE49-F238E27FC236}">
                <a16:creationId xmlns:a16="http://schemas.microsoft.com/office/drawing/2014/main" id="{2B97B953-59E6-2F08-BC0D-8AE55701BCD9}"/>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grpSp>
        <p:nvGrpSpPr>
          <p:cNvPr id="22" name="Group 21">
            <a:extLst>
              <a:ext uri="{FF2B5EF4-FFF2-40B4-BE49-F238E27FC236}">
                <a16:creationId xmlns:a16="http://schemas.microsoft.com/office/drawing/2014/main" id="{A57B819F-F6F4-82B5-25CD-52A9B40586B4}"/>
              </a:ext>
            </a:extLst>
          </p:cNvPr>
          <p:cNvGrpSpPr/>
          <p:nvPr/>
        </p:nvGrpSpPr>
        <p:grpSpPr>
          <a:xfrm>
            <a:off x="2985335" y="3517851"/>
            <a:ext cx="548950" cy="329184"/>
            <a:chOff x="796651" y="2159663"/>
            <a:chExt cx="548950" cy="329184"/>
          </a:xfrm>
        </p:grpSpPr>
        <p:pic>
          <p:nvPicPr>
            <p:cNvPr id="23" name="Picture 22" descr="A blue circle with yellow stars in center&#10;&#10;Description automatically generated">
              <a:extLst>
                <a:ext uri="{FF2B5EF4-FFF2-40B4-BE49-F238E27FC236}">
                  <a16:creationId xmlns:a16="http://schemas.microsoft.com/office/drawing/2014/main" id="{17B0C837-8631-6428-39B1-0F01BC0F2E42}"/>
                </a:ext>
              </a:extLst>
            </p:cNvPr>
            <p:cNvPicPr>
              <a:picLocks noChangeAspect="1"/>
            </p:cNvPicPr>
            <p:nvPr/>
          </p:nvPicPr>
          <p:blipFill>
            <a:blip r:embed="rId7"/>
            <a:stretch>
              <a:fillRect/>
            </a:stretch>
          </p:blipFill>
          <p:spPr>
            <a:xfrm>
              <a:off x="1050537" y="2176723"/>
              <a:ext cx="295064" cy="295064"/>
            </a:xfrm>
            <a:prstGeom prst="rect">
              <a:avLst/>
            </a:prstGeom>
            <a:ln>
              <a:noFill/>
            </a:ln>
          </p:spPr>
        </p:pic>
        <p:pic>
          <p:nvPicPr>
            <p:cNvPr id="25" name="Graphic 24">
              <a:extLst>
                <a:ext uri="{FF2B5EF4-FFF2-40B4-BE49-F238E27FC236}">
                  <a16:creationId xmlns:a16="http://schemas.microsoft.com/office/drawing/2014/main" id="{9FAE727A-B61F-2856-C2D0-FC0388F2105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651" y="2159663"/>
              <a:ext cx="329184" cy="329184"/>
            </a:xfrm>
            <a:prstGeom prst="rect">
              <a:avLst/>
            </a:prstGeom>
          </p:spPr>
        </p:pic>
      </p:grpSp>
      <p:grpSp>
        <p:nvGrpSpPr>
          <p:cNvPr id="26" name="Group 25">
            <a:extLst>
              <a:ext uri="{FF2B5EF4-FFF2-40B4-BE49-F238E27FC236}">
                <a16:creationId xmlns:a16="http://schemas.microsoft.com/office/drawing/2014/main" id="{39189A1E-F14C-299B-272F-074B64DE0D7F}"/>
              </a:ext>
            </a:extLst>
          </p:cNvPr>
          <p:cNvGrpSpPr/>
          <p:nvPr/>
        </p:nvGrpSpPr>
        <p:grpSpPr>
          <a:xfrm>
            <a:off x="2985335" y="5264034"/>
            <a:ext cx="548950" cy="342578"/>
            <a:chOff x="796651" y="2854836"/>
            <a:chExt cx="548950" cy="342578"/>
          </a:xfrm>
        </p:grpSpPr>
        <p:pic>
          <p:nvPicPr>
            <p:cNvPr id="27" name="Picture 26" descr="A flag of spain on a black background&#10;&#10;AI-generated content may be incorrect.">
              <a:extLst>
                <a:ext uri="{FF2B5EF4-FFF2-40B4-BE49-F238E27FC236}">
                  <a16:creationId xmlns:a16="http://schemas.microsoft.com/office/drawing/2014/main" id="{3E88231B-5597-8AE7-FC01-B22BF050EA25}"/>
                </a:ext>
              </a:extLst>
            </p:cNvPr>
            <p:cNvPicPr>
              <a:picLocks noChangeAspect="1"/>
            </p:cNvPicPr>
            <p:nvPr/>
          </p:nvPicPr>
          <p:blipFill>
            <a:blip r:embed="rId10"/>
            <a:stretch>
              <a:fillRect/>
            </a:stretch>
          </p:blipFill>
          <p:spPr>
            <a:xfrm>
              <a:off x="1003023" y="2854836"/>
              <a:ext cx="342578" cy="342578"/>
            </a:xfrm>
            <a:prstGeom prst="rect">
              <a:avLst/>
            </a:prstGeom>
          </p:spPr>
        </p:pic>
        <p:pic>
          <p:nvPicPr>
            <p:cNvPr id="28" name="Graphic 27">
              <a:extLst>
                <a:ext uri="{FF2B5EF4-FFF2-40B4-BE49-F238E27FC236}">
                  <a16:creationId xmlns:a16="http://schemas.microsoft.com/office/drawing/2014/main" id="{9147515F-8AD0-8E90-293C-792B5748D01E}"/>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796651" y="2861533"/>
              <a:ext cx="329184" cy="329184"/>
            </a:xfrm>
            <a:prstGeom prst="rect">
              <a:avLst/>
            </a:prstGeom>
          </p:spPr>
        </p:pic>
      </p:grpSp>
      <p:sp>
        <p:nvSpPr>
          <p:cNvPr id="5" name="TextBox 4">
            <a:extLst>
              <a:ext uri="{FF2B5EF4-FFF2-40B4-BE49-F238E27FC236}">
                <a16:creationId xmlns:a16="http://schemas.microsoft.com/office/drawing/2014/main" id="{0B2E92E8-705F-BB4B-BDD6-3819C40FEA29}"/>
              </a:ext>
            </a:extLst>
          </p:cNvPr>
          <p:cNvSpPr txBox="1"/>
          <p:nvPr/>
        </p:nvSpPr>
        <p:spPr>
          <a:xfrm>
            <a:off x="6040153" y="3083421"/>
            <a:ext cx="904735" cy="230832"/>
          </a:xfrm>
          <a:prstGeom prst="rect">
            <a:avLst/>
          </a:prstGeom>
          <a:noFill/>
        </p:spPr>
        <p:txBody>
          <a:bodyPr wrap="square">
            <a:spAutoFit/>
          </a:bodyPr>
          <a:lstStyle/>
          <a:p>
            <a:pPr algn="ctr"/>
            <a:r>
              <a:rPr lang="en-GB" sz="900"/>
              <a:t>ITC (IA1)</a:t>
            </a:r>
            <a:endParaRPr lang="en-US" sz="900"/>
          </a:p>
        </p:txBody>
      </p:sp>
      <p:sp>
        <p:nvSpPr>
          <p:cNvPr id="8" name="TextBox 7">
            <a:extLst>
              <a:ext uri="{FF2B5EF4-FFF2-40B4-BE49-F238E27FC236}">
                <a16:creationId xmlns:a16="http://schemas.microsoft.com/office/drawing/2014/main" id="{593A815A-D198-6E04-3B80-D13AE152FDF4}"/>
              </a:ext>
            </a:extLst>
          </p:cNvPr>
          <p:cNvSpPr txBox="1"/>
          <p:nvPr/>
        </p:nvSpPr>
        <p:spPr>
          <a:xfrm>
            <a:off x="8057191" y="3675567"/>
            <a:ext cx="1255475" cy="369332"/>
          </a:xfrm>
          <a:prstGeom prst="rect">
            <a:avLst/>
          </a:prstGeom>
          <a:noFill/>
        </p:spPr>
        <p:txBody>
          <a:bodyPr wrap="square">
            <a:spAutoFit/>
          </a:bodyPr>
          <a:lstStyle/>
          <a:p>
            <a:pPr algn="ctr"/>
            <a:r>
              <a:rPr lang="en-GB" sz="900"/>
              <a:t>Potential Data Readout</a:t>
            </a:r>
            <a:endParaRPr lang="en-US" sz="900"/>
          </a:p>
        </p:txBody>
      </p:sp>
      <p:sp>
        <p:nvSpPr>
          <p:cNvPr id="9" name="Left Bracket 8">
            <a:extLst>
              <a:ext uri="{FF2B5EF4-FFF2-40B4-BE49-F238E27FC236}">
                <a16:creationId xmlns:a16="http://schemas.microsoft.com/office/drawing/2014/main" id="{F1158085-A896-6A3A-23DE-C5EBBF9E63BC}"/>
              </a:ext>
            </a:extLst>
          </p:cNvPr>
          <p:cNvSpPr/>
          <p:nvPr/>
        </p:nvSpPr>
        <p:spPr>
          <a:xfrm rot="5400000" flipV="1">
            <a:off x="8684954" y="3634523"/>
            <a:ext cx="91829" cy="903320"/>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10" name="TextBox 9">
            <a:extLst>
              <a:ext uri="{FF2B5EF4-FFF2-40B4-BE49-F238E27FC236}">
                <a16:creationId xmlns:a16="http://schemas.microsoft.com/office/drawing/2014/main" id="{E4C2889B-6DFE-B2B3-DD4B-D3E117551D74}"/>
              </a:ext>
            </a:extLst>
          </p:cNvPr>
          <p:cNvSpPr txBox="1"/>
          <p:nvPr/>
        </p:nvSpPr>
        <p:spPr>
          <a:xfrm>
            <a:off x="6560206" y="4695912"/>
            <a:ext cx="904735" cy="507831"/>
          </a:xfrm>
          <a:prstGeom prst="rect">
            <a:avLst/>
          </a:prstGeom>
          <a:noFill/>
        </p:spPr>
        <p:txBody>
          <a:bodyPr wrap="square">
            <a:spAutoFit/>
          </a:bodyPr>
          <a:lstStyle/>
          <a:p>
            <a:pPr algn="ctr"/>
            <a:r>
              <a:rPr lang="en-GB" sz="900"/>
              <a:t>Post-hoc analysis (samples)</a:t>
            </a:r>
            <a:endParaRPr lang="en-US" sz="900"/>
          </a:p>
        </p:txBody>
      </p:sp>
      <p:sp>
        <p:nvSpPr>
          <p:cNvPr id="11" name="Footer Placeholder 3">
            <a:extLst>
              <a:ext uri="{FF2B5EF4-FFF2-40B4-BE49-F238E27FC236}">
                <a16:creationId xmlns:a16="http://schemas.microsoft.com/office/drawing/2014/main" id="{8FF35BEF-C594-72E7-C1C9-22A7F9F676D9}"/>
              </a:ext>
            </a:extLst>
          </p:cNvPr>
          <p:cNvSpPr txBox="1">
            <a:spLocks/>
          </p:cNvSpPr>
          <p:nvPr/>
        </p:nvSpPr>
        <p:spPr>
          <a:xfrm>
            <a:off x="358336" y="6545547"/>
            <a:ext cx="6586552" cy="282177"/>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solidFill>
                  <a:srgbClr val="000000">
                    <a:lumMod val="65000"/>
                    <a:lumOff val="35000"/>
                  </a:srgbClr>
                </a:solidFill>
              </a:rPr>
              <a:t>Note: </a:t>
            </a:r>
            <a:r>
              <a:rPr lang="en-US" err="1">
                <a:solidFill>
                  <a:srgbClr val="000000">
                    <a:lumMod val="65000"/>
                    <a:lumOff val="35000"/>
                  </a:srgbClr>
                </a:solidFill>
              </a:rPr>
              <a:t>CTx</a:t>
            </a:r>
            <a:r>
              <a:rPr lang="en-US">
                <a:solidFill>
                  <a:srgbClr val="000000">
                    <a:lumMod val="65000"/>
                    <a:lumOff val="35000"/>
                  </a:srgbClr>
                </a:solidFill>
              </a:rPr>
              <a:t>: Chemotherapy; EU: European Union; HEOR: Health Economics Outcomes Research; IA: Interim Analysis; IASLC: </a:t>
            </a:r>
            <a:r>
              <a:rPr lang="en-US"/>
              <a:t>International Association for the Study of Lung Cancer;</a:t>
            </a:r>
            <a:r>
              <a:rPr lang="en-US">
                <a:solidFill>
                  <a:srgbClr val="000000">
                    <a:lumMod val="65000"/>
                    <a:lumOff val="35000"/>
                  </a:srgbClr>
                </a:solidFill>
              </a:rPr>
              <a:t>; IIT: Investigator Initiated Trials; ITC: Indirect Treatment Comparison; IO: Immuno-Oncology; NSCLC: Non-Small Cell Lung Cancer; PD(L)-1: Programmed Death (Ligand)-1; Tx: Treatment; RWE: Real World Evidence; US: United States</a:t>
            </a:r>
          </a:p>
        </p:txBody>
      </p:sp>
      <p:sp>
        <p:nvSpPr>
          <p:cNvPr id="7" name="Footer Placeholder 3">
            <a:extLst>
              <a:ext uri="{FF2B5EF4-FFF2-40B4-BE49-F238E27FC236}">
                <a16:creationId xmlns:a16="http://schemas.microsoft.com/office/drawing/2014/main" id="{A92122BC-3172-401B-DECF-625E574A6BC4}"/>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2" name="Graphic 11">
            <a:extLst>
              <a:ext uri="{FF2B5EF4-FFF2-40B4-BE49-F238E27FC236}">
                <a16:creationId xmlns:a16="http://schemas.microsoft.com/office/drawing/2014/main" id="{BAFA8BF2-AA2D-19E0-749D-CA594A894EB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37570" y="958197"/>
            <a:ext cx="274320" cy="274320"/>
          </a:xfrm>
          <a:prstGeom prst="rect">
            <a:avLst/>
          </a:prstGeom>
        </p:spPr>
      </p:pic>
      <p:pic>
        <p:nvPicPr>
          <p:cNvPr id="14" name="Graphic 13">
            <a:extLst>
              <a:ext uri="{FF2B5EF4-FFF2-40B4-BE49-F238E27FC236}">
                <a16:creationId xmlns:a16="http://schemas.microsoft.com/office/drawing/2014/main" id="{94F338A6-1333-8515-DCFF-4CA93112A5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4487" y="958197"/>
            <a:ext cx="274320" cy="274320"/>
          </a:xfrm>
          <a:prstGeom prst="rect">
            <a:avLst/>
          </a:prstGeom>
        </p:spPr>
      </p:pic>
      <p:pic>
        <p:nvPicPr>
          <p:cNvPr id="15" name="Graphic 14">
            <a:extLst>
              <a:ext uri="{FF2B5EF4-FFF2-40B4-BE49-F238E27FC236}">
                <a16:creationId xmlns:a16="http://schemas.microsoft.com/office/drawing/2014/main" id="{2921C29B-1F9F-0677-F252-82371C55AAC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14007" y="958197"/>
            <a:ext cx="274320" cy="274320"/>
          </a:xfrm>
          <a:prstGeom prst="rect">
            <a:avLst/>
          </a:prstGeom>
        </p:spPr>
      </p:pic>
      <p:pic>
        <p:nvPicPr>
          <p:cNvPr id="16" name="Graphic 15">
            <a:extLst>
              <a:ext uri="{FF2B5EF4-FFF2-40B4-BE49-F238E27FC236}">
                <a16:creationId xmlns:a16="http://schemas.microsoft.com/office/drawing/2014/main" id="{067FB039-B638-065B-A0CD-9A1A162E0BDB}"/>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8194014" y="958557"/>
            <a:ext cx="273600" cy="273600"/>
          </a:xfrm>
          <a:prstGeom prst="rect">
            <a:avLst/>
          </a:prstGeom>
        </p:spPr>
      </p:pic>
      <p:pic>
        <p:nvPicPr>
          <p:cNvPr id="17" name="Graphic 16">
            <a:extLst>
              <a:ext uri="{FF2B5EF4-FFF2-40B4-BE49-F238E27FC236}">
                <a16:creationId xmlns:a16="http://schemas.microsoft.com/office/drawing/2014/main" id="{56D1107C-A9A9-D8A9-E178-2400176FC6F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33022" y="2817732"/>
            <a:ext cx="354323" cy="354323"/>
          </a:xfrm>
          <a:prstGeom prst="rect">
            <a:avLst/>
          </a:prstGeom>
        </p:spPr>
      </p:pic>
      <p:pic>
        <p:nvPicPr>
          <p:cNvPr id="18" name="Graphic 17">
            <a:extLst>
              <a:ext uri="{FF2B5EF4-FFF2-40B4-BE49-F238E27FC236}">
                <a16:creationId xmlns:a16="http://schemas.microsoft.com/office/drawing/2014/main" id="{AED1D084-D3A9-11DD-97FB-DFF1BEE82FB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67447" y="5325595"/>
            <a:ext cx="274320" cy="274320"/>
          </a:xfrm>
          <a:prstGeom prst="rect">
            <a:avLst/>
          </a:prstGeom>
        </p:spPr>
      </p:pic>
      <p:grpSp>
        <p:nvGrpSpPr>
          <p:cNvPr id="19" name="Group 18">
            <a:extLst>
              <a:ext uri="{FF2B5EF4-FFF2-40B4-BE49-F238E27FC236}">
                <a16:creationId xmlns:a16="http://schemas.microsoft.com/office/drawing/2014/main" id="{9B09C440-3FFC-C261-F080-F6C15F0C9E0C}"/>
              </a:ext>
            </a:extLst>
          </p:cNvPr>
          <p:cNvGrpSpPr/>
          <p:nvPr/>
        </p:nvGrpSpPr>
        <p:grpSpPr>
          <a:xfrm>
            <a:off x="-9526" y="-7584"/>
            <a:ext cx="11815014" cy="180000"/>
            <a:chOff x="-9526" y="-7584"/>
            <a:chExt cx="11815014" cy="180000"/>
          </a:xfrm>
        </p:grpSpPr>
        <p:sp>
          <p:nvSpPr>
            <p:cNvPr id="20" name="Rectangle 19">
              <a:extLst>
                <a:ext uri="{FF2B5EF4-FFF2-40B4-BE49-F238E27FC236}">
                  <a16:creationId xmlns:a16="http://schemas.microsoft.com/office/drawing/2014/main" id="{649C9173-356E-47B1-7444-40234F3BE854}"/>
                </a:ext>
              </a:extLst>
            </p:cNvPr>
            <p:cNvSpPr/>
            <p:nvPr/>
          </p:nvSpPr>
          <p:spPr>
            <a:xfrm>
              <a:off x="-9526" y="-7584"/>
              <a:ext cx="2045850" cy="18000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Metastatic NSCLC</a:t>
              </a:r>
            </a:p>
          </p:txBody>
        </p:sp>
        <p:sp>
          <p:nvSpPr>
            <p:cNvPr id="21" name="Arrow: Pentagon 20">
              <a:extLst>
                <a:ext uri="{FF2B5EF4-FFF2-40B4-BE49-F238E27FC236}">
                  <a16:creationId xmlns:a16="http://schemas.microsoft.com/office/drawing/2014/main" id="{E702691C-81BF-DE32-5F75-B538B75B1494}"/>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9" name="Arrow: Chevron 28">
              <a:extLst>
                <a:ext uri="{FF2B5EF4-FFF2-40B4-BE49-F238E27FC236}">
                  <a16:creationId xmlns:a16="http://schemas.microsoft.com/office/drawing/2014/main" id="{F98297EE-30BF-4B7D-A95B-9B9061DE7E74}"/>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30" name="Arrow: Chevron 29">
              <a:extLst>
                <a:ext uri="{FF2B5EF4-FFF2-40B4-BE49-F238E27FC236}">
                  <a16:creationId xmlns:a16="http://schemas.microsoft.com/office/drawing/2014/main" id="{C40CADF9-F5F6-D541-D029-A66E925C953D}"/>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1" name="Arrow: Chevron 30">
              <a:extLst>
                <a:ext uri="{FF2B5EF4-FFF2-40B4-BE49-F238E27FC236}">
                  <a16:creationId xmlns:a16="http://schemas.microsoft.com/office/drawing/2014/main" id="{12195862-B967-C94A-1344-C67568A8FFBC}"/>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12118358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E9380-B84F-4E8B-9260-9B799B867DD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3009B46-7172-D3E9-EC9C-56ED63551F85}"/>
              </a:ext>
            </a:extLst>
          </p:cNvPr>
          <p:cNvGraphicFramePr>
            <a:graphicFrameLocks noChangeAspect="1"/>
          </p:cNvGraphicFramePr>
          <p:nvPr>
            <p:custDataLst>
              <p:tags r:id="rId1"/>
            </p:custDataLst>
            <p:extLst>
              <p:ext uri="{D42A27DB-BD31-4B8C-83A1-F6EECF244321}">
                <p14:modId xmlns:p14="http://schemas.microsoft.com/office/powerpoint/2010/main" val="1010183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E3009B46-7172-D3E9-EC9C-56ED63551F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BEAA9A36-69D6-941A-AD57-733A21317058}"/>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sp>
        <p:nvSpPr>
          <p:cNvPr id="3" name="Title 2">
            <a:extLst>
              <a:ext uri="{FF2B5EF4-FFF2-40B4-BE49-F238E27FC236}">
                <a16:creationId xmlns:a16="http://schemas.microsoft.com/office/drawing/2014/main" id="{AE91031B-2002-BD86-B19B-9C2FBA4EFDA6}"/>
              </a:ext>
            </a:extLst>
          </p:cNvPr>
          <p:cNvSpPr>
            <a:spLocks noGrp="1"/>
          </p:cNvSpPr>
          <p:nvPr>
            <p:ph type="title"/>
          </p:nvPr>
        </p:nvSpPr>
        <p:spPr>
          <a:xfrm>
            <a:off x="358337" y="271427"/>
            <a:ext cx="11470125" cy="369332"/>
          </a:xfrm>
        </p:spPr>
        <p:txBody>
          <a:bodyPr vert="horz"/>
          <a:lstStyle/>
          <a:p>
            <a:r>
              <a:rPr lang="en-US" sz="2400"/>
              <a:t>Implementation Roadmap: Metastatic NSCLC (2/2) </a:t>
            </a:r>
          </a:p>
        </p:txBody>
      </p:sp>
      <p:graphicFrame>
        <p:nvGraphicFramePr>
          <p:cNvPr id="13" name="Table 12">
            <a:extLst>
              <a:ext uri="{FF2B5EF4-FFF2-40B4-BE49-F238E27FC236}">
                <a16:creationId xmlns:a16="http://schemas.microsoft.com/office/drawing/2014/main" id="{9D101C24-C4FE-3D64-BEF2-D74B9D541653}"/>
              </a:ext>
            </a:extLst>
          </p:cNvPr>
          <p:cNvGraphicFramePr>
            <a:graphicFrameLocks noGrp="1"/>
          </p:cNvGraphicFramePr>
          <p:nvPr>
            <p:extLst>
              <p:ext uri="{D42A27DB-BD31-4B8C-83A1-F6EECF244321}">
                <p14:modId xmlns:p14="http://schemas.microsoft.com/office/powerpoint/2010/main" val="1504013870"/>
              </p:ext>
            </p:extLst>
          </p:nvPr>
        </p:nvGraphicFramePr>
        <p:xfrm>
          <a:off x="358335" y="1376894"/>
          <a:ext cx="11470127" cy="2743477"/>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821635">
                  <a:extLst>
                    <a:ext uri="{9D8B030D-6E8A-4147-A177-3AD203B41FA5}">
                      <a16:colId xmlns:a16="http://schemas.microsoft.com/office/drawing/2014/main" val="2800079537"/>
                    </a:ext>
                  </a:extLst>
                </a:gridCol>
                <a:gridCol w="705121">
                  <a:extLst>
                    <a:ext uri="{9D8B030D-6E8A-4147-A177-3AD203B41FA5}">
                      <a16:colId xmlns:a16="http://schemas.microsoft.com/office/drawing/2014/main" val="3138473051"/>
                    </a:ext>
                  </a:extLst>
                </a:gridCol>
                <a:gridCol w="259216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262979">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Metastatic NSCLC </a:t>
                      </a:r>
                    </a:p>
                  </a:txBody>
                  <a:tcPr anchor="ctr">
                    <a:solidFill>
                      <a:schemeClr val="accent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62979">
                <a:tc rowSpan="3">
                  <a:txBody>
                    <a:bodyPr/>
                    <a:lstStyle/>
                    <a:p>
                      <a:pPr algn="ctr"/>
                      <a:r>
                        <a:rPr lang="en-US" sz="900" b="1">
                          <a:solidFill>
                            <a:schemeClr val="bg1"/>
                          </a:solidFill>
                        </a:rPr>
                        <a:t>Evidence Gaps</a:t>
                      </a:r>
                    </a:p>
                  </a:txBody>
                  <a:tcPr anchor="ctr">
                    <a:solidFill>
                      <a:schemeClr val="accent4"/>
                    </a:solidFill>
                  </a:tcPr>
                </a:tc>
                <a:tc rowSpan="3">
                  <a:txBody>
                    <a:bodyPr/>
                    <a:lstStyle/>
                    <a:p>
                      <a:pPr algn="ctr"/>
                      <a:r>
                        <a:rPr lang="en-US" sz="900" b="1">
                          <a:solidFill>
                            <a:schemeClr val="bg1"/>
                          </a:solidFill>
                        </a:rPr>
                        <a:t>Tactic Type</a:t>
                      </a:r>
                    </a:p>
                  </a:txBody>
                  <a:tcPr anchor="ctr">
                    <a:solidFill>
                      <a:schemeClr val="accent4"/>
                    </a:solidFill>
                  </a:tcPr>
                </a:tc>
                <a:tc rowSpan="3">
                  <a:txBody>
                    <a:bodyPr/>
                    <a:lstStyle/>
                    <a:p>
                      <a:pPr algn="ctr"/>
                      <a:r>
                        <a:rPr lang="en-US" sz="900" b="1">
                          <a:solidFill>
                            <a:schemeClr val="bg1"/>
                          </a:solidFill>
                        </a:rPr>
                        <a:t>Key Markets</a:t>
                      </a:r>
                    </a:p>
                  </a:txBody>
                  <a:tcPr anchor="ctr">
                    <a:solidFill>
                      <a:schemeClr val="accent4"/>
                    </a:solidFill>
                  </a:tcPr>
                </a:tc>
                <a:tc rowSpan="3">
                  <a:txBody>
                    <a:bodyPr/>
                    <a:lstStyle/>
                    <a:p>
                      <a:pPr algn="ctr"/>
                      <a:r>
                        <a:rPr lang="en-US" sz="900" b="1">
                          <a:solidFill>
                            <a:schemeClr val="bg1"/>
                          </a:solidFill>
                        </a:rPr>
                        <a:t>Other Assumptions/ Dependencies</a:t>
                      </a:r>
                    </a:p>
                  </a:txBody>
                  <a:tcPr anchor="ctr">
                    <a:solidFill>
                      <a:schemeClr val="accent4"/>
                    </a:solidFill>
                  </a:tcPr>
                </a:tc>
                <a:tc gridSpan="9">
                  <a:txBody>
                    <a:bodyPr/>
                    <a:lstStyle/>
                    <a:p>
                      <a:pPr algn="ctr"/>
                      <a:r>
                        <a:rPr lang="en-US" sz="900" b="1" kern="1200">
                          <a:solidFill>
                            <a:schemeClr val="bg1"/>
                          </a:solidFill>
                          <a:latin typeface="+mn-lt"/>
                          <a:ea typeface="+mn-ea"/>
                          <a:cs typeface="+mn-cs"/>
                        </a:rPr>
                        <a:t>Evidence Roadmap</a:t>
                      </a:r>
                    </a:p>
                  </a:txBody>
                  <a:tcPr anchor="ctr">
                    <a:solidFill>
                      <a:schemeClr val="accent4"/>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2629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chemeClr val="accent4"/>
                    </a:solidFill>
                  </a:tcPr>
                </a:tc>
                <a:tc gridSpan="2">
                  <a:txBody>
                    <a:bodyPr/>
                    <a:lstStyle/>
                    <a:p>
                      <a:pPr algn="ctr"/>
                      <a:r>
                        <a:rPr lang="en-US" sz="900" b="1" kern="1200">
                          <a:solidFill>
                            <a:schemeClr val="bg1"/>
                          </a:solidFill>
                          <a:latin typeface="+mn-lt"/>
                          <a:ea typeface="+mn-ea"/>
                          <a:cs typeface="+mn-cs"/>
                        </a:rPr>
                        <a:t>2026</a:t>
                      </a:r>
                    </a:p>
                  </a:txBody>
                  <a:tcPr anchor="ctr">
                    <a:solidFill>
                      <a:schemeClr val="accent4"/>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chemeClr val="accent4"/>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chemeClr val="accent4"/>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chemeClr val="accent4"/>
                    </a:solidFill>
                  </a:tcPr>
                </a:tc>
                <a:tc hMerge="1">
                  <a:txBody>
                    <a:bodyPr/>
                    <a:lstStyle/>
                    <a:p>
                      <a:endParaRPr lang="en-US"/>
                    </a:p>
                  </a:txBody>
                  <a:tcPr/>
                </a:tc>
                <a:extLst>
                  <a:ext uri="{0D108BD9-81ED-4DB2-BD59-A6C34878D82A}">
                    <a16:rowId xmlns:a16="http://schemas.microsoft.com/office/drawing/2014/main" val="2912067414"/>
                  </a:ext>
                </a:extLst>
              </a:tr>
              <a:tr h="26297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chemeClr val="accent4"/>
                    </a:solidFill>
                  </a:tcPr>
                </a:tc>
                <a:tc>
                  <a:txBody>
                    <a:bodyPr/>
                    <a:lstStyle/>
                    <a:p>
                      <a:pPr algn="ctr"/>
                      <a:r>
                        <a:rPr lang="en-US" sz="900" b="1" kern="1200">
                          <a:solidFill>
                            <a:schemeClr val="bg1"/>
                          </a:solidFill>
                          <a:latin typeface="+mn-lt"/>
                          <a:ea typeface="+mn-ea"/>
                          <a:cs typeface="+mn-cs"/>
                        </a:rPr>
                        <a:t>H2</a:t>
                      </a:r>
                    </a:p>
                  </a:txBody>
                  <a:tcPr anchor="ctr">
                    <a:solidFill>
                      <a:schemeClr val="accent4"/>
                    </a:solidFill>
                  </a:tcPr>
                </a:tc>
                <a:tc>
                  <a:txBody>
                    <a:bodyPr/>
                    <a:lstStyle/>
                    <a:p>
                      <a:pPr algn="ctr"/>
                      <a:r>
                        <a:rPr lang="en-US" sz="900" b="1" kern="1200">
                          <a:solidFill>
                            <a:schemeClr val="bg1"/>
                          </a:solidFill>
                          <a:latin typeface="+mn-lt"/>
                          <a:ea typeface="+mn-ea"/>
                          <a:cs typeface="+mn-cs"/>
                        </a:rPr>
                        <a:t>H1</a:t>
                      </a:r>
                    </a:p>
                  </a:txBody>
                  <a:tcPr anchor="ctr">
                    <a:solidFill>
                      <a:schemeClr val="accent4"/>
                    </a:solidFill>
                  </a:tcPr>
                </a:tc>
                <a:tc>
                  <a:txBody>
                    <a:bodyPr/>
                    <a:lstStyle/>
                    <a:p>
                      <a:pPr algn="ctr"/>
                      <a:r>
                        <a:rPr lang="en-US" sz="900" b="1" kern="1200">
                          <a:solidFill>
                            <a:schemeClr val="bg1"/>
                          </a:solidFill>
                          <a:latin typeface="+mn-lt"/>
                          <a:ea typeface="+mn-ea"/>
                          <a:cs typeface="+mn-cs"/>
                        </a:rPr>
                        <a:t>H2</a:t>
                      </a:r>
                    </a:p>
                  </a:txBody>
                  <a:tcPr anchor="ctr">
                    <a:solidFill>
                      <a:schemeClr val="accent4"/>
                    </a:solidFill>
                  </a:tcPr>
                </a:tc>
                <a:tc>
                  <a:txBody>
                    <a:bodyPr/>
                    <a:lstStyle/>
                    <a:p>
                      <a:pPr algn="ctr"/>
                      <a:r>
                        <a:rPr lang="en-US" sz="900" b="1" kern="1200">
                          <a:solidFill>
                            <a:schemeClr val="bg1"/>
                          </a:solidFill>
                          <a:latin typeface="+mn-lt"/>
                          <a:ea typeface="+mn-ea"/>
                          <a:cs typeface="+mn-cs"/>
                        </a:rPr>
                        <a:t>H1</a:t>
                      </a:r>
                    </a:p>
                  </a:txBody>
                  <a:tcPr anchor="ctr">
                    <a:solidFill>
                      <a:schemeClr val="accent4"/>
                    </a:solidFill>
                  </a:tcPr>
                </a:tc>
                <a:tc>
                  <a:txBody>
                    <a:bodyPr/>
                    <a:lstStyle/>
                    <a:p>
                      <a:pPr algn="ctr"/>
                      <a:r>
                        <a:rPr lang="en-US" sz="900" b="1" kern="1200">
                          <a:solidFill>
                            <a:schemeClr val="bg1"/>
                          </a:solidFill>
                          <a:latin typeface="+mn-lt"/>
                          <a:ea typeface="+mn-ea"/>
                          <a:cs typeface="+mn-cs"/>
                        </a:rPr>
                        <a:t>H2</a:t>
                      </a:r>
                    </a:p>
                  </a:txBody>
                  <a:tcPr anchor="ctr">
                    <a:solidFill>
                      <a:schemeClr val="accent4"/>
                    </a:solidFill>
                  </a:tcPr>
                </a:tc>
                <a:tc>
                  <a:txBody>
                    <a:bodyPr/>
                    <a:lstStyle/>
                    <a:p>
                      <a:pPr algn="ctr"/>
                      <a:r>
                        <a:rPr lang="en-US" sz="900" b="1" kern="1200">
                          <a:solidFill>
                            <a:schemeClr val="bg1"/>
                          </a:solidFill>
                          <a:latin typeface="+mn-lt"/>
                          <a:ea typeface="+mn-ea"/>
                          <a:cs typeface="+mn-cs"/>
                        </a:rPr>
                        <a:t>H1</a:t>
                      </a:r>
                    </a:p>
                  </a:txBody>
                  <a:tcPr anchor="ctr">
                    <a:solidFill>
                      <a:schemeClr val="accent4"/>
                    </a:solidFill>
                  </a:tcPr>
                </a:tc>
                <a:tc>
                  <a:txBody>
                    <a:bodyPr/>
                    <a:lstStyle/>
                    <a:p>
                      <a:pPr algn="ctr"/>
                      <a:r>
                        <a:rPr lang="en-US" sz="900" b="1" kern="1200">
                          <a:solidFill>
                            <a:schemeClr val="bg1"/>
                          </a:solidFill>
                          <a:latin typeface="+mn-lt"/>
                          <a:ea typeface="+mn-ea"/>
                          <a:cs typeface="+mn-cs"/>
                        </a:rPr>
                        <a:t>H2</a:t>
                      </a:r>
                    </a:p>
                  </a:txBody>
                  <a:tcPr anchor="ctr">
                    <a:solidFill>
                      <a:schemeClr val="accent4"/>
                    </a:solidFill>
                  </a:tcPr>
                </a:tc>
                <a:extLst>
                  <a:ext uri="{0D108BD9-81ED-4DB2-BD59-A6C34878D82A}">
                    <a16:rowId xmlns:a16="http://schemas.microsoft.com/office/drawing/2014/main" val="618320798"/>
                  </a:ext>
                </a:extLst>
              </a:tr>
              <a:tr h="1680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mn-lt"/>
                          <a:ea typeface="+mn-ea"/>
                          <a:cs typeface="+mn-cs"/>
                        </a:rPr>
                        <a:t>Need for evidence further characterizing MoA </a:t>
                      </a:r>
                      <a:r>
                        <a:rPr kumimoji="0" lang="en-US" sz="900" b="0" i="0" u="none" strike="noStrike" kern="1200" cap="none" spc="0" normalizeH="0" baseline="0" noProof="0">
                          <a:ln>
                            <a:noFill/>
                          </a:ln>
                          <a:solidFill>
                            <a:schemeClr val="tx1"/>
                          </a:solidFill>
                          <a:effectLst/>
                          <a:uLnTx/>
                          <a:uFillTx/>
                          <a:latin typeface="+mn-lt"/>
                          <a:ea typeface="+mn-ea"/>
                          <a:cs typeface="+mn-cs"/>
                        </a:rPr>
                        <a:t>in metastatic NSCLC (i.e., TILs and FCr) - correlate with clinical response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b="1" i="0" kern="1200">
                        <a:solidFill>
                          <a:schemeClr val="tx1"/>
                        </a:solidFill>
                        <a:latin typeface="+mn-lt"/>
                        <a:ea typeface="+mn-ea"/>
                        <a:cs typeface="+mn-cs"/>
                      </a:endParaRPr>
                    </a:p>
                  </a:txBody>
                  <a:tcPr anchor="ctr">
                    <a:solidFill>
                      <a:srgbClr val="E7E7E7"/>
                    </a:solidFill>
                  </a:tcPr>
                </a:tc>
                <a:tc>
                  <a:txBody>
                    <a:bodyPr/>
                    <a:lstStyle/>
                    <a:p>
                      <a:pPr marL="0" algn="l" defTabSz="914400" rtl="0" eaLnBrk="1" latinLnBrk="0" hangingPunct="1"/>
                      <a:endParaRPr lang="en-GB" sz="750" kern="1200">
                        <a:solidFill>
                          <a:schemeClr val="dk1"/>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effectLst/>
                        </a:rPr>
                        <a:t>​</a:t>
                      </a:r>
                      <a:r>
                        <a:rPr lang="en-GB" sz="900"/>
                        <a:t>Post-hoc sample analysis from </a:t>
                      </a:r>
                      <a:r>
                        <a:rPr lang="en-GB" sz="900" b="1"/>
                        <a:t>RN-303</a:t>
                      </a:r>
                      <a:r>
                        <a:rPr lang="en-GB" sz="900"/>
                        <a:t>, </a:t>
                      </a:r>
                      <a:r>
                        <a:rPr lang="en-GB" sz="900" b="1"/>
                        <a:t>RN-304</a:t>
                      </a:r>
                      <a:r>
                        <a:rPr lang="en-GB" sz="900"/>
                        <a:t>, and </a:t>
                      </a:r>
                      <a:r>
                        <a:rPr lang="en-GB" sz="900" b="1"/>
                        <a:t>RN-307</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IIT to be considered if samples are unavailable</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665670391"/>
                  </a:ext>
                </a:extLst>
              </a:tr>
            </a:tbl>
          </a:graphicData>
        </a:graphic>
      </p:graphicFrame>
      <p:sp>
        <p:nvSpPr>
          <p:cNvPr id="24" name="Rectangle 23">
            <a:extLst>
              <a:ext uri="{FF2B5EF4-FFF2-40B4-BE49-F238E27FC236}">
                <a16:creationId xmlns:a16="http://schemas.microsoft.com/office/drawing/2014/main" id="{6107A092-D278-5924-7EB7-B49E6241EFE1}"/>
              </a:ext>
            </a:extLst>
          </p:cNvPr>
          <p:cNvSpPr/>
          <p:nvPr/>
        </p:nvSpPr>
        <p:spPr>
          <a:xfrm>
            <a:off x="126749" y="2471596"/>
            <a:ext cx="231586" cy="164877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sp>
        <p:nvSpPr>
          <p:cNvPr id="27" name="Arrow: Pentagon 26">
            <a:extLst>
              <a:ext uri="{FF2B5EF4-FFF2-40B4-BE49-F238E27FC236}">
                <a16:creationId xmlns:a16="http://schemas.microsoft.com/office/drawing/2014/main" id="{5CB388A2-85F7-95D2-3542-B60571F25F4C}"/>
              </a:ext>
            </a:extLst>
          </p:cNvPr>
          <p:cNvSpPr/>
          <p:nvPr/>
        </p:nvSpPr>
        <p:spPr>
          <a:xfrm>
            <a:off x="6199783" y="3094900"/>
            <a:ext cx="2052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err="1">
              <a:solidFill>
                <a:schemeClr val="bg1"/>
              </a:solidFill>
            </a:endParaRPr>
          </a:p>
        </p:txBody>
      </p:sp>
      <p:sp>
        <p:nvSpPr>
          <p:cNvPr id="28" name="Star: 5 Points 27">
            <a:extLst>
              <a:ext uri="{FF2B5EF4-FFF2-40B4-BE49-F238E27FC236}">
                <a16:creationId xmlns:a16="http://schemas.microsoft.com/office/drawing/2014/main" id="{078E225E-23D0-FEAD-596C-D897E3675F62}"/>
              </a:ext>
            </a:extLst>
          </p:cNvPr>
          <p:cNvSpPr/>
          <p:nvPr/>
        </p:nvSpPr>
        <p:spPr>
          <a:xfrm>
            <a:off x="8112001" y="3094900"/>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9" name="TextBox 28">
            <a:extLst>
              <a:ext uri="{FF2B5EF4-FFF2-40B4-BE49-F238E27FC236}">
                <a16:creationId xmlns:a16="http://schemas.microsoft.com/office/drawing/2014/main" id="{CB178B26-1855-2C9F-5F89-644A4DAE56C7}"/>
              </a:ext>
            </a:extLst>
          </p:cNvPr>
          <p:cNvSpPr txBox="1"/>
          <p:nvPr/>
        </p:nvSpPr>
        <p:spPr>
          <a:xfrm>
            <a:off x="8025744" y="2664990"/>
            <a:ext cx="1382164" cy="461665"/>
          </a:xfrm>
          <a:prstGeom prst="rect">
            <a:avLst/>
          </a:prstGeom>
          <a:noFill/>
        </p:spPr>
        <p:txBody>
          <a:bodyPr wrap="square" lIns="91440" tIns="91440" rIns="91440" bIns="91440" rtlCol="0">
            <a:spAutoFit/>
          </a:bodyPr>
          <a:lstStyle/>
          <a:p>
            <a:pPr algn="ctr"/>
            <a:r>
              <a:rPr lang="en-US" sz="900"/>
              <a:t>ELCC 2027 Abstract- Manuscript TBD </a:t>
            </a:r>
          </a:p>
        </p:txBody>
      </p:sp>
      <p:sp>
        <p:nvSpPr>
          <p:cNvPr id="30" name="Isosceles Triangle 29">
            <a:extLst>
              <a:ext uri="{FF2B5EF4-FFF2-40B4-BE49-F238E27FC236}">
                <a16:creationId xmlns:a16="http://schemas.microsoft.com/office/drawing/2014/main" id="{98C2BCC5-E004-C934-C572-6A948DE17648}"/>
              </a:ext>
            </a:extLst>
          </p:cNvPr>
          <p:cNvSpPr/>
          <p:nvPr/>
        </p:nvSpPr>
        <p:spPr>
          <a:xfrm>
            <a:off x="7001915" y="3076612"/>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35" name="Graphic 34">
            <a:extLst>
              <a:ext uri="{FF2B5EF4-FFF2-40B4-BE49-F238E27FC236}">
                <a16:creationId xmlns:a16="http://schemas.microsoft.com/office/drawing/2014/main" id="{5A3FC84B-6D0E-FA65-26D0-23046521727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11579" y="3119452"/>
            <a:ext cx="274320" cy="274320"/>
          </a:xfrm>
          <a:prstGeom prst="rect">
            <a:avLst/>
          </a:prstGeom>
        </p:spPr>
      </p:pic>
      <p:pic>
        <p:nvPicPr>
          <p:cNvPr id="39" name="Graphic 38">
            <a:extLst>
              <a:ext uri="{FF2B5EF4-FFF2-40B4-BE49-F238E27FC236}">
                <a16:creationId xmlns:a16="http://schemas.microsoft.com/office/drawing/2014/main" id="{1DE4DF5F-BBEA-6072-B056-11B5B3CF7E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67890" y="3099223"/>
            <a:ext cx="274320" cy="274320"/>
          </a:xfrm>
          <a:prstGeom prst="rect">
            <a:avLst/>
          </a:prstGeom>
        </p:spPr>
      </p:pic>
      <p:grpSp>
        <p:nvGrpSpPr>
          <p:cNvPr id="58" name="Group 57">
            <a:extLst>
              <a:ext uri="{FF2B5EF4-FFF2-40B4-BE49-F238E27FC236}">
                <a16:creationId xmlns:a16="http://schemas.microsoft.com/office/drawing/2014/main" id="{7C82788A-4704-8DE0-B41F-E90B489C169A}"/>
              </a:ext>
            </a:extLst>
          </p:cNvPr>
          <p:cNvGrpSpPr/>
          <p:nvPr/>
        </p:nvGrpSpPr>
        <p:grpSpPr>
          <a:xfrm>
            <a:off x="8446122" y="668447"/>
            <a:ext cx="3358520" cy="323165"/>
            <a:chOff x="8469297" y="935394"/>
            <a:chExt cx="3358520" cy="323165"/>
          </a:xfrm>
        </p:grpSpPr>
        <p:sp>
          <p:nvSpPr>
            <p:cNvPr id="59" name="TextBox 58">
              <a:extLst>
                <a:ext uri="{FF2B5EF4-FFF2-40B4-BE49-F238E27FC236}">
                  <a16:creationId xmlns:a16="http://schemas.microsoft.com/office/drawing/2014/main" id="{F32305BA-83F5-4F62-8890-E8782115645F}"/>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60" name="Isosceles Triangle 59">
              <a:extLst>
                <a:ext uri="{FF2B5EF4-FFF2-40B4-BE49-F238E27FC236}">
                  <a16:creationId xmlns:a16="http://schemas.microsoft.com/office/drawing/2014/main" id="{41FF5A7B-6DCD-F0AC-78EC-47D6B677FEC5}"/>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1" name="Star: 5 Points 60">
              <a:extLst>
                <a:ext uri="{FF2B5EF4-FFF2-40B4-BE49-F238E27FC236}">
                  <a16:creationId xmlns:a16="http://schemas.microsoft.com/office/drawing/2014/main" id="{A4BDDCB4-8E65-23CF-71AA-385BD304A883}"/>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62" name="Arrow: Pentagon 61">
              <a:extLst>
                <a:ext uri="{FF2B5EF4-FFF2-40B4-BE49-F238E27FC236}">
                  <a16:creationId xmlns:a16="http://schemas.microsoft.com/office/drawing/2014/main" id="{11B8CDAA-18F3-ED6B-5A97-CA8E08F64061}"/>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63" name="TextBox 62">
              <a:extLst>
                <a:ext uri="{FF2B5EF4-FFF2-40B4-BE49-F238E27FC236}">
                  <a16:creationId xmlns:a16="http://schemas.microsoft.com/office/drawing/2014/main" id="{134627F1-CAAF-1997-1484-1C04C98F7131}"/>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65" name="TextBox 64">
              <a:extLst>
                <a:ext uri="{FF2B5EF4-FFF2-40B4-BE49-F238E27FC236}">
                  <a16:creationId xmlns:a16="http://schemas.microsoft.com/office/drawing/2014/main" id="{D02CF8AF-DF45-1C80-0330-FD418D7EC641}"/>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66" name="Footer Placeholder 3">
            <a:extLst>
              <a:ext uri="{FF2B5EF4-FFF2-40B4-BE49-F238E27FC236}">
                <a16:creationId xmlns:a16="http://schemas.microsoft.com/office/drawing/2014/main" id="{9148412B-E4E4-905F-7584-C12E4D11EB8F}"/>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grpSp>
        <p:nvGrpSpPr>
          <p:cNvPr id="15" name="Group 14">
            <a:extLst>
              <a:ext uri="{FF2B5EF4-FFF2-40B4-BE49-F238E27FC236}">
                <a16:creationId xmlns:a16="http://schemas.microsoft.com/office/drawing/2014/main" id="{E11E475E-6CBC-9039-AFAE-F81334D1B290}"/>
              </a:ext>
            </a:extLst>
          </p:cNvPr>
          <p:cNvGrpSpPr/>
          <p:nvPr/>
        </p:nvGrpSpPr>
        <p:grpSpPr>
          <a:xfrm>
            <a:off x="2975459" y="3071791"/>
            <a:ext cx="548950" cy="329184"/>
            <a:chOff x="796651" y="4280123"/>
            <a:chExt cx="548950" cy="329184"/>
          </a:xfrm>
        </p:grpSpPr>
        <p:pic>
          <p:nvPicPr>
            <p:cNvPr id="16" name="Graphic 15">
              <a:extLst>
                <a:ext uri="{FF2B5EF4-FFF2-40B4-BE49-F238E27FC236}">
                  <a16:creationId xmlns:a16="http://schemas.microsoft.com/office/drawing/2014/main" id="{1C026E8A-27D3-5971-75E9-E4B030F4C09A}"/>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1016417" y="4280123"/>
              <a:ext cx="329184" cy="329184"/>
            </a:xfrm>
            <a:prstGeom prst="rect">
              <a:avLst/>
            </a:prstGeom>
          </p:spPr>
        </p:pic>
        <p:pic>
          <p:nvPicPr>
            <p:cNvPr id="17" name="Picture 16">
              <a:extLst>
                <a:ext uri="{FF2B5EF4-FFF2-40B4-BE49-F238E27FC236}">
                  <a16:creationId xmlns:a16="http://schemas.microsoft.com/office/drawing/2014/main" id="{C951617F-F73A-A9B6-4F41-87AA6E9FC51A}"/>
                </a:ext>
              </a:extLst>
            </p:cNvPr>
            <p:cNvPicPr>
              <a:picLocks noChangeAspect="1"/>
            </p:cNvPicPr>
            <p:nvPr/>
          </p:nvPicPr>
          <p:blipFill rotWithShape="1">
            <a:blip r:embed="rId11"/>
            <a:srcRect l="16667" r="16667"/>
            <a:stretch/>
          </p:blipFill>
          <p:spPr>
            <a:xfrm>
              <a:off x="796651" y="4298081"/>
              <a:ext cx="293268" cy="293268"/>
            </a:xfrm>
            <a:prstGeom prst="ellipse">
              <a:avLst/>
            </a:prstGeom>
          </p:spPr>
        </p:pic>
      </p:grpSp>
      <p:sp>
        <p:nvSpPr>
          <p:cNvPr id="4" name="TextBox 3">
            <a:extLst>
              <a:ext uri="{FF2B5EF4-FFF2-40B4-BE49-F238E27FC236}">
                <a16:creationId xmlns:a16="http://schemas.microsoft.com/office/drawing/2014/main" id="{79275A52-F83A-ACC1-2C23-E42520D3E643}"/>
              </a:ext>
            </a:extLst>
          </p:cNvPr>
          <p:cNvSpPr txBox="1"/>
          <p:nvPr/>
        </p:nvSpPr>
        <p:spPr>
          <a:xfrm>
            <a:off x="6639547" y="2570010"/>
            <a:ext cx="904735" cy="507831"/>
          </a:xfrm>
          <a:prstGeom prst="rect">
            <a:avLst/>
          </a:prstGeom>
          <a:noFill/>
        </p:spPr>
        <p:txBody>
          <a:bodyPr wrap="square">
            <a:spAutoFit/>
          </a:bodyPr>
          <a:lstStyle/>
          <a:p>
            <a:pPr algn="ctr"/>
            <a:r>
              <a:rPr lang="en-GB" sz="900"/>
              <a:t>Post-hoc analysis (samples)</a:t>
            </a:r>
            <a:endParaRPr lang="en-US" sz="900"/>
          </a:p>
        </p:txBody>
      </p:sp>
      <p:sp>
        <p:nvSpPr>
          <p:cNvPr id="5" name="Footer Placeholder 3">
            <a:extLst>
              <a:ext uri="{FF2B5EF4-FFF2-40B4-BE49-F238E27FC236}">
                <a16:creationId xmlns:a16="http://schemas.microsoft.com/office/drawing/2014/main" id="{E3927114-BB36-FEB2-3529-73CDDA47831D}"/>
              </a:ext>
            </a:extLst>
          </p:cNvPr>
          <p:cNvSpPr txBox="1">
            <a:spLocks/>
          </p:cNvSpPr>
          <p:nvPr/>
        </p:nvSpPr>
        <p:spPr>
          <a:xfrm>
            <a:off x="358336" y="6586573"/>
            <a:ext cx="6643579" cy="241151"/>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defRPr/>
            </a:pPr>
            <a:r>
              <a:rPr lang="en-US">
                <a:solidFill>
                  <a:srgbClr val="000000">
                    <a:lumMod val="65000"/>
                    <a:lumOff val="35000"/>
                  </a:srgbClr>
                </a:solidFill>
                <a:latin typeface="Poppins"/>
              </a:rPr>
              <a:t>Abbreviations: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FCr</a:t>
            </a:r>
            <a:r>
              <a:rPr lang="en-US">
                <a:solidFill>
                  <a:srgbClr val="000000">
                    <a:lumMod val="65000"/>
                    <a:lumOff val="35000"/>
                  </a:srgbClr>
                </a:solidFill>
                <a:latin typeface="Poppins"/>
              </a:rPr>
              <a:t>: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FC Receptor; </a:t>
            </a:r>
            <a:r>
              <a:rPr lang="en-US">
                <a:solidFill>
                  <a:srgbClr val="000000">
                    <a:lumMod val="65000"/>
                    <a:lumOff val="35000"/>
                  </a:srgbClr>
                </a:solidFill>
              </a:rPr>
              <a:t>HEOR: Health Economics Outcomes Research; IIT: Investigator Initiated Trial;</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a:t>
            </a:r>
            <a:r>
              <a:rPr lang="en-US" err="1">
                <a:solidFill>
                  <a:srgbClr val="000000">
                    <a:lumMod val="65000"/>
                    <a:lumOff val="35000"/>
                  </a:srgbClr>
                </a:solidFill>
              </a:rPr>
              <a:t>MoA</a:t>
            </a:r>
            <a:r>
              <a:rPr lang="en-US">
                <a:solidFill>
                  <a:srgbClr val="000000">
                    <a:lumMod val="65000"/>
                    <a:lumOff val="35000"/>
                  </a:srgbClr>
                </a:solidFill>
              </a:rPr>
              <a:t>: Mechanism of Action; </a:t>
            </a:r>
            <a:r>
              <a:rPr lang="en-US">
                <a:solidFill>
                  <a:srgbClr val="000000">
                    <a:lumMod val="65000"/>
                    <a:lumOff val="35000"/>
                  </a:srgbClr>
                </a:solidFill>
                <a:latin typeface="Poppins"/>
              </a:rPr>
              <a:t>NSCLC: Non-Small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Cell Lung Cancer; PFS: Progression Free Survival; </a:t>
            </a:r>
            <a:r>
              <a:rPr lang="en-US">
                <a:solidFill>
                  <a:srgbClr val="000000">
                    <a:lumMod val="65000"/>
                    <a:lumOff val="35000"/>
                  </a:srgbClr>
                </a:solidFill>
              </a:rPr>
              <a:t>RWE: Real World Evidence; </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TIL: Tumor-Infiltrating Lymphocyte</a:t>
            </a:r>
          </a:p>
        </p:txBody>
      </p:sp>
      <p:sp>
        <p:nvSpPr>
          <p:cNvPr id="7" name="Footer Placeholder 3">
            <a:extLst>
              <a:ext uri="{FF2B5EF4-FFF2-40B4-BE49-F238E27FC236}">
                <a16:creationId xmlns:a16="http://schemas.microsoft.com/office/drawing/2014/main" id="{D6C3C516-FB54-243E-F892-D58F6F99A874}"/>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8" name="Graphic 7">
            <a:extLst>
              <a:ext uri="{FF2B5EF4-FFF2-40B4-BE49-F238E27FC236}">
                <a16:creationId xmlns:a16="http://schemas.microsoft.com/office/drawing/2014/main" id="{01B05A67-FFA7-6813-DE15-995DB1CBB8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37570" y="958197"/>
            <a:ext cx="274320" cy="274320"/>
          </a:xfrm>
          <a:prstGeom prst="rect">
            <a:avLst/>
          </a:prstGeom>
        </p:spPr>
      </p:pic>
      <p:pic>
        <p:nvPicPr>
          <p:cNvPr id="9" name="Graphic 8">
            <a:extLst>
              <a:ext uri="{FF2B5EF4-FFF2-40B4-BE49-F238E27FC236}">
                <a16:creationId xmlns:a16="http://schemas.microsoft.com/office/drawing/2014/main" id="{25D86B9B-8D59-D08C-8D1C-F130422C97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4487" y="958197"/>
            <a:ext cx="274320" cy="274320"/>
          </a:xfrm>
          <a:prstGeom prst="rect">
            <a:avLst/>
          </a:prstGeom>
        </p:spPr>
      </p:pic>
      <p:pic>
        <p:nvPicPr>
          <p:cNvPr id="10" name="Graphic 9">
            <a:extLst>
              <a:ext uri="{FF2B5EF4-FFF2-40B4-BE49-F238E27FC236}">
                <a16:creationId xmlns:a16="http://schemas.microsoft.com/office/drawing/2014/main" id="{7CAAB9FC-2411-1067-22AC-EB7ABC7C4D7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14007" y="958197"/>
            <a:ext cx="274320" cy="274320"/>
          </a:xfrm>
          <a:prstGeom prst="rect">
            <a:avLst/>
          </a:prstGeom>
        </p:spPr>
      </p:pic>
      <p:pic>
        <p:nvPicPr>
          <p:cNvPr id="18" name="Graphic 17">
            <a:extLst>
              <a:ext uri="{FF2B5EF4-FFF2-40B4-BE49-F238E27FC236}">
                <a16:creationId xmlns:a16="http://schemas.microsoft.com/office/drawing/2014/main" id="{41D5044D-2417-6C47-1A5D-AA9C555DBE04}"/>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8194014" y="958557"/>
            <a:ext cx="273600" cy="273600"/>
          </a:xfrm>
          <a:prstGeom prst="rect">
            <a:avLst/>
          </a:prstGeom>
        </p:spPr>
      </p:pic>
      <p:grpSp>
        <p:nvGrpSpPr>
          <p:cNvPr id="19" name="Group 18">
            <a:extLst>
              <a:ext uri="{FF2B5EF4-FFF2-40B4-BE49-F238E27FC236}">
                <a16:creationId xmlns:a16="http://schemas.microsoft.com/office/drawing/2014/main" id="{E212673B-9840-8B6B-B5D0-85C6D4BC66FC}"/>
              </a:ext>
            </a:extLst>
          </p:cNvPr>
          <p:cNvGrpSpPr/>
          <p:nvPr/>
        </p:nvGrpSpPr>
        <p:grpSpPr>
          <a:xfrm>
            <a:off x="-9526" y="-7584"/>
            <a:ext cx="11815014" cy="180000"/>
            <a:chOff x="-9526" y="-7584"/>
            <a:chExt cx="11815014" cy="180000"/>
          </a:xfrm>
        </p:grpSpPr>
        <p:sp>
          <p:nvSpPr>
            <p:cNvPr id="20" name="Rectangle 19">
              <a:extLst>
                <a:ext uri="{FF2B5EF4-FFF2-40B4-BE49-F238E27FC236}">
                  <a16:creationId xmlns:a16="http://schemas.microsoft.com/office/drawing/2014/main" id="{DAF70745-5842-BBE8-E2E4-BDE0FF3C6BBD}"/>
                </a:ext>
              </a:extLst>
            </p:cNvPr>
            <p:cNvSpPr/>
            <p:nvPr/>
          </p:nvSpPr>
          <p:spPr>
            <a:xfrm>
              <a:off x="-9526" y="-7584"/>
              <a:ext cx="2045850" cy="180000"/>
            </a:xfrm>
            <a:prstGeom prst="rect">
              <a:avLst/>
            </a:prstGeom>
            <a:solidFill>
              <a:srgbClr val="004D6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Metastatic NSCLC</a:t>
              </a:r>
            </a:p>
          </p:txBody>
        </p:sp>
        <p:sp>
          <p:nvSpPr>
            <p:cNvPr id="21" name="Arrow: Pentagon 20">
              <a:extLst>
                <a:ext uri="{FF2B5EF4-FFF2-40B4-BE49-F238E27FC236}">
                  <a16:creationId xmlns:a16="http://schemas.microsoft.com/office/drawing/2014/main" id="{9738FF17-41B6-180C-2460-AE03C82E2B0B}"/>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2" name="Arrow: Chevron 21">
              <a:extLst>
                <a:ext uri="{FF2B5EF4-FFF2-40B4-BE49-F238E27FC236}">
                  <a16:creationId xmlns:a16="http://schemas.microsoft.com/office/drawing/2014/main" id="{E960FFC1-5A65-C564-DA72-76B5B8C0CC27}"/>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3" name="Arrow: Chevron 22">
              <a:extLst>
                <a:ext uri="{FF2B5EF4-FFF2-40B4-BE49-F238E27FC236}">
                  <a16:creationId xmlns:a16="http://schemas.microsoft.com/office/drawing/2014/main" id="{E8B13A6F-5C14-83AA-488E-798A02CE1C57}"/>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5" name="Arrow: Chevron 24">
              <a:extLst>
                <a:ext uri="{FF2B5EF4-FFF2-40B4-BE49-F238E27FC236}">
                  <a16:creationId xmlns:a16="http://schemas.microsoft.com/office/drawing/2014/main" id="{833FDD36-2FDF-E38E-C6B9-C97B1FB8C7BB}"/>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23932802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0D6AE-659D-ED60-35F1-11FFB274342A}"/>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7D7444F-517B-FAB9-59F8-080637063306}"/>
              </a:ext>
            </a:extLst>
          </p:cNvPr>
          <p:cNvGraphicFramePr>
            <a:graphicFrameLocks noChangeAspect="1"/>
          </p:cNvGraphicFramePr>
          <p:nvPr>
            <p:custDataLst>
              <p:tags r:id="rId1"/>
            </p:custDataLst>
            <p:extLst>
              <p:ext uri="{D42A27DB-BD31-4B8C-83A1-F6EECF244321}">
                <p14:modId xmlns:p14="http://schemas.microsoft.com/office/powerpoint/2010/main" val="3981905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E7D7444F-517B-FAB9-59F8-0806370633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87A81D9-0569-82E6-C0F1-7DB972617F52}"/>
              </a:ext>
            </a:extLst>
          </p:cNvPr>
          <p:cNvSpPr>
            <a:spLocks noGrp="1"/>
          </p:cNvSpPr>
          <p:nvPr>
            <p:ph type="ctrTitle"/>
          </p:nvPr>
        </p:nvSpPr>
        <p:spPr>
          <a:xfrm>
            <a:off x="336165" y="3000231"/>
            <a:ext cx="9609346" cy="738664"/>
          </a:xfrm>
        </p:spPr>
        <p:txBody>
          <a:bodyPr vert="horz"/>
          <a:lstStyle/>
          <a:p>
            <a:r>
              <a:rPr lang="en-US" b="1"/>
              <a:t>Extensive-Stage SCLC</a:t>
            </a:r>
          </a:p>
        </p:txBody>
      </p:sp>
      <p:pic>
        <p:nvPicPr>
          <p:cNvPr id="5" name="Graphic 4">
            <a:hlinkClick r:id="rId5" action="ppaction://hlinksldjump"/>
            <a:extLst>
              <a:ext uri="{FF2B5EF4-FFF2-40B4-BE49-F238E27FC236}">
                <a16:creationId xmlns:a16="http://schemas.microsoft.com/office/drawing/2014/main" id="{46BD7CCF-2211-7958-5F79-23235746B276}"/>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110002" y="6124703"/>
            <a:ext cx="720000" cy="720000"/>
          </a:xfrm>
          <a:prstGeom prst="rect">
            <a:avLst/>
          </a:prstGeom>
        </p:spPr>
      </p:pic>
    </p:spTree>
    <p:extLst>
      <p:ext uri="{BB962C8B-B14F-4D97-AF65-F5344CB8AC3E}">
        <p14:creationId xmlns:p14="http://schemas.microsoft.com/office/powerpoint/2010/main" val="24436843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B6003-9CF8-DAB5-8470-3D4BCCF22924}"/>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591E8215-CB8A-D1A3-A226-0467BE1E37DA}"/>
              </a:ext>
            </a:extLst>
          </p:cNvPr>
          <p:cNvGraphicFramePr>
            <a:graphicFrameLocks noChangeAspect="1"/>
          </p:cNvGraphicFramePr>
          <p:nvPr>
            <p:custDataLst>
              <p:tags r:id="rId1"/>
            </p:custDataLst>
            <p:extLst>
              <p:ext uri="{D42A27DB-BD31-4B8C-83A1-F6EECF244321}">
                <p14:modId xmlns:p14="http://schemas.microsoft.com/office/powerpoint/2010/main" val="7009683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9" name="think-cell data - do not delete" hidden="1">
                        <a:extLst>
                          <a:ext uri="{FF2B5EF4-FFF2-40B4-BE49-F238E27FC236}">
                            <a16:creationId xmlns:a16="http://schemas.microsoft.com/office/drawing/2014/main" id="{591E8215-CB8A-D1A3-A226-0467BE1E37D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7C58FDD-BE1F-F571-4BB4-C2BB569808BD}"/>
              </a:ext>
            </a:extLst>
          </p:cNvPr>
          <p:cNvSpPr>
            <a:spLocks noGrp="1"/>
          </p:cNvSpPr>
          <p:nvPr>
            <p:ph type="title"/>
          </p:nvPr>
        </p:nvSpPr>
        <p:spPr>
          <a:xfrm>
            <a:off x="358337" y="271427"/>
            <a:ext cx="11470125" cy="369332"/>
          </a:xfrm>
        </p:spPr>
        <p:txBody>
          <a:bodyPr vert="horz"/>
          <a:lstStyle/>
          <a:p>
            <a:r>
              <a:rPr lang="en-US" sz="2400"/>
              <a:t>Evidence Gap Prioritization: Extensive-Stage SCLC</a:t>
            </a:r>
          </a:p>
        </p:txBody>
      </p:sp>
      <p:graphicFrame>
        <p:nvGraphicFramePr>
          <p:cNvPr id="2" name="Table 1">
            <a:extLst>
              <a:ext uri="{FF2B5EF4-FFF2-40B4-BE49-F238E27FC236}">
                <a16:creationId xmlns:a16="http://schemas.microsoft.com/office/drawing/2014/main" id="{D7FC53F9-759D-CCBF-8DA1-C33700B67584}"/>
              </a:ext>
            </a:extLst>
          </p:cNvPr>
          <p:cNvGraphicFramePr>
            <a:graphicFrameLocks noGrp="1"/>
          </p:cNvGraphicFramePr>
          <p:nvPr>
            <p:extLst>
              <p:ext uri="{D42A27DB-BD31-4B8C-83A1-F6EECF244321}">
                <p14:modId xmlns:p14="http://schemas.microsoft.com/office/powerpoint/2010/main" val="2859062964"/>
              </p:ext>
            </p:extLst>
          </p:nvPr>
        </p:nvGraphicFramePr>
        <p:xfrm>
          <a:off x="6096002" y="2485781"/>
          <a:ext cx="5732460" cy="1849662"/>
        </p:xfrm>
        <a:graphic>
          <a:graphicData uri="http://schemas.openxmlformats.org/drawingml/2006/table">
            <a:tbl>
              <a:tblPr firstRow="1" bandRow="1">
                <a:tableStyleId>{9DCAF9ED-07DC-4A11-8D7F-57B35C25682E}</a:tableStyleId>
              </a:tblPr>
              <a:tblGrid>
                <a:gridCol w="338604">
                  <a:extLst>
                    <a:ext uri="{9D8B030D-6E8A-4147-A177-3AD203B41FA5}">
                      <a16:colId xmlns:a16="http://schemas.microsoft.com/office/drawing/2014/main" val="1446160234"/>
                    </a:ext>
                  </a:extLst>
                </a:gridCol>
                <a:gridCol w="1392660">
                  <a:extLst>
                    <a:ext uri="{9D8B030D-6E8A-4147-A177-3AD203B41FA5}">
                      <a16:colId xmlns:a16="http://schemas.microsoft.com/office/drawing/2014/main" val="638213638"/>
                    </a:ext>
                  </a:extLst>
                </a:gridCol>
                <a:gridCol w="4001196">
                  <a:extLst>
                    <a:ext uri="{9D8B030D-6E8A-4147-A177-3AD203B41FA5}">
                      <a16:colId xmlns:a16="http://schemas.microsoft.com/office/drawing/2014/main" val="1680224606"/>
                    </a:ext>
                  </a:extLst>
                </a:gridCol>
              </a:tblGrid>
              <a:tr h="28475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Extensive-Stage SCLC</a:t>
                      </a:r>
                      <a:endParaRPr lang="en-US" sz="1200" b="1" i="1">
                        <a:solidFill>
                          <a:schemeClr val="bg1"/>
                        </a:solidFill>
                      </a:endParaRPr>
                    </a:p>
                  </a:txBody>
                  <a:tcPr marL="51615" marR="516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GB"/>
                    </a:p>
                  </a:txBody>
                  <a:tcPr/>
                </a:tc>
                <a:tc hMerge="1">
                  <a:txBody>
                    <a:bodyPr/>
                    <a:lstStyle/>
                    <a:p>
                      <a:endParaRPr lang="en-US" sz="1200" b="1">
                        <a:solidFill>
                          <a:schemeClr val="bg1"/>
                        </a:solidFill>
                      </a:endParaRPr>
                    </a:p>
                  </a:txBody>
                  <a:tcPr marL="51615" marR="51615">
                    <a:solidFill>
                      <a:schemeClr val="accent1"/>
                    </a:solidFill>
                  </a:tcPr>
                </a:tc>
                <a:extLst>
                  <a:ext uri="{0D108BD9-81ED-4DB2-BD59-A6C34878D82A}">
                    <a16:rowId xmlns:a16="http://schemas.microsoft.com/office/drawing/2014/main" val="170152819"/>
                  </a:ext>
                </a:extLst>
              </a:tr>
              <a:tr h="284751">
                <a:tc>
                  <a:txBody>
                    <a:bodyPr/>
                    <a:lstStyle/>
                    <a:p>
                      <a:endParaRPr lang="en-US" sz="1200" b="1">
                        <a:solidFill>
                          <a:schemeClr val="bg1"/>
                        </a:solidFill>
                      </a:endParaRPr>
                    </a:p>
                  </a:txBody>
                  <a:tcPr marL="51615" marR="51615">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Key Markets</a:t>
                      </a:r>
                      <a:r>
                        <a:rPr lang="en-US" sz="1200" b="1" baseline="30000">
                          <a:solidFill>
                            <a:schemeClr val="bg1"/>
                          </a:solidFill>
                        </a:rPr>
                        <a:t>1</a:t>
                      </a:r>
                      <a:endParaRPr lang="en-US" sz="1200" b="1">
                        <a:solidFill>
                          <a:schemeClr val="bg1"/>
                        </a:solidFill>
                      </a:endParaRPr>
                    </a:p>
                  </a:txBody>
                  <a:tcPr marL="51615" marR="5161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r>
                        <a:rPr lang="en-US" sz="1200" b="1">
                          <a:solidFill>
                            <a:schemeClr val="bg1"/>
                          </a:solidFill>
                        </a:rPr>
                        <a:t>Evidence Gaps</a:t>
                      </a:r>
                    </a:p>
                  </a:txBody>
                  <a:tcPr marL="51615" marR="5161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936799235"/>
                  </a:ext>
                </a:extLst>
              </a:tr>
              <a:tr h="517439">
                <a:tc>
                  <a:txBody>
                    <a:bodyPr/>
                    <a:lstStyle/>
                    <a:p>
                      <a:pPr algn="ctr"/>
                      <a:r>
                        <a:rPr lang="en-US" sz="1200" b="1">
                          <a:solidFill>
                            <a:schemeClr val="tx1"/>
                          </a:solidFill>
                        </a:rPr>
                        <a:t>13</a:t>
                      </a:r>
                    </a:p>
                  </a:txBody>
                  <a:tcPr marL="51615" marR="5161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i="0" kern="1200">
                        <a:solidFill>
                          <a:schemeClr val="tx1"/>
                        </a:solidFill>
                        <a:latin typeface="+mn-lt"/>
                        <a:ea typeface="+mn-ea"/>
                        <a:cs typeface="+mn-cs"/>
                      </a:endParaRPr>
                    </a:p>
                  </a:txBody>
                  <a:tcPr marL="51615" marR="51615" anchor="ct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Need for </a:t>
                      </a:r>
                      <a:r>
                        <a:rPr lang="en-US" sz="1200" b="1"/>
                        <a:t>iPFS data</a:t>
                      </a:r>
                      <a:r>
                        <a:rPr lang="en-US" sz="1200"/>
                        <a:t>, and other relevant endpoints (e.g., intracranial PR / CR) in SCLC </a:t>
                      </a:r>
                      <a:r>
                        <a:rPr lang="en-US" sz="1200" b="1"/>
                        <a:t>patients with brain metastases</a:t>
                      </a:r>
                    </a:p>
                  </a:txBody>
                  <a:tcPr marL="51615" marR="5161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655125714"/>
                  </a:ext>
                </a:extLst>
              </a:tr>
              <a:tr h="557241">
                <a:tc>
                  <a:txBody>
                    <a:bodyPr/>
                    <a:lstStyle/>
                    <a:p>
                      <a:pPr algn="ctr"/>
                      <a:r>
                        <a:rPr lang="en-US" sz="1200" b="1">
                          <a:solidFill>
                            <a:schemeClr val="tx1"/>
                          </a:solidFill>
                        </a:rPr>
                        <a:t>14</a:t>
                      </a:r>
                    </a:p>
                  </a:txBody>
                  <a:tcPr marL="51615" marR="51615" anchor="ctr">
                    <a:lnL w="12700" cap="flat" cmpd="sng" algn="ctr">
                      <a:solidFill>
                        <a:schemeClr val="tx1"/>
                      </a:solidFill>
                      <a:prstDash val="solid"/>
                      <a:round/>
                      <a:headEnd type="none" w="med" len="med"/>
                      <a:tailEnd type="none" w="med" len="med"/>
                    </a:ln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200"/>
                    </a:p>
                  </a:txBody>
                  <a:tcPr marL="51615" marR="51615"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200" i="0" kern="1200">
                          <a:solidFill>
                            <a:sysClr val="windowText" lastClr="000000"/>
                          </a:solidFill>
                          <a:latin typeface="+mn-lt"/>
                          <a:ea typeface="+mn-ea"/>
                          <a:cs typeface="+mn-cs"/>
                        </a:rPr>
                        <a:t>Need for data demonstrating </a:t>
                      </a:r>
                      <a:r>
                        <a:rPr lang="en-US" sz="1200" b="1" i="0" kern="1200">
                          <a:solidFill>
                            <a:sysClr val="windowText" lastClr="000000"/>
                          </a:solidFill>
                          <a:latin typeface="+mn-lt"/>
                          <a:ea typeface="+mn-ea"/>
                          <a:cs typeface="+mn-cs"/>
                        </a:rPr>
                        <a:t>protection of tislelizumab-treated pts</a:t>
                      </a:r>
                      <a:r>
                        <a:rPr lang="en-US" sz="1200" b="0" i="0" kern="1200">
                          <a:solidFill>
                            <a:sysClr val="windowText" lastClr="000000"/>
                          </a:solidFill>
                          <a:latin typeface="+mn-lt"/>
                          <a:ea typeface="+mn-ea"/>
                          <a:cs typeface="+mn-cs"/>
                        </a:rPr>
                        <a:t> from </a:t>
                      </a:r>
                      <a:r>
                        <a:rPr lang="en-US" sz="1200" b="1" i="0" kern="1200">
                          <a:solidFill>
                            <a:sysClr val="windowText" lastClr="000000"/>
                          </a:solidFill>
                          <a:latin typeface="+mn-lt"/>
                          <a:ea typeface="+mn-ea"/>
                          <a:cs typeface="+mn-cs"/>
                        </a:rPr>
                        <a:t>metastases </a:t>
                      </a:r>
                      <a:r>
                        <a:rPr lang="en-US" sz="1200" i="0" kern="1200">
                          <a:solidFill>
                            <a:sysClr val="windowText" lastClr="000000"/>
                          </a:solidFill>
                          <a:latin typeface="+mn-lt"/>
                          <a:ea typeface="+mn-ea"/>
                          <a:cs typeface="+mn-cs"/>
                        </a:rPr>
                        <a:t>in ES-SCLC</a:t>
                      </a:r>
                    </a:p>
                  </a:txBody>
                  <a:tcPr marL="51615" marR="51615"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10379953"/>
                  </a:ext>
                </a:extLst>
              </a:tr>
            </a:tbl>
          </a:graphicData>
        </a:graphic>
      </p:graphicFrame>
      <p:grpSp>
        <p:nvGrpSpPr>
          <p:cNvPr id="5" name="Group 4">
            <a:extLst>
              <a:ext uri="{FF2B5EF4-FFF2-40B4-BE49-F238E27FC236}">
                <a16:creationId xmlns:a16="http://schemas.microsoft.com/office/drawing/2014/main" id="{10F7A62E-610B-683C-BD79-B24949471E0F}"/>
              </a:ext>
            </a:extLst>
          </p:cNvPr>
          <p:cNvGrpSpPr/>
          <p:nvPr/>
        </p:nvGrpSpPr>
        <p:grpSpPr>
          <a:xfrm>
            <a:off x="271709" y="1739088"/>
            <a:ext cx="5702261" cy="3731496"/>
            <a:chOff x="358337" y="1921968"/>
            <a:chExt cx="5702261" cy="3731496"/>
          </a:xfrm>
        </p:grpSpPr>
        <p:grpSp>
          <p:nvGrpSpPr>
            <p:cNvPr id="6" name="Group 5">
              <a:extLst>
                <a:ext uri="{FF2B5EF4-FFF2-40B4-BE49-F238E27FC236}">
                  <a16:creationId xmlns:a16="http://schemas.microsoft.com/office/drawing/2014/main" id="{DE18A7AF-9300-A425-E341-9F08E6DE2031}"/>
                </a:ext>
              </a:extLst>
            </p:cNvPr>
            <p:cNvGrpSpPr/>
            <p:nvPr/>
          </p:nvGrpSpPr>
          <p:grpSpPr>
            <a:xfrm>
              <a:off x="358337" y="2353224"/>
              <a:ext cx="5702261" cy="3300240"/>
              <a:chOff x="5777720" y="2434279"/>
              <a:chExt cx="5702261" cy="3300240"/>
            </a:xfrm>
          </p:grpSpPr>
          <p:sp>
            <p:nvSpPr>
              <p:cNvPr id="8" name="Double flèche horizontale 8">
                <a:extLst>
                  <a:ext uri="{FF2B5EF4-FFF2-40B4-BE49-F238E27FC236}">
                    <a16:creationId xmlns:a16="http://schemas.microsoft.com/office/drawing/2014/main" id="{3A527F59-DBF3-66B1-47C3-6EADB82046AE}"/>
                  </a:ext>
                </a:extLst>
              </p:cNvPr>
              <p:cNvSpPr/>
              <p:nvPr/>
            </p:nvSpPr>
            <p:spPr>
              <a:xfrm>
                <a:off x="6223981" y="5388456"/>
                <a:ext cx="5256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10" name="ShapeNameChangedByPowerUser1">
                <a:extLst>
                  <a:ext uri="{FF2B5EF4-FFF2-40B4-BE49-F238E27FC236}">
                    <a16:creationId xmlns:a16="http://schemas.microsoft.com/office/drawing/2014/main" id="{72D81956-182B-7AB6-CC72-B60DE3B9D25C}"/>
                  </a:ext>
                </a:extLst>
              </p:cNvPr>
              <p:cNvSpPr txBox="1"/>
              <p:nvPr/>
            </p:nvSpPr>
            <p:spPr>
              <a:xfrm>
                <a:off x="7229722" y="5549853"/>
                <a:ext cx="3244518" cy="184666"/>
              </a:xfrm>
              <a:prstGeom prst="rect">
                <a:avLst/>
              </a:prstGeom>
              <a:solidFill>
                <a:schemeClr val="lt1"/>
              </a:solidFill>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Urgency to Generate Evidence</a:t>
                </a:r>
              </a:p>
            </p:txBody>
          </p:sp>
          <p:sp>
            <p:nvSpPr>
              <p:cNvPr id="11" name="ShapeNameChangedByPowerUser1">
                <a:extLst>
                  <a:ext uri="{FF2B5EF4-FFF2-40B4-BE49-F238E27FC236}">
                    <a16:creationId xmlns:a16="http://schemas.microsoft.com/office/drawing/2014/main" id="{BB1697C2-5657-B07B-8B95-72214C28AE8E}"/>
                  </a:ext>
                </a:extLst>
              </p:cNvPr>
              <p:cNvSpPr/>
              <p:nvPr/>
            </p:nvSpPr>
            <p:spPr>
              <a:xfrm>
                <a:off x="8035550" y="2581275"/>
                <a:ext cx="1602541" cy="1273478"/>
              </a:xfrm>
              <a:prstGeom prst="rect">
                <a:avLst/>
              </a:prstGeom>
              <a:solidFill>
                <a:srgbClr val="8BD44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12" name="Rectangle à coins arrondis 3">
                <a:extLst>
                  <a:ext uri="{FF2B5EF4-FFF2-40B4-BE49-F238E27FC236}">
                    <a16:creationId xmlns:a16="http://schemas.microsoft.com/office/drawing/2014/main" id="{928B49C0-E108-4E12-C160-00EED5981E39}"/>
                  </a:ext>
                </a:extLst>
              </p:cNvPr>
              <p:cNvSpPr/>
              <p:nvPr/>
            </p:nvSpPr>
            <p:spPr>
              <a:xfrm>
                <a:off x="8035550" y="3996691"/>
                <a:ext cx="1602541" cy="1273478"/>
              </a:xfrm>
              <a:prstGeom prst="rect">
                <a:avLst/>
              </a:prstGeom>
              <a:solidFill>
                <a:srgbClr val="FFF03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13" name="Rectangle à coins arrondis 4">
                <a:extLst>
                  <a:ext uri="{FF2B5EF4-FFF2-40B4-BE49-F238E27FC236}">
                    <a16:creationId xmlns:a16="http://schemas.microsoft.com/office/drawing/2014/main" id="{06A6AA7A-C5B4-39B3-CC9D-FE6FBA2BE4E5}"/>
                  </a:ext>
                </a:extLst>
              </p:cNvPr>
              <p:cNvSpPr/>
              <p:nvPr/>
            </p:nvSpPr>
            <p:spPr>
              <a:xfrm>
                <a:off x="6348416" y="3996691"/>
                <a:ext cx="1602541" cy="1273478"/>
              </a:xfrm>
              <a:prstGeom prst="rect">
                <a:avLst/>
              </a:prstGeom>
              <a:solidFill>
                <a:srgbClr val="FFFF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14" name="ShapeNameChangedByPowerUser2">
                <a:extLst>
                  <a:ext uri="{FF2B5EF4-FFF2-40B4-BE49-F238E27FC236}">
                    <a16:creationId xmlns:a16="http://schemas.microsoft.com/office/drawing/2014/main" id="{2C745E1E-CCA8-3C69-D79E-68F96718A6E4}"/>
                  </a:ext>
                </a:extLst>
              </p:cNvPr>
              <p:cNvSpPr/>
              <p:nvPr/>
            </p:nvSpPr>
            <p:spPr>
              <a:xfrm>
                <a:off x="6348416" y="2581275"/>
                <a:ext cx="1602541" cy="1273478"/>
              </a:xfrm>
              <a:prstGeom prst="rect">
                <a:avLst/>
              </a:prstGeom>
              <a:solidFill>
                <a:srgbClr val="D3F5B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1" i="0" u="none" strike="noStrike" kern="0" cap="none" spc="0" normalizeH="0" baseline="0" noProof="0">
                  <a:ln>
                    <a:noFill/>
                  </a:ln>
                  <a:solidFill>
                    <a:srgbClr val="000000"/>
                  </a:solidFill>
                  <a:effectLst/>
                  <a:uLnTx/>
                  <a:uFillTx/>
                  <a:latin typeface="Poppins"/>
                  <a:ea typeface="+mn-ea"/>
                  <a:cs typeface="+mn-cs"/>
                </a:endParaRPr>
              </a:p>
            </p:txBody>
          </p:sp>
          <p:sp>
            <p:nvSpPr>
              <p:cNvPr id="15" name="ShapeNameChangedByPowerUser1">
                <a:extLst>
                  <a:ext uri="{FF2B5EF4-FFF2-40B4-BE49-F238E27FC236}">
                    <a16:creationId xmlns:a16="http://schemas.microsoft.com/office/drawing/2014/main" id="{7C3BB0B6-BD41-E388-B32B-04C743511B6E}"/>
                  </a:ext>
                </a:extLst>
              </p:cNvPr>
              <p:cNvSpPr/>
              <p:nvPr/>
            </p:nvSpPr>
            <p:spPr>
              <a:xfrm>
                <a:off x="9722684" y="2581275"/>
                <a:ext cx="1602541" cy="1273478"/>
              </a:xfrm>
              <a:prstGeom prst="rect">
                <a:avLst/>
              </a:prstGeom>
              <a:solidFill>
                <a:srgbClr val="125B1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Poppins"/>
                  <a:ea typeface="+mn-ea"/>
                  <a:cs typeface="+mn-cs"/>
                </a:endParaRPr>
              </a:p>
            </p:txBody>
          </p:sp>
          <p:sp>
            <p:nvSpPr>
              <p:cNvPr id="16" name="Rectangle à coins arrondis 3">
                <a:extLst>
                  <a:ext uri="{FF2B5EF4-FFF2-40B4-BE49-F238E27FC236}">
                    <a16:creationId xmlns:a16="http://schemas.microsoft.com/office/drawing/2014/main" id="{BC2B2C1F-AC85-BD61-D5F5-AF029A2F8DD7}"/>
                  </a:ext>
                </a:extLst>
              </p:cNvPr>
              <p:cNvSpPr/>
              <p:nvPr/>
            </p:nvSpPr>
            <p:spPr>
              <a:xfrm>
                <a:off x="9722684" y="3996691"/>
                <a:ext cx="1602541" cy="1273478"/>
              </a:xfrm>
              <a:prstGeom prst="rect">
                <a:avLst/>
              </a:prstGeom>
              <a:solidFill>
                <a:srgbClr val="FFC03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17" name="Double flèche horizontale 8">
                <a:extLst>
                  <a:ext uri="{FF2B5EF4-FFF2-40B4-BE49-F238E27FC236}">
                    <a16:creationId xmlns:a16="http://schemas.microsoft.com/office/drawing/2014/main" id="{D7F9C726-149D-AE08-5B17-AA80706707F4}"/>
                  </a:ext>
                </a:extLst>
              </p:cNvPr>
              <p:cNvSpPr/>
              <p:nvPr/>
            </p:nvSpPr>
            <p:spPr>
              <a:xfrm rot="16200000">
                <a:off x="4693981" y="3896557"/>
                <a:ext cx="3060000" cy="135443"/>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solidFill>
                  <a:effectLst/>
                  <a:uLnTx/>
                  <a:uFillTx/>
                  <a:latin typeface="Poppins"/>
                  <a:ea typeface="+mn-ea"/>
                  <a:cs typeface="+mn-cs"/>
                </a:endParaRPr>
              </a:p>
            </p:txBody>
          </p:sp>
          <p:sp>
            <p:nvSpPr>
              <p:cNvPr id="18" name="ZoneTexte 14">
                <a:extLst>
                  <a:ext uri="{FF2B5EF4-FFF2-40B4-BE49-F238E27FC236}">
                    <a16:creationId xmlns:a16="http://schemas.microsoft.com/office/drawing/2014/main" id="{3D253179-311F-A9BB-60A3-4AF1C513B078}"/>
                  </a:ext>
                </a:extLst>
              </p:cNvPr>
              <p:cNvSpPr txBox="1"/>
              <p:nvPr/>
            </p:nvSpPr>
            <p:spPr>
              <a:xfrm rot="10800000">
                <a:off x="5777720" y="3071726"/>
                <a:ext cx="369332" cy="1785104"/>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Poppins"/>
                    <a:ea typeface="+mn-ea"/>
                    <a:cs typeface="+mn-cs"/>
                  </a:rPr>
                  <a:t>Strategic Importance</a:t>
                </a:r>
              </a:p>
            </p:txBody>
          </p:sp>
          <p:sp>
            <p:nvSpPr>
              <p:cNvPr id="19" name="TextBox 18">
                <a:extLst>
                  <a:ext uri="{FF2B5EF4-FFF2-40B4-BE49-F238E27FC236}">
                    <a16:creationId xmlns:a16="http://schemas.microsoft.com/office/drawing/2014/main" id="{2B046958-EBC8-BC53-32C9-93E44B6277A7}"/>
                  </a:ext>
                </a:extLst>
              </p:cNvPr>
              <p:cNvSpPr txBox="1"/>
              <p:nvPr/>
            </p:nvSpPr>
            <p:spPr>
              <a:xfrm rot="16200000">
                <a:off x="6122391" y="3064126"/>
                <a:ext cx="790601"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High Priority</a:t>
                </a:r>
              </a:p>
            </p:txBody>
          </p:sp>
          <p:sp>
            <p:nvSpPr>
              <p:cNvPr id="20" name="TextBox 19">
                <a:extLst>
                  <a:ext uri="{FF2B5EF4-FFF2-40B4-BE49-F238E27FC236}">
                    <a16:creationId xmlns:a16="http://schemas.microsoft.com/office/drawing/2014/main" id="{5EFE3AE1-CA92-F504-2136-6D5E86A3ED88}"/>
                  </a:ext>
                </a:extLst>
              </p:cNvPr>
              <p:cNvSpPr txBox="1"/>
              <p:nvPr/>
            </p:nvSpPr>
            <p:spPr>
              <a:xfrm>
                <a:off x="6489403" y="4984195"/>
                <a:ext cx="1348446"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(Long-term i.e., 2028+)</a:t>
                </a:r>
              </a:p>
            </p:txBody>
          </p:sp>
          <p:sp>
            <p:nvSpPr>
              <p:cNvPr id="21" name="TextBox 20">
                <a:extLst>
                  <a:ext uri="{FF2B5EF4-FFF2-40B4-BE49-F238E27FC236}">
                    <a16:creationId xmlns:a16="http://schemas.microsoft.com/office/drawing/2014/main" id="{0B0F6F1E-67FC-E224-4A8A-FE89DD0ED5C3}"/>
                  </a:ext>
                </a:extLst>
              </p:cNvPr>
              <p:cNvSpPr txBox="1"/>
              <p:nvPr/>
            </p:nvSpPr>
            <p:spPr>
              <a:xfrm>
                <a:off x="7964194" y="4984195"/>
                <a:ext cx="1745251" cy="307777"/>
              </a:xfrm>
              <a:prstGeom prst="rect">
                <a:avLst/>
              </a:prstGeom>
              <a:noFill/>
            </p:spPr>
            <p:txBody>
              <a:bodyPr wrap="squar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(Medium-term i.e., 2027-2028)</a:t>
                </a:r>
              </a:p>
            </p:txBody>
          </p:sp>
          <p:sp>
            <p:nvSpPr>
              <p:cNvPr id="22" name="TextBox 21">
                <a:extLst>
                  <a:ext uri="{FF2B5EF4-FFF2-40B4-BE49-F238E27FC236}">
                    <a16:creationId xmlns:a16="http://schemas.microsoft.com/office/drawing/2014/main" id="{75865E12-80E4-0061-9C98-E13B9EB1A984}"/>
                  </a:ext>
                </a:extLst>
              </p:cNvPr>
              <p:cNvSpPr txBox="1"/>
              <p:nvPr/>
            </p:nvSpPr>
            <p:spPr>
              <a:xfrm>
                <a:off x="9709445" y="4984195"/>
                <a:ext cx="1604927" cy="307777"/>
              </a:xfrm>
              <a:prstGeom prst="rect">
                <a:avLst/>
              </a:prstGeom>
              <a:noFill/>
            </p:spPr>
            <p:txBody>
              <a:bodyPr wrap="none" lIns="91440" tIns="91440" rIns="91440" bIns="9144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Poppins"/>
                    <a:ea typeface="+mn-ea"/>
                    <a:cs typeface="+mn-cs"/>
                  </a:rPr>
                  <a:t>(Short-term i.e., 2025-2026)</a:t>
                </a:r>
              </a:p>
            </p:txBody>
          </p:sp>
          <p:sp>
            <p:nvSpPr>
              <p:cNvPr id="23" name="TextBox 22">
                <a:extLst>
                  <a:ext uri="{FF2B5EF4-FFF2-40B4-BE49-F238E27FC236}">
                    <a16:creationId xmlns:a16="http://schemas.microsoft.com/office/drawing/2014/main" id="{D7F96613-78FD-C215-FDCC-F7B2A27330F2}"/>
                  </a:ext>
                </a:extLst>
              </p:cNvPr>
              <p:cNvSpPr txBox="1"/>
              <p:nvPr/>
            </p:nvSpPr>
            <p:spPr>
              <a:xfrm rot="16200000">
                <a:off x="6028615" y="4431379"/>
                <a:ext cx="978153" cy="307777"/>
              </a:xfrm>
              <a:prstGeom prst="rect">
                <a:avLst/>
              </a:prstGeom>
              <a:noFill/>
            </p:spPr>
            <p:txBody>
              <a:bodyPr wrap="non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Poppins"/>
                    <a:ea typeface="+mn-ea"/>
                    <a:cs typeface="+mn-cs"/>
                  </a:rPr>
                  <a:t>Medium Priority</a:t>
                </a:r>
              </a:p>
            </p:txBody>
          </p:sp>
        </p:grpSp>
        <p:sp>
          <p:nvSpPr>
            <p:cNvPr id="7" name="ZoneTexte 14">
              <a:extLst>
                <a:ext uri="{FF2B5EF4-FFF2-40B4-BE49-F238E27FC236}">
                  <a16:creationId xmlns:a16="http://schemas.microsoft.com/office/drawing/2014/main" id="{4401D4C9-F5E7-CC29-25EF-36B383A4A56C}"/>
                </a:ext>
              </a:extLst>
            </p:cNvPr>
            <p:cNvSpPr txBox="1"/>
            <p:nvPr/>
          </p:nvSpPr>
          <p:spPr>
            <a:xfrm rot="16200000">
              <a:off x="2994024" y="1050896"/>
              <a:ext cx="430887" cy="2173031"/>
            </a:xfrm>
            <a:prstGeom prst="rect">
              <a:avLst/>
            </a:prstGeom>
            <a:solidFill>
              <a:schemeClr val="bg1"/>
            </a:solidFill>
          </p:spPr>
          <p:txBody>
            <a:bodyPr vert="eaVert"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000000"/>
                  </a:solidFill>
                  <a:effectLst/>
                  <a:uLnTx/>
                  <a:uFillTx/>
                  <a:latin typeface="Poppins"/>
                  <a:ea typeface="+mn-ea"/>
                  <a:cs typeface="+mn-cs"/>
                </a:rPr>
                <a:t>Prioritization Matrix</a:t>
              </a:r>
            </a:p>
          </p:txBody>
        </p:sp>
      </p:grpSp>
      <p:sp>
        <p:nvSpPr>
          <p:cNvPr id="25" name="Rectangle 24">
            <a:extLst>
              <a:ext uri="{FF2B5EF4-FFF2-40B4-BE49-F238E27FC236}">
                <a16:creationId xmlns:a16="http://schemas.microsoft.com/office/drawing/2014/main" id="{578EC443-0BDE-82F7-5AD5-BBE72DBCB408}"/>
              </a:ext>
            </a:extLst>
          </p:cNvPr>
          <p:cNvSpPr/>
          <p:nvPr/>
        </p:nvSpPr>
        <p:spPr>
          <a:xfrm>
            <a:off x="5005897" y="2485781"/>
            <a:ext cx="435232" cy="2476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b="1">
                <a:solidFill>
                  <a:srgbClr val="FFFFFF"/>
                </a:solidFill>
                <a:latin typeface="Poppins"/>
              </a:rPr>
              <a:t>13</a:t>
            </a:r>
            <a:endParaRPr kumimoji="0" lang="en-GB" sz="1800" b="1" i="0" u="none" strike="noStrike" kern="1200" cap="none" spc="0" normalizeH="0" baseline="0" noProof="0">
              <a:ln>
                <a:noFill/>
              </a:ln>
              <a:solidFill>
                <a:srgbClr val="FFFFFF"/>
              </a:solidFill>
              <a:effectLst/>
              <a:uLnTx/>
              <a:uFillTx/>
              <a:latin typeface="Poppins"/>
              <a:ea typeface="+mn-ea"/>
              <a:cs typeface="+mn-cs"/>
            </a:endParaRPr>
          </a:p>
        </p:txBody>
      </p:sp>
      <p:grpSp>
        <p:nvGrpSpPr>
          <p:cNvPr id="27" name="Group 26">
            <a:extLst>
              <a:ext uri="{FF2B5EF4-FFF2-40B4-BE49-F238E27FC236}">
                <a16:creationId xmlns:a16="http://schemas.microsoft.com/office/drawing/2014/main" id="{71B1A5CA-A749-8EC0-3751-E26C485E69AB}"/>
              </a:ext>
            </a:extLst>
          </p:cNvPr>
          <p:cNvGrpSpPr/>
          <p:nvPr/>
        </p:nvGrpSpPr>
        <p:grpSpPr>
          <a:xfrm>
            <a:off x="360235" y="5515140"/>
            <a:ext cx="5448125" cy="538609"/>
            <a:chOff x="9702263" y="10164"/>
            <a:chExt cx="5601684" cy="538609"/>
          </a:xfrm>
        </p:grpSpPr>
        <p:sp>
          <p:nvSpPr>
            <p:cNvPr id="28" name="TextBox 27">
              <a:extLst>
                <a:ext uri="{FF2B5EF4-FFF2-40B4-BE49-F238E27FC236}">
                  <a16:creationId xmlns:a16="http://schemas.microsoft.com/office/drawing/2014/main" id="{2A77FD43-8049-F034-41C7-474A78B911EA}"/>
                </a:ext>
              </a:extLst>
            </p:cNvPr>
            <p:cNvSpPr txBox="1"/>
            <p:nvPr/>
          </p:nvSpPr>
          <p:spPr>
            <a:xfrm>
              <a:off x="9702263" y="10164"/>
              <a:ext cx="5601684"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p>
            <a:p>
              <a:pPr marL="0" marR="0" lvl="0" indent="0" algn="l" defTabSz="457200" rtl="0" eaLnBrk="1" fontAlgn="auto" latinLnBrk="0" hangingPunct="1">
                <a:lnSpc>
                  <a:spcPct val="100000"/>
                </a:lnSpc>
                <a:spcBef>
                  <a:spcPts val="0"/>
                </a:spcBef>
                <a:spcAft>
                  <a:spcPts val="100"/>
                </a:spcAft>
                <a:buClrTx/>
                <a:buSzTx/>
                <a:buFontTx/>
                <a:buNone/>
                <a:tabLs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kumimoji="0" lang="en-US" sz="900" b="0" i="0" u="none" strike="noStrike" kern="1200" cap="none" spc="0" normalizeH="0" baseline="0" noProof="0">
                  <a:ln>
                    <a:noFill/>
                  </a:ln>
                  <a:solidFill>
                    <a:srgbClr val="000000"/>
                  </a:solidFill>
                  <a:effectLst/>
                  <a:uLnTx/>
                  <a:uFillTx/>
                  <a:latin typeface="Poppins"/>
                  <a:ea typeface="+mn-ea"/>
                  <a:cs typeface="+mn-cs"/>
                </a:rPr>
                <a:t>Extensive Stage SCLC Gaps</a:t>
              </a:r>
            </a:p>
          </p:txBody>
        </p:sp>
        <p:sp>
          <p:nvSpPr>
            <p:cNvPr id="29" name="Rectangle 28">
              <a:extLst>
                <a:ext uri="{FF2B5EF4-FFF2-40B4-BE49-F238E27FC236}">
                  <a16:creationId xmlns:a16="http://schemas.microsoft.com/office/drawing/2014/main" id="{0C872EE9-F4E3-FDBC-760D-948660BC34EE}"/>
                </a:ext>
              </a:extLst>
            </p:cNvPr>
            <p:cNvSpPr/>
            <p:nvPr/>
          </p:nvSpPr>
          <p:spPr>
            <a:xfrm>
              <a:off x="10093327" y="327569"/>
              <a:ext cx="127734" cy="103786"/>
            </a:xfrm>
            <a:prstGeom prst="rect">
              <a:avLst/>
            </a:prstGeom>
            <a:solidFill>
              <a:schemeClr val="accent6">
                <a:lumMod val="7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grpSp>
        <p:nvGrpSpPr>
          <p:cNvPr id="63" name="Group 62">
            <a:extLst>
              <a:ext uri="{FF2B5EF4-FFF2-40B4-BE49-F238E27FC236}">
                <a16:creationId xmlns:a16="http://schemas.microsoft.com/office/drawing/2014/main" id="{1E4A0D74-EC04-0D26-7C4D-53D15FC5E85B}"/>
              </a:ext>
            </a:extLst>
          </p:cNvPr>
          <p:cNvGrpSpPr/>
          <p:nvPr/>
        </p:nvGrpSpPr>
        <p:grpSpPr>
          <a:xfrm>
            <a:off x="6769317" y="3190343"/>
            <a:ext cx="614670" cy="393192"/>
            <a:chOff x="746675" y="2777898"/>
            <a:chExt cx="424997" cy="291463"/>
          </a:xfrm>
        </p:grpSpPr>
        <p:pic>
          <p:nvPicPr>
            <p:cNvPr id="64" name="Graphic 63">
              <a:extLst>
                <a:ext uri="{FF2B5EF4-FFF2-40B4-BE49-F238E27FC236}">
                  <a16:creationId xmlns:a16="http://schemas.microsoft.com/office/drawing/2014/main" id="{C0C1B4EB-9376-B73D-B1A2-CB5ED3524BC0}"/>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46675" y="2777898"/>
              <a:ext cx="271862" cy="291463"/>
            </a:xfrm>
            <a:prstGeom prst="rect">
              <a:avLst/>
            </a:prstGeom>
          </p:spPr>
        </p:pic>
        <p:pic>
          <p:nvPicPr>
            <p:cNvPr id="65" name="Picture 64" descr="A blue circle with yellow stars in center&#10;&#10;Description automatically generated">
              <a:extLst>
                <a:ext uri="{FF2B5EF4-FFF2-40B4-BE49-F238E27FC236}">
                  <a16:creationId xmlns:a16="http://schemas.microsoft.com/office/drawing/2014/main" id="{8A2F8453-7B0E-18F9-A682-6A0F5C1967A8}"/>
                </a:ext>
              </a:extLst>
            </p:cNvPr>
            <p:cNvPicPr>
              <a:picLocks noChangeAspect="1"/>
            </p:cNvPicPr>
            <p:nvPr/>
          </p:nvPicPr>
          <p:blipFill>
            <a:blip r:embed="rId7"/>
            <a:stretch>
              <a:fillRect/>
            </a:stretch>
          </p:blipFill>
          <p:spPr>
            <a:xfrm>
              <a:off x="914100" y="2794844"/>
              <a:ext cx="257572" cy="257572"/>
            </a:xfrm>
            <a:prstGeom prst="rect">
              <a:avLst/>
            </a:prstGeom>
            <a:ln>
              <a:noFill/>
            </a:ln>
          </p:spPr>
        </p:pic>
      </p:grpSp>
      <p:pic>
        <p:nvPicPr>
          <p:cNvPr id="68" name="Graphic 67">
            <a:extLst>
              <a:ext uri="{FF2B5EF4-FFF2-40B4-BE49-F238E27FC236}">
                <a16:creationId xmlns:a16="http://schemas.microsoft.com/office/drawing/2014/main" id="{6B49FF5F-7640-553F-5D9B-726ADE26D472}"/>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880056" y="3863893"/>
            <a:ext cx="393192" cy="393192"/>
          </a:xfrm>
          <a:prstGeom prst="rect">
            <a:avLst/>
          </a:prstGeom>
        </p:spPr>
      </p:pic>
      <p:sp>
        <p:nvSpPr>
          <p:cNvPr id="72" name="Rectangle 71">
            <a:extLst>
              <a:ext uri="{FF2B5EF4-FFF2-40B4-BE49-F238E27FC236}">
                <a16:creationId xmlns:a16="http://schemas.microsoft.com/office/drawing/2014/main" id="{EA05FF74-DBEE-DBB0-5A6E-4DF3F596EB29}"/>
              </a:ext>
            </a:extLst>
          </p:cNvPr>
          <p:cNvSpPr/>
          <p:nvPr/>
        </p:nvSpPr>
        <p:spPr>
          <a:xfrm>
            <a:off x="5005897" y="2836417"/>
            <a:ext cx="435232" cy="24765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Poppins"/>
                <a:ea typeface="+mn-ea"/>
                <a:cs typeface="+mn-cs"/>
              </a:rPr>
              <a:t>14</a:t>
            </a:r>
          </a:p>
        </p:txBody>
      </p:sp>
      <p:sp>
        <p:nvSpPr>
          <p:cNvPr id="4" name="Footer Placeholder 3">
            <a:extLst>
              <a:ext uri="{FF2B5EF4-FFF2-40B4-BE49-F238E27FC236}">
                <a16:creationId xmlns:a16="http://schemas.microsoft.com/office/drawing/2014/main" id="{9B1E447A-534E-C7A5-1004-3468C6DD0848}"/>
              </a:ext>
            </a:extLst>
          </p:cNvPr>
          <p:cNvSpPr>
            <a:spLocks noGrp="1"/>
          </p:cNvSpPr>
          <p:nvPr>
            <p:ph type="ftr" sz="quarter" idx="10"/>
          </p:nvPr>
        </p:nvSpPr>
        <p:spPr>
          <a:xfrm>
            <a:off x="358337" y="6227807"/>
            <a:ext cx="7909560" cy="365760"/>
          </a:xfrm>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Note: 1. Key markets for each gap were determined based on materials audit, interview discussions and related pre-work, and insights gathered during the two-day workshops</a:t>
            </a:r>
          </a:p>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Abbreviations: ES-SCLC: Extensive-Stage Small Cell Lung Cancer; mets: Metastases; OS: Overall Survival;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iPFS</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a:t>
            </a:r>
            <a:r>
              <a:rPr kumimoji="0" lang="en-US" sz="700" b="0" i="0" u="none" strike="noStrike" kern="1200" cap="none" spc="0" normalizeH="0" baseline="0" noProof="0" err="1">
                <a:ln>
                  <a:noFill/>
                </a:ln>
                <a:solidFill>
                  <a:srgbClr val="000000">
                    <a:lumMod val="65000"/>
                    <a:lumOff val="35000"/>
                  </a:srgbClr>
                </a:solidFill>
                <a:effectLst/>
                <a:uLnTx/>
                <a:uFillTx/>
                <a:latin typeface="Poppins"/>
                <a:ea typeface="+mn-ea"/>
                <a:cs typeface="+mn-cs"/>
              </a:rPr>
              <a:t>Intraranial</a:t>
            </a:r>
            <a:r>
              <a:rPr kumimoji="0" lang="en-US" sz="700" b="0" i="0" u="none" strike="noStrike" kern="1200" cap="none" spc="0" normalizeH="0" baseline="0" noProof="0">
                <a:ln>
                  <a:noFill/>
                </a:ln>
                <a:solidFill>
                  <a:srgbClr val="000000">
                    <a:lumMod val="65000"/>
                    <a:lumOff val="35000"/>
                  </a:srgbClr>
                </a:solidFill>
                <a:effectLst/>
                <a:uLnTx/>
                <a:uFillTx/>
                <a:latin typeface="Poppins"/>
                <a:ea typeface="+mn-ea"/>
                <a:cs typeface="+mn-cs"/>
              </a:rPr>
              <a:t>) Progression Free Survival; RW: Real-World; PR / CR: Partial / Complete Response</a:t>
            </a:r>
          </a:p>
        </p:txBody>
      </p:sp>
      <p:grpSp>
        <p:nvGrpSpPr>
          <p:cNvPr id="26" name="Group 25">
            <a:extLst>
              <a:ext uri="{FF2B5EF4-FFF2-40B4-BE49-F238E27FC236}">
                <a16:creationId xmlns:a16="http://schemas.microsoft.com/office/drawing/2014/main" id="{F49D937A-A37A-D917-CD53-D26A63C1A00C}"/>
              </a:ext>
            </a:extLst>
          </p:cNvPr>
          <p:cNvGrpSpPr/>
          <p:nvPr/>
        </p:nvGrpSpPr>
        <p:grpSpPr>
          <a:xfrm>
            <a:off x="-9526" y="-7584"/>
            <a:ext cx="11815014" cy="180000"/>
            <a:chOff x="-9526" y="-7584"/>
            <a:chExt cx="11815014" cy="180000"/>
          </a:xfrm>
        </p:grpSpPr>
        <p:sp>
          <p:nvSpPr>
            <p:cNvPr id="30" name="Rectangle 29">
              <a:extLst>
                <a:ext uri="{FF2B5EF4-FFF2-40B4-BE49-F238E27FC236}">
                  <a16:creationId xmlns:a16="http://schemas.microsoft.com/office/drawing/2014/main" id="{ED3E8E18-3C61-38CC-426C-0F7D4607CC83}"/>
                </a:ext>
              </a:extLst>
            </p:cNvPr>
            <p:cNvSpPr/>
            <p:nvPr/>
          </p:nvSpPr>
          <p:spPr>
            <a:xfrm>
              <a:off x="-9526" y="-7584"/>
              <a:ext cx="2045850" cy="180000"/>
            </a:xfrm>
            <a:prstGeom prst="rect">
              <a:avLst/>
            </a:prstGeom>
            <a:solidFill>
              <a:srgbClr val="B058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31" name="Arrow: Pentagon 30">
              <a:extLst>
                <a:ext uri="{FF2B5EF4-FFF2-40B4-BE49-F238E27FC236}">
                  <a16:creationId xmlns:a16="http://schemas.microsoft.com/office/drawing/2014/main" id="{7FA91EFD-E377-BFA8-E2AB-1DF033CE3310}"/>
                </a:ext>
              </a:extLst>
            </p:cNvPr>
            <p:cNvSpPr/>
            <p:nvPr/>
          </p:nvSpPr>
          <p:spPr>
            <a:xfrm>
              <a:off x="2036324" y="-7584"/>
              <a:ext cx="2592000" cy="180000"/>
            </a:xfrm>
            <a:prstGeom prst="homePlate">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32" name="Arrow: Chevron 31">
              <a:extLst>
                <a:ext uri="{FF2B5EF4-FFF2-40B4-BE49-F238E27FC236}">
                  <a16:creationId xmlns:a16="http://schemas.microsoft.com/office/drawing/2014/main" id="{C427F834-147D-1482-5100-A4D157B58580}"/>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33" name="Arrow: Chevron 32">
              <a:extLst>
                <a:ext uri="{FF2B5EF4-FFF2-40B4-BE49-F238E27FC236}">
                  <a16:creationId xmlns:a16="http://schemas.microsoft.com/office/drawing/2014/main" id="{1955F8DE-1718-3214-8093-A6455D3641EC}"/>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4" name="Arrow: Chevron 33">
              <a:extLst>
                <a:ext uri="{FF2B5EF4-FFF2-40B4-BE49-F238E27FC236}">
                  <a16:creationId xmlns:a16="http://schemas.microsoft.com/office/drawing/2014/main" id="{08A6910F-2E3D-5E21-D496-C55295073719}"/>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14007999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59F87-D7AD-0AE7-E721-DD7158F1838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087A220-5378-6E3A-8EE3-50ABDAE8D19B}"/>
              </a:ext>
            </a:extLst>
          </p:cNvPr>
          <p:cNvGraphicFramePr>
            <a:graphicFrameLocks noChangeAspect="1"/>
          </p:cNvGraphicFramePr>
          <p:nvPr>
            <p:custDataLst>
              <p:tags r:id="rId1"/>
            </p:custDataLst>
            <p:extLst>
              <p:ext uri="{D42A27DB-BD31-4B8C-83A1-F6EECF244321}">
                <p14:modId xmlns:p14="http://schemas.microsoft.com/office/powerpoint/2010/main" val="14334692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F087A220-5378-6E3A-8EE3-50ABDAE8D1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05CF28A-C97A-A19E-85E3-28A27E9D6B79}"/>
              </a:ext>
            </a:extLst>
          </p:cNvPr>
          <p:cNvSpPr>
            <a:spLocks noGrp="1"/>
          </p:cNvSpPr>
          <p:nvPr>
            <p:ph type="title"/>
          </p:nvPr>
        </p:nvSpPr>
        <p:spPr>
          <a:xfrm>
            <a:off x="358337" y="271427"/>
            <a:ext cx="11470125" cy="369332"/>
          </a:xfrm>
        </p:spPr>
        <p:txBody>
          <a:bodyPr vert="horz"/>
          <a:lstStyle/>
          <a:p>
            <a:r>
              <a:rPr lang="en-US" sz="2400"/>
              <a:t>ESMO List of Evidence Gaps: Extensive Stage SCLC</a:t>
            </a:r>
          </a:p>
        </p:txBody>
      </p:sp>
      <p:graphicFrame>
        <p:nvGraphicFramePr>
          <p:cNvPr id="8" name="Table 7">
            <a:extLst>
              <a:ext uri="{FF2B5EF4-FFF2-40B4-BE49-F238E27FC236}">
                <a16:creationId xmlns:a16="http://schemas.microsoft.com/office/drawing/2014/main" id="{E5CB50E8-CFC9-A9EF-C64E-98ADB0698099}"/>
              </a:ext>
            </a:extLst>
          </p:cNvPr>
          <p:cNvGraphicFramePr>
            <a:graphicFrameLocks noGrp="1"/>
          </p:cNvGraphicFramePr>
          <p:nvPr>
            <p:extLst>
              <p:ext uri="{D42A27DB-BD31-4B8C-83A1-F6EECF244321}">
                <p14:modId xmlns:p14="http://schemas.microsoft.com/office/powerpoint/2010/main" val="1807004031"/>
              </p:ext>
            </p:extLst>
          </p:nvPr>
        </p:nvGraphicFramePr>
        <p:xfrm>
          <a:off x="358337" y="1376891"/>
          <a:ext cx="11470123" cy="1008000"/>
        </p:xfrm>
        <a:graphic>
          <a:graphicData uri="http://schemas.openxmlformats.org/drawingml/2006/table">
            <a:tbl>
              <a:tblPr firstRow="1" bandRow="1">
                <a:tableStyleId>{073A0DAA-6AF3-43AB-8588-CEC1D06C72B9}</a:tableStyleId>
              </a:tblPr>
              <a:tblGrid>
                <a:gridCol w="952393">
                  <a:extLst>
                    <a:ext uri="{9D8B030D-6E8A-4147-A177-3AD203B41FA5}">
                      <a16:colId xmlns:a16="http://schemas.microsoft.com/office/drawing/2014/main" val="4274197813"/>
                    </a:ext>
                  </a:extLst>
                </a:gridCol>
                <a:gridCol w="7536326">
                  <a:extLst>
                    <a:ext uri="{9D8B030D-6E8A-4147-A177-3AD203B41FA5}">
                      <a16:colId xmlns:a16="http://schemas.microsoft.com/office/drawing/2014/main" val="3409405350"/>
                    </a:ext>
                  </a:extLst>
                </a:gridCol>
                <a:gridCol w="1490702">
                  <a:extLst>
                    <a:ext uri="{9D8B030D-6E8A-4147-A177-3AD203B41FA5}">
                      <a16:colId xmlns:a16="http://schemas.microsoft.com/office/drawing/2014/main" val="3980878870"/>
                    </a:ext>
                  </a:extLst>
                </a:gridCol>
                <a:gridCol w="1490702">
                  <a:extLst>
                    <a:ext uri="{9D8B030D-6E8A-4147-A177-3AD203B41FA5}">
                      <a16:colId xmlns:a16="http://schemas.microsoft.com/office/drawing/2014/main" val="468674842"/>
                    </a:ext>
                  </a:extLst>
                </a:gridCol>
              </a:tblGrid>
              <a:tr h="28800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Extensive Stage SCLC</a:t>
                      </a:r>
                      <a:endParaRPr lang="en-US" sz="1200" b="1" i="1">
                        <a:solidFill>
                          <a:schemeClr val="bg1"/>
                        </a:solidFill>
                      </a:endParaRPr>
                    </a:p>
                  </a:txBody>
                  <a:tcPr anchor="ctr">
                    <a:solidFill>
                      <a:schemeClr val="accent6">
                        <a:lumMod val="75000"/>
                      </a:schemeClr>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chemeClr val="accent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chemeClr val="accent6">
                        <a:lumMod val="75000"/>
                      </a:schemeClr>
                    </a:solidFill>
                  </a:tcPr>
                </a:tc>
                <a:extLst>
                  <a:ext uri="{0D108BD9-81ED-4DB2-BD59-A6C34878D82A}">
                    <a16:rowId xmlns:a16="http://schemas.microsoft.com/office/drawing/2014/main" val="933506041"/>
                  </a:ext>
                </a:extLst>
              </a:tr>
              <a:tr h="28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Markets</a:t>
                      </a:r>
                      <a:endParaRPr lang="en-GB" sz="1200" b="1" i="0" kern="1200">
                        <a:solidFill>
                          <a:schemeClr val="bg1"/>
                        </a:solidFill>
                        <a:latin typeface="+mn-lt"/>
                        <a:ea typeface="+mn-ea"/>
                        <a:cs typeface="+mn-cs"/>
                      </a:endParaRPr>
                    </a:p>
                  </a:txBody>
                  <a:tcPr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ESMO Gaps (Non-Exhaustive)*</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p>
                  </a:txBody>
                  <a:tcPr anchor="ctr">
                    <a:solidFill>
                      <a:schemeClr val="accent6">
                        <a:lumMod val="75000"/>
                      </a:schemeClr>
                    </a:solidFill>
                  </a:tcPr>
                </a:tc>
                <a:extLst>
                  <a:ext uri="{0D108BD9-81ED-4DB2-BD59-A6C34878D82A}">
                    <a16:rowId xmlns:a16="http://schemas.microsoft.com/office/drawing/2014/main" val="1667024452"/>
                  </a:ext>
                </a:extLst>
              </a:tr>
              <a:tr h="432000">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a:solidFill>
                            <a:sysClr val="windowText" lastClr="000000"/>
                          </a:solidFill>
                          <a:latin typeface="+mn-lt"/>
                        </a:rPr>
                        <a:t>Need for exploratory data </a:t>
                      </a:r>
                      <a:r>
                        <a:rPr lang="en-US" sz="1000" b="0">
                          <a:solidFill>
                            <a:sysClr val="windowText" lastClr="000000"/>
                          </a:solidFill>
                          <a:latin typeface="+mn-lt"/>
                        </a:rPr>
                        <a:t>on PD-L1 or TMB-based enrichment strategies</a:t>
                      </a:r>
                    </a:p>
                  </a:txBody>
                  <a:tcPr marL="10800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At-Close or Near-Close</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S:4</a:t>
                      </a:r>
                    </a:p>
                  </a:txBody>
                  <a:tcPr anchor="ctr">
                    <a:solidFill>
                      <a:srgbClr val="E7E7E7"/>
                    </a:solidFill>
                  </a:tcPr>
                </a:tc>
                <a:extLst>
                  <a:ext uri="{0D108BD9-81ED-4DB2-BD59-A6C34878D82A}">
                    <a16:rowId xmlns:a16="http://schemas.microsoft.com/office/drawing/2014/main" val="145713688"/>
                  </a:ext>
                </a:extLst>
              </a:tr>
            </a:tbl>
          </a:graphicData>
        </a:graphic>
      </p:graphicFrame>
      <p:pic>
        <p:nvPicPr>
          <p:cNvPr id="70" name="Picture 2" descr="European Society for Medical Oncology (ESMO) - YouTube">
            <a:extLst>
              <a:ext uri="{FF2B5EF4-FFF2-40B4-BE49-F238E27FC236}">
                <a16:creationId xmlns:a16="http://schemas.microsoft.com/office/drawing/2014/main" id="{04EE41DC-0573-5114-39A1-F97F6B7B43E0}"/>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bwMode="auto">
          <a:xfrm>
            <a:off x="8236128" y="2139129"/>
            <a:ext cx="479885" cy="177750"/>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Group 73">
            <a:extLst>
              <a:ext uri="{FF2B5EF4-FFF2-40B4-BE49-F238E27FC236}">
                <a16:creationId xmlns:a16="http://schemas.microsoft.com/office/drawing/2014/main" id="{3F84E7C0-10EE-021C-6C1B-96C283A17ACD}"/>
              </a:ext>
            </a:extLst>
          </p:cNvPr>
          <p:cNvGrpSpPr/>
          <p:nvPr/>
        </p:nvGrpSpPr>
        <p:grpSpPr>
          <a:xfrm>
            <a:off x="8699856" y="910976"/>
            <a:ext cx="3142481" cy="323165"/>
            <a:chOff x="6459941" y="619466"/>
            <a:chExt cx="3142481" cy="323165"/>
          </a:xfrm>
        </p:grpSpPr>
        <p:sp>
          <p:nvSpPr>
            <p:cNvPr id="77" name="TextBox 76">
              <a:extLst>
                <a:ext uri="{FF2B5EF4-FFF2-40B4-BE49-F238E27FC236}">
                  <a16:creationId xmlns:a16="http://schemas.microsoft.com/office/drawing/2014/main" id="{DDE6E260-56C6-E588-2CB9-0A450BC53544}"/>
                </a:ext>
              </a:extLst>
            </p:cNvPr>
            <p:cNvSpPr txBox="1"/>
            <p:nvPr/>
          </p:nvSpPr>
          <p:spPr>
            <a:xfrm>
              <a:off x="6459941" y="619466"/>
              <a:ext cx="314248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r>
                <a:rPr kumimoji="0" lang="en-US" sz="900" b="0" i="0" u="none" strike="noStrike" kern="1200" cap="none" spc="0" normalizeH="0" baseline="0" noProof="0">
                  <a:ln>
                    <a:noFill/>
                  </a:ln>
                  <a:solidFill>
                    <a:srgbClr val="000000"/>
                  </a:solidFill>
                  <a:effectLst/>
                  <a:uLnTx/>
                  <a:uFillTx/>
                  <a:latin typeface="Poppins"/>
                  <a:ea typeface="+mn-ea"/>
                  <a:cs typeface="+mn-cs"/>
                </a:rPr>
                <a:t>Gap originated at ESMO (Sept ’24)</a:t>
              </a:r>
            </a:p>
          </p:txBody>
        </p:sp>
        <p:pic>
          <p:nvPicPr>
            <p:cNvPr id="76" name="Picture 2" descr="European Society for Medical Oncology (ESMO) - YouTube">
              <a:extLst>
                <a:ext uri="{FF2B5EF4-FFF2-40B4-BE49-F238E27FC236}">
                  <a16:creationId xmlns:a16="http://schemas.microsoft.com/office/drawing/2014/main" id="{87AE3EA1-E2FF-F929-4009-085A4FABE798}"/>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bwMode="auto">
            <a:xfrm>
              <a:off x="7063295" y="696165"/>
              <a:ext cx="396000" cy="146680"/>
            </a:xfrm>
            <a:prstGeom prst="rect">
              <a:avLst/>
            </a:prstGeom>
            <a:noFill/>
            <a:extLst>
              <a:ext uri="{909E8E84-426E-40DD-AFC4-6F175D3DCCD1}">
                <a14:hiddenFill xmlns:a14="http://schemas.microsoft.com/office/drawing/2010/main">
                  <a:solidFill>
                    <a:srgbClr val="FFFFFF"/>
                  </a:solidFill>
                </a14:hiddenFill>
              </a:ext>
            </a:extLst>
          </p:spPr>
        </p:pic>
      </p:grpSp>
      <p:pic>
        <p:nvPicPr>
          <p:cNvPr id="42" name="Graphic 41">
            <a:extLst>
              <a:ext uri="{FF2B5EF4-FFF2-40B4-BE49-F238E27FC236}">
                <a16:creationId xmlns:a16="http://schemas.microsoft.com/office/drawing/2014/main" id="{523682B4-E237-0B0B-5998-D3FA749894A9}"/>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672333" y="2014151"/>
            <a:ext cx="295064" cy="295064"/>
          </a:xfrm>
          <a:prstGeom prst="rect">
            <a:avLst/>
          </a:prstGeom>
        </p:spPr>
      </p:pic>
      <p:sp>
        <p:nvSpPr>
          <p:cNvPr id="11" name="Speech Bubble: Rectangle 10">
            <a:extLst>
              <a:ext uri="{FF2B5EF4-FFF2-40B4-BE49-F238E27FC236}">
                <a16:creationId xmlns:a16="http://schemas.microsoft.com/office/drawing/2014/main" id="{FF0FFE6B-9D2D-86C8-8785-FE0EC8C8226B}"/>
              </a:ext>
            </a:extLst>
          </p:cNvPr>
          <p:cNvSpPr/>
          <p:nvPr/>
        </p:nvSpPr>
        <p:spPr>
          <a:xfrm>
            <a:off x="6496494" y="4030559"/>
            <a:ext cx="5345844" cy="1916465"/>
          </a:xfrm>
          <a:prstGeom prst="wedgeRectCallout">
            <a:avLst>
              <a:gd name="adj1" fmla="val 25579"/>
              <a:gd name="adj2" fmla="val -7642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a:solidFill>
                  <a:schemeClr val="tx1"/>
                </a:solidFill>
              </a:rPr>
              <a:t>The “</a:t>
            </a:r>
            <a:r>
              <a:rPr lang="en-US" sz="1200" b="1">
                <a:solidFill>
                  <a:schemeClr val="tx1"/>
                </a:solidFill>
              </a:rPr>
              <a:t>Tactic Identifier</a:t>
            </a:r>
            <a:r>
              <a:rPr lang="en-US" sz="1200">
                <a:solidFill>
                  <a:schemeClr val="tx1"/>
                </a:solidFill>
              </a:rPr>
              <a:t>” is a numbering system that corresponds all evidence generation activities (ongoing/planned) as specified in the following documents: HEOR publications, PRO publications, and post-hoc analysis proposal trackers.</a:t>
            </a:r>
          </a:p>
          <a:p>
            <a:endParaRPr lang="en-US" sz="1200">
              <a:solidFill>
                <a:schemeClr val="tx1"/>
              </a:solidFill>
            </a:endParaRPr>
          </a:p>
          <a:p>
            <a:r>
              <a:rPr lang="en-US" sz="1200">
                <a:solidFill>
                  <a:schemeClr val="tx1"/>
                </a:solidFill>
              </a:rPr>
              <a:t>Ongoing/planned evidence generation activities (with tactic identifiers) are found in the Appendix section.</a:t>
            </a:r>
          </a:p>
        </p:txBody>
      </p:sp>
      <p:sp>
        <p:nvSpPr>
          <p:cNvPr id="17" name="Rectangle 16">
            <a:extLst>
              <a:ext uri="{FF2B5EF4-FFF2-40B4-BE49-F238E27FC236}">
                <a16:creationId xmlns:a16="http://schemas.microsoft.com/office/drawing/2014/main" id="{C6615E64-9501-5ABF-EDF5-A73750C7F5BF}"/>
              </a:ext>
            </a:extLst>
          </p:cNvPr>
          <p:cNvSpPr/>
          <p:nvPr/>
        </p:nvSpPr>
        <p:spPr>
          <a:xfrm>
            <a:off x="358338" y="4030559"/>
            <a:ext cx="5942534" cy="19164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Ins="45720" rtlCol="0" anchor="ctr">
            <a:normAutofit/>
          </a:bodyPr>
          <a:lstStyle/>
          <a:p>
            <a:r>
              <a:rPr lang="en-US" sz="1200" b="1">
                <a:solidFill>
                  <a:sysClr val="windowText" lastClr="000000"/>
                </a:solidFill>
              </a:rPr>
              <a:t>*ESMO Gaps</a:t>
            </a:r>
          </a:p>
          <a:p>
            <a:r>
              <a:rPr lang="en-US" sz="1200">
                <a:solidFill>
                  <a:sysClr val="windowText" lastClr="000000"/>
                </a:solidFill>
              </a:rPr>
              <a:t>This table highlights only those gaps identified at ESMO (Sept ‘24) that are classified as “At- or Near-Close” and therefore do not require further data generation efforts.</a:t>
            </a:r>
          </a:p>
          <a:p>
            <a:endParaRPr lang="en-US" sz="1200">
              <a:solidFill>
                <a:sysClr val="windowText" lastClr="000000"/>
              </a:solidFill>
            </a:endParaRPr>
          </a:p>
          <a:p>
            <a:r>
              <a:rPr lang="en-US" sz="1200">
                <a:solidFill>
                  <a:sysClr val="windowText" lastClr="000000"/>
                </a:solidFill>
              </a:rPr>
              <a:t>ESMO gaps that are “Not Addressed” yet are detailed in the subsequent slides.</a:t>
            </a:r>
          </a:p>
        </p:txBody>
      </p:sp>
      <p:pic>
        <p:nvPicPr>
          <p:cNvPr id="18" name="Graphic 17">
            <a:extLst>
              <a:ext uri="{FF2B5EF4-FFF2-40B4-BE49-F238E27FC236}">
                <a16:creationId xmlns:a16="http://schemas.microsoft.com/office/drawing/2014/main" id="{FCD57CAB-E673-22AA-A2D2-9C2059D866FD}"/>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488562" y="4344458"/>
            <a:ext cx="432000" cy="432000"/>
          </a:xfrm>
          <a:prstGeom prst="rect">
            <a:avLst/>
          </a:prstGeom>
        </p:spPr>
      </p:pic>
      <p:pic>
        <p:nvPicPr>
          <p:cNvPr id="19" name="Graphic 18">
            <a:extLst>
              <a:ext uri="{FF2B5EF4-FFF2-40B4-BE49-F238E27FC236}">
                <a16:creationId xmlns:a16="http://schemas.microsoft.com/office/drawing/2014/main" id="{2A97A698-A016-65B7-75A7-24D03268691A}"/>
              </a:ext>
            </a:extLst>
          </p:cNvPr>
          <p:cNvPicPr>
            <a:picLocks/>
          </p:cNvPicPr>
          <p:nvPr/>
        </p:nvPicPr>
        <p:blipFill>
          <a:blip r:embed="rId10">
            <a:extLst>
              <a:ext uri="{96DAC541-7B7A-43D3-8B79-37D633B846F1}">
                <asvg:svgBlip xmlns:asvg="http://schemas.microsoft.com/office/drawing/2016/SVG/main" r:embed="rId11"/>
              </a:ext>
            </a:extLst>
          </a:blip>
          <a:stretch>
            <a:fillRect/>
          </a:stretch>
        </p:blipFill>
        <p:spPr>
          <a:xfrm>
            <a:off x="6632169" y="4344458"/>
            <a:ext cx="432000" cy="432000"/>
          </a:xfrm>
          <a:prstGeom prst="rect">
            <a:avLst/>
          </a:prstGeom>
        </p:spPr>
      </p:pic>
      <p:sp>
        <p:nvSpPr>
          <p:cNvPr id="2" name="Footer Placeholder 3">
            <a:extLst>
              <a:ext uri="{FF2B5EF4-FFF2-40B4-BE49-F238E27FC236}">
                <a16:creationId xmlns:a16="http://schemas.microsoft.com/office/drawing/2014/main" id="{3074B5BE-E2A3-35C9-8C5A-D88A10C68E55}"/>
              </a:ext>
            </a:extLst>
          </p:cNvPr>
          <p:cNvSpPr txBox="1">
            <a:spLocks/>
          </p:cNvSpPr>
          <p:nvPr/>
        </p:nvSpPr>
        <p:spPr>
          <a:xfrm>
            <a:off x="358337" y="6359371"/>
            <a:ext cx="8409328"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Note: </a:t>
            </a:r>
            <a:r>
              <a:rPr lang="en-US" err="1"/>
              <a:t>CTx</a:t>
            </a:r>
            <a:r>
              <a:rPr lang="en-US"/>
              <a:t>: Chemotherapy; ES-SCLC: Extensive-Stage Small Cell Lung Cancer; HCP: Healthcare Professionals; HEOR: Health Economics Outcomes Research; IIT: Investigator Initiated Trial; KOL: Key Opinion Leaders; ORR: Overall Response Rate; OS: Overall Survival; PFS: Progression Free Survival; RWE: Real-World Evidence</a:t>
            </a:r>
          </a:p>
        </p:txBody>
      </p:sp>
      <p:grpSp>
        <p:nvGrpSpPr>
          <p:cNvPr id="4" name="Group 3">
            <a:extLst>
              <a:ext uri="{FF2B5EF4-FFF2-40B4-BE49-F238E27FC236}">
                <a16:creationId xmlns:a16="http://schemas.microsoft.com/office/drawing/2014/main" id="{076D3785-A914-8B63-9439-7DC81E21F9BC}"/>
              </a:ext>
            </a:extLst>
          </p:cNvPr>
          <p:cNvGrpSpPr/>
          <p:nvPr/>
        </p:nvGrpSpPr>
        <p:grpSpPr>
          <a:xfrm>
            <a:off x="-9526" y="-7584"/>
            <a:ext cx="11815014" cy="180000"/>
            <a:chOff x="-9526" y="-7584"/>
            <a:chExt cx="11815014" cy="180000"/>
          </a:xfrm>
        </p:grpSpPr>
        <p:sp>
          <p:nvSpPr>
            <p:cNvPr id="5" name="Rectangle 4">
              <a:extLst>
                <a:ext uri="{FF2B5EF4-FFF2-40B4-BE49-F238E27FC236}">
                  <a16:creationId xmlns:a16="http://schemas.microsoft.com/office/drawing/2014/main" id="{52E97562-2BC9-6DD3-F4F3-34B10B341A9E}"/>
                </a:ext>
              </a:extLst>
            </p:cNvPr>
            <p:cNvSpPr/>
            <p:nvPr/>
          </p:nvSpPr>
          <p:spPr>
            <a:xfrm>
              <a:off x="-9526" y="-7584"/>
              <a:ext cx="2045850" cy="180000"/>
            </a:xfrm>
            <a:prstGeom prst="rect">
              <a:avLst/>
            </a:prstGeom>
            <a:solidFill>
              <a:srgbClr val="B058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7" name="Arrow: Pentagon 6">
              <a:extLst>
                <a:ext uri="{FF2B5EF4-FFF2-40B4-BE49-F238E27FC236}">
                  <a16:creationId xmlns:a16="http://schemas.microsoft.com/office/drawing/2014/main" id="{C70F6D30-A6EB-68F2-55DE-7CE33E98A569}"/>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9" name="Arrow: Chevron 8">
              <a:extLst>
                <a:ext uri="{FF2B5EF4-FFF2-40B4-BE49-F238E27FC236}">
                  <a16:creationId xmlns:a16="http://schemas.microsoft.com/office/drawing/2014/main" id="{C97276CC-7335-57C3-0FFE-B5DD94DCAD85}"/>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10" name="Arrow: Chevron 9">
              <a:extLst>
                <a:ext uri="{FF2B5EF4-FFF2-40B4-BE49-F238E27FC236}">
                  <a16:creationId xmlns:a16="http://schemas.microsoft.com/office/drawing/2014/main" id="{FB785005-AB4C-630F-A4A5-DFE28323E0B0}"/>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12" name="Arrow: Chevron 11">
              <a:extLst>
                <a:ext uri="{FF2B5EF4-FFF2-40B4-BE49-F238E27FC236}">
                  <a16:creationId xmlns:a16="http://schemas.microsoft.com/office/drawing/2014/main" id="{52476FBF-5C63-DBF3-064B-4D647E222F9A}"/>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20242355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02481-1C07-CD90-C223-0D96E657AAB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F3C1F3-26C4-19FC-FD58-76B8BD097A47}"/>
              </a:ext>
            </a:extLst>
          </p:cNvPr>
          <p:cNvGraphicFramePr>
            <a:graphicFrameLocks noChangeAspect="1"/>
          </p:cNvGraphicFramePr>
          <p:nvPr>
            <p:custDataLst>
              <p:tags r:id="rId1"/>
            </p:custDataLst>
            <p:extLst>
              <p:ext uri="{D42A27DB-BD31-4B8C-83A1-F6EECF244321}">
                <p14:modId xmlns:p14="http://schemas.microsoft.com/office/powerpoint/2010/main" val="16823655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C7F3C1F3-26C4-19FC-FD58-76B8BD097A4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7635418-8A05-D171-ED63-BB0F818C8099}"/>
              </a:ext>
            </a:extLst>
          </p:cNvPr>
          <p:cNvSpPr>
            <a:spLocks noGrp="1"/>
          </p:cNvSpPr>
          <p:nvPr>
            <p:ph type="title"/>
          </p:nvPr>
        </p:nvSpPr>
        <p:spPr>
          <a:xfrm>
            <a:off x="358337" y="271427"/>
            <a:ext cx="11470125" cy="369332"/>
          </a:xfrm>
        </p:spPr>
        <p:txBody>
          <a:bodyPr vert="horz"/>
          <a:lstStyle/>
          <a:p>
            <a:r>
              <a:rPr lang="en-US" sz="2400"/>
              <a:t>High-Priority Evidence Gaps: Extensive Stage SCLC</a:t>
            </a:r>
          </a:p>
        </p:txBody>
      </p:sp>
      <p:graphicFrame>
        <p:nvGraphicFramePr>
          <p:cNvPr id="9" name="Table 8">
            <a:extLst>
              <a:ext uri="{FF2B5EF4-FFF2-40B4-BE49-F238E27FC236}">
                <a16:creationId xmlns:a16="http://schemas.microsoft.com/office/drawing/2014/main" id="{8DCC1FBB-3A12-DC51-F078-65CCE43F105E}"/>
              </a:ext>
            </a:extLst>
          </p:cNvPr>
          <p:cNvGraphicFramePr>
            <a:graphicFrameLocks noGrp="1"/>
          </p:cNvGraphicFramePr>
          <p:nvPr>
            <p:extLst>
              <p:ext uri="{D42A27DB-BD31-4B8C-83A1-F6EECF244321}">
                <p14:modId xmlns:p14="http://schemas.microsoft.com/office/powerpoint/2010/main" val="3964555352"/>
              </p:ext>
            </p:extLst>
          </p:nvPr>
        </p:nvGraphicFramePr>
        <p:xfrm>
          <a:off x="398380" y="1328065"/>
          <a:ext cx="11395241" cy="4029683"/>
        </p:xfrm>
        <a:graphic>
          <a:graphicData uri="http://schemas.openxmlformats.org/drawingml/2006/table">
            <a:tbl>
              <a:tblPr firstRow="1" bandRow="1">
                <a:tableStyleId>{073A0DAA-6AF3-43AB-8588-CEC1D06C72B9}</a:tableStyleId>
              </a:tblPr>
              <a:tblGrid>
                <a:gridCol w="981873">
                  <a:extLst>
                    <a:ext uri="{9D8B030D-6E8A-4147-A177-3AD203B41FA5}">
                      <a16:colId xmlns:a16="http://schemas.microsoft.com/office/drawing/2014/main" val="4274197813"/>
                    </a:ext>
                  </a:extLst>
                </a:gridCol>
                <a:gridCol w="3125034">
                  <a:extLst>
                    <a:ext uri="{9D8B030D-6E8A-4147-A177-3AD203B41FA5}">
                      <a16:colId xmlns:a16="http://schemas.microsoft.com/office/drawing/2014/main" val="23286241"/>
                    </a:ext>
                  </a:extLst>
                </a:gridCol>
                <a:gridCol w="480270">
                  <a:extLst>
                    <a:ext uri="{9D8B030D-6E8A-4147-A177-3AD203B41FA5}">
                      <a16:colId xmlns:a16="http://schemas.microsoft.com/office/drawing/2014/main" val="2870526203"/>
                    </a:ext>
                  </a:extLst>
                </a:gridCol>
                <a:gridCol w="684619">
                  <a:extLst>
                    <a:ext uri="{9D8B030D-6E8A-4147-A177-3AD203B41FA5}">
                      <a16:colId xmlns:a16="http://schemas.microsoft.com/office/drawing/2014/main" val="2098685723"/>
                    </a:ext>
                  </a:extLst>
                </a:gridCol>
                <a:gridCol w="4756876">
                  <a:extLst>
                    <a:ext uri="{9D8B030D-6E8A-4147-A177-3AD203B41FA5}">
                      <a16:colId xmlns:a16="http://schemas.microsoft.com/office/drawing/2014/main" val="1645646756"/>
                    </a:ext>
                  </a:extLst>
                </a:gridCol>
                <a:gridCol w="1366569">
                  <a:extLst>
                    <a:ext uri="{9D8B030D-6E8A-4147-A177-3AD203B41FA5}">
                      <a16:colId xmlns:a16="http://schemas.microsoft.com/office/drawing/2014/main" val="2764266381"/>
                    </a:ext>
                  </a:extLst>
                </a:gridCol>
              </a:tblGrid>
              <a:tr h="399135">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Extensive Stage SCLC</a:t>
                      </a:r>
                      <a:endParaRPr lang="en-US" sz="1200" b="1" i="1">
                        <a:solidFill>
                          <a:schemeClr val="bg1"/>
                        </a:solidFill>
                      </a:endParaRPr>
                    </a:p>
                  </a:txBody>
                  <a:tcPr anchor="ctr">
                    <a:solidFill>
                      <a:schemeClr val="accent6">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chemeClr val="accent1"/>
                    </a:solidFill>
                  </a:tcPr>
                </a:tc>
                <a:extLst>
                  <a:ext uri="{0D108BD9-81ED-4DB2-BD59-A6C34878D82A}">
                    <a16:rowId xmlns:a16="http://schemas.microsoft.com/office/drawing/2014/main" val="933506041"/>
                  </a:ext>
                </a:extLst>
              </a:tr>
              <a:tr h="392208">
                <a:tc>
                  <a:txBody>
                    <a:bodyPr/>
                    <a:lstStyle/>
                    <a:p>
                      <a:pPr algn="ctr"/>
                      <a:r>
                        <a:rPr lang="en-US" sz="1200" b="1">
                          <a:solidFill>
                            <a:schemeClr val="bg1"/>
                          </a:solidFill>
                        </a:rPr>
                        <a:t>Markets</a:t>
                      </a:r>
                    </a:p>
                  </a:txBody>
                  <a:tcPr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High Priority Gaps</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SIs</a:t>
                      </a:r>
                    </a:p>
                  </a:txBody>
                  <a:tcPr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MOs*</a:t>
                      </a:r>
                    </a:p>
                  </a:txBody>
                  <a:tcPr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Strategic Rationale</a:t>
                      </a:r>
                    </a:p>
                  </a:txBody>
                  <a:tcPr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accent6">
                        <a:lumMod val="75000"/>
                      </a:schemeClr>
                    </a:solidFill>
                  </a:tcPr>
                </a:tc>
                <a:extLst>
                  <a:ext uri="{0D108BD9-81ED-4DB2-BD59-A6C34878D82A}">
                    <a16:rowId xmlns:a16="http://schemas.microsoft.com/office/drawing/2014/main" val="3378915935"/>
                  </a:ext>
                </a:extLst>
              </a:tr>
              <a:tr h="1421710">
                <a:tc>
                  <a:txBody>
                    <a:bodyPr/>
                    <a:lstStyle/>
                    <a:p>
                      <a:endParaRPr lang="en-US" sz="1000"/>
                    </a:p>
                  </a:txBody>
                  <a:tcPr anchor="ctr">
                    <a:solidFill>
                      <a:srgbClr val="E7E7E7"/>
                    </a:solidFill>
                  </a:tcPr>
                </a:tc>
                <a:tc>
                  <a:txBody>
                    <a:bodyPr/>
                    <a:lstStyle/>
                    <a:p>
                      <a:r>
                        <a:rPr lang="en-US" sz="1000"/>
                        <a:t>Need for </a:t>
                      </a:r>
                      <a:r>
                        <a:rPr lang="en-US" sz="1000" b="1" err="1"/>
                        <a:t>iPFS</a:t>
                      </a:r>
                      <a:r>
                        <a:rPr lang="en-US" sz="1000" b="1"/>
                        <a:t> data</a:t>
                      </a:r>
                      <a:r>
                        <a:rPr lang="en-US" sz="1000"/>
                        <a:t>, and other relevant endpoints (e.g., intracranial PR / CR) in SCLC </a:t>
                      </a:r>
                      <a:r>
                        <a:rPr lang="en-US" sz="1000" b="1"/>
                        <a:t>patients with brain metastases</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p>
                  </a:txBody>
                  <a:tcPr anchor="ctr">
                    <a:solidFill>
                      <a:srgbClr val="D62B1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t>1</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t>Generating iPFS data demonstrates efficacy in patients with brain metastases not adequately represented in pivotal trials, providing evidence to extend tislelizumab value proposition to this patient population</a:t>
                      </a:r>
                    </a:p>
                  </a:txBody>
                  <a:tcPr anchor="ctr">
                    <a:solidFill>
                      <a:srgbClr val="E7E7E7"/>
                    </a:solidFill>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Not Addressed</a:t>
                      </a:r>
                    </a:p>
                  </a:txBody>
                  <a:tcPr anchor="ctr"/>
                </a:tc>
                <a:extLst>
                  <a:ext uri="{0D108BD9-81ED-4DB2-BD59-A6C34878D82A}">
                    <a16:rowId xmlns:a16="http://schemas.microsoft.com/office/drawing/2014/main" val="3107489342"/>
                  </a:ext>
                </a:extLst>
              </a:tr>
              <a:tr h="908315">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i="1" kern="1200">
                        <a:solidFill>
                          <a:sysClr val="windowText" lastClr="000000"/>
                        </a:solidFill>
                        <a:latin typeface="+mn-lt"/>
                        <a:ea typeface="+mn-ea"/>
                        <a:cs typeface="+mn-cs"/>
                      </a:endParaRP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a:solidFill>
                            <a:sysClr val="windowText" lastClr="000000"/>
                          </a:solidFill>
                          <a:latin typeface="+mn-lt"/>
                          <a:ea typeface="+mn-ea"/>
                          <a:cs typeface="+mn-cs"/>
                        </a:rPr>
                        <a:t>Need for data demonstrating </a:t>
                      </a:r>
                      <a:r>
                        <a:rPr lang="en-US" sz="1000" b="1" i="0" kern="1200">
                          <a:solidFill>
                            <a:sysClr val="windowText" lastClr="000000"/>
                          </a:solidFill>
                          <a:latin typeface="+mn-lt"/>
                          <a:ea typeface="+mn-ea"/>
                          <a:cs typeface="+mn-cs"/>
                        </a:rPr>
                        <a:t>protection of tislelizumab-treated pts</a:t>
                      </a:r>
                      <a:r>
                        <a:rPr lang="en-US" sz="1000" b="0" i="0" kern="1200">
                          <a:solidFill>
                            <a:sysClr val="windowText" lastClr="000000"/>
                          </a:solidFill>
                          <a:latin typeface="+mn-lt"/>
                          <a:ea typeface="+mn-ea"/>
                          <a:cs typeface="+mn-cs"/>
                        </a:rPr>
                        <a:t> from </a:t>
                      </a:r>
                      <a:r>
                        <a:rPr lang="en-US" sz="1000" b="1" i="0" kern="1200">
                          <a:solidFill>
                            <a:sysClr val="windowText" lastClr="000000"/>
                          </a:solidFill>
                          <a:latin typeface="+mn-lt"/>
                          <a:ea typeface="+mn-ea"/>
                          <a:cs typeface="+mn-cs"/>
                        </a:rPr>
                        <a:t>metastases </a:t>
                      </a:r>
                      <a:r>
                        <a:rPr lang="en-US" sz="1000" i="0" kern="1200">
                          <a:solidFill>
                            <a:sysClr val="windowText" lastClr="000000"/>
                          </a:solidFill>
                          <a:latin typeface="+mn-lt"/>
                          <a:ea typeface="+mn-ea"/>
                          <a:cs typeface="+mn-cs"/>
                        </a:rPr>
                        <a:t>in ES-SCLC</a:t>
                      </a:r>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ysClr val="windowText" lastClr="000000"/>
                        </a:solidFill>
                        <a:latin typeface="+mn-lt"/>
                        <a:ea typeface="+mn-ea"/>
                        <a:cs typeface="+mn-cs"/>
                      </a:endParaRPr>
                    </a:p>
                  </a:txBody>
                  <a:tcPr anchor="ctr">
                    <a:solidFill>
                      <a:srgbClr val="D62B1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ysClr val="windowText" lastClr="000000"/>
                          </a:solidFill>
                          <a:latin typeface="+mn-lt"/>
                          <a:ea typeface="+mn-ea"/>
                          <a:cs typeface="+mn-cs"/>
                        </a:rPr>
                        <a:t>1,2</a:t>
                      </a:r>
                    </a:p>
                  </a:txBody>
                  <a:tcPr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ysClr val="windowText" lastClr="000000"/>
                          </a:solidFill>
                          <a:latin typeface="+mn-lt"/>
                          <a:ea typeface="+mn-ea"/>
                          <a:cs typeface="+mn-cs"/>
                        </a:rPr>
                        <a:t>Data on tiselizumab ability to prevent/delay metastases would support differentiation from competitor PD-1 / PD-L1 assets in high-risk metastatic patients. This can support regulatory approval and payer negotiations to support preferential use by HCPs in these patients</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solidFill>
                      <a:srgbClr val="CBCBCB"/>
                    </a:solidFill>
                  </a:tcPr>
                </a:tc>
                <a:extLst>
                  <a:ext uri="{0D108BD9-81ED-4DB2-BD59-A6C34878D82A}">
                    <a16:rowId xmlns:a16="http://schemas.microsoft.com/office/drawing/2014/main" val="2306675346"/>
                  </a:ext>
                </a:extLst>
              </a:tr>
              <a:tr h="908315">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ysClr val="windowText" lastClr="000000"/>
                        </a:solidFill>
                        <a:latin typeface="+mn-lt"/>
                        <a:ea typeface="+mn-ea"/>
                        <a:cs typeface="+mn-cs"/>
                      </a:endParaRPr>
                    </a:p>
                  </a:txBody>
                  <a:tcPr anchor="ctr">
                    <a:solidFill>
                      <a:srgbClr val="00668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ysClr val="windowText" lastClr="000000"/>
                          </a:solidFill>
                          <a:latin typeface="+mn-lt"/>
                          <a:ea typeface="+mn-ea"/>
                          <a:cs typeface="+mn-cs"/>
                        </a:rPr>
                        <a:t>1</a:t>
                      </a:r>
                    </a:p>
                  </a:txBody>
                  <a:tcPr anchor="ctr">
                    <a:solidFill>
                      <a:srgbClr val="CBCBCB"/>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839981696"/>
                  </a:ext>
                </a:extLst>
              </a:tr>
            </a:tbl>
          </a:graphicData>
        </a:graphic>
      </p:graphicFrame>
      <p:pic>
        <p:nvPicPr>
          <p:cNvPr id="62" name="Graphic 61">
            <a:extLst>
              <a:ext uri="{FF2B5EF4-FFF2-40B4-BE49-F238E27FC236}">
                <a16:creationId xmlns:a16="http://schemas.microsoft.com/office/drawing/2014/main" id="{D9692BEE-D5B6-4D2F-48F2-60B140B04991}"/>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5314" y="3700621"/>
            <a:ext cx="288000" cy="288000"/>
          </a:xfrm>
          <a:prstGeom prst="rect">
            <a:avLst/>
          </a:prstGeom>
        </p:spPr>
      </p:pic>
      <p:sp>
        <p:nvSpPr>
          <p:cNvPr id="64" name="Left Bracket 63">
            <a:extLst>
              <a:ext uri="{FF2B5EF4-FFF2-40B4-BE49-F238E27FC236}">
                <a16:creationId xmlns:a16="http://schemas.microsoft.com/office/drawing/2014/main" id="{A11CA406-ED5F-58B2-ED5A-5BCBB9A866C8}"/>
              </a:ext>
            </a:extLst>
          </p:cNvPr>
          <p:cNvSpPr/>
          <p:nvPr/>
        </p:nvSpPr>
        <p:spPr>
          <a:xfrm>
            <a:off x="299758" y="2126428"/>
            <a:ext cx="58579" cy="3231320"/>
          </a:xfrm>
          <a:prstGeom prst="leftBracket">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Poppins"/>
              <a:ea typeface="+mn-ea"/>
              <a:cs typeface="+mn-cs"/>
            </a:endParaRPr>
          </a:p>
        </p:txBody>
      </p:sp>
      <p:grpSp>
        <p:nvGrpSpPr>
          <p:cNvPr id="22" name="Group 21">
            <a:extLst>
              <a:ext uri="{FF2B5EF4-FFF2-40B4-BE49-F238E27FC236}">
                <a16:creationId xmlns:a16="http://schemas.microsoft.com/office/drawing/2014/main" id="{4580DE22-49D8-5867-09BC-5AD634F2E533}"/>
              </a:ext>
            </a:extLst>
          </p:cNvPr>
          <p:cNvGrpSpPr/>
          <p:nvPr/>
        </p:nvGrpSpPr>
        <p:grpSpPr>
          <a:xfrm>
            <a:off x="620519" y="2671760"/>
            <a:ext cx="510513" cy="329184"/>
            <a:chOff x="620519" y="3017691"/>
            <a:chExt cx="510513" cy="329184"/>
          </a:xfrm>
        </p:grpSpPr>
        <p:pic>
          <p:nvPicPr>
            <p:cNvPr id="67" name="Graphic 66">
              <a:extLst>
                <a:ext uri="{FF2B5EF4-FFF2-40B4-BE49-F238E27FC236}">
                  <a16:creationId xmlns:a16="http://schemas.microsoft.com/office/drawing/2014/main" id="{EC670C1A-0D1B-4351-7BC4-11915162EDD3}"/>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620519" y="3017691"/>
              <a:ext cx="329184" cy="329184"/>
            </a:xfrm>
            <a:prstGeom prst="rect">
              <a:avLst/>
            </a:prstGeom>
          </p:spPr>
        </p:pic>
        <p:pic>
          <p:nvPicPr>
            <p:cNvPr id="68" name="Picture 67" descr="A blue circle with yellow stars in center&#10;&#10;Description automatically generated">
              <a:extLst>
                <a:ext uri="{FF2B5EF4-FFF2-40B4-BE49-F238E27FC236}">
                  <a16:creationId xmlns:a16="http://schemas.microsoft.com/office/drawing/2014/main" id="{B89C702A-77F7-8228-9CA2-4F1362C0F1D2}"/>
                </a:ext>
              </a:extLst>
            </p:cNvPr>
            <p:cNvPicPr>
              <a:picLocks noChangeAspect="1"/>
            </p:cNvPicPr>
            <p:nvPr/>
          </p:nvPicPr>
          <p:blipFill>
            <a:blip r:embed="rId10"/>
            <a:stretch>
              <a:fillRect/>
            </a:stretch>
          </p:blipFill>
          <p:spPr>
            <a:xfrm>
              <a:off x="829280" y="3031407"/>
              <a:ext cx="301752" cy="301752"/>
            </a:xfrm>
            <a:prstGeom prst="rect">
              <a:avLst/>
            </a:prstGeom>
            <a:ln>
              <a:noFill/>
            </a:ln>
          </p:spPr>
        </p:pic>
      </p:grpSp>
      <p:pic>
        <p:nvPicPr>
          <p:cNvPr id="4" name="Graphic 3">
            <a:extLst>
              <a:ext uri="{FF2B5EF4-FFF2-40B4-BE49-F238E27FC236}">
                <a16:creationId xmlns:a16="http://schemas.microsoft.com/office/drawing/2014/main" id="{55828394-1916-56CC-1F9E-EA72AA3C4EFE}"/>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711183" y="4308000"/>
            <a:ext cx="329184" cy="329184"/>
          </a:xfrm>
          <a:prstGeom prst="rect">
            <a:avLst/>
          </a:prstGeom>
        </p:spPr>
      </p:pic>
      <p:sp>
        <p:nvSpPr>
          <p:cNvPr id="7" name="Footer Placeholder 3">
            <a:extLst>
              <a:ext uri="{FF2B5EF4-FFF2-40B4-BE49-F238E27FC236}">
                <a16:creationId xmlns:a16="http://schemas.microsoft.com/office/drawing/2014/main" id="{84B64A68-8B24-1812-6919-3A8976422B3A}"/>
              </a:ext>
            </a:extLst>
          </p:cNvPr>
          <p:cNvSpPr txBox="1">
            <a:spLocks/>
          </p:cNvSpPr>
          <p:nvPr/>
        </p:nvSpPr>
        <p:spPr>
          <a:xfrm>
            <a:off x="358337" y="6371728"/>
            <a:ext cx="8409328"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a:t>Note:</a:t>
            </a:r>
            <a:r>
              <a:rPr lang="en-GB"/>
              <a:t> * Medical Objectives: </a:t>
            </a:r>
            <a:r>
              <a:rPr lang="en-GB" b="1"/>
              <a:t>Drive Differentiation:</a:t>
            </a:r>
            <a:r>
              <a:rPr lang="en-GB"/>
              <a:t> 1. Evidence-Based Differentiation 2. Communicate One Scientific Story 3. Competitive Medical Mindset 4. </a:t>
            </a:r>
            <a:r>
              <a:rPr lang="en-GB" err="1"/>
              <a:t>BeOne</a:t>
            </a:r>
            <a:r>
              <a:rPr lang="en-GB"/>
              <a:t> Experience; </a:t>
            </a:r>
            <a:r>
              <a:rPr lang="en-GB" b="1"/>
              <a:t>Secure Broad Access: </a:t>
            </a:r>
            <a:r>
              <a:rPr lang="en-GB"/>
              <a:t>1. Integrated Evidence Generation 2. Support Market Access 3. Expanded Access Program; </a:t>
            </a:r>
            <a:r>
              <a:rPr lang="en-GB" b="1"/>
              <a:t>Build Solid </a:t>
            </a:r>
            <a:r>
              <a:rPr lang="en-GB" b="1" err="1"/>
              <a:t>Tumor</a:t>
            </a:r>
            <a:r>
              <a:rPr lang="en-GB" b="1"/>
              <a:t> Leadership: </a:t>
            </a:r>
            <a:r>
              <a:rPr lang="en-GB"/>
              <a:t>1. KOL Engagement and Advocacy 2. Research Collaboration 3. Solid </a:t>
            </a:r>
            <a:r>
              <a:rPr lang="en-GB" err="1"/>
              <a:t>Tumor</a:t>
            </a:r>
            <a:r>
              <a:rPr lang="en-GB"/>
              <a:t> Awareness 4. Maintain and Continue to Build</a:t>
            </a:r>
            <a:endParaRPr lang="en-US"/>
          </a:p>
          <a:p>
            <a:pPr>
              <a:defRPr/>
            </a:pPr>
            <a:r>
              <a:rPr lang="en-US">
                <a:solidFill>
                  <a:srgbClr val="000000">
                    <a:lumMod val="65000"/>
                    <a:lumOff val="35000"/>
                  </a:srgbClr>
                </a:solidFill>
              </a:rPr>
              <a:t>Abbreviations</a:t>
            </a:r>
            <a:r>
              <a:rPr lang="en-US"/>
              <a:t>: </a:t>
            </a:r>
            <a:r>
              <a:rPr lang="en-US" err="1"/>
              <a:t>CTx</a:t>
            </a:r>
            <a:r>
              <a:rPr lang="en-US"/>
              <a:t>: Chemotherapy; ES-SCLC: Extensive-Stage Small Cell Lung Cancer; HCP: Healthcare Professionals; </a:t>
            </a:r>
            <a:r>
              <a:rPr lang="en-US" err="1"/>
              <a:t>iPFS</a:t>
            </a:r>
            <a:r>
              <a:rPr lang="en-US"/>
              <a:t>: intracranial Progression Free Survival; </a:t>
            </a:r>
            <a:r>
              <a:rPr lang="en-US" err="1"/>
              <a:t>mets</a:t>
            </a:r>
            <a:r>
              <a:rPr lang="en-US"/>
              <a:t>; metastases; OS: Overall Survival; PD-L1: Programmed Cell Death Ligand 1; PR/CR: Partial / Complete Response; RW: Real-World; RWE: Real-World Evidence</a:t>
            </a:r>
          </a:p>
        </p:txBody>
      </p:sp>
      <p:grpSp>
        <p:nvGrpSpPr>
          <p:cNvPr id="8" name="Group 7">
            <a:extLst>
              <a:ext uri="{FF2B5EF4-FFF2-40B4-BE49-F238E27FC236}">
                <a16:creationId xmlns:a16="http://schemas.microsoft.com/office/drawing/2014/main" id="{3BFA3F88-7DBF-2091-79B4-87C298D81089}"/>
              </a:ext>
            </a:extLst>
          </p:cNvPr>
          <p:cNvGrpSpPr/>
          <p:nvPr/>
        </p:nvGrpSpPr>
        <p:grpSpPr>
          <a:xfrm>
            <a:off x="5387787" y="687287"/>
            <a:ext cx="6454551" cy="323165"/>
            <a:chOff x="9702263" y="10164"/>
            <a:chExt cx="6636476" cy="323165"/>
          </a:xfrm>
        </p:grpSpPr>
        <p:sp>
          <p:nvSpPr>
            <p:cNvPr id="10" name="TextBox 9">
              <a:extLst>
                <a:ext uri="{FF2B5EF4-FFF2-40B4-BE49-F238E27FC236}">
                  <a16:creationId xmlns:a16="http://schemas.microsoft.com/office/drawing/2014/main" id="{6F091253-8349-7B5E-CC80-2936911D9047}"/>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5" name="Rectangle 14">
              <a:extLst>
                <a:ext uri="{FF2B5EF4-FFF2-40B4-BE49-F238E27FC236}">
                  <a16:creationId xmlns:a16="http://schemas.microsoft.com/office/drawing/2014/main" id="{2DF1DB43-7E00-AC35-EC2E-E633C2A1DE16}"/>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7" name="Rectangle 16">
              <a:extLst>
                <a:ext uri="{FF2B5EF4-FFF2-40B4-BE49-F238E27FC236}">
                  <a16:creationId xmlns:a16="http://schemas.microsoft.com/office/drawing/2014/main" id="{819352A0-2E86-89D6-AA14-811745C3D68D}"/>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9" name="Rectangle 18">
              <a:extLst>
                <a:ext uri="{FF2B5EF4-FFF2-40B4-BE49-F238E27FC236}">
                  <a16:creationId xmlns:a16="http://schemas.microsoft.com/office/drawing/2014/main" id="{1205C054-645D-3BC3-173E-CECA0A060B9D}"/>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20" name="TextBox 19">
            <a:extLst>
              <a:ext uri="{FF2B5EF4-FFF2-40B4-BE49-F238E27FC236}">
                <a16:creationId xmlns:a16="http://schemas.microsoft.com/office/drawing/2014/main" id="{A95B2917-1F1C-362D-6C1D-E10DAB7AA44D}"/>
              </a:ext>
            </a:extLst>
          </p:cNvPr>
          <p:cNvSpPr txBox="1"/>
          <p:nvPr/>
        </p:nvSpPr>
        <p:spPr>
          <a:xfrm>
            <a:off x="4870792" y="946333"/>
            <a:ext cx="3033400"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3" name="TextBox 22">
            <a:extLst>
              <a:ext uri="{FF2B5EF4-FFF2-40B4-BE49-F238E27FC236}">
                <a16:creationId xmlns:a16="http://schemas.microsoft.com/office/drawing/2014/main" id="{1ED792EF-9C33-C892-84B2-0139FDEDDB52}"/>
              </a:ext>
            </a:extLst>
          </p:cNvPr>
          <p:cNvSpPr txBox="1"/>
          <p:nvPr/>
        </p:nvSpPr>
        <p:spPr>
          <a:xfrm>
            <a:off x="9654423" y="926558"/>
            <a:ext cx="2301259"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rPr>
              <a:t>Gap originated at ESMO (Sept ’24)</a:t>
            </a:r>
          </a:p>
        </p:txBody>
      </p:sp>
      <p:pic>
        <p:nvPicPr>
          <p:cNvPr id="25" name="Picture 2" descr="European Society for Medical Oncology (ESMO) - YouTube">
            <a:extLst>
              <a:ext uri="{FF2B5EF4-FFF2-40B4-BE49-F238E27FC236}">
                <a16:creationId xmlns:a16="http://schemas.microsoft.com/office/drawing/2014/main" id="{ED0C3A6C-BE98-1AE1-9962-426D5B4904B3}"/>
              </a:ext>
            </a:extLst>
          </p:cNvPr>
          <p:cNvPicPr>
            <a:picLocks noChangeAspect="1"/>
          </p:cNvPicPr>
          <p:nvPr/>
        </p:nvPicPr>
        <p:blipFill rotWithShape="1">
          <a:blip r:embed="rId11">
            <a:extLst>
              <a:ext uri="{28A0092B-C50C-407E-A947-70E740481C1C}">
                <a14:useLocalDpi xmlns:a14="http://schemas.microsoft.com/office/drawing/2010/main" val="0"/>
              </a:ext>
            </a:extLst>
          </a:blip>
          <a:srcRect/>
          <a:stretch/>
        </p:blipFill>
        <p:spPr bwMode="auto">
          <a:xfrm>
            <a:off x="9343855" y="1009471"/>
            <a:ext cx="396000" cy="146680"/>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CE8D5FB9-BDBC-ACFB-0D96-D8AB06CF2C7E}"/>
              </a:ext>
            </a:extLst>
          </p:cNvPr>
          <p:cNvSpPr txBox="1"/>
          <p:nvPr/>
        </p:nvSpPr>
        <p:spPr>
          <a:xfrm>
            <a:off x="5191933" y="730889"/>
            <a:ext cx="4555622" cy="538609"/>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Poppins"/>
              <a:ea typeface="+mn-ea"/>
              <a:cs typeface="+mn-cs"/>
            </a:endParaRPr>
          </a:p>
          <a:p>
            <a:pPr lvl="0">
              <a:spcAft>
                <a:spcPts val="100"/>
              </a:spcAft>
              <a:defRPr/>
            </a:pPr>
            <a:r>
              <a:rPr kumimoji="0" lang="en-US" sz="900" b="1" i="0" u="none" strike="noStrike" kern="1200" cap="none" spc="0" normalizeH="0" baseline="0" noProof="0">
                <a:ln>
                  <a:noFill/>
                </a:ln>
                <a:solidFill>
                  <a:srgbClr val="FFFFFF">
                    <a:lumMod val="50000"/>
                  </a:srgbClr>
                </a:solidFill>
                <a:effectLst/>
                <a:uLnTx/>
                <a:uFillTx/>
                <a:latin typeface="Poppins"/>
                <a:ea typeface="+mn-ea"/>
                <a:cs typeface="+mn-cs"/>
              </a:rPr>
              <a:t>	</a:t>
            </a:r>
            <a:r>
              <a:rPr lang="en-US" sz="900">
                <a:solidFill>
                  <a:srgbClr val="000000"/>
                </a:solidFill>
              </a:rPr>
              <a:t> Gaps for which tactics were developed during WS (May ‘25)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pic>
        <p:nvPicPr>
          <p:cNvPr id="27" name="Graphic 26">
            <a:extLst>
              <a:ext uri="{FF2B5EF4-FFF2-40B4-BE49-F238E27FC236}">
                <a16:creationId xmlns:a16="http://schemas.microsoft.com/office/drawing/2014/main" id="{4DE57363-64E4-C19B-0A95-4BBCDA3A639C}"/>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5492072" y="978927"/>
            <a:ext cx="216000" cy="216000"/>
          </a:xfrm>
          <a:prstGeom prst="rect">
            <a:avLst/>
          </a:prstGeom>
        </p:spPr>
      </p:pic>
      <p:grpSp>
        <p:nvGrpSpPr>
          <p:cNvPr id="31" name="Group 30">
            <a:extLst>
              <a:ext uri="{FF2B5EF4-FFF2-40B4-BE49-F238E27FC236}">
                <a16:creationId xmlns:a16="http://schemas.microsoft.com/office/drawing/2014/main" id="{C5EF96EA-2C8A-DEF6-93D1-591FBE813BD7}"/>
              </a:ext>
            </a:extLst>
          </p:cNvPr>
          <p:cNvGrpSpPr/>
          <p:nvPr/>
        </p:nvGrpSpPr>
        <p:grpSpPr>
          <a:xfrm>
            <a:off x="-9526" y="-7584"/>
            <a:ext cx="11815014" cy="180000"/>
            <a:chOff x="-9526" y="-7584"/>
            <a:chExt cx="11815014" cy="180000"/>
          </a:xfrm>
        </p:grpSpPr>
        <p:sp>
          <p:nvSpPr>
            <p:cNvPr id="32" name="Rectangle 31">
              <a:extLst>
                <a:ext uri="{FF2B5EF4-FFF2-40B4-BE49-F238E27FC236}">
                  <a16:creationId xmlns:a16="http://schemas.microsoft.com/office/drawing/2014/main" id="{96F1D871-1368-EBE1-AFD2-271DF7D13193}"/>
                </a:ext>
              </a:extLst>
            </p:cNvPr>
            <p:cNvSpPr/>
            <p:nvPr/>
          </p:nvSpPr>
          <p:spPr>
            <a:xfrm>
              <a:off x="-9526" y="-7584"/>
              <a:ext cx="2045850" cy="180000"/>
            </a:xfrm>
            <a:prstGeom prst="rect">
              <a:avLst/>
            </a:prstGeom>
            <a:solidFill>
              <a:srgbClr val="B058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33" name="Arrow: Pentagon 32">
              <a:extLst>
                <a:ext uri="{FF2B5EF4-FFF2-40B4-BE49-F238E27FC236}">
                  <a16:creationId xmlns:a16="http://schemas.microsoft.com/office/drawing/2014/main" id="{28745F4D-FABB-A57B-E0EB-A7D33A0BD250}"/>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34" name="Arrow: Chevron 33">
              <a:extLst>
                <a:ext uri="{FF2B5EF4-FFF2-40B4-BE49-F238E27FC236}">
                  <a16:creationId xmlns:a16="http://schemas.microsoft.com/office/drawing/2014/main" id="{BF4686CB-6527-2125-0B50-4B389E7B5C7F}"/>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35" name="Arrow: Chevron 34">
              <a:extLst>
                <a:ext uri="{FF2B5EF4-FFF2-40B4-BE49-F238E27FC236}">
                  <a16:creationId xmlns:a16="http://schemas.microsoft.com/office/drawing/2014/main" id="{7546EED6-9583-4500-A0B3-64FBC4766336}"/>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6" name="Arrow: Chevron 35">
              <a:extLst>
                <a:ext uri="{FF2B5EF4-FFF2-40B4-BE49-F238E27FC236}">
                  <a16:creationId xmlns:a16="http://schemas.microsoft.com/office/drawing/2014/main" id="{1CCBE2A6-BFB8-FAEB-52C8-BEBDC13F6FFF}"/>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33410165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E8A6A-8CA4-0D46-175C-D3089E7EC31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839364C-4E9A-1932-D8C2-F9EE45EA481D}"/>
              </a:ext>
            </a:extLst>
          </p:cNvPr>
          <p:cNvGraphicFramePr>
            <a:graphicFrameLocks noChangeAspect="1"/>
          </p:cNvGraphicFramePr>
          <p:nvPr>
            <p:custDataLst>
              <p:tags r:id="rId1"/>
            </p:custDataLst>
            <p:extLst>
              <p:ext uri="{D42A27DB-BD31-4B8C-83A1-F6EECF244321}">
                <p14:modId xmlns:p14="http://schemas.microsoft.com/office/powerpoint/2010/main" val="906481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6" name="think-cell data - do not delete" hidden="1">
                        <a:extLst>
                          <a:ext uri="{FF2B5EF4-FFF2-40B4-BE49-F238E27FC236}">
                            <a16:creationId xmlns:a16="http://schemas.microsoft.com/office/drawing/2014/main" id="{3839364C-4E9A-1932-D8C2-F9EE45EA48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061FC29-FD18-8B31-F5A0-BF912AF0D976}"/>
              </a:ext>
            </a:extLst>
          </p:cNvPr>
          <p:cNvSpPr>
            <a:spLocks noGrp="1"/>
          </p:cNvSpPr>
          <p:nvPr>
            <p:ph type="title"/>
          </p:nvPr>
        </p:nvSpPr>
        <p:spPr>
          <a:xfrm>
            <a:off x="358337" y="271427"/>
            <a:ext cx="11470125" cy="369332"/>
          </a:xfrm>
        </p:spPr>
        <p:txBody>
          <a:bodyPr vert="horz"/>
          <a:lstStyle/>
          <a:p>
            <a:r>
              <a:rPr lang="en-US" sz="2400"/>
              <a:t>Low Priority Evidence Gaps: Extensive Stage SCLC</a:t>
            </a:r>
          </a:p>
        </p:txBody>
      </p:sp>
      <p:graphicFrame>
        <p:nvGraphicFramePr>
          <p:cNvPr id="9" name="Table 8">
            <a:extLst>
              <a:ext uri="{FF2B5EF4-FFF2-40B4-BE49-F238E27FC236}">
                <a16:creationId xmlns:a16="http://schemas.microsoft.com/office/drawing/2014/main" id="{0B5F4DE9-F6FA-7A91-AE25-FD04A1DD8870}"/>
              </a:ext>
            </a:extLst>
          </p:cNvPr>
          <p:cNvGraphicFramePr>
            <a:graphicFrameLocks noGrp="1"/>
          </p:cNvGraphicFramePr>
          <p:nvPr>
            <p:extLst>
              <p:ext uri="{D42A27DB-BD31-4B8C-83A1-F6EECF244321}">
                <p14:modId xmlns:p14="http://schemas.microsoft.com/office/powerpoint/2010/main" val="711109786"/>
              </p:ext>
            </p:extLst>
          </p:nvPr>
        </p:nvGraphicFramePr>
        <p:xfrm>
          <a:off x="381486" y="1229572"/>
          <a:ext cx="11446976" cy="5050646"/>
        </p:xfrm>
        <a:graphic>
          <a:graphicData uri="http://schemas.openxmlformats.org/drawingml/2006/table">
            <a:tbl>
              <a:tblPr firstRow="1" bandRow="1">
                <a:tableStyleId>{073A0DAA-6AF3-43AB-8588-CEC1D06C72B9}</a:tableStyleId>
              </a:tblPr>
              <a:tblGrid>
                <a:gridCol w="904049">
                  <a:extLst>
                    <a:ext uri="{9D8B030D-6E8A-4147-A177-3AD203B41FA5}">
                      <a16:colId xmlns:a16="http://schemas.microsoft.com/office/drawing/2014/main" val="4274197813"/>
                    </a:ext>
                  </a:extLst>
                </a:gridCol>
                <a:gridCol w="6594705">
                  <a:extLst>
                    <a:ext uri="{9D8B030D-6E8A-4147-A177-3AD203B41FA5}">
                      <a16:colId xmlns:a16="http://schemas.microsoft.com/office/drawing/2014/main" val="3409405350"/>
                    </a:ext>
                  </a:extLst>
                </a:gridCol>
                <a:gridCol w="2355960">
                  <a:extLst>
                    <a:ext uri="{9D8B030D-6E8A-4147-A177-3AD203B41FA5}">
                      <a16:colId xmlns:a16="http://schemas.microsoft.com/office/drawing/2014/main" val="741296255"/>
                    </a:ext>
                  </a:extLst>
                </a:gridCol>
                <a:gridCol w="1592262">
                  <a:extLst>
                    <a:ext uri="{9D8B030D-6E8A-4147-A177-3AD203B41FA5}">
                      <a16:colId xmlns:a16="http://schemas.microsoft.com/office/drawing/2014/main" val="3776503381"/>
                    </a:ext>
                  </a:extLst>
                </a:gridCol>
              </a:tblGrid>
              <a:tr h="27025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Extensive Stage SCLC</a:t>
                      </a:r>
                      <a:endParaRPr lang="en-US" sz="1200" b="1" i="1">
                        <a:solidFill>
                          <a:schemeClr val="bg1"/>
                        </a:solidFill>
                      </a:endParaRPr>
                    </a:p>
                  </a:txBody>
                  <a:tcPr anchor="ctr">
                    <a:solidFill>
                      <a:schemeClr val="accent6">
                        <a:lumMod val="75000"/>
                      </a:schemeClr>
                    </a:solidFill>
                  </a:tcPr>
                </a:tc>
                <a:tc hMerge="1">
                  <a:txBody>
                    <a:bodyPr/>
                    <a:lstStyle/>
                    <a:p>
                      <a:endParaRPr lang="en-US"/>
                    </a:p>
                  </a:txBody>
                  <a:tcPr/>
                </a:tc>
                <a:tc hMerge="1">
                  <a:txBody>
                    <a:bodyPr/>
                    <a:lstStyle/>
                    <a:p>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1">
                        <a:solidFill>
                          <a:schemeClr val="bg1"/>
                        </a:solidFill>
                      </a:endParaRPr>
                    </a:p>
                  </a:txBody>
                  <a:tcPr anchor="ctr">
                    <a:solidFill>
                      <a:schemeClr val="accent6">
                        <a:lumMod val="75000"/>
                      </a:schemeClr>
                    </a:solidFill>
                  </a:tcPr>
                </a:tc>
                <a:extLst>
                  <a:ext uri="{0D108BD9-81ED-4DB2-BD59-A6C34878D82A}">
                    <a16:rowId xmlns:a16="http://schemas.microsoft.com/office/drawing/2014/main" val="933506041"/>
                  </a:ext>
                </a:extLst>
              </a:tr>
              <a:tr h="2702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Markets</a:t>
                      </a:r>
                      <a:endParaRPr lang="en-GB" sz="1200" b="1" i="0" kern="1200">
                        <a:solidFill>
                          <a:schemeClr val="bg1"/>
                        </a:solidFill>
                        <a:latin typeface="+mn-lt"/>
                        <a:ea typeface="+mn-ea"/>
                        <a:cs typeface="+mn-cs"/>
                      </a:endParaRPr>
                    </a:p>
                  </a:txBody>
                  <a:tcPr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Low Priority Gaps</a:t>
                      </a:r>
                    </a:p>
                  </a:txBody>
                  <a:tcPr anchor="ct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Status</a:t>
                      </a:r>
                    </a:p>
                  </a:txBody>
                  <a:tcPr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i="0" kern="1200">
                          <a:solidFill>
                            <a:schemeClr val="bg1"/>
                          </a:solidFill>
                          <a:latin typeface="+mn-lt"/>
                          <a:ea typeface="+mn-ea"/>
                          <a:cs typeface="+mn-cs"/>
                        </a:rPr>
                        <a:t>Tactic Identifier</a:t>
                      </a:r>
                    </a:p>
                  </a:txBody>
                  <a:tcPr anchor="ctr">
                    <a:solidFill>
                      <a:schemeClr val="accent6">
                        <a:lumMod val="75000"/>
                      </a:schemeClr>
                    </a:solidFill>
                  </a:tcPr>
                </a:tc>
                <a:extLst>
                  <a:ext uri="{0D108BD9-81ED-4DB2-BD59-A6C34878D82A}">
                    <a16:rowId xmlns:a16="http://schemas.microsoft.com/office/drawing/2014/main" val="1667024452"/>
                  </a:ext>
                </a:extLst>
              </a:tr>
              <a:tr h="479757">
                <a:tc>
                  <a:txBody>
                    <a:bodyPr/>
                    <a:lstStyle/>
                    <a:p>
                      <a:endParaRPr lang="en-US" sz="12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latin typeface="+mn-lt"/>
                        </a:rPr>
                        <a:t> </a:t>
                      </a:r>
                      <a:r>
                        <a:rPr lang="en-US" sz="1000" b="0">
                          <a:solidFill>
                            <a:schemeClr val="tx1"/>
                          </a:solidFill>
                          <a:latin typeface="+mn-lt"/>
                        </a:rPr>
                        <a:t>Need for </a:t>
                      </a:r>
                      <a:r>
                        <a:rPr lang="en-US" sz="1000" b="1">
                          <a:solidFill>
                            <a:schemeClr val="tx1"/>
                          </a:solidFill>
                          <a:latin typeface="+mn-lt"/>
                        </a:rPr>
                        <a:t>data supporting RW cost-effectiveness </a:t>
                      </a:r>
                      <a:r>
                        <a:rPr lang="en-US" sz="1000">
                          <a:solidFill>
                            <a:schemeClr val="tx1"/>
                          </a:solidFill>
                          <a:latin typeface="+mn-lt"/>
                        </a:rPr>
                        <a:t>and survival utility models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At-Close or Near-Close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Addressed by launch package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lang="en-US" sz="1000" b="0" i="0" kern="1200">
                        <a:solidFill>
                          <a:schemeClr val="tx1"/>
                        </a:solidFill>
                        <a:highlight>
                          <a:srgbClr val="FFFF00"/>
                        </a:highlight>
                        <a:latin typeface="+mn-lt"/>
                        <a:ea typeface="+mn-ea"/>
                        <a:cs typeface="+mn-cs"/>
                      </a:endParaRPr>
                    </a:p>
                  </a:txBody>
                  <a:tcPr anchor="ctr"/>
                </a:tc>
                <a:extLst>
                  <a:ext uri="{0D108BD9-81ED-4DB2-BD59-A6C34878D82A}">
                    <a16:rowId xmlns:a16="http://schemas.microsoft.com/office/drawing/2014/main" val="3474173424"/>
                  </a:ext>
                </a:extLst>
              </a:tr>
              <a:tr h="479757">
                <a:tc>
                  <a:txBody>
                    <a:bodyPr/>
                    <a:lstStyle/>
                    <a:p>
                      <a:endParaRPr lang="en-US" sz="12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mn-lt"/>
                          <a:ea typeface="+mn-ea"/>
                          <a:cs typeface="+mn-cs"/>
                        </a:rPr>
                        <a:t>Need for data to inform pricing </a:t>
                      </a:r>
                      <a:r>
                        <a:rPr kumimoji="0" lang="en-US" sz="1000" b="0" i="0" u="none" strike="noStrike" kern="1200" cap="none" spc="0" normalizeH="0" baseline="0" noProof="0">
                          <a:ln>
                            <a:noFill/>
                          </a:ln>
                          <a:solidFill>
                            <a:schemeClr val="tx1"/>
                          </a:solidFill>
                          <a:effectLst/>
                          <a:uLnTx/>
                          <a:uFillTx/>
                          <a:latin typeface="+mn-lt"/>
                          <a:ea typeface="+mn-ea"/>
                          <a:cs typeface="+mn-cs"/>
                        </a:rPr>
                        <a:t>in out-of-pocket markets to inform go/no-go decision</a:t>
                      </a:r>
                    </a:p>
                  </a:txBody>
                  <a:tcPr marL="108000" anchor="ctr"/>
                </a:tc>
                <a:tc rowSpan="4">
                  <a:txBody>
                    <a:bodyPr/>
                    <a:lstStyle/>
                    <a:p>
                      <a:pPr algn="ctr"/>
                      <a:r>
                        <a:rPr lang="en-US" sz="1000">
                          <a:solidFill>
                            <a:schemeClr val="tx1"/>
                          </a:solidFill>
                        </a:rPr>
                        <a:t>At-Close or Near-Close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S:2, S:3</a:t>
                      </a:r>
                    </a:p>
                  </a:txBody>
                  <a:tcPr anchor="ctr"/>
                </a:tc>
                <a:extLst>
                  <a:ext uri="{0D108BD9-81ED-4DB2-BD59-A6C34878D82A}">
                    <a16:rowId xmlns:a16="http://schemas.microsoft.com/office/drawing/2014/main" val="3156448312"/>
                  </a:ext>
                </a:extLst>
              </a:tr>
              <a:tr h="511050">
                <a:tc>
                  <a:txBody>
                    <a:bodyPr/>
                    <a:lstStyle/>
                    <a:p>
                      <a:endParaRPr lang="en-US" sz="12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Need to understand </a:t>
                      </a:r>
                      <a:r>
                        <a:rPr kumimoji="0" lang="en-US" sz="1000" b="1" i="0" u="none" strike="noStrike" kern="1200" cap="none" spc="0" normalizeH="0" baseline="0" noProof="0">
                          <a:ln>
                            <a:noFill/>
                          </a:ln>
                          <a:solidFill>
                            <a:schemeClr val="tx1"/>
                          </a:solidFill>
                          <a:effectLst/>
                          <a:uLnTx/>
                          <a:uFillTx/>
                          <a:latin typeface="+mn-lt"/>
                          <a:ea typeface="+mn-ea"/>
                          <a:cs typeface="+mn-cs"/>
                        </a:rPr>
                        <a:t>correlation between PD-L1 expression and clinical outcomes</a:t>
                      </a:r>
                      <a:endParaRPr lang="en-US" sz="1000">
                        <a:solidFill>
                          <a:schemeClr val="tx1"/>
                        </a:solidFill>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lang="en-US" sz="1000" b="0" i="0" kern="1200">
                        <a:solidFill>
                          <a:schemeClr val="tx1"/>
                        </a:solidFill>
                        <a:highlight>
                          <a:srgbClr val="FFFF00"/>
                        </a:highlight>
                        <a:latin typeface="+mn-lt"/>
                        <a:ea typeface="+mn-ea"/>
                        <a:cs typeface="+mn-cs"/>
                      </a:endParaRPr>
                    </a:p>
                  </a:txBody>
                  <a:tcPr anchor="ctr">
                    <a:solidFill>
                      <a:srgbClr val="CBCBCB"/>
                    </a:solidFill>
                  </a:tcPr>
                </a:tc>
                <a:extLst>
                  <a:ext uri="{0D108BD9-81ED-4DB2-BD59-A6C34878D82A}">
                    <a16:rowId xmlns:a16="http://schemas.microsoft.com/office/drawing/2014/main" val="3289545081"/>
                  </a:ext>
                </a:extLst>
              </a:tr>
              <a:tr h="0">
                <a:tc rowSpan="2">
                  <a:txBody>
                    <a:bodyPr/>
                    <a:lstStyle/>
                    <a:p>
                      <a:endParaRPr lang="en-US" sz="1200"/>
                    </a:p>
                  </a:txBody>
                  <a:tcPr anchor="ctr"/>
                </a:tc>
                <a:tc rowSpan="2">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mn-lt"/>
                          <a:ea typeface="+mn-ea"/>
                          <a:cs typeface="+mn-cs"/>
                        </a:rPr>
                        <a:t>Need for pharmacokinetics, clinical trial and/or RWE to support a flexible dosing schedule</a:t>
                      </a:r>
                    </a:p>
                  </a:txBody>
                  <a:tcPr marL="10800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solidFill>
                          <a:schemeClr val="tx1"/>
                        </a:solidFill>
                      </a:endParaRPr>
                    </a:p>
                  </a:txBody>
                  <a:tcPr anchor="ctr"/>
                </a:tc>
                <a:extLst>
                  <a:ext uri="{0D108BD9-81ED-4DB2-BD59-A6C34878D82A}">
                    <a16:rowId xmlns:a16="http://schemas.microsoft.com/office/drawing/2014/main" val="473390505"/>
                  </a:ext>
                </a:extLst>
              </a:tr>
              <a:tr h="561537">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highlight>
                            <a:srgbClr val="FFFF00"/>
                          </a:highlight>
                          <a:latin typeface="+mn-lt"/>
                          <a:ea typeface="+mn-ea"/>
                          <a:cs typeface="+mn-cs"/>
                        </a:rPr>
                        <a:t>[P</a:t>
                      </a:r>
                      <a:r>
                        <a:rPr lang="en-US" sz="1000">
                          <a:solidFill>
                            <a:schemeClr val="tx1"/>
                          </a:solidFill>
                          <a:highlight>
                            <a:srgbClr val="FFFF00"/>
                          </a:highlight>
                        </a:rPr>
                        <a:t>ending BeOne input on tactic details]</a:t>
                      </a:r>
                      <a:endParaRPr lang="en-US" sz="1000" b="0" i="0" kern="1200">
                        <a:solidFill>
                          <a:schemeClr val="tx1"/>
                        </a:solidFill>
                        <a:highlight>
                          <a:srgbClr val="FFFF00"/>
                        </a:highlight>
                        <a:latin typeface="+mn-lt"/>
                        <a:ea typeface="+mn-ea"/>
                        <a:cs typeface="+mn-cs"/>
                      </a:endParaRPr>
                    </a:p>
                  </a:txBody>
                  <a:tcPr anchor="ctr">
                    <a:solidFill>
                      <a:srgbClr val="CBCBCB"/>
                    </a:solidFill>
                  </a:tcPr>
                </a:tc>
                <a:extLst>
                  <a:ext uri="{0D108BD9-81ED-4DB2-BD59-A6C34878D82A}">
                    <a16:rowId xmlns:a16="http://schemas.microsoft.com/office/drawing/2014/main" val="1015712747"/>
                  </a:ext>
                </a:extLst>
              </a:tr>
              <a:tr h="479757">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kern="1200" cap="none" spc="0" normalizeH="0" baseline="0" noProof="0">
                          <a:ln>
                            <a:noFill/>
                          </a:ln>
                          <a:solidFill>
                            <a:schemeClr val="tx1"/>
                          </a:solidFill>
                          <a:effectLst/>
                          <a:uLnTx/>
                          <a:uFillTx/>
                          <a:latin typeface="+mn-lt"/>
                          <a:ea typeface="+mn-ea"/>
                          <a:cs typeface="+mn-cs"/>
                        </a:rPr>
                        <a:t>Need for data maintaining economic value of Tislelizumab validating data at launch in RW</a:t>
                      </a:r>
                    </a:p>
                  </a:txBody>
                  <a:tcPr anchor="ctr">
                    <a:solidFill>
                      <a:srgbClr val="E7E7E7"/>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Not Addressed</a:t>
                      </a: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tc>
                <a:tc row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N/A</a:t>
                      </a:r>
                    </a:p>
                  </a:txBody>
                  <a:tcPr anchor="ctr"/>
                </a:tc>
                <a:extLst>
                  <a:ext uri="{0D108BD9-81ED-4DB2-BD59-A6C34878D82A}">
                    <a16:rowId xmlns:a16="http://schemas.microsoft.com/office/drawing/2014/main" val="3452231709"/>
                  </a:ext>
                </a:extLst>
              </a:tr>
              <a:tr h="479757">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Need for </a:t>
                      </a:r>
                      <a:r>
                        <a:rPr kumimoji="0" lang="en-US" sz="1000" b="1" i="0" u="none" strike="noStrike" kern="1200" cap="none" spc="0" normalizeH="0" baseline="0" noProof="0">
                          <a:ln>
                            <a:noFill/>
                          </a:ln>
                          <a:solidFill>
                            <a:schemeClr val="tx1"/>
                          </a:solidFill>
                          <a:effectLst/>
                          <a:uLnTx/>
                          <a:uFillTx/>
                          <a:latin typeface="+mn-lt"/>
                          <a:ea typeface="+mn-ea"/>
                          <a:cs typeface="+mn-cs"/>
                        </a:rPr>
                        <a:t>RWE </a:t>
                      </a:r>
                      <a:r>
                        <a:rPr kumimoji="0" lang="en-US" sz="1000" b="0" i="0" u="none" strike="noStrike" kern="1200" cap="none" spc="0" normalizeH="0" baseline="0" noProof="0">
                          <a:ln>
                            <a:noFill/>
                          </a:ln>
                          <a:solidFill>
                            <a:schemeClr val="tx1"/>
                          </a:solidFill>
                          <a:effectLst/>
                          <a:uLnTx/>
                          <a:uFillTx/>
                          <a:latin typeface="+mn-lt"/>
                          <a:ea typeface="+mn-ea"/>
                          <a:cs typeface="+mn-cs"/>
                        </a:rPr>
                        <a:t>characterizing the </a:t>
                      </a:r>
                      <a:r>
                        <a:rPr kumimoji="0" lang="en-US" sz="1000" b="1" i="0" u="none" strike="noStrike" kern="1200" cap="none" spc="0" normalizeH="0" baseline="0" noProof="0">
                          <a:ln>
                            <a:noFill/>
                          </a:ln>
                          <a:solidFill>
                            <a:schemeClr val="tx1"/>
                          </a:solidFill>
                          <a:effectLst/>
                          <a:uLnTx/>
                          <a:uFillTx/>
                          <a:latin typeface="+mn-lt"/>
                          <a:ea typeface="+mn-ea"/>
                          <a:cs typeface="+mn-cs"/>
                        </a:rPr>
                        <a:t>epidemiology and SoC</a:t>
                      </a:r>
                    </a:p>
                  </a:txBody>
                  <a:tcPr anchor="ctr">
                    <a:solidFill>
                      <a:srgbClr val="CBCBCB"/>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4273603615"/>
                  </a:ext>
                </a:extLst>
              </a:tr>
              <a:tr h="479757">
                <a:tc>
                  <a:txBody>
                    <a:bodyPr/>
                    <a:lstStyle/>
                    <a:p>
                      <a:endParaRPr lang="en-US" sz="1200"/>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Need for data on </a:t>
                      </a:r>
                      <a:r>
                        <a:rPr kumimoji="0" lang="en-US" sz="1000" b="1" i="0" u="none" strike="noStrike" kern="1200" cap="none" spc="0" normalizeH="0" baseline="0" noProof="0">
                          <a:ln>
                            <a:noFill/>
                          </a:ln>
                          <a:solidFill>
                            <a:schemeClr val="tx1"/>
                          </a:solidFill>
                          <a:effectLst/>
                          <a:uLnTx/>
                          <a:uFillTx/>
                          <a:latin typeface="+mn-lt"/>
                          <a:ea typeface="+mn-ea"/>
                          <a:cs typeface="+mn-cs"/>
                        </a:rPr>
                        <a:t>maintenance Tislelizumab </a:t>
                      </a:r>
                      <a:r>
                        <a:rPr kumimoji="0" lang="en-US" sz="1000" b="0" i="0" u="none" strike="noStrike" kern="1200" cap="none" spc="0" normalizeH="0" baseline="0" noProof="0">
                          <a:ln>
                            <a:noFill/>
                          </a:ln>
                          <a:solidFill>
                            <a:schemeClr val="tx1"/>
                          </a:solidFill>
                          <a:effectLst/>
                          <a:uLnTx/>
                          <a:uFillTx/>
                          <a:latin typeface="+mn-lt"/>
                          <a:ea typeface="+mn-ea"/>
                          <a:cs typeface="+mn-cs"/>
                        </a:rPr>
                        <a:t>in combination with </a:t>
                      </a:r>
                      <a:r>
                        <a:rPr kumimoji="0" lang="en-US" sz="1000" b="1" i="0" u="none" strike="noStrike" kern="1200" cap="none" spc="0" normalizeH="0" baseline="0" noProof="0">
                          <a:ln>
                            <a:noFill/>
                          </a:ln>
                          <a:solidFill>
                            <a:schemeClr val="tx1"/>
                          </a:solidFill>
                          <a:effectLst/>
                          <a:uLnTx/>
                          <a:uFillTx/>
                          <a:latin typeface="+mn-lt"/>
                          <a:ea typeface="+mn-ea"/>
                          <a:cs typeface="+mn-cs"/>
                        </a:rPr>
                        <a:t>novel treatment options (e.g., tartalumab)</a:t>
                      </a:r>
                    </a:p>
                  </a:txBody>
                  <a:tcPr anchor="ctr">
                    <a:solidFill>
                      <a:srgbClr val="E7E7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Deprioritized (out of scope)</a:t>
                      </a: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1852381591"/>
                  </a:ext>
                </a:extLst>
              </a:tr>
              <a:tr h="479757">
                <a:tc>
                  <a:txBody>
                    <a:bodyPr/>
                    <a:lstStyle/>
                    <a:p>
                      <a:endParaRPr lang="en-US" sz="1200"/>
                    </a:p>
                  </a:txBody>
                  <a:tcPr anchor="ct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mn-lt"/>
                          <a:ea typeface="+mn-ea"/>
                          <a:cs typeface="+mn-cs"/>
                        </a:rPr>
                        <a:t>Need for biomarker data in ES-SCLC to identify subtypes where tislelizumab may show higher efficacy</a:t>
                      </a:r>
                    </a:p>
                  </a:txBody>
                  <a:tcPr anchor="ctr">
                    <a:solidFill>
                      <a:srgbClr val="CBCBCB"/>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latin typeface="+mn-lt"/>
                          <a:ea typeface="+mn-ea"/>
                          <a:cs typeface="+mn-cs"/>
                        </a:rPr>
                        <a:t>Deprioritized</a:t>
                      </a: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3289957101"/>
                  </a:ext>
                </a:extLst>
              </a:tr>
              <a:tr h="4797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i="1" kern="1200">
                        <a:solidFill>
                          <a:schemeClr val="bg2">
                            <a:lumMod val="50000"/>
                          </a:schemeClr>
                        </a:solidFill>
                        <a:latin typeface="+mn-lt"/>
                        <a:ea typeface="+mn-ea"/>
                        <a:cs typeface="+mn-cs"/>
                      </a:endParaRP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mn-lt"/>
                          <a:ea typeface="+mn-ea"/>
                          <a:cs typeface="+mn-cs"/>
                        </a:rPr>
                        <a:t>Need for evidence quantifying efficacy benefit (e.g., via OS2) in later lines of therapy (2L+)                        if tislelizumab used in earlier lines vs other PD-1</a:t>
                      </a:r>
                    </a:p>
                  </a:txBody>
                  <a:tcPr anchor="ctr">
                    <a:solidFill>
                      <a:srgbClr val="E7E7E7"/>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kern="1200">
                        <a:solidFill>
                          <a:schemeClr val="tx1"/>
                        </a:solidFill>
                        <a:latin typeface="+mn-lt"/>
                        <a:ea typeface="+mn-ea"/>
                        <a:cs typeface="+mn-cs"/>
                      </a:endParaRPr>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tc>
                <a:extLst>
                  <a:ext uri="{0D108BD9-81ED-4DB2-BD59-A6C34878D82A}">
                    <a16:rowId xmlns:a16="http://schemas.microsoft.com/office/drawing/2014/main" val="4292952880"/>
                  </a:ext>
                </a:extLst>
              </a:tr>
            </a:tbl>
          </a:graphicData>
        </a:graphic>
      </p:graphicFrame>
      <p:pic>
        <p:nvPicPr>
          <p:cNvPr id="30" name="Graphic 29">
            <a:extLst>
              <a:ext uri="{FF2B5EF4-FFF2-40B4-BE49-F238E27FC236}">
                <a16:creationId xmlns:a16="http://schemas.microsoft.com/office/drawing/2014/main" id="{5157F89E-2ED9-C3CD-9D76-983D65040540}"/>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691827" y="5845488"/>
            <a:ext cx="329184" cy="329184"/>
          </a:xfrm>
          <a:prstGeom prst="rect">
            <a:avLst/>
          </a:prstGeom>
        </p:spPr>
      </p:pic>
      <p:grpSp>
        <p:nvGrpSpPr>
          <p:cNvPr id="20" name="Group 19">
            <a:extLst>
              <a:ext uri="{FF2B5EF4-FFF2-40B4-BE49-F238E27FC236}">
                <a16:creationId xmlns:a16="http://schemas.microsoft.com/office/drawing/2014/main" id="{89BB5049-5041-32A1-2841-4C2BAD940975}"/>
              </a:ext>
            </a:extLst>
          </p:cNvPr>
          <p:cNvGrpSpPr/>
          <p:nvPr/>
        </p:nvGrpSpPr>
        <p:grpSpPr>
          <a:xfrm>
            <a:off x="602106" y="2341266"/>
            <a:ext cx="508627" cy="329184"/>
            <a:chOff x="593783" y="2989627"/>
            <a:chExt cx="508627" cy="329184"/>
          </a:xfrm>
        </p:grpSpPr>
        <p:pic>
          <p:nvPicPr>
            <p:cNvPr id="74" name="Graphic 73">
              <a:extLst>
                <a:ext uri="{FF2B5EF4-FFF2-40B4-BE49-F238E27FC236}">
                  <a16:creationId xmlns:a16="http://schemas.microsoft.com/office/drawing/2014/main" id="{66CFEA6F-57E4-681D-542C-941F64DA7560}"/>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593783" y="2989627"/>
              <a:ext cx="329184" cy="329184"/>
            </a:xfrm>
            <a:prstGeom prst="rect">
              <a:avLst/>
            </a:prstGeom>
          </p:spPr>
        </p:pic>
        <p:pic>
          <p:nvPicPr>
            <p:cNvPr id="75" name="Picture 74">
              <a:extLst>
                <a:ext uri="{FF2B5EF4-FFF2-40B4-BE49-F238E27FC236}">
                  <a16:creationId xmlns:a16="http://schemas.microsoft.com/office/drawing/2014/main" id="{DEA264E9-E99F-FD58-D72F-3D6AC144AEF2}"/>
                </a:ext>
              </a:extLst>
            </p:cNvPr>
            <p:cNvPicPr>
              <a:picLocks/>
            </p:cNvPicPr>
            <p:nvPr/>
          </p:nvPicPr>
          <p:blipFill rotWithShape="1">
            <a:blip r:embed="rId8"/>
            <a:srcRect l="14865" t="17319" r="20459" b="14006"/>
            <a:stretch/>
          </p:blipFill>
          <p:spPr>
            <a:xfrm>
              <a:off x="800658" y="3003343"/>
              <a:ext cx="301752" cy="301752"/>
            </a:xfrm>
            <a:prstGeom prst="ellipse">
              <a:avLst/>
            </a:prstGeom>
          </p:spPr>
        </p:pic>
      </p:grpSp>
      <p:pic>
        <p:nvPicPr>
          <p:cNvPr id="81" name="Graphic 80">
            <a:extLst>
              <a:ext uri="{FF2B5EF4-FFF2-40B4-BE49-F238E27FC236}">
                <a16:creationId xmlns:a16="http://schemas.microsoft.com/office/drawing/2014/main" id="{B1C69FBF-2ECE-D3EB-2C08-B5FA9F288B48}"/>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691827" y="5376255"/>
            <a:ext cx="329184" cy="329184"/>
          </a:xfrm>
          <a:prstGeom prst="rect">
            <a:avLst/>
          </a:prstGeom>
        </p:spPr>
      </p:pic>
      <p:grpSp>
        <p:nvGrpSpPr>
          <p:cNvPr id="21" name="Group 20">
            <a:extLst>
              <a:ext uri="{FF2B5EF4-FFF2-40B4-BE49-F238E27FC236}">
                <a16:creationId xmlns:a16="http://schemas.microsoft.com/office/drawing/2014/main" id="{B50F5B29-F9E0-6DAA-3B3D-E04FD94CC36D}"/>
              </a:ext>
            </a:extLst>
          </p:cNvPr>
          <p:cNvGrpSpPr/>
          <p:nvPr/>
        </p:nvGrpSpPr>
        <p:grpSpPr>
          <a:xfrm>
            <a:off x="615822" y="1871727"/>
            <a:ext cx="481195" cy="301752"/>
            <a:chOff x="607499" y="2019047"/>
            <a:chExt cx="481195" cy="301752"/>
          </a:xfrm>
        </p:grpSpPr>
        <p:pic>
          <p:nvPicPr>
            <p:cNvPr id="83" name="Picture 82" descr="A blue circle with yellow stars in center&#10;&#10;Description automatically generated">
              <a:extLst>
                <a:ext uri="{FF2B5EF4-FFF2-40B4-BE49-F238E27FC236}">
                  <a16:creationId xmlns:a16="http://schemas.microsoft.com/office/drawing/2014/main" id="{1DECC368-AEC1-4BDE-0A74-738B17E6F4D2}"/>
                </a:ext>
              </a:extLst>
            </p:cNvPr>
            <p:cNvPicPr>
              <a:picLocks/>
            </p:cNvPicPr>
            <p:nvPr/>
          </p:nvPicPr>
          <p:blipFill>
            <a:blip r:embed="rId9"/>
            <a:stretch>
              <a:fillRect/>
            </a:stretch>
          </p:blipFill>
          <p:spPr>
            <a:xfrm>
              <a:off x="607499" y="2019047"/>
              <a:ext cx="301752" cy="301752"/>
            </a:xfrm>
            <a:prstGeom prst="rect">
              <a:avLst/>
            </a:prstGeom>
            <a:ln>
              <a:noFill/>
            </a:ln>
          </p:spPr>
        </p:pic>
        <p:pic>
          <p:nvPicPr>
            <p:cNvPr id="84" name="Picture 83">
              <a:extLst>
                <a:ext uri="{FF2B5EF4-FFF2-40B4-BE49-F238E27FC236}">
                  <a16:creationId xmlns:a16="http://schemas.microsoft.com/office/drawing/2014/main" id="{D11B36D0-753E-8E46-8F86-12FAD8413E42}"/>
                </a:ext>
              </a:extLst>
            </p:cNvPr>
            <p:cNvPicPr>
              <a:picLocks/>
            </p:cNvPicPr>
            <p:nvPr/>
          </p:nvPicPr>
          <p:blipFill rotWithShape="1">
            <a:blip r:embed="rId8"/>
            <a:srcRect l="14865" t="17319" r="20459" b="14006"/>
            <a:stretch/>
          </p:blipFill>
          <p:spPr>
            <a:xfrm>
              <a:off x="786942" y="2019047"/>
              <a:ext cx="301752" cy="301752"/>
            </a:xfrm>
            <a:prstGeom prst="ellipse">
              <a:avLst/>
            </a:prstGeom>
          </p:spPr>
        </p:pic>
      </p:grpSp>
      <p:pic>
        <p:nvPicPr>
          <p:cNvPr id="85" name="Picture 84" descr="A red and yellow flag in a circle&#10;&#10;AI-generated content may be incorrect.">
            <a:extLst>
              <a:ext uri="{FF2B5EF4-FFF2-40B4-BE49-F238E27FC236}">
                <a16:creationId xmlns:a16="http://schemas.microsoft.com/office/drawing/2014/main" id="{2F885507-3190-688E-EB4D-48B6F0E89600}"/>
              </a:ext>
            </a:extLst>
          </p:cNvPr>
          <p:cNvPicPr>
            <a:picLocks/>
          </p:cNvPicPr>
          <p:nvPr/>
        </p:nvPicPr>
        <p:blipFill>
          <a:blip r:embed="rId10"/>
          <a:stretch>
            <a:fillRect/>
          </a:stretch>
        </p:blipFill>
        <p:spPr>
          <a:xfrm>
            <a:off x="705543" y="4418704"/>
            <a:ext cx="301752" cy="301752"/>
          </a:xfrm>
          <a:prstGeom prst="rect">
            <a:avLst/>
          </a:prstGeom>
        </p:spPr>
      </p:pic>
      <p:pic>
        <p:nvPicPr>
          <p:cNvPr id="86" name="Graphic 85">
            <a:extLst>
              <a:ext uri="{FF2B5EF4-FFF2-40B4-BE49-F238E27FC236}">
                <a16:creationId xmlns:a16="http://schemas.microsoft.com/office/drawing/2014/main" id="{44D4C76A-1573-A2C9-B485-6745A7250698}"/>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691827" y="3943905"/>
            <a:ext cx="329184" cy="329184"/>
          </a:xfrm>
          <a:prstGeom prst="rect">
            <a:avLst/>
          </a:prstGeom>
        </p:spPr>
      </p:pic>
      <p:grpSp>
        <p:nvGrpSpPr>
          <p:cNvPr id="15" name="Group 14">
            <a:extLst>
              <a:ext uri="{FF2B5EF4-FFF2-40B4-BE49-F238E27FC236}">
                <a16:creationId xmlns:a16="http://schemas.microsoft.com/office/drawing/2014/main" id="{BADBFD1E-8225-80EA-4FB9-CD7257DF0432}"/>
              </a:ext>
            </a:extLst>
          </p:cNvPr>
          <p:cNvGrpSpPr/>
          <p:nvPr/>
        </p:nvGrpSpPr>
        <p:grpSpPr>
          <a:xfrm>
            <a:off x="615822" y="4894936"/>
            <a:ext cx="481195" cy="301752"/>
            <a:chOff x="621215" y="5001616"/>
            <a:chExt cx="481195" cy="301752"/>
          </a:xfrm>
        </p:grpSpPr>
        <p:pic>
          <p:nvPicPr>
            <p:cNvPr id="88" name="Picture 87" descr="A red and yellow flag in a circle&#10;&#10;AI-generated content may be incorrect.">
              <a:extLst>
                <a:ext uri="{FF2B5EF4-FFF2-40B4-BE49-F238E27FC236}">
                  <a16:creationId xmlns:a16="http://schemas.microsoft.com/office/drawing/2014/main" id="{1A716ED2-F74B-4B49-610A-1CF5EEB4FB94}"/>
                </a:ext>
              </a:extLst>
            </p:cNvPr>
            <p:cNvPicPr>
              <a:picLocks/>
            </p:cNvPicPr>
            <p:nvPr/>
          </p:nvPicPr>
          <p:blipFill>
            <a:blip r:embed="rId10"/>
            <a:stretch>
              <a:fillRect/>
            </a:stretch>
          </p:blipFill>
          <p:spPr>
            <a:xfrm>
              <a:off x="621215" y="5001616"/>
              <a:ext cx="301752" cy="301752"/>
            </a:xfrm>
            <a:prstGeom prst="rect">
              <a:avLst/>
            </a:prstGeom>
          </p:spPr>
        </p:pic>
        <p:sp>
          <p:nvSpPr>
            <p:cNvPr id="117" name="Oval 116">
              <a:extLst>
                <a:ext uri="{FF2B5EF4-FFF2-40B4-BE49-F238E27FC236}">
                  <a16:creationId xmlns:a16="http://schemas.microsoft.com/office/drawing/2014/main" id="{2F0126F3-61A7-0D20-EB80-6ACBBFF20FB5}"/>
                </a:ext>
              </a:extLst>
            </p:cNvPr>
            <p:cNvSpPr>
              <a:spLocks/>
            </p:cNvSpPr>
            <p:nvPr/>
          </p:nvSpPr>
          <p:spPr>
            <a:xfrm>
              <a:off x="800658" y="5001616"/>
              <a:ext cx="301752" cy="301752"/>
            </a:xfrm>
            <a:prstGeom prst="ellipse">
              <a:avLst/>
            </a:prstGeom>
            <a:blipFill>
              <a:blip r:embed="rId11"/>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a:solidFill>
                  <a:schemeClr val="bg1"/>
                </a:solidFill>
              </a:endParaRPr>
            </a:p>
          </p:txBody>
        </p:sp>
      </p:grpSp>
      <p:pic>
        <p:nvPicPr>
          <p:cNvPr id="93" name="Picture 2" descr="European Society for Medical Oncology (ESMO) - YouTube">
            <a:extLst>
              <a:ext uri="{FF2B5EF4-FFF2-40B4-BE49-F238E27FC236}">
                <a16:creationId xmlns:a16="http://schemas.microsoft.com/office/drawing/2014/main" id="{0513F7DD-6026-210E-9F02-21A5A5E5E985}"/>
              </a:ext>
            </a:extLst>
          </p:cNvPr>
          <p:cNvPicPr>
            <a:picLocks noChangeAspect="1"/>
          </p:cNvPicPr>
          <p:nvPr/>
        </p:nvPicPr>
        <p:blipFill rotWithShape="1">
          <a:blip r:embed="rId12">
            <a:extLst>
              <a:ext uri="{28A0092B-C50C-407E-A947-70E740481C1C}">
                <a14:useLocalDpi xmlns:a14="http://schemas.microsoft.com/office/drawing/2010/main" val="0"/>
              </a:ext>
            </a:extLst>
          </a:blip>
          <a:srcRect/>
          <a:stretch/>
        </p:blipFill>
        <p:spPr bwMode="auto">
          <a:xfrm>
            <a:off x="7233353" y="5993198"/>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European Society for Medical Oncology (ESMO) - YouTube">
            <a:extLst>
              <a:ext uri="{FF2B5EF4-FFF2-40B4-BE49-F238E27FC236}">
                <a16:creationId xmlns:a16="http://schemas.microsoft.com/office/drawing/2014/main" id="{CBD7DC52-F500-4D69-9D7D-B0E21B3DA04F}"/>
              </a:ext>
            </a:extLst>
          </p:cNvPr>
          <p:cNvPicPr>
            <a:picLocks noChangeAspect="1"/>
          </p:cNvPicPr>
          <p:nvPr/>
        </p:nvPicPr>
        <p:blipFill rotWithShape="1">
          <a:blip r:embed="rId12">
            <a:extLst>
              <a:ext uri="{28A0092B-C50C-407E-A947-70E740481C1C}">
                <a14:useLocalDpi xmlns:a14="http://schemas.microsoft.com/office/drawing/2010/main" val="0"/>
              </a:ext>
            </a:extLst>
          </a:blip>
          <a:srcRect/>
          <a:stretch/>
        </p:blipFill>
        <p:spPr bwMode="auto">
          <a:xfrm>
            <a:off x="7233353" y="3009358"/>
            <a:ext cx="479885" cy="17775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blue circle with yellow stars in center&#10;&#10;Description automatically generated">
            <a:extLst>
              <a:ext uri="{FF2B5EF4-FFF2-40B4-BE49-F238E27FC236}">
                <a16:creationId xmlns:a16="http://schemas.microsoft.com/office/drawing/2014/main" id="{E00C01DF-6945-7279-C735-66CC6AEE2BCB}"/>
              </a:ext>
            </a:extLst>
          </p:cNvPr>
          <p:cNvPicPr>
            <a:picLocks/>
          </p:cNvPicPr>
          <p:nvPr/>
        </p:nvPicPr>
        <p:blipFill>
          <a:blip r:embed="rId9"/>
          <a:stretch>
            <a:fillRect/>
          </a:stretch>
        </p:blipFill>
        <p:spPr>
          <a:xfrm>
            <a:off x="705543" y="2853186"/>
            <a:ext cx="301752" cy="301752"/>
          </a:xfrm>
          <a:prstGeom prst="rect">
            <a:avLst/>
          </a:prstGeom>
          <a:ln>
            <a:noFill/>
          </a:ln>
        </p:spPr>
      </p:pic>
      <p:grpSp>
        <p:nvGrpSpPr>
          <p:cNvPr id="17" name="Group 16">
            <a:extLst>
              <a:ext uri="{FF2B5EF4-FFF2-40B4-BE49-F238E27FC236}">
                <a16:creationId xmlns:a16="http://schemas.microsoft.com/office/drawing/2014/main" id="{CD733E3E-DE78-8B40-5D38-821BD5C6035A}"/>
              </a:ext>
            </a:extLst>
          </p:cNvPr>
          <p:cNvGrpSpPr/>
          <p:nvPr/>
        </p:nvGrpSpPr>
        <p:grpSpPr>
          <a:xfrm>
            <a:off x="540951" y="3250325"/>
            <a:ext cx="630936" cy="580978"/>
            <a:chOff x="566351" y="3382405"/>
            <a:chExt cx="630936" cy="580978"/>
          </a:xfrm>
        </p:grpSpPr>
        <p:pic>
          <p:nvPicPr>
            <p:cNvPr id="18" name="Picture 17" descr="A blue circle with yellow stars in center&#10;&#10;Description automatically generated">
              <a:extLst>
                <a:ext uri="{FF2B5EF4-FFF2-40B4-BE49-F238E27FC236}">
                  <a16:creationId xmlns:a16="http://schemas.microsoft.com/office/drawing/2014/main" id="{F92F059F-4558-1547-4C2C-6A3960B9D0ED}"/>
                </a:ext>
              </a:extLst>
            </p:cNvPr>
            <p:cNvPicPr>
              <a:picLocks/>
            </p:cNvPicPr>
            <p:nvPr/>
          </p:nvPicPr>
          <p:blipFill>
            <a:blip r:embed="rId9"/>
            <a:stretch>
              <a:fillRect/>
            </a:stretch>
          </p:blipFill>
          <p:spPr>
            <a:xfrm>
              <a:off x="566351" y="3656100"/>
              <a:ext cx="301752" cy="301752"/>
            </a:xfrm>
            <a:prstGeom prst="rect">
              <a:avLst/>
            </a:prstGeom>
            <a:ln>
              <a:noFill/>
            </a:ln>
          </p:spPr>
        </p:pic>
        <p:pic>
          <p:nvPicPr>
            <p:cNvPr id="19" name="Graphic 18">
              <a:extLst>
                <a:ext uri="{FF2B5EF4-FFF2-40B4-BE49-F238E27FC236}">
                  <a16:creationId xmlns:a16="http://schemas.microsoft.com/office/drawing/2014/main" id="{D2D5ABF8-1A5D-62AE-BA4F-96AF75A34990}"/>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694582" y="3382405"/>
              <a:ext cx="329184" cy="329184"/>
            </a:xfrm>
            <a:prstGeom prst="rect">
              <a:avLst/>
            </a:prstGeom>
          </p:spPr>
        </p:pic>
        <p:pic>
          <p:nvPicPr>
            <p:cNvPr id="23" name="Picture 22">
              <a:extLst>
                <a:ext uri="{FF2B5EF4-FFF2-40B4-BE49-F238E27FC236}">
                  <a16:creationId xmlns:a16="http://schemas.microsoft.com/office/drawing/2014/main" id="{BEDC4868-0DCF-876B-ADB1-DF824B632F37}"/>
                </a:ext>
              </a:extLst>
            </p:cNvPr>
            <p:cNvPicPr>
              <a:picLocks/>
            </p:cNvPicPr>
            <p:nvPr/>
          </p:nvPicPr>
          <p:blipFill rotWithShape="1">
            <a:blip r:embed="rId8"/>
            <a:srcRect l="14865" t="17319" r="20459" b="14006"/>
            <a:stretch/>
          </p:blipFill>
          <p:spPr>
            <a:xfrm>
              <a:off x="868103" y="3634199"/>
              <a:ext cx="329184" cy="329184"/>
            </a:xfrm>
            <a:prstGeom prst="ellipse">
              <a:avLst/>
            </a:prstGeom>
          </p:spPr>
        </p:pic>
      </p:grpSp>
      <p:sp>
        <p:nvSpPr>
          <p:cNvPr id="22" name="Footer Placeholder 3">
            <a:extLst>
              <a:ext uri="{FF2B5EF4-FFF2-40B4-BE49-F238E27FC236}">
                <a16:creationId xmlns:a16="http://schemas.microsoft.com/office/drawing/2014/main" id="{FB04858B-EA46-F279-124A-6758BF19D83A}"/>
              </a:ext>
            </a:extLst>
          </p:cNvPr>
          <p:cNvSpPr txBox="1">
            <a:spLocks/>
          </p:cNvSpPr>
          <p:nvPr/>
        </p:nvSpPr>
        <p:spPr>
          <a:xfrm>
            <a:off x="358337" y="6359371"/>
            <a:ext cx="8409328"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Note: </a:t>
            </a:r>
            <a:r>
              <a:rPr lang="en-US" err="1"/>
              <a:t>CTx</a:t>
            </a:r>
            <a:r>
              <a:rPr lang="en-US"/>
              <a:t>: Chemotherapy; ES-SCLC: Extensive-Stage Small Cell Lung Cancer; HCP: Healthcare Professionals; </a:t>
            </a:r>
            <a:r>
              <a:rPr lang="en-US" err="1"/>
              <a:t>iPFS</a:t>
            </a:r>
            <a:r>
              <a:rPr lang="en-US"/>
              <a:t>: intracranial Progression Free Survival; OS2: Overall Survival 2; RWE: Real-World Evidence; SoC: Standard of Care; </a:t>
            </a:r>
          </a:p>
        </p:txBody>
      </p:sp>
      <p:grpSp>
        <p:nvGrpSpPr>
          <p:cNvPr id="24" name="Group 23">
            <a:extLst>
              <a:ext uri="{FF2B5EF4-FFF2-40B4-BE49-F238E27FC236}">
                <a16:creationId xmlns:a16="http://schemas.microsoft.com/office/drawing/2014/main" id="{DB66524E-6A82-AEFC-40D8-1FC798D19777}"/>
              </a:ext>
            </a:extLst>
          </p:cNvPr>
          <p:cNvGrpSpPr/>
          <p:nvPr/>
        </p:nvGrpSpPr>
        <p:grpSpPr>
          <a:xfrm>
            <a:off x="8699856" y="910976"/>
            <a:ext cx="3142481" cy="323165"/>
            <a:chOff x="6459941" y="619466"/>
            <a:chExt cx="3142481" cy="323165"/>
          </a:xfrm>
        </p:grpSpPr>
        <p:sp>
          <p:nvSpPr>
            <p:cNvPr id="25" name="TextBox 24">
              <a:extLst>
                <a:ext uri="{FF2B5EF4-FFF2-40B4-BE49-F238E27FC236}">
                  <a16:creationId xmlns:a16="http://schemas.microsoft.com/office/drawing/2014/main" id="{EC73EA4A-7121-DD53-2634-2A4CE55F8019}"/>
                </a:ext>
              </a:extLst>
            </p:cNvPr>
            <p:cNvSpPr txBox="1"/>
            <p:nvPr/>
          </p:nvSpPr>
          <p:spPr>
            <a:xfrm>
              <a:off x="6459941" y="619466"/>
              <a:ext cx="314248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Key:                    </a:t>
              </a:r>
              <a:r>
                <a:rPr kumimoji="0" lang="en-US" sz="900" b="0" i="0" u="none" strike="noStrike" kern="1200" cap="none" spc="0" normalizeH="0" baseline="0" noProof="0">
                  <a:ln>
                    <a:noFill/>
                  </a:ln>
                  <a:solidFill>
                    <a:srgbClr val="000000"/>
                  </a:solidFill>
                  <a:effectLst/>
                  <a:uLnTx/>
                  <a:uFillTx/>
                  <a:latin typeface="Poppins"/>
                  <a:ea typeface="+mn-ea"/>
                  <a:cs typeface="+mn-cs"/>
                </a:rPr>
                <a:t>Gap originated at ESMO (Sept ’24)</a:t>
              </a:r>
            </a:p>
          </p:txBody>
        </p:sp>
        <p:pic>
          <p:nvPicPr>
            <p:cNvPr id="26" name="Picture 2" descr="European Society for Medical Oncology (ESMO) - YouTube">
              <a:extLst>
                <a:ext uri="{FF2B5EF4-FFF2-40B4-BE49-F238E27FC236}">
                  <a16:creationId xmlns:a16="http://schemas.microsoft.com/office/drawing/2014/main" id="{DFF59EED-3683-9C92-7E0F-2C778E74F1CC}"/>
                </a:ext>
              </a:extLst>
            </p:cNvPr>
            <p:cNvPicPr>
              <a:picLocks noChangeAspect="1"/>
            </p:cNvPicPr>
            <p:nvPr/>
          </p:nvPicPr>
          <p:blipFill rotWithShape="1">
            <a:blip r:embed="rId12">
              <a:extLst>
                <a:ext uri="{28A0092B-C50C-407E-A947-70E740481C1C}">
                  <a14:useLocalDpi xmlns:a14="http://schemas.microsoft.com/office/drawing/2010/main" val="0"/>
                </a:ext>
              </a:extLst>
            </a:blip>
            <a:srcRect/>
            <a:stretch/>
          </p:blipFill>
          <p:spPr bwMode="auto">
            <a:xfrm>
              <a:off x="7063295" y="696165"/>
              <a:ext cx="396000" cy="14668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3">
            <a:extLst>
              <a:ext uri="{FF2B5EF4-FFF2-40B4-BE49-F238E27FC236}">
                <a16:creationId xmlns:a16="http://schemas.microsoft.com/office/drawing/2014/main" id="{E1200004-05CC-9961-4CFC-970D22C245AF}"/>
              </a:ext>
            </a:extLst>
          </p:cNvPr>
          <p:cNvGrpSpPr/>
          <p:nvPr/>
        </p:nvGrpSpPr>
        <p:grpSpPr>
          <a:xfrm>
            <a:off x="-9526" y="-7584"/>
            <a:ext cx="11815014" cy="180000"/>
            <a:chOff x="-9526" y="-7584"/>
            <a:chExt cx="11815014" cy="180000"/>
          </a:xfrm>
        </p:grpSpPr>
        <p:sp>
          <p:nvSpPr>
            <p:cNvPr id="13" name="Rectangle 12">
              <a:extLst>
                <a:ext uri="{FF2B5EF4-FFF2-40B4-BE49-F238E27FC236}">
                  <a16:creationId xmlns:a16="http://schemas.microsoft.com/office/drawing/2014/main" id="{670FAC77-F1C0-A4E2-AEA5-E583A59C38AD}"/>
                </a:ext>
              </a:extLst>
            </p:cNvPr>
            <p:cNvSpPr/>
            <p:nvPr/>
          </p:nvSpPr>
          <p:spPr>
            <a:xfrm>
              <a:off x="-9526" y="-7584"/>
              <a:ext cx="2045850" cy="180000"/>
            </a:xfrm>
            <a:prstGeom prst="rect">
              <a:avLst/>
            </a:prstGeom>
            <a:solidFill>
              <a:srgbClr val="B058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14" name="Arrow: Pentagon 13">
              <a:extLst>
                <a:ext uri="{FF2B5EF4-FFF2-40B4-BE49-F238E27FC236}">
                  <a16:creationId xmlns:a16="http://schemas.microsoft.com/office/drawing/2014/main" id="{4BE7C306-3D34-CFAE-D11A-72CF98FD78CD}"/>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7" name="Arrow: Chevron 26">
              <a:extLst>
                <a:ext uri="{FF2B5EF4-FFF2-40B4-BE49-F238E27FC236}">
                  <a16:creationId xmlns:a16="http://schemas.microsoft.com/office/drawing/2014/main" id="{CF394779-0C51-D349-688A-FC1B4F07130E}"/>
                </a:ext>
              </a:extLst>
            </p:cNvPr>
            <p:cNvSpPr/>
            <p:nvPr/>
          </p:nvSpPr>
          <p:spPr>
            <a:xfrm>
              <a:off x="4552119"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28" name="Arrow: Chevron 27">
              <a:extLst>
                <a:ext uri="{FF2B5EF4-FFF2-40B4-BE49-F238E27FC236}">
                  <a16:creationId xmlns:a16="http://schemas.microsoft.com/office/drawing/2014/main" id="{EACD23BC-B34B-9425-C456-E42382BA423E}"/>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29" name="Arrow: Chevron 28">
              <a:extLst>
                <a:ext uri="{FF2B5EF4-FFF2-40B4-BE49-F238E27FC236}">
                  <a16:creationId xmlns:a16="http://schemas.microsoft.com/office/drawing/2014/main" id="{88E92CF7-DFA9-F703-FDD0-697074C46558}"/>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19404066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52343-AFB6-2C3C-72B6-62CB3148C45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74D0941-DDDC-E63D-EA6C-DF9F8F81F705}"/>
              </a:ext>
            </a:extLst>
          </p:cNvPr>
          <p:cNvGraphicFramePr>
            <a:graphicFrameLocks noChangeAspect="1"/>
          </p:cNvGraphicFramePr>
          <p:nvPr>
            <p:custDataLst>
              <p:tags r:id="rId1"/>
            </p:custDataLst>
            <p:extLst>
              <p:ext uri="{D42A27DB-BD31-4B8C-83A1-F6EECF244321}">
                <p14:modId xmlns:p14="http://schemas.microsoft.com/office/powerpoint/2010/main" val="32588489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A74D0941-DDDC-E63D-EA6C-DF9F8F81F7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0C3ACA0-DA20-4B70-456F-AE133B898978}"/>
              </a:ext>
            </a:extLst>
          </p:cNvPr>
          <p:cNvSpPr>
            <a:spLocks noGrp="1"/>
          </p:cNvSpPr>
          <p:nvPr>
            <p:ph type="title"/>
          </p:nvPr>
        </p:nvSpPr>
        <p:spPr>
          <a:xfrm>
            <a:off x="358337" y="271427"/>
            <a:ext cx="11470125" cy="369332"/>
          </a:xfrm>
        </p:spPr>
        <p:txBody>
          <a:bodyPr vert="horz"/>
          <a:lstStyle/>
          <a:p>
            <a:r>
              <a:rPr lang="en-US" sz="2400"/>
              <a:t>Tactics: Extensive Stage SCLC</a:t>
            </a:r>
          </a:p>
        </p:txBody>
      </p:sp>
      <p:graphicFrame>
        <p:nvGraphicFramePr>
          <p:cNvPr id="5" name="Table 4">
            <a:extLst>
              <a:ext uri="{FF2B5EF4-FFF2-40B4-BE49-F238E27FC236}">
                <a16:creationId xmlns:a16="http://schemas.microsoft.com/office/drawing/2014/main" id="{0DE87F15-66A1-9EAD-F45E-4268CA2FC9C1}"/>
              </a:ext>
            </a:extLst>
          </p:cNvPr>
          <p:cNvGraphicFramePr>
            <a:graphicFrameLocks noGrp="1"/>
          </p:cNvGraphicFramePr>
          <p:nvPr>
            <p:extLst>
              <p:ext uri="{D42A27DB-BD31-4B8C-83A1-F6EECF244321}">
                <p14:modId xmlns:p14="http://schemas.microsoft.com/office/powerpoint/2010/main" val="89077324"/>
              </p:ext>
            </p:extLst>
          </p:nvPr>
        </p:nvGraphicFramePr>
        <p:xfrm>
          <a:off x="404054" y="1531963"/>
          <a:ext cx="11424408" cy="4115801"/>
        </p:xfrm>
        <a:graphic>
          <a:graphicData uri="http://schemas.openxmlformats.org/drawingml/2006/table">
            <a:tbl>
              <a:tblPr firstRow="1" bandRow="1">
                <a:tableStyleId>{073A0DAA-6AF3-43AB-8588-CEC1D06C72B9}</a:tableStyleId>
              </a:tblPr>
              <a:tblGrid>
                <a:gridCol w="2471237">
                  <a:extLst>
                    <a:ext uri="{9D8B030D-6E8A-4147-A177-3AD203B41FA5}">
                      <a16:colId xmlns:a16="http://schemas.microsoft.com/office/drawing/2014/main" val="735752933"/>
                    </a:ext>
                  </a:extLst>
                </a:gridCol>
                <a:gridCol w="810242">
                  <a:extLst>
                    <a:ext uri="{9D8B030D-6E8A-4147-A177-3AD203B41FA5}">
                      <a16:colId xmlns:a16="http://schemas.microsoft.com/office/drawing/2014/main" val="977035556"/>
                    </a:ext>
                  </a:extLst>
                </a:gridCol>
                <a:gridCol w="1823044">
                  <a:extLst>
                    <a:ext uri="{9D8B030D-6E8A-4147-A177-3AD203B41FA5}">
                      <a16:colId xmlns:a16="http://schemas.microsoft.com/office/drawing/2014/main" val="2800079537"/>
                    </a:ext>
                  </a:extLst>
                </a:gridCol>
                <a:gridCol w="1904068">
                  <a:extLst>
                    <a:ext uri="{9D8B030D-6E8A-4147-A177-3AD203B41FA5}">
                      <a16:colId xmlns:a16="http://schemas.microsoft.com/office/drawing/2014/main" val="2491557635"/>
                    </a:ext>
                  </a:extLst>
                </a:gridCol>
                <a:gridCol w="972290">
                  <a:extLst>
                    <a:ext uri="{9D8B030D-6E8A-4147-A177-3AD203B41FA5}">
                      <a16:colId xmlns:a16="http://schemas.microsoft.com/office/drawing/2014/main" val="1837877681"/>
                    </a:ext>
                  </a:extLst>
                </a:gridCol>
                <a:gridCol w="1215362">
                  <a:extLst>
                    <a:ext uri="{9D8B030D-6E8A-4147-A177-3AD203B41FA5}">
                      <a16:colId xmlns:a16="http://schemas.microsoft.com/office/drawing/2014/main" val="2326480619"/>
                    </a:ext>
                  </a:extLst>
                </a:gridCol>
                <a:gridCol w="324097">
                  <a:extLst>
                    <a:ext uri="{9D8B030D-6E8A-4147-A177-3AD203B41FA5}">
                      <a16:colId xmlns:a16="http://schemas.microsoft.com/office/drawing/2014/main" val="1713746905"/>
                    </a:ext>
                  </a:extLst>
                </a:gridCol>
                <a:gridCol w="1904068">
                  <a:extLst>
                    <a:ext uri="{9D8B030D-6E8A-4147-A177-3AD203B41FA5}">
                      <a16:colId xmlns:a16="http://schemas.microsoft.com/office/drawing/2014/main" val="393198505"/>
                    </a:ext>
                  </a:extLst>
                </a:gridCol>
              </a:tblGrid>
              <a:tr h="370844">
                <a:tc gridSpan="8">
                  <a:txBody>
                    <a:bodyPr/>
                    <a:lstStyle/>
                    <a:p>
                      <a:pPr algn="ctr"/>
                      <a:r>
                        <a:rPr lang="en-US" sz="1000"/>
                        <a:t>Extensive Stage SCLC</a:t>
                      </a:r>
                    </a:p>
                  </a:txBody>
                  <a:tcPr marL="45720" marR="45720" anchor="ctr">
                    <a:solidFill>
                      <a:schemeClr val="accent6">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3506041"/>
                  </a:ext>
                </a:extLst>
              </a:tr>
              <a:tr h="834399">
                <a:tc>
                  <a:txBody>
                    <a:bodyPr/>
                    <a:lstStyle/>
                    <a:p>
                      <a:pPr algn="ctr"/>
                      <a:r>
                        <a:rPr lang="en-US" sz="1000" b="1">
                          <a:solidFill>
                            <a:schemeClr val="bg1"/>
                          </a:solidFill>
                        </a:rPr>
                        <a:t>Evidence Gap</a:t>
                      </a:r>
                    </a:p>
                  </a:txBody>
                  <a:tcPr marL="45720" marR="45720" anchor="ctr">
                    <a:solidFill>
                      <a:schemeClr val="accent6">
                        <a:lumMod val="75000"/>
                      </a:schemeClr>
                    </a:solidFill>
                  </a:tcPr>
                </a:tc>
                <a:tc>
                  <a:txBody>
                    <a:bodyPr/>
                    <a:lstStyle/>
                    <a:p>
                      <a:pPr algn="ctr"/>
                      <a:r>
                        <a:rPr lang="en-US" sz="1000" b="1">
                          <a:solidFill>
                            <a:schemeClr val="bg1"/>
                          </a:solidFill>
                        </a:rPr>
                        <a:t>Tactic Type</a:t>
                      </a:r>
                    </a:p>
                  </a:txBody>
                  <a:tcPr marL="45720" marR="45720" anchor="ctr">
                    <a:solidFill>
                      <a:schemeClr val="accent6">
                        <a:lumMod val="75000"/>
                      </a:schemeClr>
                    </a:solidFill>
                  </a:tcPr>
                </a:tc>
                <a:tc>
                  <a:txBody>
                    <a:bodyPr/>
                    <a:lstStyle/>
                    <a:p>
                      <a:pPr algn="ctr"/>
                      <a:r>
                        <a:rPr lang="en-US" sz="1000" b="1">
                          <a:solidFill>
                            <a:schemeClr val="bg1"/>
                          </a:solidFill>
                        </a:rPr>
                        <a:t>New Tactic</a:t>
                      </a:r>
                    </a:p>
                  </a:txBody>
                  <a:tcPr marL="45720" marR="45720" anchor="ctr">
                    <a:solidFill>
                      <a:schemeClr val="accent6">
                        <a:lumMod val="75000"/>
                      </a:schemeClr>
                    </a:solidFill>
                  </a:tcPr>
                </a:tc>
                <a:tc>
                  <a:txBody>
                    <a:bodyPr/>
                    <a:lstStyle/>
                    <a:p>
                      <a:pPr algn="ctr"/>
                      <a:r>
                        <a:rPr lang="en-US" sz="1000" b="1" kern="1200">
                          <a:solidFill>
                            <a:schemeClr val="bg1"/>
                          </a:solidFill>
                          <a:latin typeface="+mn-lt"/>
                          <a:ea typeface="+mn-ea"/>
                          <a:cs typeface="+mn-cs"/>
                        </a:rPr>
                        <a:t>Study Objectives</a:t>
                      </a:r>
                    </a:p>
                  </a:txBody>
                  <a:tcPr marL="45720" marR="45720" anchor="ctr">
                    <a:solidFill>
                      <a:schemeClr val="accent6">
                        <a:lumMod val="75000"/>
                      </a:schemeClr>
                    </a:solidFill>
                  </a:tcPr>
                </a:tc>
                <a:tc>
                  <a:txBody>
                    <a:bodyPr/>
                    <a:lstStyle/>
                    <a:p>
                      <a:pPr algn="ctr"/>
                      <a:r>
                        <a:rPr lang="en-US" sz="1000" b="1" kern="1200">
                          <a:solidFill>
                            <a:schemeClr val="bg1"/>
                          </a:solidFill>
                          <a:latin typeface="+mn-lt"/>
                          <a:ea typeface="+mn-ea"/>
                          <a:cs typeface="+mn-cs"/>
                        </a:rPr>
                        <a:t>Key Markets</a:t>
                      </a:r>
                    </a:p>
                  </a:txBody>
                  <a:tcPr marL="45720" marR="45720"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Impact on External Stakeholders</a:t>
                      </a:r>
                    </a:p>
                  </a:txBody>
                  <a:tcPr marL="45720" marR="45720" anchor="ctr">
                    <a:solidFill>
                      <a:schemeClr val="accent6">
                        <a:lumMod val="75000"/>
                      </a:schemeClr>
                    </a:solidFill>
                  </a:tcPr>
                </a:tc>
                <a:tc>
                  <a:txBody>
                    <a:bodyPr/>
                    <a:lstStyle/>
                    <a:p>
                      <a:pPr marL="0" algn="ctr" defTabSz="914400" rtl="0" eaLnBrk="1" latinLnBrk="0" hangingPunct="1"/>
                      <a:r>
                        <a:rPr lang="en-US" sz="1000" b="1" kern="1200">
                          <a:solidFill>
                            <a:schemeClr val="bg1"/>
                          </a:solidFill>
                          <a:latin typeface="+mn-lt"/>
                          <a:ea typeface="+mn-ea"/>
                          <a:cs typeface="+mn-cs"/>
                        </a:rPr>
                        <a:t>SIs</a:t>
                      </a:r>
                    </a:p>
                  </a:txBody>
                  <a:tcPr marL="45720" marR="45720" anchor="c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mn-lt"/>
                          <a:ea typeface="+mn-ea"/>
                          <a:cs typeface="+mn-cs"/>
                        </a:rPr>
                        <a:t>Medical Objective &amp; Impact</a:t>
                      </a:r>
                    </a:p>
                  </a:txBody>
                  <a:tcPr marL="45720" marR="45720" anchor="ctr">
                    <a:solidFill>
                      <a:schemeClr val="accent6">
                        <a:lumMod val="75000"/>
                      </a:schemeClr>
                    </a:solidFill>
                  </a:tcPr>
                </a:tc>
                <a:extLst>
                  <a:ext uri="{0D108BD9-81ED-4DB2-BD59-A6C34878D82A}">
                    <a16:rowId xmlns:a16="http://schemas.microsoft.com/office/drawing/2014/main" val="3378915935"/>
                  </a:ext>
                </a:extLst>
              </a:tr>
              <a:tr h="9734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Need for </a:t>
                      </a:r>
                      <a:r>
                        <a:rPr lang="en-US" sz="900" b="1" i="0" kern="1200">
                          <a:solidFill>
                            <a:schemeClr val="tx1"/>
                          </a:solidFill>
                          <a:latin typeface="+mn-lt"/>
                          <a:ea typeface="+mn-ea"/>
                          <a:cs typeface="+mn-cs"/>
                        </a:rPr>
                        <a:t>iPFS data</a:t>
                      </a:r>
                      <a:r>
                        <a:rPr lang="en-US" sz="900" i="0" kern="1200">
                          <a:solidFill>
                            <a:schemeClr val="tx1"/>
                          </a:solidFill>
                          <a:latin typeface="+mn-lt"/>
                          <a:ea typeface="+mn-ea"/>
                          <a:cs typeface="+mn-cs"/>
                        </a:rPr>
                        <a:t>, and other relevant endpoints (e.g., intracranial PR / CR) in SCLC </a:t>
                      </a:r>
                      <a:r>
                        <a:rPr lang="en-US" sz="900" b="1" i="0" kern="1200">
                          <a:solidFill>
                            <a:schemeClr val="tx1"/>
                          </a:solidFill>
                          <a:latin typeface="+mn-lt"/>
                          <a:ea typeface="+mn-ea"/>
                          <a:cs typeface="+mn-cs"/>
                        </a:rPr>
                        <a:t>patients with brain metastases</a:t>
                      </a: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IIT including brain mets patients; Consider tislelizumab combinations e.g., anlo / lurbi + tisle</a:t>
                      </a: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pCR, PFS – traditional clinical trial endpoints</a:t>
                      </a:r>
                    </a:p>
                  </a:txBody>
                  <a:tcPr marL="45720" marR="45720"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Patients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Payers</a:t>
                      </a:r>
                    </a:p>
                  </a:txBody>
                  <a:tcPr marL="45720" marR="45720" anchor="ct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rgbClr val="FF0000"/>
                        </a:solidFill>
                        <a:effectLst/>
                        <a:latin typeface="+mn-lt"/>
                        <a:ea typeface="+mn-ea"/>
                        <a:cs typeface="+mn-cs"/>
                      </a:endParaRPr>
                    </a:p>
                  </a:txBody>
                  <a:tcPr marL="45720" marR="45720" anchor="ctr">
                    <a:solidFill>
                      <a:srgbClr val="D62B1E"/>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Evidence-Based Differentiation</a:t>
                      </a:r>
                    </a:p>
                  </a:txBody>
                  <a:tcPr marL="45720" marR="45720" anchor="ctr">
                    <a:solidFill>
                      <a:srgbClr val="E7E7E7"/>
                    </a:solidFill>
                  </a:tcPr>
                </a:tc>
                <a:extLst>
                  <a:ext uri="{0D108BD9-81ED-4DB2-BD59-A6C34878D82A}">
                    <a16:rowId xmlns:a16="http://schemas.microsoft.com/office/drawing/2014/main" val="309437934"/>
                  </a:ext>
                </a:extLst>
              </a:tr>
              <a:tr h="963628">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ysClr val="windowText" lastClr="000000"/>
                          </a:solidFill>
                          <a:latin typeface="+mn-lt"/>
                          <a:ea typeface="+mn-ea"/>
                          <a:cs typeface="+mn-cs"/>
                        </a:rPr>
                        <a:t>Need for data demonstrating </a:t>
                      </a:r>
                      <a:r>
                        <a:rPr lang="en-US" sz="900" b="1" i="0" kern="1200">
                          <a:solidFill>
                            <a:sysClr val="windowText" lastClr="000000"/>
                          </a:solidFill>
                          <a:latin typeface="+mn-lt"/>
                          <a:ea typeface="+mn-ea"/>
                          <a:cs typeface="+mn-cs"/>
                        </a:rPr>
                        <a:t>protection of tislelizumab-treated pts</a:t>
                      </a:r>
                      <a:r>
                        <a:rPr lang="en-US" sz="900" b="0" i="0" kern="1200">
                          <a:solidFill>
                            <a:sysClr val="windowText" lastClr="000000"/>
                          </a:solidFill>
                          <a:latin typeface="+mn-lt"/>
                          <a:ea typeface="+mn-ea"/>
                          <a:cs typeface="+mn-cs"/>
                        </a:rPr>
                        <a:t> from </a:t>
                      </a:r>
                      <a:r>
                        <a:rPr lang="en-US" sz="900" b="1" i="0" kern="1200">
                          <a:solidFill>
                            <a:sysClr val="windowText" lastClr="000000"/>
                          </a:solidFill>
                          <a:latin typeface="+mn-lt"/>
                          <a:ea typeface="+mn-ea"/>
                          <a:cs typeface="+mn-cs"/>
                        </a:rPr>
                        <a:t>metastases </a:t>
                      </a:r>
                      <a:r>
                        <a:rPr lang="en-US" sz="900" i="0" kern="1200">
                          <a:solidFill>
                            <a:sysClr val="windowText" lastClr="000000"/>
                          </a:solidFill>
                          <a:latin typeface="+mn-lt"/>
                          <a:ea typeface="+mn-ea"/>
                          <a:cs typeface="+mn-cs"/>
                        </a:rPr>
                        <a:t>in ES-SCLC</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chemeClr val="tx1"/>
                          </a:solidFill>
                          <a:latin typeface="+mn-lt"/>
                          <a:ea typeface="+mn-ea"/>
                          <a:cs typeface="+mn-cs"/>
                        </a:rPr>
                        <a:t>Post hoc of pivotal trial data (RN-312)</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1" kern="1200">
                          <a:solidFill>
                            <a:schemeClr val="tx1"/>
                          </a:solidFill>
                          <a:latin typeface="+mn-lt"/>
                          <a:ea typeface="+mn-ea"/>
                          <a:cs typeface="+mn-cs"/>
                        </a:rPr>
                        <a:t>[Align with stats on feasibility] </a:t>
                      </a:r>
                      <a:r>
                        <a:rPr lang="en-US" sz="900" i="0" kern="1200">
                          <a:solidFill>
                            <a:schemeClr val="tx1"/>
                          </a:solidFill>
                          <a:latin typeface="+mn-lt"/>
                          <a:ea typeface="+mn-ea"/>
                          <a:cs typeface="+mn-cs"/>
                        </a:rPr>
                        <a:t>Delay / prevention of metastasis </a:t>
                      </a:r>
                    </a:p>
                  </a:txBody>
                  <a:tcPr marL="45720" marR="45720" anchor="ctr">
                    <a:solidFill>
                      <a:srgbClr val="CBCBCB"/>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0" i="0" kern="1200">
                        <a:solidFill>
                          <a:schemeClr val="dk1"/>
                        </a:solidFill>
                        <a:effectLst/>
                        <a:latin typeface="+mn-lt"/>
                        <a:ea typeface="+mn-ea"/>
                        <a:cs typeface="+mn-cs"/>
                      </a:endParaRPr>
                    </a:p>
                  </a:txBody>
                  <a:tcPr marL="45720" marR="45720" anchor="ctr">
                    <a:solidFill>
                      <a:srgbClr val="CBCBCB"/>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Payers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HCPs </a:t>
                      </a:r>
                    </a:p>
                  </a:txBody>
                  <a:tcPr marL="45720" marR="45720" anchor="ct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Evidence-Based Differentiation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Communicate One Scientific Story</a:t>
                      </a:r>
                    </a:p>
                  </a:txBody>
                  <a:tcPr marL="45720" marR="45720" anchor="ctr">
                    <a:solidFill>
                      <a:srgbClr val="CBCBCB"/>
                    </a:solidFill>
                  </a:tcPr>
                </a:tc>
                <a:extLst>
                  <a:ext uri="{0D108BD9-81ED-4DB2-BD59-A6C34878D82A}">
                    <a16:rowId xmlns:a16="http://schemas.microsoft.com/office/drawing/2014/main" val="1485158002"/>
                  </a:ext>
                </a:extLst>
              </a:tr>
              <a:tr h="97346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b="0" i="0" kern="1200">
                        <a:solidFill>
                          <a:schemeClr val="dk1"/>
                        </a:solidFill>
                        <a:effectLst/>
                        <a:latin typeface="+mn-lt"/>
                        <a:ea typeface="+mn-ea"/>
                        <a:cs typeface="+mn-cs"/>
                      </a:endParaRPr>
                    </a:p>
                  </a:txBody>
                  <a:tcPr marL="45720" marR="45720" anchor="ctr">
                    <a:solidFill>
                      <a:schemeClr val="accent4"/>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0" kern="1200">
                          <a:solidFill>
                            <a:schemeClr val="tx1"/>
                          </a:solidFill>
                          <a:latin typeface="+mn-lt"/>
                          <a:ea typeface="+mn-ea"/>
                          <a:cs typeface="+mn-cs"/>
                        </a:rPr>
                        <a:t>KOL Engagement and Advocacy</a:t>
                      </a:r>
                    </a:p>
                  </a:txBody>
                  <a:tcPr marL="45720" marR="45720" anchor="ctr">
                    <a:solidFill>
                      <a:srgbClr val="CBCBCB"/>
                    </a:solidFill>
                  </a:tcPr>
                </a:tc>
                <a:extLst>
                  <a:ext uri="{0D108BD9-81ED-4DB2-BD59-A6C34878D82A}">
                    <a16:rowId xmlns:a16="http://schemas.microsoft.com/office/drawing/2014/main" val="149798159"/>
                  </a:ext>
                </a:extLst>
              </a:tr>
            </a:tbl>
          </a:graphicData>
        </a:graphic>
      </p:graphicFrame>
      <p:pic>
        <p:nvPicPr>
          <p:cNvPr id="45" name="Graphic 44">
            <a:extLst>
              <a:ext uri="{FF2B5EF4-FFF2-40B4-BE49-F238E27FC236}">
                <a16:creationId xmlns:a16="http://schemas.microsoft.com/office/drawing/2014/main" id="{8E6C851E-D130-0130-7A80-A1FF9BCCF56C}"/>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756221" y="4582583"/>
            <a:ext cx="329184" cy="329184"/>
          </a:xfrm>
          <a:prstGeom prst="rect">
            <a:avLst/>
          </a:prstGeom>
        </p:spPr>
      </p:pic>
      <p:pic>
        <p:nvPicPr>
          <p:cNvPr id="49" name="Graphic 48">
            <a:extLst>
              <a:ext uri="{FF2B5EF4-FFF2-40B4-BE49-F238E27FC236}">
                <a16:creationId xmlns:a16="http://schemas.microsoft.com/office/drawing/2014/main" id="{6CD35C9D-1483-7093-95A2-9B38122693B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42131" y="3059831"/>
            <a:ext cx="274320" cy="274320"/>
          </a:xfrm>
          <a:prstGeom prst="rect">
            <a:avLst/>
          </a:prstGeom>
        </p:spPr>
      </p:pic>
      <p:pic>
        <p:nvPicPr>
          <p:cNvPr id="51" name="Graphic 50">
            <a:extLst>
              <a:ext uri="{FF2B5EF4-FFF2-40B4-BE49-F238E27FC236}">
                <a16:creationId xmlns:a16="http://schemas.microsoft.com/office/drawing/2014/main" id="{E394C45D-2C87-DCCF-C630-78160B6553D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42131" y="4610015"/>
            <a:ext cx="274320" cy="274320"/>
          </a:xfrm>
          <a:prstGeom prst="rect">
            <a:avLst/>
          </a:prstGeom>
        </p:spPr>
      </p:pic>
      <p:grpSp>
        <p:nvGrpSpPr>
          <p:cNvPr id="16" name="Group 15">
            <a:extLst>
              <a:ext uri="{FF2B5EF4-FFF2-40B4-BE49-F238E27FC236}">
                <a16:creationId xmlns:a16="http://schemas.microsoft.com/office/drawing/2014/main" id="{42190E21-9C5A-E8AB-80F3-A5152D8AA078}"/>
              </a:ext>
            </a:extLst>
          </p:cNvPr>
          <p:cNvGrpSpPr/>
          <p:nvPr/>
        </p:nvGrpSpPr>
        <p:grpSpPr>
          <a:xfrm>
            <a:off x="7680797" y="3032399"/>
            <a:ext cx="480033" cy="329184"/>
            <a:chOff x="7680797" y="3516675"/>
            <a:chExt cx="480033" cy="329184"/>
          </a:xfrm>
        </p:grpSpPr>
        <p:pic>
          <p:nvPicPr>
            <p:cNvPr id="25" name="Graphic 24">
              <a:extLst>
                <a:ext uri="{FF2B5EF4-FFF2-40B4-BE49-F238E27FC236}">
                  <a16:creationId xmlns:a16="http://schemas.microsoft.com/office/drawing/2014/main" id="{17914135-0BAE-2E4B-6CE6-6A0948EF2ED7}"/>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7680797" y="3516675"/>
              <a:ext cx="329184" cy="329184"/>
            </a:xfrm>
            <a:prstGeom prst="rect">
              <a:avLst/>
            </a:prstGeom>
          </p:spPr>
        </p:pic>
        <p:pic>
          <p:nvPicPr>
            <p:cNvPr id="26" name="Picture 25" descr="A blue circle with yellow stars in center&#10;&#10;Description automatically generated">
              <a:extLst>
                <a:ext uri="{FF2B5EF4-FFF2-40B4-BE49-F238E27FC236}">
                  <a16:creationId xmlns:a16="http://schemas.microsoft.com/office/drawing/2014/main" id="{89CC4CE7-05C1-A8CA-6B2B-E50EBC89AD05}"/>
                </a:ext>
              </a:extLst>
            </p:cNvPr>
            <p:cNvPicPr>
              <a:picLocks noChangeAspect="1"/>
            </p:cNvPicPr>
            <p:nvPr/>
          </p:nvPicPr>
          <p:blipFill>
            <a:blip r:embed="rId11"/>
            <a:stretch>
              <a:fillRect/>
            </a:stretch>
          </p:blipFill>
          <p:spPr>
            <a:xfrm>
              <a:off x="7859078" y="3530391"/>
              <a:ext cx="301752" cy="301752"/>
            </a:xfrm>
            <a:prstGeom prst="rect">
              <a:avLst/>
            </a:prstGeom>
            <a:ln>
              <a:noFill/>
            </a:ln>
          </p:spPr>
        </p:pic>
      </p:grpSp>
      <p:grpSp>
        <p:nvGrpSpPr>
          <p:cNvPr id="8" name="Group 7">
            <a:extLst>
              <a:ext uri="{FF2B5EF4-FFF2-40B4-BE49-F238E27FC236}">
                <a16:creationId xmlns:a16="http://schemas.microsoft.com/office/drawing/2014/main" id="{547289C8-BADA-0962-D3FE-CCD24115A4E6}"/>
              </a:ext>
            </a:extLst>
          </p:cNvPr>
          <p:cNvGrpSpPr/>
          <p:nvPr/>
        </p:nvGrpSpPr>
        <p:grpSpPr>
          <a:xfrm>
            <a:off x="5387787" y="634600"/>
            <a:ext cx="6454551" cy="323165"/>
            <a:chOff x="9702263" y="10164"/>
            <a:chExt cx="6636476" cy="323165"/>
          </a:xfrm>
        </p:grpSpPr>
        <p:sp>
          <p:nvSpPr>
            <p:cNvPr id="9" name="TextBox 8">
              <a:extLst>
                <a:ext uri="{FF2B5EF4-FFF2-40B4-BE49-F238E27FC236}">
                  <a16:creationId xmlns:a16="http://schemas.microsoft.com/office/drawing/2014/main" id="{4881889B-DE36-E08A-9A78-A085F638F6B2}"/>
                </a:ext>
              </a:extLst>
            </p:cNvPr>
            <p:cNvSpPr txBox="1"/>
            <p:nvPr/>
          </p:nvSpPr>
          <p:spPr>
            <a:xfrm>
              <a:off x="9702263" y="10164"/>
              <a:ext cx="6636476"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         Strategic Imperatives:           </a:t>
              </a:r>
              <a:r>
                <a:rPr kumimoji="0" lang="en-US" sz="900" b="0" i="0" u="none" strike="noStrike" kern="1200" cap="none" spc="0" normalizeH="0" baseline="0" noProof="0">
                  <a:ln>
                    <a:noFill/>
                  </a:ln>
                  <a:solidFill>
                    <a:srgbClr val="000000"/>
                  </a:solidFill>
                  <a:effectLst/>
                  <a:uLnTx/>
                  <a:uFillTx/>
                  <a:latin typeface="Poppins"/>
                  <a:ea typeface="+mn-ea"/>
                  <a:cs typeface="+mn-cs"/>
                </a:rPr>
                <a:t>Drive Differentiation       Secure Broad Access          Build Solid Tumor Leadership</a:t>
              </a:r>
            </a:p>
          </p:txBody>
        </p:sp>
        <p:sp>
          <p:nvSpPr>
            <p:cNvPr id="10" name="Rectangle 9">
              <a:extLst>
                <a:ext uri="{FF2B5EF4-FFF2-40B4-BE49-F238E27FC236}">
                  <a16:creationId xmlns:a16="http://schemas.microsoft.com/office/drawing/2014/main" id="{6828CB54-96C0-029C-2109-A832A78D34AF}"/>
                </a:ext>
              </a:extLst>
            </p:cNvPr>
            <p:cNvSpPr/>
            <p:nvPr/>
          </p:nvSpPr>
          <p:spPr>
            <a:xfrm>
              <a:off x="11453813" y="123933"/>
              <a:ext cx="127734" cy="103786"/>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2" name="Rectangle 11">
              <a:extLst>
                <a:ext uri="{FF2B5EF4-FFF2-40B4-BE49-F238E27FC236}">
                  <a16:creationId xmlns:a16="http://schemas.microsoft.com/office/drawing/2014/main" id="{BD8C95A9-5BAB-4ADA-03F4-078DC84F027F}"/>
                </a:ext>
              </a:extLst>
            </p:cNvPr>
            <p:cNvSpPr/>
            <p:nvPr/>
          </p:nvSpPr>
          <p:spPr>
            <a:xfrm>
              <a:off x="12847613" y="123933"/>
              <a:ext cx="127731" cy="103786"/>
            </a:xfrm>
            <a:prstGeom prst="rect">
              <a:avLst/>
            </a:prstGeom>
            <a:solidFill>
              <a:schemeClr val="accent6"/>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7" name="Rectangle 16">
              <a:extLst>
                <a:ext uri="{FF2B5EF4-FFF2-40B4-BE49-F238E27FC236}">
                  <a16:creationId xmlns:a16="http://schemas.microsoft.com/office/drawing/2014/main" id="{27B4A0DF-FC13-F7E7-3D7A-23CCEC83C47A}"/>
                </a:ext>
              </a:extLst>
            </p:cNvPr>
            <p:cNvSpPr/>
            <p:nvPr/>
          </p:nvSpPr>
          <p:spPr>
            <a:xfrm>
              <a:off x="14359946" y="123933"/>
              <a:ext cx="127731" cy="103786"/>
            </a:xfrm>
            <a:prstGeom prst="rect">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grpSp>
      <p:sp>
        <p:nvSpPr>
          <p:cNvPr id="2" name="Rectangle 1">
            <a:extLst>
              <a:ext uri="{FF2B5EF4-FFF2-40B4-BE49-F238E27FC236}">
                <a16:creationId xmlns:a16="http://schemas.microsoft.com/office/drawing/2014/main" id="{1F7D4D19-B041-82A7-D0B9-A65442B8699A}"/>
              </a:ext>
            </a:extLst>
          </p:cNvPr>
          <p:cNvSpPr/>
          <p:nvPr/>
        </p:nvSpPr>
        <p:spPr>
          <a:xfrm>
            <a:off x="99887" y="2309966"/>
            <a:ext cx="249395" cy="3337799"/>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sp>
        <p:nvSpPr>
          <p:cNvPr id="7" name="Footer Placeholder 3">
            <a:extLst>
              <a:ext uri="{FF2B5EF4-FFF2-40B4-BE49-F238E27FC236}">
                <a16:creationId xmlns:a16="http://schemas.microsoft.com/office/drawing/2014/main" id="{873EB5B0-49AF-0B23-5407-68AC455F3309}"/>
              </a:ext>
            </a:extLst>
          </p:cNvPr>
          <p:cNvSpPr txBox="1">
            <a:spLocks/>
          </p:cNvSpPr>
          <p:nvPr/>
        </p:nvSpPr>
        <p:spPr>
          <a:xfrm>
            <a:off x="358337" y="6486970"/>
            <a:ext cx="8409328"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Note: </a:t>
            </a:r>
            <a:r>
              <a:rPr lang="en-US" err="1"/>
              <a:t>CTx</a:t>
            </a:r>
            <a:r>
              <a:rPr lang="en-US"/>
              <a:t>: Chemotherapy; ES-SCLC: Extensive-Stage Small Cell Lung Cancer; HEOR: Health Economics and Outcomes Research; HCP: Healthcare Professionals; IIT: Investigator Initiated Trial; </a:t>
            </a:r>
            <a:r>
              <a:rPr lang="en-US" err="1"/>
              <a:t>iPFS</a:t>
            </a:r>
            <a:r>
              <a:rPr lang="en-US"/>
              <a:t>: intracranial Progression Free Survival; PR/CR: Partial / Complete Response; RWE: Real-World Evidence</a:t>
            </a:r>
          </a:p>
        </p:txBody>
      </p:sp>
      <p:sp>
        <p:nvSpPr>
          <p:cNvPr id="11" name="Footer Placeholder 3">
            <a:extLst>
              <a:ext uri="{FF2B5EF4-FFF2-40B4-BE49-F238E27FC236}">
                <a16:creationId xmlns:a16="http://schemas.microsoft.com/office/drawing/2014/main" id="{D29A3BF4-E0DE-7B6A-50B4-ED31B7915026}"/>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13" name="Graphic 12">
            <a:extLst>
              <a:ext uri="{FF2B5EF4-FFF2-40B4-BE49-F238E27FC236}">
                <a16:creationId xmlns:a16="http://schemas.microsoft.com/office/drawing/2014/main" id="{47C8B614-64F9-A95A-CAB6-12B563AF37B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7570" y="958197"/>
            <a:ext cx="274320" cy="274320"/>
          </a:xfrm>
          <a:prstGeom prst="rect">
            <a:avLst/>
          </a:prstGeom>
        </p:spPr>
      </p:pic>
      <p:pic>
        <p:nvPicPr>
          <p:cNvPr id="18" name="Graphic 17">
            <a:extLst>
              <a:ext uri="{FF2B5EF4-FFF2-40B4-BE49-F238E27FC236}">
                <a16:creationId xmlns:a16="http://schemas.microsoft.com/office/drawing/2014/main" id="{B1B165D2-874C-87F2-4770-537DF92234C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24487" y="958197"/>
            <a:ext cx="274320" cy="274320"/>
          </a:xfrm>
          <a:prstGeom prst="rect">
            <a:avLst/>
          </a:prstGeom>
        </p:spPr>
      </p:pic>
      <p:pic>
        <p:nvPicPr>
          <p:cNvPr id="19" name="Graphic 18">
            <a:extLst>
              <a:ext uri="{FF2B5EF4-FFF2-40B4-BE49-F238E27FC236}">
                <a16:creationId xmlns:a16="http://schemas.microsoft.com/office/drawing/2014/main" id="{79E43513-44D5-A67F-A288-52B9A2B0263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14007" y="958197"/>
            <a:ext cx="274320" cy="274320"/>
          </a:xfrm>
          <a:prstGeom prst="rect">
            <a:avLst/>
          </a:prstGeom>
        </p:spPr>
      </p:pic>
      <p:pic>
        <p:nvPicPr>
          <p:cNvPr id="20" name="Graphic 19">
            <a:extLst>
              <a:ext uri="{FF2B5EF4-FFF2-40B4-BE49-F238E27FC236}">
                <a16:creationId xmlns:a16="http://schemas.microsoft.com/office/drawing/2014/main" id="{EB1C9DDC-99BA-F518-0563-3219FC288ABA}"/>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8194014" y="958557"/>
            <a:ext cx="273600" cy="273600"/>
          </a:xfrm>
          <a:prstGeom prst="rect">
            <a:avLst/>
          </a:prstGeom>
        </p:spPr>
      </p:pic>
      <p:grpSp>
        <p:nvGrpSpPr>
          <p:cNvPr id="23" name="Group 22">
            <a:extLst>
              <a:ext uri="{FF2B5EF4-FFF2-40B4-BE49-F238E27FC236}">
                <a16:creationId xmlns:a16="http://schemas.microsoft.com/office/drawing/2014/main" id="{2E949237-8AC3-67B4-1776-68DA9204FE6B}"/>
              </a:ext>
            </a:extLst>
          </p:cNvPr>
          <p:cNvGrpSpPr/>
          <p:nvPr/>
        </p:nvGrpSpPr>
        <p:grpSpPr>
          <a:xfrm>
            <a:off x="-9526" y="-7584"/>
            <a:ext cx="11815014" cy="180000"/>
            <a:chOff x="-9526" y="-7584"/>
            <a:chExt cx="11815014" cy="180000"/>
          </a:xfrm>
        </p:grpSpPr>
        <p:sp>
          <p:nvSpPr>
            <p:cNvPr id="24" name="Rectangle 23">
              <a:extLst>
                <a:ext uri="{FF2B5EF4-FFF2-40B4-BE49-F238E27FC236}">
                  <a16:creationId xmlns:a16="http://schemas.microsoft.com/office/drawing/2014/main" id="{B0413F69-1F2F-E48C-5DC7-EB7222CA2720}"/>
                </a:ext>
              </a:extLst>
            </p:cNvPr>
            <p:cNvSpPr/>
            <p:nvPr/>
          </p:nvSpPr>
          <p:spPr>
            <a:xfrm>
              <a:off x="-9526" y="-7584"/>
              <a:ext cx="2045850" cy="180000"/>
            </a:xfrm>
            <a:prstGeom prst="rect">
              <a:avLst/>
            </a:prstGeom>
            <a:solidFill>
              <a:srgbClr val="B058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28" name="Arrow: Pentagon 27">
              <a:extLst>
                <a:ext uri="{FF2B5EF4-FFF2-40B4-BE49-F238E27FC236}">
                  <a16:creationId xmlns:a16="http://schemas.microsoft.com/office/drawing/2014/main" id="{D229A8FB-AA52-9B3C-95D8-990731980F60}"/>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29" name="Arrow: Chevron 28">
              <a:extLst>
                <a:ext uri="{FF2B5EF4-FFF2-40B4-BE49-F238E27FC236}">
                  <a16:creationId xmlns:a16="http://schemas.microsoft.com/office/drawing/2014/main" id="{ADA354F0-8875-F076-8E6E-9E46DC827715}"/>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32" name="Arrow: Chevron 31">
              <a:extLst>
                <a:ext uri="{FF2B5EF4-FFF2-40B4-BE49-F238E27FC236}">
                  <a16:creationId xmlns:a16="http://schemas.microsoft.com/office/drawing/2014/main" id="{0727F392-4787-6916-9B81-FBED2704FE47}"/>
                </a:ext>
              </a:extLst>
            </p:cNvPr>
            <p:cNvSpPr/>
            <p:nvPr/>
          </p:nvSpPr>
          <p:spPr>
            <a:xfrm>
              <a:off x="6945064"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35" name="Arrow: Chevron 34">
              <a:extLst>
                <a:ext uri="{FF2B5EF4-FFF2-40B4-BE49-F238E27FC236}">
                  <a16:creationId xmlns:a16="http://schemas.microsoft.com/office/drawing/2014/main" id="{AF4CA73D-F526-7EEA-BC79-8AD2C6CF86C4}"/>
                </a:ext>
              </a:extLst>
            </p:cNvPr>
            <p:cNvSpPr/>
            <p:nvPr/>
          </p:nvSpPr>
          <p:spPr>
            <a:xfrm>
              <a:off x="9346146"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spTree>
    <p:extLst>
      <p:ext uri="{BB962C8B-B14F-4D97-AF65-F5344CB8AC3E}">
        <p14:creationId xmlns:p14="http://schemas.microsoft.com/office/powerpoint/2010/main" val="40895039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FC5F4-64B2-FA77-90A5-EDBF1813D87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4C05D95-24F4-F029-0163-521E3F81EF6A}"/>
              </a:ext>
            </a:extLst>
          </p:cNvPr>
          <p:cNvGraphicFramePr>
            <a:graphicFrameLocks noChangeAspect="1"/>
          </p:cNvGraphicFramePr>
          <p:nvPr>
            <p:custDataLst>
              <p:tags r:id="rId1"/>
            </p:custDataLst>
            <p:extLst>
              <p:ext uri="{D42A27DB-BD31-4B8C-83A1-F6EECF244321}">
                <p14:modId xmlns:p14="http://schemas.microsoft.com/office/powerpoint/2010/main" val="19296658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84C05D95-24F4-F029-0163-521E3F81EF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D3C831BD-B122-8114-AA8D-AE19EBD0D784}"/>
              </a:ext>
            </a:extLst>
          </p:cNvPr>
          <p:cNvSpPr txBox="1"/>
          <p:nvPr/>
        </p:nvSpPr>
        <p:spPr>
          <a:xfrm>
            <a:off x="7066846" y="6613013"/>
            <a:ext cx="4737796" cy="215444"/>
          </a:xfrm>
          <a:prstGeom prst="rect">
            <a:avLst/>
          </a:prstGeom>
          <a:noFill/>
          <a:ln>
            <a:solidFill>
              <a:schemeClr val="accent1"/>
            </a:solidFill>
          </a:ln>
        </p:spPr>
        <p:txBody>
          <a:bodyPr wrap="square">
            <a:spAutoFit/>
          </a:bodyPr>
          <a:lstStyle/>
          <a:p>
            <a:pPr algn="ctr"/>
            <a:r>
              <a:rPr lang="en-GB" sz="800" b="1">
                <a:solidFill>
                  <a:schemeClr val="accent5"/>
                </a:solidFill>
              </a:rPr>
              <a:t>Disclaimer: Timelines may shift based on study readouts and evolving priorities</a:t>
            </a:r>
            <a:endParaRPr lang="en-US" sz="800" b="1">
              <a:solidFill>
                <a:schemeClr val="accent5"/>
              </a:solidFill>
            </a:endParaRPr>
          </a:p>
        </p:txBody>
      </p:sp>
      <p:sp>
        <p:nvSpPr>
          <p:cNvPr id="3" name="Title 2">
            <a:extLst>
              <a:ext uri="{FF2B5EF4-FFF2-40B4-BE49-F238E27FC236}">
                <a16:creationId xmlns:a16="http://schemas.microsoft.com/office/drawing/2014/main" id="{69B8D3E2-AF54-3C1F-EAB4-FD5AAFF19DA9}"/>
              </a:ext>
            </a:extLst>
          </p:cNvPr>
          <p:cNvSpPr>
            <a:spLocks noGrp="1"/>
          </p:cNvSpPr>
          <p:nvPr>
            <p:ph type="title"/>
          </p:nvPr>
        </p:nvSpPr>
        <p:spPr>
          <a:xfrm>
            <a:off x="358337" y="271427"/>
            <a:ext cx="11470125" cy="369332"/>
          </a:xfrm>
        </p:spPr>
        <p:txBody>
          <a:bodyPr vert="horz"/>
          <a:lstStyle/>
          <a:p>
            <a:r>
              <a:rPr lang="en-US" sz="2400"/>
              <a:t>Implementation Roadmap: Extensive Stage SCLC</a:t>
            </a:r>
          </a:p>
        </p:txBody>
      </p:sp>
      <p:graphicFrame>
        <p:nvGraphicFramePr>
          <p:cNvPr id="13" name="Table 12">
            <a:extLst>
              <a:ext uri="{FF2B5EF4-FFF2-40B4-BE49-F238E27FC236}">
                <a16:creationId xmlns:a16="http://schemas.microsoft.com/office/drawing/2014/main" id="{182A9F4D-1595-7250-2A37-77C48893AE97}"/>
              </a:ext>
            </a:extLst>
          </p:cNvPr>
          <p:cNvGraphicFramePr>
            <a:graphicFrameLocks noGrp="1"/>
          </p:cNvGraphicFramePr>
          <p:nvPr>
            <p:extLst>
              <p:ext uri="{D42A27DB-BD31-4B8C-83A1-F6EECF244321}">
                <p14:modId xmlns:p14="http://schemas.microsoft.com/office/powerpoint/2010/main" val="3105980479"/>
              </p:ext>
            </p:extLst>
          </p:nvPr>
        </p:nvGraphicFramePr>
        <p:xfrm>
          <a:off x="358335" y="1376895"/>
          <a:ext cx="11470127" cy="4361283"/>
        </p:xfrm>
        <a:graphic>
          <a:graphicData uri="http://schemas.openxmlformats.org/drawingml/2006/table">
            <a:tbl>
              <a:tblPr firstRow="1" bandRow="1">
                <a:tableStyleId>{073A0DAA-6AF3-43AB-8588-CEC1D06C72B9}</a:tableStyleId>
              </a:tblPr>
              <a:tblGrid>
                <a:gridCol w="1722026">
                  <a:extLst>
                    <a:ext uri="{9D8B030D-6E8A-4147-A177-3AD203B41FA5}">
                      <a16:colId xmlns:a16="http://schemas.microsoft.com/office/drawing/2014/main" val="4210984082"/>
                    </a:ext>
                  </a:extLst>
                </a:gridCol>
                <a:gridCol w="821635">
                  <a:extLst>
                    <a:ext uri="{9D8B030D-6E8A-4147-A177-3AD203B41FA5}">
                      <a16:colId xmlns:a16="http://schemas.microsoft.com/office/drawing/2014/main" val="2800079537"/>
                    </a:ext>
                  </a:extLst>
                </a:gridCol>
                <a:gridCol w="705121">
                  <a:extLst>
                    <a:ext uri="{9D8B030D-6E8A-4147-A177-3AD203B41FA5}">
                      <a16:colId xmlns:a16="http://schemas.microsoft.com/office/drawing/2014/main" val="3138473051"/>
                    </a:ext>
                  </a:extLst>
                </a:gridCol>
                <a:gridCol w="2592160">
                  <a:extLst>
                    <a:ext uri="{9D8B030D-6E8A-4147-A177-3AD203B41FA5}">
                      <a16:colId xmlns:a16="http://schemas.microsoft.com/office/drawing/2014/main" val="1810611636"/>
                    </a:ext>
                  </a:extLst>
                </a:gridCol>
                <a:gridCol w="625465">
                  <a:extLst>
                    <a:ext uri="{9D8B030D-6E8A-4147-A177-3AD203B41FA5}">
                      <a16:colId xmlns:a16="http://schemas.microsoft.com/office/drawing/2014/main" val="2491557635"/>
                    </a:ext>
                  </a:extLst>
                </a:gridCol>
                <a:gridCol w="625465">
                  <a:extLst>
                    <a:ext uri="{9D8B030D-6E8A-4147-A177-3AD203B41FA5}">
                      <a16:colId xmlns:a16="http://schemas.microsoft.com/office/drawing/2014/main" val="1837877681"/>
                    </a:ext>
                  </a:extLst>
                </a:gridCol>
                <a:gridCol w="625465">
                  <a:extLst>
                    <a:ext uri="{9D8B030D-6E8A-4147-A177-3AD203B41FA5}">
                      <a16:colId xmlns:a16="http://schemas.microsoft.com/office/drawing/2014/main" val="1123465587"/>
                    </a:ext>
                  </a:extLst>
                </a:gridCol>
                <a:gridCol w="625465">
                  <a:extLst>
                    <a:ext uri="{9D8B030D-6E8A-4147-A177-3AD203B41FA5}">
                      <a16:colId xmlns:a16="http://schemas.microsoft.com/office/drawing/2014/main" val="3673164344"/>
                    </a:ext>
                  </a:extLst>
                </a:gridCol>
                <a:gridCol w="625465">
                  <a:extLst>
                    <a:ext uri="{9D8B030D-6E8A-4147-A177-3AD203B41FA5}">
                      <a16:colId xmlns:a16="http://schemas.microsoft.com/office/drawing/2014/main" val="1355761294"/>
                    </a:ext>
                  </a:extLst>
                </a:gridCol>
                <a:gridCol w="625465">
                  <a:extLst>
                    <a:ext uri="{9D8B030D-6E8A-4147-A177-3AD203B41FA5}">
                      <a16:colId xmlns:a16="http://schemas.microsoft.com/office/drawing/2014/main" val="393198505"/>
                    </a:ext>
                  </a:extLst>
                </a:gridCol>
                <a:gridCol w="625465">
                  <a:extLst>
                    <a:ext uri="{9D8B030D-6E8A-4147-A177-3AD203B41FA5}">
                      <a16:colId xmlns:a16="http://schemas.microsoft.com/office/drawing/2014/main" val="400134013"/>
                    </a:ext>
                  </a:extLst>
                </a:gridCol>
                <a:gridCol w="625465">
                  <a:extLst>
                    <a:ext uri="{9D8B030D-6E8A-4147-A177-3AD203B41FA5}">
                      <a16:colId xmlns:a16="http://schemas.microsoft.com/office/drawing/2014/main" val="2868325545"/>
                    </a:ext>
                  </a:extLst>
                </a:gridCol>
                <a:gridCol w="625465">
                  <a:extLst>
                    <a:ext uri="{9D8B030D-6E8A-4147-A177-3AD203B41FA5}">
                      <a16:colId xmlns:a16="http://schemas.microsoft.com/office/drawing/2014/main" val="2178907219"/>
                    </a:ext>
                  </a:extLst>
                </a:gridCol>
              </a:tblGrid>
              <a:tr h="268487">
                <a:tc grid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ES-SCLC</a:t>
                      </a:r>
                    </a:p>
                  </a:txBody>
                  <a:tcPr anchor="ctr">
                    <a:solidFill>
                      <a:srgbClr val="B058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p>
                  </a:txBody>
                  <a:tcPr anchor="ctr">
                    <a:solidFill>
                      <a:schemeClr val="accent1"/>
                    </a:solidFill>
                  </a:tcPr>
                </a:tc>
                <a:tc hMerge="1">
                  <a:txBody>
                    <a:bodyPr/>
                    <a:lstStyle/>
                    <a:p>
                      <a:endParaRPr lang="en-US"/>
                    </a:p>
                  </a:txBody>
                  <a:tcPr/>
                </a:tc>
                <a:extLst>
                  <a:ext uri="{0D108BD9-81ED-4DB2-BD59-A6C34878D82A}">
                    <a16:rowId xmlns:a16="http://schemas.microsoft.com/office/drawing/2014/main" val="933506041"/>
                  </a:ext>
                </a:extLst>
              </a:tr>
              <a:tr h="268487">
                <a:tc rowSpan="3">
                  <a:txBody>
                    <a:bodyPr/>
                    <a:lstStyle/>
                    <a:p>
                      <a:pPr algn="ctr"/>
                      <a:r>
                        <a:rPr lang="en-US" sz="900" b="1">
                          <a:solidFill>
                            <a:schemeClr val="bg1"/>
                          </a:solidFill>
                        </a:rPr>
                        <a:t>Evidence Gaps</a:t>
                      </a:r>
                    </a:p>
                  </a:txBody>
                  <a:tcPr anchor="ctr">
                    <a:solidFill>
                      <a:srgbClr val="B05800"/>
                    </a:solidFill>
                  </a:tcPr>
                </a:tc>
                <a:tc rowSpan="3">
                  <a:txBody>
                    <a:bodyPr/>
                    <a:lstStyle/>
                    <a:p>
                      <a:pPr algn="ctr"/>
                      <a:r>
                        <a:rPr lang="en-US" sz="900" b="1">
                          <a:solidFill>
                            <a:schemeClr val="bg1"/>
                          </a:solidFill>
                        </a:rPr>
                        <a:t>Tactic Type</a:t>
                      </a:r>
                    </a:p>
                  </a:txBody>
                  <a:tcPr anchor="ctr">
                    <a:solidFill>
                      <a:srgbClr val="B05800"/>
                    </a:solidFill>
                  </a:tcPr>
                </a:tc>
                <a:tc rowSpan="3">
                  <a:txBody>
                    <a:bodyPr/>
                    <a:lstStyle/>
                    <a:p>
                      <a:pPr algn="ctr"/>
                      <a:r>
                        <a:rPr lang="en-US" sz="900" b="1">
                          <a:solidFill>
                            <a:schemeClr val="bg1"/>
                          </a:solidFill>
                        </a:rPr>
                        <a:t>Lead Market (s)</a:t>
                      </a:r>
                    </a:p>
                  </a:txBody>
                  <a:tcPr anchor="ctr">
                    <a:solidFill>
                      <a:srgbClr val="B05800"/>
                    </a:solidFill>
                  </a:tcPr>
                </a:tc>
                <a:tc rowSpan="3">
                  <a:txBody>
                    <a:bodyPr/>
                    <a:lstStyle/>
                    <a:p>
                      <a:pPr algn="ctr"/>
                      <a:r>
                        <a:rPr lang="en-US" sz="900" b="1">
                          <a:solidFill>
                            <a:schemeClr val="bg1"/>
                          </a:solidFill>
                        </a:rPr>
                        <a:t>Other Assumptions/ Dependencies</a:t>
                      </a:r>
                    </a:p>
                  </a:txBody>
                  <a:tcPr anchor="ctr">
                    <a:solidFill>
                      <a:srgbClr val="B05800"/>
                    </a:solidFill>
                  </a:tcPr>
                </a:tc>
                <a:tc gridSpan="9">
                  <a:txBody>
                    <a:bodyPr/>
                    <a:lstStyle/>
                    <a:p>
                      <a:pPr algn="ctr"/>
                      <a:r>
                        <a:rPr lang="en-US" sz="900" b="1" kern="1200">
                          <a:solidFill>
                            <a:schemeClr val="bg1"/>
                          </a:solidFill>
                          <a:latin typeface="+mn-lt"/>
                          <a:ea typeface="+mn-ea"/>
                          <a:cs typeface="+mn-cs"/>
                        </a:rPr>
                        <a:t>Evidence Roadmap</a:t>
                      </a:r>
                    </a:p>
                  </a:txBody>
                  <a:tcPr anchor="ctr">
                    <a:solidFill>
                      <a:srgbClr val="B05800"/>
                    </a:solidFill>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marL="0" algn="ctr" defTabSz="914400" rtl="0" eaLnBrk="1" latinLnBrk="0" hangingPunct="1"/>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tc h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3378915935"/>
                  </a:ext>
                </a:extLst>
              </a:tr>
              <a:tr h="268487">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algn="ctr"/>
                      <a:r>
                        <a:rPr lang="en-US" sz="900" b="1" kern="1200">
                          <a:solidFill>
                            <a:schemeClr val="bg1"/>
                          </a:solidFill>
                          <a:latin typeface="+mn-lt"/>
                          <a:ea typeface="+mn-ea"/>
                          <a:cs typeface="+mn-cs"/>
                        </a:rPr>
                        <a:t>H2 2025</a:t>
                      </a:r>
                    </a:p>
                  </a:txBody>
                  <a:tcPr anchor="ctr">
                    <a:solidFill>
                      <a:srgbClr val="B05800"/>
                    </a:solidFill>
                  </a:tcPr>
                </a:tc>
                <a:tc gridSpan="2">
                  <a:txBody>
                    <a:bodyPr/>
                    <a:lstStyle/>
                    <a:p>
                      <a:pPr algn="ctr"/>
                      <a:r>
                        <a:rPr lang="en-US" sz="900" b="1" kern="1200">
                          <a:solidFill>
                            <a:schemeClr val="bg1"/>
                          </a:solidFill>
                          <a:latin typeface="+mn-lt"/>
                          <a:ea typeface="+mn-ea"/>
                          <a:cs typeface="+mn-cs"/>
                        </a:rPr>
                        <a:t>2026</a:t>
                      </a:r>
                    </a:p>
                  </a:txBody>
                  <a:tcPr anchor="ctr">
                    <a:solidFill>
                      <a:srgbClr val="B05800"/>
                    </a:solidFill>
                  </a:tcPr>
                </a:tc>
                <a:tc hMerge="1">
                  <a:txBody>
                    <a:bodyPr/>
                    <a:lstStyle/>
                    <a:p>
                      <a:endParaRPr lang="en-US"/>
                    </a:p>
                  </a:txBody>
                  <a:tcPr/>
                </a:tc>
                <a:tc gridSpan="2">
                  <a:txBody>
                    <a:bodyPr/>
                    <a:lstStyle/>
                    <a:p>
                      <a:pPr algn="ctr"/>
                      <a:r>
                        <a:rPr lang="en-US" sz="900" b="1" kern="1200">
                          <a:solidFill>
                            <a:schemeClr val="bg1"/>
                          </a:solidFill>
                          <a:latin typeface="+mn-lt"/>
                          <a:ea typeface="+mn-ea"/>
                          <a:cs typeface="+mn-cs"/>
                        </a:rPr>
                        <a:t>2027</a:t>
                      </a:r>
                    </a:p>
                  </a:txBody>
                  <a:tcPr anchor="ctr">
                    <a:solidFill>
                      <a:srgbClr val="B05800"/>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2028</a:t>
                      </a:r>
                    </a:p>
                  </a:txBody>
                  <a:tcPr anchor="ctr">
                    <a:solidFill>
                      <a:srgbClr val="B05800"/>
                    </a:solidFill>
                  </a:tcPr>
                </a:tc>
                <a:tc hMerge="1">
                  <a:txBody>
                    <a:bodyPr/>
                    <a:lstStyle/>
                    <a:p>
                      <a:endParaRPr lang="en-US"/>
                    </a:p>
                  </a:txBody>
                  <a:tcPr/>
                </a:tc>
                <a:tc gridSpan="2">
                  <a:txBody>
                    <a:bodyPr/>
                    <a:lstStyle/>
                    <a:p>
                      <a:pPr marL="0" algn="ctr" defTabSz="914400" rtl="0" eaLnBrk="1" latinLnBrk="0" hangingPunct="1"/>
                      <a:r>
                        <a:rPr lang="en-US" sz="900" b="1" kern="1200">
                          <a:solidFill>
                            <a:schemeClr val="bg1"/>
                          </a:solidFill>
                          <a:latin typeface="+mn-lt"/>
                          <a:ea typeface="+mn-ea"/>
                          <a:cs typeface="+mn-cs"/>
                        </a:rPr>
                        <a:t>2029+</a:t>
                      </a:r>
                    </a:p>
                  </a:txBody>
                  <a:tcPr anchor="ctr">
                    <a:solidFill>
                      <a:srgbClr val="B05800"/>
                    </a:solidFill>
                  </a:tcPr>
                </a:tc>
                <a:tc hMerge="1">
                  <a:txBody>
                    <a:bodyPr/>
                    <a:lstStyle/>
                    <a:p>
                      <a:endParaRPr lang="en-US"/>
                    </a:p>
                  </a:txBody>
                  <a:tcPr/>
                </a:tc>
                <a:extLst>
                  <a:ext uri="{0D108BD9-81ED-4DB2-BD59-A6C34878D82A}">
                    <a16:rowId xmlns:a16="http://schemas.microsoft.com/office/drawing/2014/main" val="2912067414"/>
                  </a:ext>
                </a:extLst>
              </a:tr>
              <a:tr h="268487">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pPr algn="ctr"/>
                      <a:endParaRPr lang="en-US" sz="1200" b="1" kern="1200">
                        <a:solidFill>
                          <a:schemeClr val="bg1"/>
                        </a:solidFill>
                        <a:latin typeface="+mn-lt"/>
                        <a:ea typeface="+mn-ea"/>
                        <a:cs typeface="+mn-cs"/>
                      </a:endParaRPr>
                    </a:p>
                  </a:txBody>
                  <a:tcPr anchor="ctr">
                    <a:solidFill>
                      <a:schemeClr val="accent1"/>
                    </a:solidFill>
                  </a:tcPr>
                </a:tc>
                <a:tc>
                  <a:txBody>
                    <a:bodyPr/>
                    <a:lstStyle/>
                    <a:p>
                      <a:pPr algn="ctr"/>
                      <a:r>
                        <a:rPr lang="en-US" sz="900" b="1" kern="1200">
                          <a:solidFill>
                            <a:schemeClr val="bg1"/>
                          </a:solidFill>
                          <a:latin typeface="+mn-lt"/>
                          <a:ea typeface="+mn-ea"/>
                          <a:cs typeface="+mn-cs"/>
                        </a:rPr>
                        <a:t>H1</a:t>
                      </a:r>
                    </a:p>
                  </a:txBody>
                  <a:tcPr anchor="ctr">
                    <a:solidFill>
                      <a:srgbClr val="B05800"/>
                    </a:solidFill>
                  </a:tcPr>
                </a:tc>
                <a:tc>
                  <a:txBody>
                    <a:bodyPr/>
                    <a:lstStyle/>
                    <a:p>
                      <a:pPr algn="ctr"/>
                      <a:r>
                        <a:rPr lang="en-US" sz="900" b="1" kern="1200">
                          <a:solidFill>
                            <a:schemeClr val="bg1"/>
                          </a:solidFill>
                          <a:latin typeface="+mn-lt"/>
                          <a:ea typeface="+mn-ea"/>
                          <a:cs typeface="+mn-cs"/>
                        </a:rPr>
                        <a:t>H2</a:t>
                      </a:r>
                    </a:p>
                  </a:txBody>
                  <a:tcPr anchor="ctr">
                    <a:solidFill>
                      <a:srgbClr val="B05800"/>
                    </a:solidFill>
                  </a:tcPr>
                </a:tc>
                <a:tc>
                  <a:txBody>
                    <a:bodyPr/>
                    <a:lstStyle/>
                    <a:p>
                      <a:pPr algn="ctr"/>
                      <a:r>
                        <a:rPr lang="en-US" sz="900" b="1" kern="1200">
                          <a:solidFill>
                            <a:schemeClr val="bg1"/>
                          </a:solidFill>
                          <a:latin typeface="+mn-lt"/>
                          <a:ea typeface="+mn-ea"/>
                          <a:cs typeface="+mn-cs"/>
                        </a:rPr>
                        <a:t>H1</a:t>
                      </a:r>
                    </a:p>
                  </a:txBody>
                  <a:tcPr anchor="ctr">
                    <a:solidFill>
                      <a:srgbClr val="B05800"/>
                    </a:solidFill>
                  </a:tcPr>
                </a:tc>
                <a:tc>
                  <a:txBody>
                    <a:bodyPr/>
                    <a:lstStyle/>
                    <a:p>
                      <a:pPr algn="ctr"/>
                      <a:r>
                        <a:rPr lang="en-US" sz="900" b="1" kern="1200">
                          <a:solidFill>
                            <a:schemeClr val="bg1"/>
                          </a:solidFill>
                          <a:latin typeface="+mn-lt"/>
                          <a:ea typeface="+mn-ea"/>
                          <a:cs typeface="+mn-cs"/>
                        </a:rPr>
                        <a:t>H2</a:t>
                      </a:r>
                    </a:p>
                  </a:txBody>
                  <a:tcPr anchor="ctr">
                    <a:solidFill>
                      <a:srgbClr val="B05800"/>
                    </a:solidFill>
                  </a:tcPr>
                </a:tc>
                <a:tc>
                  <a:txBody>
                    <a:bodyPr/>
                    <a:lstStyle/>
                    <a:p>
                      <a:pPr algn="ctr"/>
                      <a:r>
                        <a:rPr lang="en-US" sz="900" b="1" kern="1200">
                          <a:solidFill>
                            <a:schemeClr val="bg1"/>
                          </a:solidFill>
                          <a:latin typeface="+mn-lt"/>
                          <a:ea typeface="+mn-ea"/>
                          <a:cs typeface="+mn-cs"/>
                        </a:rPr>
                        <a:t>H1</a:t>
                      </a:r>
                    </a:p>
                  </a:txBody>
                  <a:tcPr anchor="ctr">
                    <a:solidFill>
                      <a:srgbClr val="B05800"/>
                    </a:solidFill>
                  </a:tcPr>
                </a:tc>
                <a:tc>
                  <a:txBody>
                    <a:bodyPr/>
                    <a:lstStyle/>
                    <a:p>
                      <a:pPr algn="ctr"/>
                      <a:r>
                        <a:rPr lang="en-US" sz="900" b="1" kern="1200">
                          <a:solidFill>
                            <a:schemeClr val="bg1"/>
                          </a:solidFill>
                          <a:latin typeface="+mn-lt"/>
                          <a:ea typeface="+mn-ea"/>
                          <a:cs typeface="+mn-cs"/>
                        </a:rPr>
                        <a:t>H2</a:t>
                      </a:r>
                    </a:p>
                  </a:txBody>
                  <a:tcPr anchor="ctr">
                    <a:solidFill>
                      <a:srgbClr val="B05800"/>
                    </a:solidFill>
                  </a:tcPr>
                </a:tc>
                <a:tc>
                  <a:txBody>
                    <a:bodyPr/>
                    <a:lstStyle/>
                    <a:p>
                      <a:pPr algn="ctr"/>
                      <a:r>
                        <a:rPr lang="en-US" sz="900" b="1" kern="1200">
                          <a:solidFill>
                            <a:schemeClr val="bg1"/>
                          </a:solidFill>
                          <a:latin typeface="+mn-lt"/>
                          <a:ea typeface="+mn-ea"/>
                          <a:cs typeface="+mn-cs"/>
                        </a:rPr>
                        <a:t>H1</a:t>
                      </a:r>
                    </a:p>
                  </a:txBody>
                  <a:tcPr anchor="ctr">
                    <a:solidFill>
                      <a:srgbClr val="B05800"/>
                    </a:solidFill>
                  </a:tcPr>
                </a:tc>
                <a:tc>
                  <a:txBody>
                    <a:bodyPr/>
                    <a:lstStyle/>
                    <a:p>
                      <a:pPr algn="ctr"/>
                      <a:r>
                        <a:rPr lang="en-US" sz="900" b="1" kern="1200">
                          <a:solidFill>
                            <a:schemeClr val="bg1"/>
                          </a:solidFill>
                          <a:latin typeface="+mn-lt"/>
                          <a:ea typeface="+mn-ea"/>
                          <a:cs typeface="+mn-cs"/>
                        </a:rPr>
                        <a:t>H2</a:t>
                      </a:r>
                    </a:p>
                  </a:txBody>
                  <a:tcPr anchor="ctr">
                    <a:solidFill>
                      <a:srgbClr val="B05800"/>
                    </a:solidFill>
                  </a:tcPr>
                </a:tc>
                <a:extLst>
                  <a:ext uri="{0D108BD9-81ED-4DB2-BD59-A6C34878D82A}">
                    <a16:rowId xmlns:a16="http://schemas.microsoft.com/office/drawing/2014/main" val="618320798"/>
                  </a:ext>
                </a:extLst>
              </a:tr>
              <a:tr h="16407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Need for </a:t>
                      </a:r>
                      <a:r>
                        <a:rPr lang="en-US" sz="900" b="1"/>
                        <a:t>iPFS data</a:t>
                      </a:r>
                      <a:r>
                        <a:rPr lang="en-US" sz="900"/>
                        <a:t>, and other relevant endpoints (e.g., intracranial PR / CR) in SCLC </a:t>
                      </a:r>
                      <a:r>
                        <a:rPr lang="en-US" sz="900" b="1"/>
                        <a:t>patients with brain metastases</a:t>
                      </a:r>
                    </a:p>
                    <a:p>
                      <a:endParaRPr lang="en-US" sz="900" b="1"/>
                    </a:p>
                  </a:txBody>
                  <a:tcPr anchor="ctr">
                    <a:solidFill>
                      <a:srgbClr val="CBCBCB"/>
                    </a:solidFill>
                  </a:tcPr>
                </a:tc>
                <a:tc>
                  <a:txBody>
                    <a:bodyPr/>
                    <a:lstStyle/>
                    <a:p>
                      <a:pPr marL="0" algn="l" defTabSz="914400" rtl="0" eaLnBrk="1" latinLnBrk="0" hangingPunct="1"/>
                      <a:endParaRPr lang="en-GB" sz="750" kern="1200">
                        <a:solidFill>
                          <a:schemeClr val="dk1"/>
                        </a:solidFill>
                        <a:latin typeface="+mn-lt"/>
                        <a:ea typeface="+mn-ea"/>
                        <a:cs typeface="+mn-cs"/>
                      </a:endParaRPr>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b="0"/>
                        <a:t>IIT study with a </a:t>
                      </a:r>
                      <a:r>
                        <a:rPr lang="en-GB" sz="800" b="1"/>
                        <a:t>representative number of brain metastases patients to explore potential combinations</a:t>
                      </a:r>
                      <a:r>
                        <a:rPr lang="en-GB" sz="800" b="0"/>
                        <a:t>, such as anlotinib or lubrilysin (lurbi) with tislelizumab</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800"/>
                        <a:t>Assess </a:t>
                      </a:r>
                      <a:r>
                        <a:rPr lang="en-GB" sz="800" b="1"/>
                        <a:t>feasibility </a:t>
                      </a:r>
                      <a:r>
                        <a:rPr lang="en-GB" sz="800" b="0"/>
                        <a:t>a</a:t>
                      </a:r>
                      <a:r>
                        <a:rPr lang="en-GB" sz="800"/>
                        <a:t>nd </a:t>
                      </a:r>
                      <a:r>
                        <a:rPr lang="en-GB" sz="800" b="1"/>
                        <a:t>rationale</a:t>
                      </a:r>
                      <a:r>
                        <a:rPr lang="en-GB" sz="800"/>
                        <a:t> for </a:t>
                      </a:r>
                      <a:r>
                        <a:rPr lang="en-GB" sz="800" b="1"/>
                        <a:t>future combination studies</a:t>
                      </a:r>
                    </a:p>
                    <a:p>
                      <a:pPr marL="171450" indent="-171450">
                        <a:buFont typeface="Wingdings" panose="05000000000000000000" pitchFamily="2" charset="2"/>
                        <a:buChar char="§"/>
                      </a:pPr>
                      <a:r>
                        <a:rPr lang="en-GB" sz="800"/>
                        <a:t>Clarify whether this is a Phase 2 study and if the patient population is the same or different</a:t>
                      </a:r>
                    </a:p>
                    <a:p>
                      <a:pPr marL="171450" indent="-171450">
                        <a:buFont typeface="Wingdings" panose="05000000000000000000" pitchFamily="2" charset="2"/>
                        <a:buChar char="§"/>
                      </a:pPr>
                      <a:r>
                        <a:rPr lang="en-GB" sz="800"/>
                        <a:t>Timeline remains </a:t>
                      </a:r>
                      <a:r>
                        <a:rPr lang="en-GB" sz="800" b="1"/>
                        <a:t>TBC</a:t>
                      </a:r>
                      <a:endParaRPr lang="en-GB" sz="800"/>
                    </a:p>
                  </a:txBody>
                  <a:tcPr>
                    <a:solidFill>
                      <a:srgbClr val="CBCBC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CBCBCB"/>
                    </a:solidFill>
                  </a:tcPr>
                </a:tc>
                <a:tc hMerge="1">
                  <a:txBody>
                    <a:bodyPr/>
                    <a:lstStyle/>
                    <a:p>
                      <a:endParaRPr lang="en-US"/>
                    </a:p>
                  </a:txBody>
                  <a:tcPr/>
                </a:tc>
                <a:extLst>
                  <a:ext uri="{0D108BD9-81ED-4DB2-BD59-A6C34878D82A}">
                    <a16:rowId xmlns:a16="http://schemas.microsoft.com/office/drawing/2014/main" val="3604093692"/>
                  </a:ext>
                </a:extLst>
              </a:tr>
              <a:tr h="16407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a:solidFill>
                            <a:sysClr val="windowText" lastClr="000000"/>
                          </a:solidFill>
                          <a:latin typeface="+mn-lt"/>
                          <a:ea typeface="+mn-ea"/>
                          <a:cs typeface="+mn-cs"/>
                        </a:rPr>
                        <a:t>Need for data demonstrating </a:t>
                      </a:r>
                      <a:r>
                        <a:rPr lang="en-US" sz="900" b="1" i="0" kern="1200">
                          <a:solidFill>
                            <a:sysClr val="windowText" lastClr="000000"/>
                          </a:solidFill>
                          <a:latin typeface="+mn-lt"/>
                          <a:ea typeface="+mn-ea"/>
                          <a:cs typeface="+mn-cs"/>
                        </a:rPr>
                        <a:t>protection of tislelizumab-treated pts</a:t>
                      </a:r>
                      <a:r>
                        <a:rPr lang="en-US" sz="900" b="0" i="0" kern="1200">
                          <a:solidFill>
                            <a:sysClr val="windowText" lastClr="000000"/>
                          </a:solidFill>
                          <a:latin typeface="+mn-lt"/>
                          <a:ea typeface="+mn-ea"/>
                          <a:cs typeface="+mn-cs"/>
                        </a:rPr>
                        <a:t> from </a:t>
                      </a:r>
                      <a:r>
                        <a:rPr lang="en-US" sz="900" b="1" i="0" kern="1200">
                          <a:solidFill>
                            <a:sysClr val="windowText" lastClr="000000"/>
                          </a:solidFill>
                          <a:latin typeface="+mn-lt"/>
                          <a:ea typeface="+mn-ea"/>
                          <a:cs typeface="+mn-cs"/>
                        </a:rPr>
                        <a:t>metastases </a:t>
                      </a:r>
                      <a:r>
                        <a:rPr lang="en-US" sz="900" i="0" kern="1200">
                          <a:solidFill>
                            <a:sysClr val="windowText" lastClr="000000"/>
                          </a:solidFill>
                          <a:latin typeface="+mn-lt"/>
                          <a:ea typeface="+mn-ea"/>
                          <a:cs typeface="+mn-cs"/>
                        </a:rPr>
                        <a:t>in ES-SCLC</a:t>
                      </a:r>
                    </a:p>
                  </a:txBody>
                  <a:tcPr anchor="ctr">
                    <a:solidFill>
                      <a:srgbClr val="E7E7E7"/>
                    </a:solidFill>
                  </a:tcPr>
                </a:tc>
                <a:tc>
                  <a:txBody>
                    <a:bodyPr/>
                    <a:lstStyle/>
                    <a:p>
                      <a:pPr marL="0" algn="l" defTabSz="914400" rtl="0" eaLnBrk="1" latinLnBrk="0" hangingPunct="1"/>
                      <a:endParaRPr lang="en-GB" sz="750" kern="1200">
                        <a:solidFill>
                          <a:schemeClr val="dk1"/>
                        </a:solidFill>
                        <a:latin typeface="+mn-lt"/>
                        <a:ea typeface="+mn-ea"/>
                        <a:cs typeface="+mn-cs"/>
                      </a:endParaRPr>
                    </a:p>
                  </a:txBody>
                  <a:tcP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GB" sz="900" b="1"/>
                        <a:t>Reference tactic on tislelizumab impact on preventing metastases in GC/GEJ</a:t>
                      </a:r>
                    </a:p>
                  </a:txBody>
                  <a:tcPr anchor="ctr">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00" i="0" kern="1200">
                        <a:solidFill>
                          <a:schemeClr val="tx1"/>
                        </a:solidFill>
                        <a:latin typeface="+mn-lt"/>
                        <a:ea typeface="+mn-ea"/>
                        <a:cs typeface="+mn-cs"/>
                      </a:endParaRPr>
                    </a:p>
                  </a:txBody>
                  <a:tcPr>
                    <a:solidFill>
                      <a:srgbClr val="E7E7E7"/>
                    </a:solidFill>
                  </a:tcPr>
                </a:tc>
                <a:tc hMerge="1">
                  <a:txBody>
                    <a:bodyPr/>
                    <a:lstStyle/>
                    <a:p>
                      <a:endParaRPr lang="en-US"/>
                    </a:p>
                  </a:txBody>
                  <a:tcPr/>
                </a:tc>
                <a:extLst>
                  <a:ext uri="{0D108BD9-81ED-4DB2-BD59-A6C34878D82A}">
                    <a16:rowId xmlns:a16="http://schemas.microsoft.com/office/drawing/2014/main" val="1469713266"/>
                  </a:ext>
                </a:extLst>
              </a:tr>
            </a:tbl>
          </a:graphicData>
        </a:graphic>
      </p:graphicFrame>
      <p:sp>
        <p:nvSpPr>
          <p:cNvPr id="61" name="Rectangle 60">
            <a:extLst>
              <a:ext uri="{FF2B5EF4-FFF2-40B4-BE49-F238E27FC236}">
                <a16:creationId xmlns:a16="http://schemas.microsoft.com/office/drawing/2014/main" id="{DEFE5B38-4313-239B-EF8C-ED6BB4C04180}"/>
              </a:ext>
            </a:extLst>
          </p:cNvPr>
          <p:cNvSpPr/>
          <p:nvPr/>
        </p:nvSpPr>
        <p:spPr>
          <a:xfrm>
            <a:off x="126749" y="2471596"/>
            <a:ext cx="222533" cy="3302231"/>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45720" rIns="45720" rtlCol="0" anchor="ctr">
            <a:noAutofit/>
          </a:bodyPr>
          <a:lstStyle/>
          <a:p>
            <a:pPr algn="ctr"/>
            <a:r>
              <a:rPr lang="en-US" sz="1000" b="1">
                <a:solidFill>
                  <a:schemeClr val="bg1"/>
                </a:solidFill>
              </a:rPr>
              <a:t>High Priority Gaps </a:t>
            </a:r>
          </a:p>
        </p:txBody>
      </p:sp>
      <p:pic>
        <p:nvPicPr>
          <p:cNvPr id="66" name="Graphic 65">
            <a:extLst>
              <a:ext uri="{FF2B5EF4-FFF2-40B4-BE49-F238E27FC236}">
                <a16:creationId xmlns:a16="http://schemas.microsoft.com/office/drawing/2014/main" id="{82DF2215-6023-735F-44FE-92A6CF7F73F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5023" y="3033787"/>
            <a:ext cx="274320" cy="274320"/>
          </a:xfrm>
          <a:prstGeom prst="rect">
            <a:avLst/>
          </a:prstGeom>
        </p:spPr>
      </p:pic>
      <p:sp>
        <p:nvSpPr>
          <p:cNvPr id="78" name="Arrow: Pentagon 77">
            <a:extLst>
              <a:ext uri="{FF2B5EF4-FFF2-40B4-BE49-F238E27FC236}">
                <a16:creationId xmlns:a16="http://schemas.microsoft.com/office/drawing/2014/main" id="{98C6337D-57C2-588C-750A-4E1FD0C5A5BE}"/>
              </a:ext>
            </a:extLst>
          </p:cNvPr>
          <p:cNvSpPr/>
          <p:nvPr/>
        </p:nvSpPr>
        <p:spPr>
          <a:xfrm>
            <a:off x="6819900" y="3254807"/>
            <a:ext cx="5004000" cy="216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47500" lnSpcReduction="20000"/>
          </a:bodyPr>
          <a:lstStyle/>
          <a:p>
            <a:pPr algn="ctr"/>
            <a:endParaRPr lang="en-US">
              <a:solidFill>
                <a:schemeClr val="bg1"/>
              </a:solidFill>
            </a:endParaRPr>
          </a:p>
        </p:txBody>
      </p:sp>
      <p:sp>
        <p:nvSpPr>
          <p:cNvPr id="80" name="Left Bracket 79">
            <a:extLst>
              <a:ext uri="{FF2B5EF4-FFF2-40B4-BE49-F238E27FC236}">
                <a16:creationId xmlns:a16="http://schemas.microsoft.com/office/drawing/2014/main" id="{AC2C45D5-5168-9430-3A84-652EEC7CE9A2}"/>
              </a:ext>
            </a:extLst>
          </p:cNvPr>
          <p:cNvSpPr/>
          <p:nvPr/>
        </p:nvSpPr>
        <p:spPr>
          <a:xfrm rot="5400000" flipV="1">
            <a:off x="7154782" y="2756092"/>
            <a:ext cx="45719" cy="715483"/>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800"/>
          </a:p>
        </p:txBody>
      </p:sp>
      <p:sp>
        <p:nvSpPr>
          <p:cNvPr id="82" name="TextBox 81">
            <a:extLst>
              <a:ext uri="{FF2B5EF4-FFF2-40B4-BE49-F238E27FC236}">
                <a16:creationId xmlns:a16="http://schemas.microsoft.com/office/drawing/2014/main" id="{EDDC8FA9-8D31-1100-860E-39CCF18C201C}"/>
              </a:ext>
            </a:extLst>
          </p:cNvPr>
          <p:cNvSpPr txBox="1"/>
          <p:nvPr/>
        </p:nvSpPr>
        <p:spPr>
          <a:xfrm>
            <a:off x="6596509" y="2579143"/>
            <a:ext cx="1162263" cy="507831"/>
          </a:xfrm>
          <a:prstGeom prst="rect">
            <a:avLst/>
          </a:prstGeom>
          <a:noFill/>
        </p:spPr>
        <p:txBody>
          <a:bodyPr wrap="square">
            <a:spAutoFit/>
          </a:bodyPr>
          <a:lstStyle/>
          <a:p>
            <a:pPr algn="ctr"/>
            <a:r>
              <a:rPr lang="en-GB" sz="900">
                <a:effectLst/>
              </a:rPr>
              <a:t>Receive, review and accept proposals</a:t>
            </a:r>
            <a:endParaRPr lang="en-GB" sz="900"/>
          </a:p>
        </p:txBody>
      </p:sp>
      <p:grpSp>
        <p:nvGrpSpPr>
          <p:cNvPr id="5" name="Group 4">
            <a:extLst>
              <a:ext uri="{FF2B5EF4-FFF2-40B4-BE49-F238E27FC236}">
                <a16:creationId xmlns:a16="http://schemas.microsoft.com/office/drawing/2014/main" id="{D1601296-580F-6C83-6624-151E7D08E06E}"/>
              </a:ext>
            </a:extLst>
          </p:cNvPr>
          <p:cNvGrpSpPr/>
          <p:nvPr/>
        </p:nvGrpSpPr>
        <p:grpSpPr>
          <a:xfrm>
            <a:off x="8446122" y="668447"/>
            <a:ext cx="3358520" cy="323165"/>
            <a:chOff x="8469297" y="935394"/>
            <a:chExt cx="3358520" cy="323165"/>
          </a:xfrm>
        </p:grpSpPr>
        <p:sp>
          <p:nvSpPr>
            <p:cNvPr id="31" name="TextBox 30">
              <a:extLst>
                <a:ext uri="{FF2B5EF4-FFF2-40B4-BE49-F238E27FC236}">
                  <a16:creationId xmlns:a16="http://schemas.microsoft.com/office/drawing/2014/main" id="{1E7BB0F9-00F5-C7E3-E6D4-A941F08568EE}"/>
                </a:ext>
              </a:extLst>
            </p:cNvPr>
            <p:cNvSpPr txBox="1"/>
            <p:nvPr/>
          </p:nvSpPr>
          <p:spPr>
            <a:xfrm>
              <a:off x="9885174" y="935394"/>
              <a:ext cx="1068171"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Data Collection</a:t>
              </a:r>
              <a:endParaRPr lang="en-US" sz="900">
                <a:latin typeface="Poppins"/>
              </a:endParaRPr>
            </a:p>
          </p:txBody>
        </p:sp>
        <p:sp>
          <p:nvSpPr>
            <p:cNvPr id="32" name="Isosceles Triangle 31">
              <a:extLst>
                <a:ext uri="{FF2B5EF4-FFF2-40B4-BE49-F238E27FC236}">
                  <a16:creationId xmlns:a16="http://schemas.microsoft.com/office/drawing/2014/main" id="{9C2FD22F-D62C-12E5-6F38-2EF69AE1DD56}"/>
                </a:ext>
              </a:extLst>
            </p:cNvPr>
            <p:cNvSpPr/>
            <p:nvPr/>
          </p:nvSpPr>
          <p:spPr>
            <a:xfrm>
              <a:off x="9754082" y="1034681"/>
              <a:ext cx="124232" cy="103786"/>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3" name="Star: 5 Points 32">
              <a:extLst>
                <a:ext uri="{FF2B5EF4-FFF2-40B4-BE49-F238E27FC236}">
                  <a16:creationId xmlns:a16="http://schemas.microsoft.com/office/drawing/2014/main" id="{F4828A7E-8F07-A788-56BB-025D123D3E98}"/>
                </a:ext>
              </a:extLst>
            </p:cNvPr>
            <p:cNvSpPr/>
            <p:nvPr/>
          </p:nvSpPr>
          <p:spPr>
            <a:xfrm>
              <a:off x="10922790" y="1034681"/>
              <a:ext cx="124230" cy="103786"/>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4" name="Arrow: Pentagon 33">
              <a:extLst>
                <a:ext uri="{FF2B5EF4-FFF2-40B4-BE49-F238E27FC236}">
                  <a16:creationId xmlns:a16="http://schemas.microsoft.com/office/drawing/2014/main" id="{51F85E46-433D-1FB4-53DC-4C7CF1121D37}"/>
                </a:ext>
              </a:extLst>
            </p:cNvPr>
            <p:cNvSpPr/>
            <p:nvPr/>
          </p:nvSpPr>
          <p:spPr>
            <a:xfrm>
              <a:off x="8469297" y="1034681"/>
              <a:ext cx="477615" cy="103786"/>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25000" lnSpcReduction="20000"/>
            </a:bodyPr>
            <a:lstStyle/>
            <a:p>
              <a:pPr algn="ctr"/>
              <a:endParaRPr lang="en-US" err="1">
                <a:solidFill>
                  <a:schemeClr val="bg1"/>
                </a:solidFill>
              </a:endParaRPr>
            </a:p>
          </p:txBody>
        </p:sp>
        <p:sp>
          <p:nvSpPr>
            <p:cNvPr id="35" name="TextBox 34">
              <a:extLst>
                <a:ext uri="{FF2B5EF4-FFF2-40B4-BE49-F238E27FC236}">
                  <a16:creationId xmlns:a16="http://schemas.microsoft.com/office/drawing/2014/main" id="{9D7BBB9C-4A3E-0DA2-0AE9-9C0B412590F5}"/>
                </a:ext>
              </a:extLst>
            </p:cNvPr>
            <p:cNvSpPr txBox="1"/>
            <p:nvPr/>
          </p:nvSpPr>
          <p:spPr>
            <a:xfrm>
              <a:off x="8918317" y="935394"/>
              <a:ext cx="897881" cy="323165"/>
            </a:xfrm>
            <a:prstGeom prst="rect">
              <a:avLst/>
            </a:prstGeom>
            <a:noFill/>
          </p:spPr>
          <p:txBody>
            <a:bodyPr wrap="square" lIns="91440" tIns="91440" rIns="91440" bIns="91440" rtlCol="0">
              <a:spAutoFit/>
            </a:bodyPr>
            <a:lstStyle/>
            <a:p>
              <a:pPr algn="l"/>
              <a:r>
                <a:rPr lang="en-US" sz="900"/>
                <a:t>Timeframe</a:t>
              </a:r>
            </a:p>
          </p:txBody>
        </p:sp>
        <p:sp>
          <p:nvSpPr>
            <p:cNvPr id="36" name="TextBox 35">
              <a:extLst>
                <a:ext uri="{FF2B5EF4-FFF2-40B4-BE49-F238E27FC236}">
                  <a16:creationId xmlns:a16="http://schemas.microsoft.com/office/drawing/2014/main" id="{10A86196-2ED0-637B-9240-BB593C9DDF84}"/>
                </a:ext>
              </a:extLst>
            </p:cNvPr>
            <p:cNvSpPr txBox="1"/>
            <p:nvPr/>
          </p:nvSpPr>
          <p:spPr>
            <a:xfrm>
              <a:off x="11010924" y="935394"/>
              <a:ext cx="81689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900" i="0" u="none" strike="noStrike" kern="1200" cap="none" spc="0" normalizeH="0" baseline="0" noProof="0">
                  <a:ln>
                    <a:noFill/>
                  </a:ln>
                  <a:effectLst/>
                  <a:uLnTx/>
                  <a:uFillTx/>
                  <a:latin typeface="Poppins"/>
                  <a:ea typeface="+mn-ea"/>
                  <a:cs typeface="+mn-cs"/>
                </a:rPr>
                <a:t>Milestone</a:t>
              </a:r>
              <a:endParaRPr lang="en-US" sz="900">
                <a:latin typeface="Poppins"/>
              </a:endParaRPr>
            </a:p>
          </p:txBody>
        </p:sp>
      </p:grpSp>
      <p:sp>
        <p:nvSpPr>
          <p:cNvPr id="37" name="Footer Placeholder 3">
            <a:extLst>
              <a:ext uri="{FF2B5EF4-FFF2-40B4-BE49-F238E27FC236}">
                <a16:creationId xmlns:a16="http://schemas.microsoft.com/office/drawing/2014/main" id="{1E6A749C-5E9B-AEAC-C046-ADAF264BAB99}"/>
              </a:ext>
            </a:extLst>
          </p:cNvPr>
          <p:cNvSpPr txBox="1">
            <a:spLocks/>
          </p:cNvSpPr>
          <p:nvPr/>
        </p:nvSpPr>
        <p:spPr>
          <a:xfrm>
            <a:off x="7939281" y="543146"/>
            <a:ext cx="703607" cy="573767"/>
          </a:xfrm>
          <a:prstGeom prst="rect">
            <a:avLst/>
          </a:prstGeom>
          <a:ln>
            <a:noFill/>
          </a:ln>
        </p:spPr>
        <p:txBody>
          <a:bodyPr vert="horz" lIns="91440" tIns="91440" rIns="91440" bIns="91440" rtlCol="0" anchor="ctr"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r>
              <a:rPr lang="en-US" sz="1000" b="1">
                <a:solidFill>
                  <a:srgbClr val="000000"/>
                </a:solidFill>
                <a:latin typeface="Poppins"/>
              </a:rPr>
              <a:t>Key:</a:t>
            </a:r>
            <a:endParaRPr lang="en-US" sz="900">
              <a:solidFill>
                <a:srgbClr val="000000"/>
              </a:solidFill>
              <a:latin typeface="Poppins"/>
            </a:endParaRPr>
          </a:p>
        </p:txBody>
      </p:sp>
      <p:grpSp>
        <p:nvGrpSpPr>
          <p:cNvPr id="4" name="Group 3">
            <a:extLst>
              <a:ext uri="{FF2B5EF4-FFF2-40B4-BE49-F238E27FC236}">
                <a16:creationId xmlns:a16="http://schemas.microsoft.com/office/drawing/2014/main" id="{CEF44FC1-A5A1-71E7-FBF6-88A99CFA3FB2}"/>
              </a:ext>
            </a:extLst>
          </p:cNvPr>
          <p:cNvGrpSpPr/>
          <p:nvPr/>
        </p:nvGrpSpPr>
        <p:grpSpPr>
          <a:xfrm>
            <a:off x="3004384" y="3030724"/>
            <a:ext cx="510513" cy="329184"/>
            <a:chOff x="620519" y="3017691"/>
            <a:chExt cx="510513" cy="329184"/>
          </a:xfrm>
        </p:grpSpPr>
        <p:pic>
          <p:nvPicPr>
            <p:cNvPr id="11" name="Graphic 10">
              <a:extLst>
                <a:ext uri="{FF2B5EF4-FFF2-40B4-BE49-F238E27FC236}">
                  <a16:creationId xmlns:a16="http://schemas.microsoft.com/office/drawing/2014/main" id="{40EF0DEC-6082-01E3-B1A0-34DD9EBA3F92}"/>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620519" y="3017691"/>
              <a:ext cx="329184" cy="329184"/>
            </a:xfrm>
            <a:prstGeom prst="rect">
              <a:avLst/>
            </a:prstGeom>
          </p:spPr>
        </p:pic>
        <p:pic>
          <p:nvPicPr>
            <p:cNvPr id="12" name="Picture 11" descr="A blue circle with yellow stars in center&#10;&#10;Description automatically generated">
              <a:extLst>
                <a:ext uri="{FF2B5EF4-FFF2-40B4-BE49-F238E27FC236}">
                  <a16:creationId xmlns:a16="http://schemas.microsoft.com/office/drawing/2014/main" id="{6ECABDF4-A9C2-81BD-0B25-B4A9942C30C3}"/>
                </a:ext>
              </a:extLst>
            </p:cNvPr>
            <p:cNvPicPr>
              <a:picLocks noChangeAspect="1"/>
            </p:cNvPicPr>
            <p:nvPr/>
          </p:nvPicPr>
          <p:blipFill>
            <a:blip r:embed="rId9"/>
            <a:stretch>
              <a:fillRect/>
            </a:stretch>
          </p:blipFill>
          <p:spPr>
            <a:xfrm>
              <a:off x="829280" y="3031407"/>
              <a:ext cx="301752" cy="301752"/>
            </a:xfrm>
            <a:prstGeom prst="rect">
              <a:avLst/>
            </a:prstGeom>
            <a:ln>
              <a:noFill/>
            </a:ln>
          </p:spPr>
        </p:pic>
      </p:grpSp>
      <p:sp>
        <p:nvSpPr>
          <p:cNvPr id="25" name="Isosceles Triangle 24">
            <a:extLst>
              <a:ext uri="{FF2B5EF4-FFF2-40B4-BE49-F238E27FC236}">
                <a16:creationId xmlns:a16="http://schemas.microsoft.com/office/drawing/2014/main" id="{BBFC3DCA-8D8E-7423-2682-B13EC49AD0A7}"/>
              </a:ext>
            </a:extLst>
          </p:cNvPr>
          <p:cNvSpPr/>
          <p:nvPr/>
        </p:nvSpPr>
        <p:spPr>
          <a:xfrm>
            <a:off x="9730907" y="3264695"/>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6" name="Isosceles Triangle 25">
            <a:extLst>
              <a:ext uri="{FF2B5EF4-FFF2-40B4-BE49-F238E27FC236}">
                <a16:creationId xmlns:a16="http://schemas.microsoft.com/office/drawing/2014/main" id="{EBF47083-52A6-079B-1203-61BF25D714F6}"/>
              </a:ext>
            </a:extLst>
          </p:cNvPr>
          <p:cNvSpPr/>
          <p:nvPr/>
        </p:nvSpPr>
        <p:spPr>
          <a:xfrm>
            <a:off x="10687403" y="3264695"/>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27" name="TextBox 26">
            <a:extLst>
              <a:ext uri="{FF2B5EF4-FFF2-40B4-BE49-F238E27FC236}">
                <a16:creationId xmlns:a16="http://schemas.microsoft.com/office/drawing/2014/main" id="{E79823CA-36B4-AC2B-287C-FAEC05B1B020}"/>
              </a:ext>
            </a:extLst>
          </p:cNvPr>
          <p:cNvSpPr txBox="1"/>
          <p:nvPr/>
        </p:nvSpPr>
        <p:spPr>
          <a:xfrm>
            <a:off x="9290650" y="3480938"/>
            <a:ext cx="1060513" cy="461665"/>
          </a:xfrm>
          <a:prstGeom prst="rect">
            <a:avLst/>
          </a:prstGeom>
          <a:noFill/>
        </p:spPr>
        <p:txBody>
          <a:bodyPr wrap="square" lIns="91440" tIns="91440" rIns="91440" bIns="91440" rtlCol="0">
            <a:spAutoFit/>
          </a:bodyPr>
          <a:lstStyle/>
          <a:p>
            <a:pPr algn="ctr"/>
            <a:r>
              <a:rPr lang="en-US" sz="900"/>
              <a:t>Interim Analysis</a:t>
            </a:r>
          </a:p>
        </p:txBody>
      </p:sp>
      <p:sp>
        <p:nvSpPr>
          <p:cNvPr id="28" name="TextBox 27">
            <a:extLst>
              <a:ext uri="{FF2B5EF4-FFF2-40B4-BE49-F238E27FC236}">
                <a16:creationId xmlns:a16="http://schemas.microsoft.com/office/drawing/2014/main" id="{810B425E-06DE-D9E1-B798-52683A7550A2}"/>
              </a:ext>
            </a:extLst>
          </p:cNvPr>
          <p:cNvSpPr txBox="1"/>
          <p:nvPr/>
        </p:nvSpPr>
        <p:spPr>
          <a:xfrm>
            <a:off x="10235016" y="3480938"/>
            <a:ext cx="1060513" cy="323165"/>
          </a:xfrm>
          <a:prstGeom prst="rect">
            <a:avLst/>
          </a:prstGeom>
          <a:noFill/>
        </p:spPr>
        <p:txBody>
          <a:bodyPr wrap="square" lIns="91440" tIns="91440" rIns="91440" bIns="91440" rtlCol="0">
            <a:spAutoFit/>
          </a:bodyPr>
          <a:lstStyle/>
          <a:p>
            <a:pPr algn="ctr"/>
            <a:r>
              <a:rPr lang="en-US" sz="900"/>
              <a:t>Follow up</a:t>
            </a:r>
          </a:p>
        </p:txBody>
      </p:sp>
      <p:sp>
        <p:nvSpPr>
          <p:cNvPr id="29" name="Isosceles Triangle 28">
            <a:extLst>
              <a:ext uri="{FF2B5EF4-FFF2-40B4-BE49-F238E27FC236}">
                <a16:creationId xmlns:a16="http://schemas.microsoft.com/office/drawing/2014/main" id="{DE439D8E-D6D0-A9BC-B88F-4399D53B2A80}"/>
              </a:ext>
            </a:extLst>
          </p:cNvPr>
          <p:cNvSpPr/>
          <p:nvPr/>
        </p:nvSpPr>
        <p:spPr>
          <a:xfrm>
            <a:off x="7659172" y="3264695"/>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30" name="TextBox 29">
            <a:extLst>
              <a:ext uri="{FF2B5EF4-FFF2-40B4-BE49-F238E27FC236}">
                <a16:creationId xmlns:a16="http://schemas.microsoft.com/office/drawing/2014/main" id="{6A7410C1-ABF8-2773-1B19-2B5F3BDFBC46}"/>
              </a:ext>
            </a:extLst>
          </p:cNvPr>
          <p:cNvSpPr txBox="1"/>
          <p:nvPr/>
        </p:nvSpPr>
        <p:spPr>
          <a:xfrm>
            <a:off x="7233163" y="3480938"/>
            <a:ext cx="1162263" cy="369332"/>
          </a:xfrm>
          <a:prstGeom prst="rect">
            <a:avLst/>
          </a:prstGeom>
          <a:noFill/>
        </p:spPr>
        <p:txBody>
          <a:bodyPr wrap="square">
            <a:spAutoFit/>
          </a:bodyPr>
          <a:lstStyle/>
          <a:p>
            <a:pPr algn="ctr"/>
            <a:r>
              <a:rPr lang="en-GB" sz="900" err="1">
                <a:effectLst/>
              </a:rPr>
              <a:t>Enrollment</a:t>
            </a:r>
            <a:r>
              <a:rPr lang="en-GB" sz="900">
                <a:effectLst/>
              </a:rPr>
              <a:t> begins</a:t>
            </a:r>
            <a:endParaRPr lang="en-GB" sz="900"/>
          </a:p>
        </p:txBody>
      </p:sp>
      <p:sp>
        <p:nvSpPr>
          <p:cNvPr id="24" name="Footer Placeholder 3">
            <a:extLst>
              <a:ext uri="{FF2B5EF4-FFF2-40B4-BE49-F238E27FC236}">
                <a16:creationId xmlns:a16="http://schemas.microsoft.com/office/drawing/2014/main" id="{06D90E23-8EF2-4CA1-2F3F-2ED004BA433D}"/>
              </a:ext>
            </a:extLst>
          </p:cNvPr>
          <p:cNvSpPr txBox="1">
            <a:spLocks/>
          </p:cNvSpPr>
          <p:nvPr/>
        </p:nvSpPr>
        <p:spPr>
          <a:xfrm>
            <a:off x="358337" y="6486970"/>
            <a:ext cx="8409328" cy="365760"/>
          </a:xfrm>
          <a:prstGeom prst="rect">
            <a:avLst/>
          </a:prstGeom>
        </p:spPr>
        <p:txBody>
          <a:bodyPr vert="horz" lIns="0" tIns="0" rIns="0" bIns="0" rtlCol="0" anchor="b" anchorCtr="0">
            <a:noAutofit/>
          </a:bodyPr>
          <a:lstStyle>
            <a:defPPr>
              <a:defRPr lang="en-US"/>
            </a:defPPr>
            <a:lvl1pPr marL="0" algn="l" defTabSz="4572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Note: </a:t>
            </a:r>
            <a:r>
              <a:rPr lang="en-US" err="1"/>
              <a:t>CTx</a:t>
            </a:r>
            <a:r>
              <a:rPr lang="en-US"/>
              <a:t>: Chemotherapy; ES-SCLC: Extensive-Stage Small Cell Lung Cancer; HCP: Healthcare Professionals; HEOR: Health Economics and Outcomes Research;</a:t>
            </a:r>
          </a:p>
          <a:p>
            <a:r>
              <a:rPr lang="en-US"/>
              <a:t>IIT: Investigator Initiated Trial; </a:t>
            </a:r>
            <a:r>
              <a:rPr lang="en-US" err="1"/>
              <a:t>iPFS</a:t>
            </a:r>
            <a:r>
              <a:rPr lang="en-US"/>
              <a:t>: intracranial Progression Free Survival; PR/CR: Partial / Complete Response; RWE: Real-World Evidence; </a:t>
            </a:r>
          </a:p>
          <a:p>
            <a:r>
              <a:rPr lang="en-US"/>
              <a:t>TBC: To be Confirmed</a:t>
            </a:r>
          </a:p>
        </p:txBody>
      </p:sp>
      <p:sp>
        <p:nvSpPr>
          <p:cNvPr id="38" name="Footer Placeholder 3">
            <a:extLst>
              <a:ext uri="{FF2B5EF4-FFF2-40B4-BE49-F238E27FC236}">
                <a16:creationId xmlns:a16="http://schemas.microsoft.com/office/drawing/2014/main" id="{F3225ADB-662E-6C02-B807-48861AA269C0}"/>
              </a:ext>
            </a:extLst>
          </p:cNvPr>
          <p:cNvSpPr>
            <a:spLocks noGrp="1"/>
          </p:cNvSpPr>
          <p:nvPr>
            <p:ph type="ftr" sz="quarter" idx="10"/>
          </p:nvPr>
        </p:nvSpPr>
        <p:spPr>
          <a:xfrm>
            <a:off x="4309920" y="808474"/>
            <a:ext cx="7611755" cy="573767"/>
          </a:xfrm>
          <a:ln>
            <a:noFill/>
          </a:ln>
        </p:spPr>
        <p:txBody>
          <a:bodyPr lIns="91440" tIns="91440" rIns="91440" bIns="91440" anchor="ctr"/>
          <a:lstStyle/>
          <a:p>
            <a:pPr lvl="0">
              <a:defRPr/>
            </a:pPr>
            <a:r>
              <a:rPr kumimoji="0" lang="en-US" sz="1000" b="1" i="0" u="none" strike="noStrike" kern="1200" cap="none" spc="0" normalizeH="0" baseline="0" noProof="0">
                <a:ln>
                  <a:noFill/>
                </a:ln>
                <a:solidFill>
                  <a:srgbClr val="000000"/>
                </a:solidFill>
                <a:effectLst/>
                <a:uLnTx/>
                <a:uFillTx/>
                <a:latin typeface="Poppins"/>
                <a:ea typeface="+mn-ea"/>
                <a:cs typeface="+mn-cs"/>
              </a:rPr>
              <a:t>                         </a:t>
            </a:r>
            <a:r>
              <a:rPr kumimoji="0" lang="en-US" sz="900" i="0" u="none" strike="noStrike" kern="1200" cap="none" spc="0" normalizeH="0" baseline="0" noProof="0">
                <a:ln>
                  <a:noFill/>
                </a:ln>
                <a:solidFill>
                  <a:srgbClr val="000000"/>
                </a:solidFill>
                <a:effectLst/>
                <a:uLnTx/>
                <a:uFillTx/>
                <a:latin typeface="Poppins"/>
                <a:ea typeface="+mn-ea"/>
                <a:cs typeface="+mn-cs"/>
              </a:rPr>
              <a:t>Post-hoc Analyses              Interventional Studies / IITs             Non-</a:t>
            </a:r>
            <a:r>
              <a:rPr lang="en-US" sz="900">
                <a:solidFill>
                  <a:srgbClr val="000000"/>
                </a:solidFill>
              </a:rPr>
              <a:t>Interventional Studies / IITs              RWE/HEOR studies </a:t>
            </a:r>
            <a:endParaRPr kumimoji="0" lang="en-US" sz="900" i="0" u="none" strike="noStrike" kern="1200" cap="none" spc="0" normalizeH="0" baseline="0" noProof="0">
              <a:ln>
                <a:noFill/>
              </a:ln>
              <a:solidFill>
                <a:srgbClr val="000000"/>
              </a:solidFill>
              <a:effectLst/>
              <a:uLnTx/>
              <a:uFillTx/>
              <a:latin typeface="Poppins"/>
              <a:ea typeface="+mn-ea"/>
              <a:cs typeface="+mn-cs"/>
            </a:endParaRPr>
          </a:p>
        </p:txBody>
      </p:sp>
      <p:pic>
        <p:nvPicPr>
          <p:cNvPr id="43" name="Graphic 42">
            <a:extLst>
              <a:ext uri="{FF2B5EF4-FFF2-40B4-BE49-F238E27FC236}">
                <a16:creationId xmlns:a16="http://schemas.microsoft.com/office/drawing/2014/main" id="{66C56054-5AA8-CA62-43F0-0E6D7A8BA19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37570" y="958197"/>
            <a:ext cx="274320" cy="274320"/>
          </a:xfrm>
          <a:prstGeom prst="rect">
            <a:avLst/>
          </a:prstGeom>
        </p:spPr>
      </p:pic>
      <p:pic>
        <p:nvPicPr>
          <p:cNvPr id="53" name="Graphic 52">
            <a:extLst>
              <a:ext uri="{FF2B5EF4-FFF2-40B4-BE49-F238E27FC236}">
                <a16:creationId xmlns:a16="http://schemas.microsoft.com/office/drawing/2014/main" id="{BFC09B67-91AE-E878-22BE-7D44FCA03ED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24487" y="958197"/>
            <a:ext cx="274320" cy="274320"/>
          </a:xfrm>
          <a:prstGeom prst="rect">
            <a:avLst/>
          </a:prstGeom>
        </p:spPr>
      </p:pic>
      <p:pic>
        <p:nvPicPr>
          <p:cNvPr id="54" name="Graphic 53">
            <a:extLst>
              <a:ext uri="{FF2B5EF4-FFF2-40B4-BE49-F238E27FC236}">
                <a16:creationId xmlns:a16="http://schemas.microsoft.com/office/drawing/2014/main" id="{3CA551B4-6F6B-81A6-35DF-19E801855F3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14007" y="958197"/>
            <a:ext cx="274320" cy="274320"/>
          </a:xfrm>
          <a:prstGeom prst="rect">
            <a:avLst/>
          </a:prstGeom>
        </p:spPr>
      </p:pic>
      <p:pic>
        <p:nvPicPr>
          <p:cNvPr id="55" name="Graphic 54">
            <a:extLst>
              <a:ext uri="{FF2B5EF4-FFF2-40B4-BE49-F238E27FC236}">
                <a16:creationId xmlns:a16="http://schemas.microsoft.com/office/drawing/2014/main" id="{A4767687-C346-0017-A140-A597FD5AD1DC}"/>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8194014" y="958557"/>
            <a:ext cx="273600" cy="273600"/>
          </a:xfrm>
          <a:prstGeom prst="rect">
            <a:avLst/>
          </a:prstGeom>
        </p:spPr>
      </p:pic>
      <p:grpSp>
        <p:nvGrpSpPr>
          <p:cNvPr id="56" name="Group 55">
            <a:extLst>
              <a:ext uri="{FF2B5EF4-FFF2-40B4-BE49-F238E27FC236}">
                <a16:creationId xmlns:a16="http://schemas.microsoft.com/office/drawing/2014/main" id="{1862C689-9F4D-911A-4EDB-C4AACFD121D3}"/>
              </a:ext>
            </a:extLst>
          </p:cNvPr>
          <p:cNvGrpSpPr/>
          <p:nvPr/>
        </p:nvGrpSpPr>
        <p:grpSpPr>
          <a:xfrm>
            <a:off x="-9526" y="-7584"/>
            <a:ext cx="11815014" cy="180000"/>
            <a:chOff x="-9526" y="-7584"/>
            <a:chExt cx="11815014" cy="180000"/>
          </a:xfrm>
        </p:grpSpPr>
        <p:sp>
          <p:nvSpPr>
            <p:cNvPr id="57" name="Rectangle 56">
              <a:extLst>
                <a:ext uri="{FF2B5EF4-FFF2-40B4-BE49-F238E27FC236}">
                  <a16:creationId xmlns:a16="http://schemas.microsoft.com/office/drawing/2014/main" id="{FA819712-D608-D96A-4B12-AA0E84D98F8C}"/>
                </a:ext>
              </a:extLst>
            </p:cNvPr>
            <p:cNvSpPr/>
            <p:nvPr/>
          </p:nvSpPr>
          <p:spPr>
            <a:xfrm>
              <a:off x="-9526" y="-7584"/>
              <a:ext cx="2045850" cy="180000"/>
            </a:xfrm>
            <a:prstGeom prst="rect">
              <a:avLst/>
            </a:prstGeom>
            <a:solidFill>
              <a:srgbClr val="B05800"/>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58" name="Arrow: Pentagon 57">
              <a:extLst>
                <a:ext uri="{FF2B5EF4-FFF2-40B4-BE49-F238E27FC236}">
                  <a16:creationId xmlns:a16="http://schemas.microsoft.com/office/drawing/2014/main" id="{90EBA8FE-37FB-1341-06E1-472727B7B221}"/>
                </a:ext>
              </a:extLst>
            </p:cNvPr>
            <p:cNvSpPr/>
            <p:nvPr/>
          </p:nvSpPr>
          <p:spPr>
            <a:xfrm>
              <a:off x="2036324" y="-7584"/>
              <a:ext cx="2592000" cy="180000"/>
            </a:xfrm>
            <a:prstGeom prst="homePlate">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Priority Gaps and Tactics Overview</a:t>
              </a:r>
            </a:p>
          </p:txBody>
        </p:sp>
        <p:sp>
          <p:nvSpPr>
            <p:cNvPr id="59" name="Arrow: Chevron 58">
              <a:extLst>
                <a:ext uri="{FF2B5EF4-FFF2-40B4-BE49-F238E27FC236}">
                  <a16:creationId xmlns:a16="http://schemas.microsoft.com/office/drawing/2014/main" id="{1DCACB9E-4E5A-C0EA-B938-DBDC9C01D64F}"/>
                </a:ext>
              </a:extLst>
            </p:cNvPr>
            <p:cNvSpPr/>
            <p:nvPr/>
          </p:nvSpPr>
          <p:spPr>
            <a:xfrm>
              <a:off x="4552119"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Evidence Gaps Deep Dive</a:t>
              </a:r>
            </a:p>
          </p:txBody>
        </p:sp>
        <p:sp>
          <p:nvSpPr>
            <p:cNvPr id="60" name="Arrow: Chevron 59">
              <a:extLst>
                <a:ext uri="{FF2B5EF4-FFF2-40B4-BE49-F238E27FC236}">
                  <a16:creationId xmlns:a16="http://schemas.microsoft.com/office/drawing/2014/main" id="{59B96989-B8E1-229F-BD84-D44CCBFBFA61}"/>
                </a:ext>
              </a:extLst>
            </p:cNvPr>
            <p:cNvSpPr/>
            <p:nvPr/>
          </p:nvSpPr>
          <p:spPr>
            <a:xfrm>
              <a:off x="6945064" y="-7584"/>
              <a:ext cx="2459342" cy="180000"/>
            </a:xfrm>
            <a:prstGeom prst="chevr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latin typeface="Poppins"/>
                </a:rPr>
                <a:t>Tactics Deep Dive</a:t>
              </a:r>
            </a:p>
          </p:txBody>
        </p:sp>
        <p:sp>
          <p:nvSpPr>
            <p:cNvPr id="65" name="Arrow: Chevron 64">
              <a:extLst>
                <a:ext uri="{FF2B5EF4-FFF2-40B4-BE49-F238E27FC236}">
                  <a16:creationId xmlns:a16="http://schemas.microsoft.com/office/drawing/2014/main" id="{C2858DCA-023C-CD77-FFB6-BD8008DBDF51}"/>
                </a:ext>
              </a:extLst>
            </p:cNvPr>
            <p:cNvSpPr/>
            <p:nvPr/>
          </p:nvSpPr>
          <p:spPr>
            <a:xfrm>
              <a:off x="9346146" y="-7584"/>
              <a:ext cx="2459342" cy="180000"/>
            </a:xfrm>
            <a:prstGeom prst="chevron">
              <a:avLst/>
            </a:prstGeom>
            <a:solidFill>
              <a:srgbClr val="22529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Implementation Roadmap</a:t>
              </a:r>
            </a:p>
          </p:txBody>
        </p:sp>
      </p:grpSp>
      <p:pic>
        <p:nvPicPr>
          <p:cNvPr id="7" name="Graphic 6">
            <a:extLst>
              <a:ext uri="{FF2B5EF4-FFF2-40B4-BE49-F238E27FC236}">
                <a16:creationId xmlns:a16="http://schemas.microsoft.com/office/drawing/2014/main" id="{1937FE64-79C1-1117-9FD2-0CEA6056CB7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35352" y="4788556"/>
            <a:ext cx="274320" cy="274320"/>
          </a:xfrm>
          <a:prstGeom prst="rect">
            <a:avLst/>
          </a:prstGeom>
        </p:spPr>
      </p:pic>
      <p:pic>
        <p:nvPicPr>
          <p:cNvPr id="8" name="Graphic 7">
            <a:extLst>
              <a:ext uri="{FF2B5EF4-FFF2-40B4-BE49-F238E27FC236}">
                <a16:creationId xmlns:a16="http://schemas.microsoft.com/office/drawing/2014/main" id="{338984C9-A3F2-6A57-85E4-F0CD09C85B66}"/>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3109539" y="4787420"/>
            <a:ext cx="295064" cy="295064"/>
          </a:xfrm>
          <a:prstGeom prst="rect">
            <a:avLst/>
          </a:prstGeom>
        </p:spPr>
      </p:pic>
      <p:sp>
        <p:nvSpPr>
          <p:cNvPr id="9" name="Arrow: Pentagon 8">
            <a:extLst>
              <a:ext uri="{FF2B5EF4-FFF2-40B4-BE49-F238E27FC236}">
                <a16:creationId xmlns:a16="http://schemas.microsoft.com/office/drawing/2014/main" id="{FFF10F25-DE93-2F1A-23A4-4E8FFB2A9F6F}"/>
              </a:ext>
            </a:extLst>
          </p:cNvPr>
          <p:cNvSpPr/>
          <p:nvPr/>
        </p:nvSpPr>
        <p:spPr>
          <a:xfrm>
            <a:off x="6804660" y="4788556"/>
            <a:ext cx="1692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32500" lnSpcReduction="20000"/>
          </a:bodyPr>
          <a:lstStyle/>
          <a:p>
            <a:pPr algn="ctr"/>
            <a:endParaRPr lang="en-US">
              <a:solidFill>
                <a:schemeClr val="bg1"/>
              </a:solidFill>
            </a:endParaRPr>
          </a:p>
        </p:txBody>
      </p:sp>
      <p:sp>
        <p:nvSpPr>
          <p:cNvPr id="10" name="Star: 5 Points 9">
            <a:extLst>
              <a:ext uri="{FF2B5EF4-FFF2-40B4-BE49-F238E27FC236}">
                <a16:creationId xmlns:a16="http://schemas.microsoft.com/office/drawing/2014/main" id="{9154C3F8-A53A-3482-2A8B-57F4059CC9BE}"/>
              </a:ext>
            </a:extLst>
          </p:cNvPr>
          <p:cNvSpPr/>
          <p:nvPr/>
        </p:nvSpPr>
        <p:spPr>
          <a:xfrm>
            <a:off x="8309771" y="4788556"/>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5" name="TextBox 14">
            <a:extLst>
              <a:ext uri="{FF2B5EF4-FFF2-40B4-BE49-F238E27FC236}">
                <a16:creationId xmlns:a16="http://schemas.microsoft.com/office/drawing/2014/main" id="{49A2D409-E10D-9DC2-BA36-11EDDE2F1AA3}"/>
              </a:ext>
            </a:extLst>
          </p:cNvPr>
          <p:cNvSpPr txBox="1"/>
          <p:nvPr/>
        </p:nvSpPr>
        <p:spPr>
          <a:xfrm>
            <a:off x="7924051" y="4388653"/>
            <a:ext cx="983701" cy="461665"/>
          </a:xfrm>
          <a:prstGeom prst="rect">
            <a:avLst/>
          </a:prstGeom>
          <a:noFill/>
        </p:spPr>
        <p:txBody>
          <a:bodyPr wrap="square" lIns="91440" tIns="91440" rIns="91440" bIns="91440" rtlCol="0">
            <a:spAutoFit/>
          </a:bodyPr>
          <a:lstStyle/>
          <a:p>
            <a:pPr algn="ctr"/>
            <a:r>
              <a:rPr lang="en-US" sz="900"/>
              <a:t>ASCO Lung 2027</a:t>
            </a:r>
          </a:p>
        </p:txBody>
      </p:sp>
      <p:sp>
        <p:nvSpPr>
          <p:cNvPr id="21" name="Isosceles Triangle 20">
            <a:extLst>
              <a:ext uri="{FF2B5EF4-FFF2-40B4-BE49-F238E27FC236}">
                <a16:creationId xmlns:a16="http://schemas.microsoft.com/office/drawing/2014/main" id="{CFF6935E-F2E6-A4A8-C232-FFB55B3C4558}"/>
              </a:ext>
            </a:extLst>
          </p:cNvPr>
          <p:cNvSpPr/>
          <p:nvPr/>
        </p:nvSpPr>
        <p:spPr>
          <a:xfrm>
            <a:off x="7538284" y="4763156"/>
            <a:ext cx="180000" cy="180000"/>
          </a:xfrm>
          <a:prstGeom prst="triangle">
            <a:avLst/>
          </a:prstGeom>
          <a:solidFill>
            <a:schemeClr val="accent5">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1" name="Star: 5 Points 40">
            <a:extLst>
              <a:ext uri="{FF2B5EF4-FFF2-40B4-BE49-F238E27FC236}">
                <a16:creationId xmlns:a16="http://schemas.microsoft.com/office/drawing/2014/main" id="{8AF051B9-34E2-FD3F-AD99-0CCF77858175}"/>
              </a:ext>
            </a:extLst>
          </p:cNvPr>
          <p:cNvSpPr/>
          <p:nvPr/>
        </p:nvSpPr>
        <p:spPr>
          <a:xfrm>
            <a:off x="7970650" y="4788556"/>
            <a:ext cx="216000" cy="180000"/>
          </a:xfrm>
          <a:prstGeom prst="star5">
            <a:avLst/>
          </a:prstGeom>
          <a:solidFill>
            <a:srgbClr val="FFC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horz" lIns="45720" rIns="45720" rtlCol="0" anchor="ctr">
            <a:noAutofit/>
          </a:bodyPr>
          <a:lstStyle/>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42" name="TextBox 41">
            <a:extLst>
              <a:ext uri="{FF2B5EF4-FFF2-40B4-BE49-F238E27FC236}">
                <a16:creationId xmlns:a16="http://schemas.microsoft.com/office/drawing/2014/main" id="{5DB6D567-5072-60E2-6A43-33E4F30EA74F}"/>
              </a:ext>
            </a:extLst>
          </p:cNvPr>
          <p:cNvSpPr txBox="1"/>
          <p:nvPr/>
        </p:nvSpPr>
        <p:spPr>
          <a:xfrm>
            <a:off x="7593020" y="4989483"/>
            <a:ext cx="1060513" cy="461665"/>
          </a:xfrm>
          <a:prstGeom prst="rect">
            <a:avLst/>
          </a:prstGeom>
          <a:noFill/>
        </p:spPr>
        <p:txBody>
          <a:bodyPr wrap="square" lIns="91440" tIns="91440" rIns="91440" bIns="91440" rtlCol="0">
            <a:spAutoFit/>
          </a:bodyPr>
          <a:lstStyle/>
          <a:p>
            <a:pPr algn="ctr"/>
            <a:r>
              <a:rPr lang="en-US" sz="900"/>
              <a:t>ESMO Lung 2026</a:t>
            </a:r>
          </a:p>
        </p:txBody>
      </p:sp>
    </p:spTree>
    <p:extLst>
      <p:ext uri="{BB962C8B-B14F-4D97-AF65-F5344CB8AC3E}">
        <p14:creationId xmlns:p14="http://schemas.microsoft.com/office/powerpoint/2010/main" val="41688649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BB273E0-3AF9-18D9-90BE-0DDB301C58E2}"/>
              </a:ext>
            </a:extLst>
          </p:cNvPr>
          <p:cNvGraphicFramePr>
            <a:graphicFrameLocks noChangeAspect="1"/>
          </p:cNvGraphicFramePr>
          <p:nvPr>
            <p:custDataLst>
              <p:tags r:id="rId1"/>
            </p:custDataLst>
            <p:extLst>
              <p:ext uri="{D42A27DB-BD31-4B8C-83A1-F6EECF244321}">
                <p14:modId xmlns:p14="http://schemas.microsoft.com/office/powerpoint/2010/main" val="4260130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3" name="think-cell data - do not delete" hidden="1">
                        <a:extLst>
                          <a:ext uri="{FF2B5EF4-FFF2-40B4-BE49-F238E27FC236}">
                            <a16:creationId xmlns:a16="http://schemas.microsoft.com/office/drawing/2014/main" id="{3BB273E0-3AF9-18D9-90BE-0DDB301C58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B3937BD-C9AB-7CEC-98F0-CC47FD0329E7}"/>
              </a:ext>
            </a:extLst>
          </p:cNvPr>
          <p:cNvSpPr>
            <a:spLocks noGrp="1"/>
          </p:cNvSpPr>
          <p:nvPr>
            <p:ph type="ctrTitle"/>
          </p:nvPr>
        </p:nvSpPr>
        <p:spPr/>
        <p:txBody>
          <a:bodyPr vert="horz"/>
          <a:lstStyle/>
          <a:p>
            <a:r>
              <a:rPr lang="en-US" b="1"/>
              <a:t>Appendix</a:t>
            </a:r>
          </a:p>
        </p:txBody>
      </p:sp>
    </p:spTree>
    <p:extLst>
      <p:ext uri="{BB962C8B-B14F-4D97-AF65-F5344CB8AC3E}">
        <p14:creationId xmlns:p14="http://schemas.microsoft.com/office/powerpoint/2010/main" val="22940629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67B14-56DA-60D3-1D3E-C0616A6EAFA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7D66FDE-B709-B4F8-43CF-7D9A2160EA15}"/>
              </a:ext>
            </a:extLst>
          </p:cNvPr>
          <p:cNvGraphicFramePr>
            <a:graphicFrameLocks noChangeAspect="1"/>
          </p:cNvGraphicFramePr>
          <p:nvPr>
            <p:custDataLst>
              <p:tags r:id="rId1"/>
            </p:custDataLst>
            <p:extLst>
              <p:ext uri="{D42A27DB-BD31-4B8C-83A1-F6EECF244321}">
                <p14:modId xmlns:p14="http://schemas.microsoft.com/office/powerpoint/2010/main" val="3506858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37D66FDE-B709-B4F8-43CF-7D9A2160EA1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BE20FD1-E445-35AC-EA24-EAD36DDC3E6C}"/>
              </a:ext>
            </a:extLst>
          </p:cNvPr>
          <p:cNvSpPr>
            <a:spLocks noGrp="1"/>
          </p:cNvSpPr>
          <p:nvPr>
            <p:ph type="title"/>
          </p:nvPr>
        </p:nvSpPr>
        <p:spPr>
          <a:xfrm>
            <a:off x="358337" y="271427"/>
            <a:ext cx="11470125" cy="538609"/>
          </a:xfrm>
        </p:spPr>
        <p:txBody>
          <a:bodyPr vert="horz"/>
          <a:lstStyle/>
          <a:p>
            <a:r>
              <a:rPr lang="en-US" sz="2400"/>
              <a:t>Ongoing/Planned EvGen Activities: Advanced/Metastatic ESCC (1/1)</a:t>
            </a:r>
            <a:br>
              <a:rPr lang="en-US" sz="2400">
                <a:solidFill>
                  <a:schemeClr val="tx2">
                    <a:lumMod val="60000"/>
                    <a:lumOff val="40000"/>
                  </a:schemeClr>
                </a:solidFill>
              </a:rPr>
            </a:br>
            <a:endParaRPr lang="en-US" sz="1100">
              <a:solidFill>
                <a:schemeClr val="tx2">
                  <a:lumMod val="60000"/>
                  <a:lumOff val="40000"/>
                </a:schemeClr>
              </a:solidFill>
            </a:endParaRPr>
          </a:p>
        </p:txBody>
      </p:sp>
      <p:grpSp>
        <p:nvGrpSpPr>
          <p:cNvPr id="30" name="Group 29">
            <a:extLst>
              <a:ext uri="{FF2B5EF4-FFF2-40B4-BE49-F238E27FC236}">
                <a16:creationId xmlns:a16="http://schemas.microsoft.com/office/drawing/2014/main" id="{9105A31F-11F3-6C30-0C22-B64FDEC7BBBD}"/>
              </a:ext>
            </a:extLst>
          </p:cNvPr>
          <p:cNvGrpSpPr/>
          <p:nvPr/>
        </p:nvGrpSpPr>
        <p:grpSpPr>
          <a:xfrm>
            <a:off x="-9525" y="-7584"/>
            <a:ext cx="11071405" cy="180000"/>
            <a:chOff x="-9525" y="-7584"/>
            <a:chExt cx="11071405" cy="180000"/>
          </a:xfrm>
        </p:grpSpPr>
        <p:sp>
          <p:nvSpPr>
            <p:cNvPr id="7" name="Rectangle 6">
              <a:extLst>
                <a:ext uri="{FF2B5EF4-FFF2-40B4-BE49-F238E27FC236}">
                  <a16:creationId xmlns:a16="http://schemas.microsoft.com/office/drawing/2014/main" id="{C6DAB52E-A364-02F8-1092-383BA6A0060E}"/>
                </a:ext>
              </a:extLst>
            </p:cNvPr>
            <p:cNvSpPr/>
            <p:nvPr/>
          </p:nvSpPr>
          <p:spPr>
            <a:xfrm>
              <a:off x="-9525" y="-7584"/>
              <a:ext cx="2988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Appendix: Ongoing/ Planned EvGen Activities</a:t>
              </a:r>
            </a:p>
          </p:txBody>
        </p:sp>
        <p:sp>
          <p:nvSpPr>
            <p:cNvPr id="5" name="Arrow: Chevron 4">
              <a:extLst>
                <a:ext uri="{FF2B5EF4-FFF2-40B4-BE49-F238E27FC236}">
                  <a16:creationId xmlns:a16="http://schemas.microsoft.com/office/drawing/2014/main" id="{1AAB7556-B13D-56AA-3293-129E9FBB415B}"/>
                </a:ext>
              </a:extLst>
            </p:cNvPr>
            <p:cNvSpPr/>
            <p:nvPr/>
          </p:nvSpPr>
          <p:spPr>
            <a:xfrm>
              <a:off x="5057823" y="-7584"/>
              <a:ext cx="2196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lvl="0" algn="ctr"/>
              <a:r>
                <a:rPr lang="en-US" sz="1000">
                  <a:solidFill>
                    <a:srgbClr val="FFFFFF"/>
                  </a:solidFill>
                </a:rPr>
                <a:t>Advanced/Metastatic </a:t>
              </a:r>
              <a:r>
                <a:rPr kumimoji="0" lang="en-US" sz="1000" b="0" i="0" u="none" strike="noStrike" kern="1200" cap="none" spc="0" normalizeH="0" baseline="0" noProof="0">
                  <a:ln>
                    <a:noFill/>
                  </a:ln>
                  <a:solidFill>
                    <a:srgbClr val="FFFFFF"/>
                  </a:solidFill>
                  <a:effectLst/>
                  <a:uLnTx/>
                  <a:uFillTx/>
                  <a:latin typeface="Poppins"/>
                  <a:ea typeface="+mn-ea"/>
                  <a:cs typeface="+mn-cs"/>
                </a:rPr>
                <a:t>GC/GEJ</a:t>
              </a:r>
            </a:p>
          </p:txBody>
        </p:sp>
        <p:sp>
          <p:nvSpPr>
            <p:cNvPr id="11" name="Arrow: Chevron 10">
              <a:extLst>
                <a:ext uri="{FF2B5EF4-FFF2-40B4-BE49-F238E27FC236}">
                  <a16:creationId xmlns:a16="http://schemas.microsoft.com/office/drawing/2014/main" id="{72F166E5-DE0B-CE4B-0496-57EB1341B2B8}"/>
                </a:ext>
              </a:extLst>
            </p:cNvPr>
            <p:cNvSpPr/>
            <p:nvPr/>
          </p:nvSpPr>
          <p:spPr>
            <a:xfrm>
              <a:off x="9081880" y="-7584"/>
              <a:ext cx="1980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12" name="Arrow: Pentagon 11">
              <a:extLst>
                <a:ext uri="{FF2B5EF4-FFF2-40B4-BE49-F238E27FC236}">
                  <a16:creationId xmlns:a16="http://schemas.microsoft.com/office/drawing/2014/main" id="{44138007-9042-67AB-440A-AA4CAD45FCC7}"/>
                </a:ext>
              </a:extLst>
            </p:cNvPr>
            <p:cNvSpPr/>
            <p:nvPr/>
          </p:nvSpPr>
          <p:spPr>
            <a:xfrm>
              <a:off x="2937795" y="-7584"/>
              <a:ext cx="2196000" cy="180000"/>
            </a:xfrm>
            <a:prstGeom prst="homePlate">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13" name="Arrow: Chevron 12">
              <a:extLst>
                <a:ext uri="{FF2B5EF4-FFF2-40B4-BE49-F238E27FC236}">
                  <a16:creationId xmlns:a16="http://schemas.microsoft.com/office/drawing/2014/main" id="{5A53347A-9FD7-D7F0-0FCC-47FD3BDFF93F}"/>
                </a:ext>
              </a:extLst>
            </p:cNvPr>
            <p:cNvSpPr/>
            <p:nvPr/>
          </p:nvSpPr>
          <p:spPr>
            <a:xfrm>
              <a:off x="7177851" y="-7584"/>
              <a:ext cx="1980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NSCLC</a:t>
              </a:r>
            </a:p>
          </p:txBody>
        </p:sp>
      </p:grpSp>
      <p:sp>
        <p:nvSpPr>
          <p:cNvPr id="22" name="Title 1">
            <a:extLst>
              <a:ext uri="{FF2B5EF4-FFF2-40B4-BE49-F238E27FC236}">
                <a16:creationId xmlns:a16="http://schemas.microsoft.com/office/drawing/2014/main" id="{D192FB52-B43C-0539-1F9E-4F1811DE1E20}"/>
              </a:ext>
            </a:extLst>
          </p:cNvPr>
          <p:cNvSpPr txBox="1">
            <a:spLocks/>
          </p:cNvSpPr>
          <p:nvPr/>
        </p:nvSpPr>
        <p:spPr>
          <a:xfrm>
            <a:off x="377825" y="588960"/>
            <a:ext cx="9416624" cy="215444"/>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a:lstStyle>
          <a:p>
            <a:r>
              <a:rPr lang="en-US" sz="1400"/>
              <a:t>Additional information can be found in the </a:t>
            </a:r>
            <a:r>
              <a:rPr lang="en-US" sz="1400">
                <a:hlinkClick r:id="rId5"/>
              </a:rPr>
              <a:t>post-hoc analysis proposal tracker</a:t>
            </a:r>
            <a:r>
              <a:rPr lang="en-US" sz="1400"/>
              <a:t> and publications archive</a:t>
            </a:r>
          </a:p>
        </p:txBody>
      </p:sp>
      <p:graphicFrame>
        <p:nvGraphicFramePr>
          <p:cNvPr id="23" name="Table 22">
            <a:extLst>
              <a:ext uri="{FF2B5EF4-FFF2-40B4-BE49-F238E27FC236}">
                <a16:creationId xmlns:a16="http://schemas.microsoft.com/office/drawing/2014/main" id="{EFF9F7ED-C69B-67FF-B0BA-458A3C9559CE}"/>
              </a:ext>
            </a:extLst>
          </p:cNvPr>
          <p:cNvGraphicFramePr>
            <a:graphicFrameLocks noGrp="1"/>
          </p:cNvGraphicFramePr>
          <p:nvPr>
            <p:extLst>
              <p:ext uri="{D42A27DB-BD31-4B8C-83A1-F6EECF244321}">
                <p14:modId xmlns:p14="http://schemas.microsoft.com/office/powerpoint/2010/main" val="200350030"/>
              </p:ext>
            </p:extLst>
          </p:nvPr>
        </p:nvGraphicFramePr>
        <p:xfrm>
          <a:off x="284050" y="902565"/>
          <a:ext cx="11743546" cy="5684520"/>
        </p:xfrm>
        <a:graphic>
          <a:graphicData uri="http://schemas.openxmlformats.org/drawingml/2006/table">
            <a:tbl>
              <a:tblPr/>
              <a:tblGrid>
                <a:gridCol w="609599">
                  <a:extLst>
                    <a:ext uri="{9D8B030D-6E8A-4147-A177-3AD203B41FA5}">
                      <a16:colId xmlns:a16="http://schemas.microsoft.com/office/drawing/2014/main" val="543315544"/>
                    </a:ext>
                  </a:extLst>
                </a:gridCol>
                <a:gridCol w="1061542">
                  <a:extLst>
                    <a:ext uri="{9D8B030D-6E8A-4147-A177-3AD203B41FA5}">
                      <a16:colId xmlns:a16="http://schemas.microsoft.com/office/drawing/2014/main" val="3492588329"/>
                    </a:ext>
                  </a:extLst>
                </a:gridCol>
                <a:gridCol w="6950248">
                  <a:extLst>
                    <a:ext uri="{9D8B030D-6E8A-4147-A177-3AD203B41FA5}">
                      <a16:colId xmlns:a16="http://schemas.microsoft.com/office/drawing/2014/main" val="236282702"/>
                    </a:ext>
                  </a:extLst>
                </a:gridCol>
                <a:gridCol w="1357162">
                  <a:extLst>
                    <a:ext uri="{9D8B030D-6E8A-4147-A177-3AD203B41FA5}">
                      <a16:colId xmlns:a16="http://schemas.microsoft.com/office/drawing/2014/main" val="3405680906"/>
                    </a:ext>
                  </a:extLst>
                </a:gridCol>
                <a:gridCol w="1764995">
                  <a:extLst>
                    <a:ext uri="{9D8B030D-6E8A-4147-A177-3AD203B41FA5}">
                      <a16:colId xmlns:a16="http://schemas.microsoft.com/office/drawing/2014/main" val="4131682865"/>
                    </a:ext>
                  </a:extLst>
                </a:gridCol>
              </a:tblGrid>
              <a:tr h="250876">
                <a:tc gridSpan="5">
                  <a:txBody>
                    <a:bodyPr/>
                    <a:lstStyle/>
                    <a:p>
                      <a:pPr algn="ctr" rtl="0" fontAlgn="ctr"/>
                      <a:r>
                        <a:rPr lang="en-US" sz="1100" b="1" i="0" u="none" strike="noStrike">
                          <a:solidFill>
                            <a:srgbClr val="FFFFFF"/>
                          </a:solidFill>
                          <a:effectLst/>
                          <a:latin typeface="+mj-lt"/>
                        </a:rPr>
                        <a:t>Advanced/Metastatic ESCC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extLst>
                  <a:ext uri="{0D108BD9-81ED-4DB2-BD59-A6C34878D82A}">
                    <a16:rowId xmlns:a16="http://schemas.microsoft.com/office/drawing/2014/main" val="3577518740"/>
                  </a:ext>
                </a:extLst>
              </a:tr>
              <a:tr h="265634">
                <a:tc>
                  <a:txBody>
                    <a:bodyPr/>
                    <a:lstStyle/>
                    <a:p>
                      <a:pPr algn="ctr" rtl="0" fontAlgn="ctr"/>
                      <a:r>
                        <a:rPr lang="en-US" sz="1100" b="1" i="0" u="none" strike="noStrike">
                          <a:solidFill>
                            <a:srgbClr val="FFFFFF"/>
                          </a:solidFill>
                          <a:effectLst/>
                          <a:latin typeface="+mj-lt"/>
                        </a:rPr>
                        <a:t>Setting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Type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Study</a:t>
                      </a:r>
                      <a:r>
                        <a:rPr lang="en-US" sz="1200" b="1" i="0" u="none" strike="noStrike">
                          <a:solidFill>
                            <a:srgbClr val="283349"/>
                          </a:solidFill>
                          <a:effectLst/>
                          <a:latin typeface="+mj-lt"/>
                        </a:rPr>
                        <a:t>​</a:t>
                      </a: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Status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Identifier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2926257948"/>
                  </a:ext>
                </a:extLst>
              </a:tr>
              <a:tr h="324663">
                <a:tc rowSpan="7">
                  <a:txBody>
                    <a:bodyPr/>
                    <a:lstStyle/>
                    <a:p>
                      <a:pPr algn="ctr" rtl="0" fontAlgn="ctr"/>
                      <a:r>
                        <a:rPr lang="en-US" sz="1000" b="1" i="0" u="none" strike="noStrike">
                          <a:solidFill>
                            <a:schemeClr val="tx1"/>
                          </a:solidFill>
                          <a:effectLst/>
                          <a:latin typeface="+mj-lt"/>
                          <a:cs typeface="Arial"/>
                        </a:rPr>
                        <a:t>1L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1FB"/>
                    </a:solidFill>
                  </a:tcPr>
                </a:tc>
                <a:tc>
                  <a:txBody>
                    <a:bodyPr/>
                    <a:lstStyle/>
                    <a:p>
                      <a:pPr algn="ctr" rtl="0" fontAlgn="ctr"/>
                      <a:r>
                        <a:rPr lang="en-US" sz="800" b="1" i="0" u="none" strike="noStrike">
                          <a:solidFill>
                            <a:schemeClr val="tx1"/>
                          </a:solidFill>
                          <a:effectLst/>
                          <a:latin typeface="+mj-lt"/>
                          <a:cs typeface="Arial"/>
                        </a:rPr>
                        <a:t>Primary ITT​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Examining the Impact of Tislelizumab Added to Chemotherapy on HRQoL Outcomes in Patients With Advanced or Metastatic ESCC: The RATIONALE-306 Study​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hlinkClick r:id="rId6">
                            <a:extLst>
                              <a:ext uri="{A12FA001-AC4F-418D-AE19-62706E023703}">
                                <ahyp:hlinkClr xmlns:ahyp="http://schemas.microsoft.com/office/drawing/2018/hyperlinkcolor" val="tx"/>
                              </a:ext>
                            </a:extLst>
                          </a:hlinkClick>
                        </a:rPr>
                        <a:t>Presented​</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39892617"/>
                  </a:ext>
                </a:extLst>
              </a:tr>
              <a:tr h="236119">
                <a:tc vMerge="1">
                  <a:txBody>
                    <a:bodyPr/>
                    <a:lstStyle/>
                    <a:p>
                      <a:endParaRPr lang="en-GB"/>
                    </a:p>
                  </a:txBody>
                  <a:tcPr/>
                </a:tc>
                <a:tc>
                  <a:txBody>
                    <a:bodyPr/>
                    <a:lstStyle/>
                    <a:p>
                      <a:pPr algn="ctr" rtl="0" fontAlgn="ctr"/>
                      <a:r>
                        <a:rPr lang="en-US" sz="800" b="1" i="0" u="none" strike="noStrike">
                          <a:solidFill>
                            <a:schemeClr val="tx1"/>
                          </a:solidFill>
                          <a:effectLst/>
                          <a:latin typeface="+mj-lt"/>
                          <a:cs typeface="Arial"/>
                        </a:rPr>
                        <a:t>Post-hoc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kern="1200">
                          <a:solidFill>
                            <a:schemeClr val="tx1"/>
                          </a:solidFill>
                          <a:effectLst/>
                          <a:latin typeface="+mn-lt"/>
                          <a:ea typeface="+mn-ea"/>
                          <a:cs typeface="Arial"/>
                        </a:rPr>
                        <a:t>Subgroup analysis of patients in RATIONALE-306 with locally advanced ESCC</a:t>
                      </a:r>
                      <a:endParaRPr lang="en-US" sz="8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MS Accepted ESMO-GI</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366216"/>
                  </a:ext>
                </a:extLst>
              </a:tr>
              <a:tr h="236119">
                <a:tc vMerge="1">
                  <a:txBody>
                    <a:bodyPr/>
                    <a:lstStyle/>
                    <a:p>
                      <a:endParaRPr lang="en-GB"/>
                    </a:p>
                  </a:txBody>
                  <a:tcPr/>
                </a:tc>
                <a:tc>
                  <a:txBody>
                    <a:bodyPr/>
                    <a:lstStyle/>
                    <a:p>
                      <a:pPr algn="ctr" rtl="0" fontAlgn="ctr"/>
                      <a:r>
                        <a:rPr lang="en-US" sz="800" b="1" i="0" u="none" strike="noStrike">
                          <a:solidFill>
                            <a:schemeClr val="tx1"/>
                          </a:solidFill>
                          <a:effectLst/>
                          <a:latin typeface="+mj-lt"/>
                          <a:cs typeface="Arial"/>
                        </a:rPr>
                        <a:t>Post-hoc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Subgroup analysis of Japanese patients included in RATIONALE-306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Planned</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E:3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48243163"/>
                  </a:ext>
                </a:extLst>
              </a:tr>
              <a:tr h="442723">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cs typeface="Arial"/>
                        </a:rPr>
                        <a:t>Post-hoc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Impact of tislelizumab + chemotherapy versus placebo + chemotherapy on patient-reported symptoms and overall survival (OS) by programmed death-ligand 1 (PD-L1) expression in advanced or metastatic esophageal squamous cell carcinoma (ESCC): A post hoc analysis of the RATIONALE-306 trial​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hlinkClick r:id="rId7">
                            <a:extLst>
                              <a:ext uri="{A12FA001-AC4F-418D-AE19-62706E023703}">
                                <ahyp:hlinkClr xmlns:ahyp="http://schemas.microsoft.com/office/drawing/2018/hyperlinkcolor" val="tx"/>
                              </a:ext>
                            </a:extLst>
                          </a:hlinkClick>
                        </a:rPr>
                        <a:t>Presented</a:t>
                      </a:r>
                      <a:br>
                        <a:rPr lang="en-US" sz="800" u="none">
                          <a:solidFill>
                            <a:srgbClr val="000000"/>
                          </a:solidFill>
                          <a:latin typeface="+mj-lt"/>
                          <a:cs typeface="Arial"/>
                          <a:hlinkClick r:id="rId7">
                            <a:extLst>
                              <a:ext uri="{A12FA001-AC4F-418D-AE19-62706E023703}">
                                <ahyp:hlinkClr xmlns:ahyp="http://schemas.microsoft.com/office/drawing/2018/hyperlinkcolor" val="tx"/>
                              </a:ext>
                            </a:extLst>
                          </a:hlinkClick>
                        </a:rPr>
                      </a:br>
                      <a:r>
                        <a:rPr lang="en-US" sz="800" u="none">
                          <a:solidFill>
                            <a:schemeClr val="tx1"/>
                          </a:solidFill>
                          <a:latin typeface="+mj-lt"/>
                          <a:cs typeface="Arial"/>
                        </a:rPr>
                        <a:t>Expected Manuscript: Q3 2025​</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77967192"/>
                  </a:ext>
                </a:extLst>
              </a:tr>
              <a:tr h="324663">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cs typeface="Arial"/>
                        </a:rPr>
                        <a:t>ITC​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Comparative efficacy and safety of tislelizumab (TIS) vs other anti–PD-1 treatments in first-line (1L) esophageal squamous cell carcinoma (ESCC): a network meta-analysis (NMA)​</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Expected Manuscript: Q2 2025​</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67100968"/>
                  </a:ext>
                </a:extLst>
              </a:tr>
              <a:tr h="236119">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cs typeface="Arial"/>
                        </a:rPr>
                        <a:t>SLR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SLR of clinical &amp; disease Burden Related to 1L ESCC​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Presented​</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4104616"/>
                  </a:ext>
                </a:extLst>
              </a:tr>
              <a:tr h="236119">
                <a:tc vMerge="1">
                  <a:txBody>
                    <a:bodyPr/>
                    <a:lstStyle/>
                    <a:p>
                      <a:pPr algn="ctr" rtl="0" fontAlgn="ctr"/>
                      <a:endParaRPr lang="en-US" sz="900" b="1" i="0" u="none" strike="noStrike">
                        <a:solidFill>
                          <a:schemeClr val="tx1"/>
                        </a:solidFill>
                        <a:effectLst/>
                        <a:latin typeface="+mj-lt"/>
                        <a:cs typeface="Arial" panose="020B060402020202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1FB"/>
                    </a:solidFill>
                  </a:tcPr>
                </a:tc>
                <a:tc>
                  <a:txBody>
                    <a:bodyPr/>
                    <a:lstStyle/>
                    <a:p>
                      <a:pPr algn="ctr" rtl="0" fontAlgn="ctr"/>
                      <a:r>
                        <a:rPr lang="en-US" sz="800" b="1" i="0" u="none" strike="noStrike">
                          <a:solidFill>
                            <a:schemeClr val="tx1"/>
                          </a:solidFill>
                          <a:effectLst/>
                          <a:latin typeface="+mj-lt"/>
                          <a:cs typeface="Arial"/>
                        </a:rPr>
                        <a:t>Post-hoc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Network meta-analysis (NMA) for patients in RATIONALE-306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Planned for ESMO 2025</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E:7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41500903"/>
                  </a:ext>
                </a:extLst>
              </a:tr>
              <a:tr h="236119">
                <a:tc rowSpan="7">
                  <a:txBody>
                    <a:bodyPr/>
                    <a:lstStyle/>
                    <a:p>
                      <a:pPr algn="ctr" rtl="0" fontAlgn="ctr"/>
                      <a:r>
                        <a:rPr lang="en-US" sz="1000" b="1" i="0" u="none" strike="noStrike">
                          <a:solidFill>
                            <a:schemeClr val="tx1"/>
                          </a:solidFill>
                          <a:effectLst/>
                          <a:latin typeface="+mj-lt"/>
                          <a:cs typeface="Arial"/>
                        </a:rPr>
                        <a:t>2L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algn="ctr" rtl="0" fontAlgn="ctr"/>
                      <a:r>
                        <a:rPr lang="en-US" sz="800" b="1" i="0" u="none" strike="noStrike">
                          <a:solidFill>
                            <a:schemeClr val="tx1"/>
                          </a:solidFill>
                          <a:effectLst/>
                          <a:latin typeface="+mj-lt"/>
                          <a:cs typeface="Arial"/>
                        </a:rPr>
                        <a:t>Primary ITT​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Tislelizumab Versus Chemotherapy as Second-Line Treatment for Advanced or Metastatic (ESCC, RATIONALE 302): Impact on HRQoL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hlinkClick r:id="rId8">
                            <a:extLst>
                              <a:ext uri="{A12FA001-AC4F-418D-AE19-62706E023703}">
                                <ahyp:hlinkClr xmlns:ahyp="http://schemas.microsoft.com/office/drawing/2018/hyperlinkcolor" val="tx"/>
                              </a:ext>
                            </a:extLst>
                          </a:hlinkClick>
                        </a:rPr>
                        <a:t>Presented</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2120244"/>
                  </a:ext>
                </a:extLst>
              </a:tr>
              <a:tr h="236119">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rtl="0" fontAlgn="ctr"/>
                      <a:r>
                        <a:rPr lang="en-US" sz="800" b="1" i="0" u="none" strike="noStrike">
                          <a:solidFill>
                            <a:schemeClr val="tx1"/>
                          </a:solidFill>
                          <a:effectLst/>
                          <a:latin typeface="+mj-lt"/>
                          <a:cs typeface="Arial"/>
                        </a:rPr>
                        <a:t>Primary ITT</a:t>
                      </a:r>
                    </a:p>
                  </a:txBody>
                  <a:tcPr marL="45720" marR="4572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Long term follow-up of the RATIONALE-302 trial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Planned</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E:9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803341"/>
                  </a:ext>
                </a:extLst>
              </a:tr>
              <a:tr h="236119">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cs typeface="Arial"/>
                        </a:rPr>
                        <a:t>Post-hoc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Tislelizumab in advanced/metastatic esophageal squamous cell carcinoma: health-related quality of life in Asian patients​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hlinkClick r:id="rId9">
                            <a:extLst>
                              <a:ext uri="{A12FA001-AC4F-418D-AE19-62706E023703}">
                                <ahyp:hlinkClr xmlns:ahyp="http://schemas.microsoft.com/office/drawing/2018/hyperlinkcolor" val="tx"/>
                              </a:ext>
                            </a:extLst>
                          </a:hlinkClick>
                        </a:rPr>
                        <a:t>Presented</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80168107"/>
                  </a:ext>
                </a:extLst>
              </a:tr>
              <a:tr h="324663">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kern="1200">
                          <a:solidFill>
                            <a:schemeClr val="tx1"/>
                          </a:solidFill>
                          <a:effectLst/>
                          <a:latin typeface="+mj-lt"/>
                          <a:ea typeface="+mn-ea"/>
                          <a:cs typeface="Arial"/>
                        </a:rPr>
                        <a:t>Post-h</a:t>
                      </a:r>
                      <a:r>
                        <a:rPr lang="en-US" sz="800" b="1" i="0" u="none" strike="noStrike">
                          <a:solidFill>
                            <a:schemeClr val="tx1"/>
                          </a:solidFill>
                          <a:effectLst/>
                          <a:latin typeface="+mj-lt"/>
                          <a:cs typeface="Arial"/>
                        </a:rPr>
                        <a:t>oc​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Psychometric Validation of the EORTC QLQ-OES18 in Second-Line Esophageal Squamous Cell Cancer Patients Treated With Tislelizumab vs Chemotherapy​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hlinkClick r:id="rId10">
                            <a:extLst>
                              <a:ext uri="{A12FA001-AC4F-418D-AE19-62706E023703}">
                                <ahyp:hlinkClr xmlns:ahyp="http://schemas.microsoft.com/office/drawing/2018/hyperlinkcolor" val="tx"/>
                              </a:ext>
                            </a:extLst>
                          </a:hlinkClick>
                        </a:rPr>
                        <a:t>Presented​</a:t>
                      </a:r>
                    </a:p>
                    <a:p>
                      <a:pPr algn="l" rtl="0" fontAlgn="ctr"/>
                      <a:r>
                        <a:rPr lang="en-US" sz="800" u="none">
                          <a:solidFill>
                            <a:schemeClr val="tx1"/>
                          </a:solidFill>
                          <a:latin typeface="+mj-lt"/>
                          <a:cs typeface="Arial"/>
                        </a:rPr>
                        <a:t>MS accepted Mar-Q1</a:t>
                      </a:r>
                      <a:r>
                        <a:rPr lang="en-US" sz="800" u="none">
                          <a:solidFill>
                            <a:schemeClr val="tx1"/>
                          </a:solidFill>
                          <a:latin typeface="+mj-lt"/>
                          <a:cs typeface="Arial"/>
                          <a:hlinkClick r:id="rId10">
                            <a:extLst>
                              <a:ext uri="{A12FA001-AC4F-418D-AE19-62706E023703}">
                                <ahyp:hlinkClr xmlns:ahyp="http://schemas.microsoft.com/office/drawing/2018/hyperlinkcolor" val="tx"/>
                              </a:ext>
                            </a:extLst>
                          </a:hlinkClick>
                        </a:rPr>
                        <a:t>​</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DD7F"/>
                    </a:solidFill>
                  </a:tcPr>
                </a:tc>
                <a:tc>
                  <a:txBody>
                    <a:bodyPr/>
                    <a:lstStyle/>
                    <a:p>
                      <a:pPr algn="ctr" rtl="0" fontAlgn="ctr"/>
                      <a:r>
                        <a:rPr lang="en-US" sz="1000" b="1" i="0" u="none" strike="noStrike">
                          <a:solidFill>
                            <a:schemeClr val="tx1"/>
                          </a:solidFill>
                          <a:effectLst/>
                          <a:latin typeface="+mj-lt"/>
                          <a:cs typeface="Arial"/>
                        </a:rPr>
                        <a:t>E:11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69265146"/>
                  </a:ext>
                </a:extLst>
              </a:tr>
              <a:tr h="324663">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cs typeface="Arial"/>
                        </a:rPr>
                        <a:t>ITC​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Indirect comparison analysis for Tisle vs competitors (STC)​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Presented;</a:t>
                      </a:r>
                    </a:p>
                    <a:p>
                      <a:pPr algn="l" rtl="0" fontAlgn="ctr"/>
                      <a:r>
                        <a:rPr lang="en-US" sz="800" u="none">
                          <a:solidFill>
                            <a:schemeClr val="tx1"/>
                          </a:solidFill>
                          <a:latin typeface="+mj-lt"/>
                          <a:cs typeface="Arial"/>
                        </a:rPr>
                        <a:t>MS submitted Q4 2024​</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1600521"/>
                  </a:ext>
                </a:extLst>
              </a:tr>
              <a:tr h="324663">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cs typeface="Arial"/>
                        </a:rPr>
                        <a:t>CEM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Economic Evaluation of Tislelizumab in Treatment of Second-Line Oesophageal Squamous Cell Carcinoma: a Lifetime Partition Survival Model​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Presented​</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4953865"/>
                  </a:ext>
                </a:extLst>
              </a:tr>
              <a:tr h="236119">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cs typeface="Arial"/>
                        </a:rPr>
                        <a:t>SLR​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Systematic Literature Review (SLR) of clinical Burden Related to 2L ESCC​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Presented​</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E:14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72601334"/>
                  </a:ext>
                </a:extLst>
              </a:tr>
              <a:tr h="324663">
                <a:tc rowSpan="4">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a:r>
                        <a:rPr lang="en-US" sz="800" b="1" i="0" u="none" strike="noStrike" kern="1200">
                          <a:solidFill>
                            <a:schemeClr val="tx1"/>
                          </a:solidFill>
                          <a:effectLst/>
                          <a:latin typeface="+mj-lt"/>
                          <a:ea typeface="+mn-ea"/>
                          <a:cs typeface="Arial"/>
                        </a:rPr>
                        <a:t>RWE​</a:t>
                      </a:r>
                      <a:endParaRPr lang="en-US" sz="800">
                        <a:latin typeface="+mj-lt"/>
                        <a:cs typeface="Arial"/>
                      </a:endParaRPr>
                    </a:p>
                  </a:txBody>
                  <a:tcPr marL="45720" marR="4572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The epidemiological trends and predictions of esophageal squamous cell carcinoma and gastroesophageal junction carcinoma: an Australian population-based study​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Published in 2024​</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DD7F"/>
                    </a:solidFill>
                  </a:tcPr>
                </a:tc>
                <a:tc>
                  <a:txBody>
                    <a:bodyPr/>
                    <a:lstStyle/>
                    <a:p>
                      <a:pPr algn="ctr" rtl="0" fontAlgn="ctr"/>
                      <a:r>
                        <a:rPr lang="en-US" sz="1000" b="1" i="0" u="none" strike="noStrike">
                          <a:solidFill>
                            <a:schemeClr val="tx1"/>
                          </a:solidFill>
                          <a:effectLst/>
                          <a:latin typeface="+mj-lt"/>
                          <a:cs typeface="Arial"/>
                        </a:rPr>
                        <a:t>E:15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96920009"/>
                  </a:ext>
                </a:extLst>
              </a:tr>
              <a:tr h="236119">
                <a:tc vMerge="1">
                  <a:txBody>
                    <a:bodyPr/>
                    <a:lstStyle/>
                    <a:p>
                      <a:pPr algn="l" rtl="0" fontAlgn="ctr"/>
                      <a:endParaRPr lang="en-US" sz="1200" b="0" i="0" u="none" strike="noStrike">
                        <a:solidFill>
                          <a:schemeClr val="tx1"/>
                        </a:solidFill>
                        <a:effectLst/>
                        <a:latin typeface="Arial" panose="020B0604020202020204" pitchFamily="34" charset="0"/>
                        <a:cs typeface="Arial" panose="020B0604020202020204" pitchFamily="34" charset="0"/>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283349"/>
                      </a:solidFill>
                      <a:prstDash val="solid"/>
                      <a:round/>
                      <a:headEnd type="none" w="med" len="med"/>
                      <a:tailEnd type="none" w="med" len="med"/>
                    </a:lnB>
                    <a:solidFill>
                      <a:schemeClr val="bg1">
                        <a:lumMod val="65000"/>
                      </a:schemeClr>
                    </a:solidFill>
                  </a:tcPr>
                </a:tc>
                <a:tc>
                  <a:txBody>
                    <a:bodyPr/>
                    <a:lstStyle/>
                    <a:p>
                      <a:pPr marL="0" algn="ctr" defTabSz="914400" rtl="0" eaLnBrk="1" fontAlgn="ctr" latinLnBrk="0" hangingPunct="1"/>
                      <a:r>
                        <a:rPr lang="en-US" sz="800" b="1" i="0" u="none" strike="noStrike" kern="1200">
                          <a:solidFill>
                            <a:schemeClr val="tx1"/>
                          </a:solidFill>
                          <a:effectLst/>
                          <a:latin typeface="+mj-lt"/>
                          <a:ea typeface="+mn-ea"/>
                          <a:cs typeface="Arial"/>
                        </a:rPr>
                        <a:t>RWE​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ESCC treatment patterns in Japan​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Planned​ for ESMO 2025</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E:16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25214557"/>
                  </a:ext>
                </a:extLst>
              </a:tr>
              <a:tr h="236119">
                <a:tc vMerge="1">
                  <a:txBody>
                    <a:bodyPr/>
                    <a:lstStyle/>
                    <a:p>
                      <a:pPr algn="l" rtl="0" fontAlgn="ctr"/>
                      <a:endParaRPr lang="en-US" sz="1200" b="0" i="0" u="none" strike="noStrike">
                        <a:solidFill>
                          <a:schemeClr val="tx1"/>
                        </a:solidFill>
                        <a:effectLst/>
                        <a:latin typeface="Arial" panose="020B0604020202020204" pitchFamily="34" charset="0"/>
                        <a:cs typeface="Arial" panose="020B0604020202020204" pitchFamily="34" charset="0"/>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283349"/>
                      </a:solidFill>
                      <a:prstDash val="solid"/>
                      <a:round/>
                      <a:headEnd type="none" w="med" len="med"/>
                      <a:tailEnd type="none" w="med" len="med"/>
                    </a:lnB>
                    <a:solidFill>
                      <a:schemeClr val="bg1">
                        <a:lumMod val="65000"/>
                      </a:schemeClr>
                    </a:solidFill>
                  </a:tcPr>
                </a:tc>
                <a:tc>
                  <a:txBody>
                    <a:bodyPr/>
                    <a:lstStyle/>
                    <a:p>
                      <a:pPr algn="ctr"/>
                      <a:r>
                        <a:rPr lang="en-US" sz="800" b="1" i="0" u="none" strike="noStrike" kern="1200">
                          <a:solidFill>
                            <a:schemeClr val="tx1"/>
                          </a:solidFill>
                          <a:effectLst/>
                          <a:latin typeface="+mj-lt"/>
                          <a:ea typeface="+mn-ea"/>
                          <a:cs typeface="Arial"/>
                        </a:rPr>
                        <a:t>SLR</a:t>
                      </a:r>
                      <a:endParaRPr lang="en-US" sz="800">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Epidemiological Disparities and Risk Factors of Esophageal Cancer in Türkiye: A Systematic Review​</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u="none">
                          <a:solidFill>
                            <a:schemeClr val="tx1"/>
                          </a:solidFill>
                          <a:latin typeface="+mj-lt"/>
                          <a:cs typeface="Arial"/>
                        </a:rPr>
                        <a:t>Presented​</a:t>
                      </a:r>
                      <a:endParaRPr lang="en-US" sz="900" b="0"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E:17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43475444"/>
                  </a:ext>
                </a:extLst>
              </a:tr>
              <a:tr h="236119">
                <a:tc vMerge="1">
                  <a:txBody>
                    <a:bodyPr/>
                    <a:lstStyle/>
                    <a:p>
                      <a:endParaRPr lang="en-GB"/>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ctr" defTabSz="914400" rtl="0" eaLnBrk="1" latinLnBrk="0" hangingPunct="1"/>
                      <a:r>
                        <a:rPr lang="en-US" sz="800" b="1" i="0" u="none" strike="noStrike" kern="1200">
                          <a:solidFill>
                            <a:schemeClr val="tx1"/>
                          </a:solidFill>
                          <a:effectLst/>
                          <a:latin typeface="+mj-lt"/>
                          <a:ea typeface="+mn-ea"/>
                          <a:cs typeface="Arial"/>
                        </a:rPr>
                        <a:t>IIT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cs typeface="Arial"/>
                        </a:rPr>
                        <a:t> Simone (IIS) study) testing TAP vs CPS concordance data generated, planned for publication</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900" b="0" i="0" u="none" strike="noStrike">
                          <a:solidFill>
                            <a:schemeClr val="tx1"/>
                          </a:solidFill>
                          <a:effectLst/>
                          <a:latin typeface="+mj-lt"/>
                          <a:cs typeface="Arial"/>
                        </a:rPr>
                        <a:t>Ongoing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E:18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17048515"/>
                  </a:ext>
                </a:extLst>
              </a:tr>
            </a:tbl>
          </a:graphicData>
        </a:graphic>
      </p:graphicFrame>
      <p:sp>
        <p:nvSpPr>
          <p:cNvPr id="24" name="Footer Placeholder 3">
            <a:extLst>
              <a:ext uri="{FF2B5EF4-FFF2-40B4-BE49-F238E27FC236}">
                <a16:creationId xmlns:a16="http://schemas.microsoft.com/office/drawing/2014/main" id="{08E98C5B-F44B-9F8C-EB91-2D94B2608F76}"/>
              </a:ext>
            </a:extLst>
          </p:cNvPr>
          <p:cNvSpPr txBox="1">
            <a:spLocks/>
          </p:cNvSpPr>
          <p:nvPr/>
        </p:nvSpPr>
        <p:spPr>
          <a:xfrm>
            <a:off x="224226" y="6492240"/>
            <a:ext cx="6812852" cy="314667"/>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Bef>
                <a:spcPts val="300"/>
              </a:spcBef>
              <a:defRPr/>
            </a:pPr>
            <a:endParaRPr lang="en-US" sz="700">
              <a:solidFill>
                <a:srgbClr val="000000">
                  <a:lumMod val="65000"/>
                  <a:lumOff val="35000"/>
                </a:srgbClr>
              </a:solidFill>
              <a:latin typeface="Poppins"/>
            </a:endParaRPr>
          </a:p>
          <a:p>
            <a:pPr>
              <a:lnSpc>
                <a:spcPct val="90000"/>
              </a:lnSpc>
              <a:spcBef>
                <a:spcPts val="300"/>
              </a:spcBef>
              <a:defRPr/>
            </a:pPr>
            <a:r>
              <a:rPr lang="en-US" sz="700">
                <a:solidFill>
                  <a:srgbClr val="000000">
                    <a:lumMod val="65000"/>
                    <a:lumOff val="35000"/>
                  </a:srgbClr>
                </a:solidFill>
                <a:latin typeface="Poppins"/>
              </a:rPr>
              <a:t>Note: CPS: Combined Positivity Score; ESCC: Esophageal Squamous Cell Carcinoma; RWE: Real World Evidence; SLR: Systematic Literature Review; ITT: Intention to Treat; ITC: Indirect Treatment Comparison; STC: Subject to change; HRQoL: Health-related Quality of Life; TAP: Tumor Area Positivity</a:t>
            </a:r>
            <a:endParaRPr lang="en-US" sz="800"/>
          </a:p>
          <a:p>
            <a:pPr>
              <a:lnSpc>
                <a:spcPct val="90000"/>
              </a:lnSpc>
              <a:spcBef>
                <a:spcPts val="300"/>
              </a:spcBef>
              <a:defRPr/>
            </a:pPr>
            <a:endParaRPr lang="en-US" sz="700">
              <a:solidFill>
                <a:srgbClr val="000000">
                  <a:lumMod val="65000"/>
                  <a:lumOff val="35000"/>
                </a:srgbClr>
              </a:solidFill>
              <a:latin typeface="Poppins"/>
            </a:endParaRPr>
          </a:p>
        </p:txBody>
      </p:sp>
      <p:sp>
        <p:nvSpPr>
          <p:cNvPr id="26" name="TextBox 25">
            <a:extLst>
              <a:ext uri="{FF2B5EF4-FFF2-40B4-BE49-F238E27FC236}">
                <a16:creationId xmlns:a16="http://schemas.microsoft.com/office/drawing/2014/main" id="{2309C2A3-71C4-C506-993F-5E7558BC00AA}"/>
              </a:ext>
            </a:extLst>
          </p:cNvPr>
          <p:cNvSpPr txBox="1"/>
          <p:nvPr/>
        </p:nvSpPr>
        <p:spPr>
          <a:xfrm>
            <a:off x="6937340" y="6534835"/>
            <a:ext cx="468153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Key: 	       : Planned                 : Ongoing              : Completed</a:t>
            </a:r>
          </a:p>
        </p:txBody>
      </p:sp>
      <p:sp>
        <p:nvSpPr>
          <p:cNvPr id="27" name="Rectangle 26">
            <a:extLst>
              <a:ext uri="{FF2B5EF4-FFF2-40B4-BE49-F238E27FC236}">
                <a16:creationId xmlns:a16="http://schemas.microsoft.com/office/drawing/2014/main" id="{00A6E233-E5D1-9414-21DF-056358A574E8}"/>
              </a:ext>
            </a:extLst>
          </p:cNvPr>
          <p:cNvSpPr/>
          <p:nvPr/>
        </p:nvSpPr>
        <p:spPr>
          <a:xfrm>
            <a:off x="8306128" y="6585927"/>
            <a:ext cx="248743" cy="220980"/>
          </a:xfrm>
          <a:prstGeom prst="rect">
            <a:avLst/>
          </a:prstGeom>
          <a:solidFill>
            <a:srgbClr val="FFFF99"/>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algn="ctr"/>
            <a:endParaRPr lang="en-GB" err="1">
              <a:solidFill>
                <a:schemeClr val="bg1"/>
              </a:solidFill>
            </a:endParaRPr>
          </a:p>
        </p:txBody>
      </p:sp>
      <p:sp>
        <p:nvSpPr>
          <p:cNvPr id="28" name="Rectangle 27">
            <a:extLst>
              <a:ext uri="{FF2B5EF4-FFF2-40B4-BE49-F238E27FC236}">
                <a16:creationId xmlns:a16="http://schemas.microsoft.com/office/drawing/2014/main" id="{1C76EDE8-73F2-960F-7526-9D255B5D946E}"/>
              </a:ext>
            </a:extLst>
          </p:cNvPr>
          <p:cNvSpPr/>
          <p:nvPr/>
        </p:nvSpPr>
        <p:spPr>
          <a:xfrm>
            <a:off x="7362548" y="6585927"/>
            <a:ext cx="248743" cy="220980"/>
          </a:xfrm>
          <a:prstGeom prst="rect">
            <a:avLst/>
          </a:prstGeom>
          <a:solidFill>
            <a:srgbClr val="FFE3C8"/>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algn="ctr"/>
            <a:endParaRPr lang="en-GB" err="1">
              <a:solidFill>
                <a:schemeClr val="bg1"/>
              </a:solidFill>
            </a:endParaRPr>
          </a:p>
        </p:txBody>
      </p:sp>
      <p:sp>
        <p:nvSpPr>
          <p:cNvPr id="29" name="Rectangle 28">
            <a:extLst>
              <a:ext uri="{FF2B5EF4-FFF2-40B4-BE49-F238E27FC236}">
                <a16:creationId xmlns:a16="http://schemas.microsoft.com/office/drawing/2014/main" id="{7C124CC2-F8D5-0061-81FC-767D89D0D28F}"/>
              </a:ext>
            </a:extLst>
          </p:cNvPr>
          <p:cNvSpPr/>
          <p:nvPr/>
        </p:nvSpPr>
        <p:spPr>
          <a:xfrm>
            <a:off x="9203604" y="6585927"/>
            <a:ext cx="248743" cy="220980"/>
          </a:xfrm>
          <a:prstGeom prst="rect">
            <a:avLst/>
          </a:prstGeom>
          <a:solidFill>
            <a:srgbClr val="B0DD7F"/>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algn="ctr"/>
            <a:endParaRPr lang="en-GB" err="1">
              <a:solidFill>
                <a:schemeClr val="bg1"/>
              </a:solidFill>
            </a:endParaRPr>
          </a:p>
        </p:txBody>
      </p:sp>
    </p:spTree>
    <p:extLst>
      <p:ext uri="{BB962C8B-B14F-4D97-AF65-F5344CB8AC3E}">
        <p14:creationId xmlns:p14="http://schemas.microsoft.com/office/powerpoint/2010/main" val="36929358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3586B-9E5F-EF1A-1ECF-2CE5AEA491D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213B930-3843-66C8-96FD-A2DC3D5505F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D213B930-3843-66C8-96FD-A2DC3D5505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619837A-4074-09A2-FD4D-1D126983EBA5}"/>
              </a:ext>
            </a:extLst>
          </p:cNvPr>
          <p:cNvSpPr>
            <a:spLocks noGrp="1"/>
          </p:cNvSpPr>
          <p:nvPr>
            <p:ph type="title"/>
          </p:nvPr>
        </p:nvSpPr>
        <p:spPr>
          <a:xfrm>
            <a:off x="358337" y="271427"/>
            <a:ext cx="11470125" cy="538609"/>
          </a:xfrm>
        </p:spPr>
        <p:txBody>
          <a:bodyPr vert="horz"/>
          <a:lstStyle/>
          <a:p>
            <a:r>
              <a:rPr lang="en-US" sz="2400"/>
              <a:t>Ongoing/Planned EvGen Activities: Advanced/Metastatic GC/GEJ (1/2)</a:t>
            </a:r>
            <a:br>
              <a:rPr lang="en-US" sz="2400">
                <a:solidFill>
                  <a:schemeClr val="tx2">
                    <a:lumMod val="60000"/>
                    <a:lumOff val="40000"/>
                  </a:schemeClr>
                </a:solidFill>
              </a:rPr>
            </a:br>
            <a:endParaRPr lang="en-US" sz="1100">
              <a:solidFill>
                <a:schemeClr val="tx2">
                  <a:lumMod val="60000"/>
                  <a:lumOff val="40000"/>
                </a:schemeClr>
              </a:solidFill>
            </a:endParaRPr>
          </a:p>
        </p:txBody>
      </p:sp>
      <p:sp>
        <p:nvSpPr>
          <p:cNvPr id="22" name="Title 1">
            <a:extLst>
              <a:ext uri="{FF2B5EF4-FFF2-40B4-BE49-F238E27FC236}">
                <a16:creationId xmlns:a16="http://schemas.microsoft.com/office/drawing/2014/main" id="{00D7D817-1D66-C260-D1E9-0EFA6F26ADF6}"/>
              </a:ext>
            </a:extLst>
          </p:cNvPr>
          <p:cNvSpPr txBox="1">
            <a:spLocks/>
          </p:cNvSpPr>
          <p:nvPr/>
        </p:nvSpPr>
        <p:spPr>
          <a:xfrm>
            <a:off x="377825" y="588960"/>
            <a:ext cx="9416624" cy="215444"/>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Additional information can be found in the </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hlinkClick r:id="rId5"/>
              </a:rPr>
              <a:t>post-hoc analysis proposal tracker</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 and publications archive</a:t>
            </a:r>
          </a:p>
        </p:txBody>
      </p:sp>
      <p:graphicFrame>
        <p:nvGraphicFramePr>
          <p:cNvPr id="23" name="Table 22">
            <a:extLst>
              <a:ext uri="{FF2B5EF4-FFF2-40B4-BE49-F238E27FC236}">
                <a16:creationId xmlns:a16="http://schemas.microsoft.com/office/drawing/2014/main" id="{D30CE66A-F460-B6E5-3AEF-5D9F5122463F}"/>
              </a:ext>
            </a:extLst>
          </p:cNvPr>
          <p:cNvGraphicFramePr>
            <a:graphicFrameLocks noGrp="1"/>
          </p:cNvGraphicFramePr>
          <p:nvPr>
            <p:extLst>
              <p:ext uri="{D42A27DB-BD31-4B8C-83A1-F6EECF244321}">
                <p14:modId xmlns:p14="http://schemas.microsoft.com/office/powerpoint/2010/main" val="4232564672"/>
              </p:ext>
            </p:extLst>
          </p:nvPr>
        </p:nvGraphicFramePr>
        <p:xfrm>
          <a:off x="224228" y="909047"/>
          <a:ext cx="11743546" cy="5264148"/>
        </p:xfrm>
        <a:graphic>
          <a:graphicData uri="http://schemas.openxmlformats.org/drawingml/2006/table">
            <a:tbl>
              <a:tblPr/>
              <a:tblGrid>
                <a:gridCol w="609599">
                  <a:extLst>
                    <a:ext uri="{9D8B030D-6E8A-4147-A177-3AD203B41FA5}">
                      <a16:colId xmlns:a16="http://schemas.microsoft.com/office/drawing/2014/main" val="543315544"/>
                    </a:ext>
                  </a:extLst>
                </a:gridCol>
                <a:gridCol w="1061542">
                  <a:extLst>
                    <a:ext uri="{9D8B030D-6E8A-4147-A177-3AD203B41FA5}">
                      <a16:colId xmlns:a16="http://schemas.microsoft.com/office/drawing/2014/main" val="3492588329"/>
                    </a:ext>
                  </a:extLst>
                </a:gridCol>
                <a:gridCol w="7680431">
                  <a:extLst>
                    <a:ext uri="{9D8B030D-6E8A-4147-A177-3AD203B41FA5}">
                      <a16:colId xmlns:a16="http://schemas.microsoft.com/office/drawing/2014/main" val="236282702"/>
                    </a:ext>
                  </a:extLst>
                </a:gridCol>
                <a:gridCol w="1231900">
                  <a:extLst>
                    <a:ext uri="{9D8B030D-6E8A-4147-A177-3AD203B41FA5}">
                      <a16:colId xmlns:a16="http://schemas.microsoft.com/office/drawing/2014/main" val="3405680906"/>
                    </a:ext>
                  </a:extLst>
                </a:gridCol>
                <a:gridCol w="1160074">
                  <a:extLst>
                    <a:ext uri="{9D8B030D-6E8A-4147-A177-3AD203B41FA5}">
                      <a16:colId xmlns:a16="http://schemas.microsoft.com/office/drawing/2014/main" val="4131682865"/>
                    </a:ext>
                  </a:extLst>
                </a:gridCol>
              </a:tblGrid>
              <a:tr h="192276">
                <a:tc gridSpan="5">
                  <a:txBody>
                    <a:bodyPr/>
                    <a:lstStyle/>
                    <a:p>
                      <a:pPr algn="ctr" rtl="0" fontAlgn="ctr"/>
                      <a:r>
                        <a:rPr lang="en-US" sz="1100" b="1" i="0" u="none" strike="noStrike">
                          <a:solidFill>
                            <a:srgbClr val="FFFFFF"/>
                          </a:solidFill>
                          <a:effectLst/>
                          <a:latin typeface="+mj-lt"/>
                        </a:rPr>
                        <a:t>Advanced/Metastatic GC/GEJ</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extLst>
                  <a:ext uri="{0D108BD9-81ED-4DB2-BD59-A6C34878D82A}">
                    <a16:rowId xmlns:a16="http://schemas.microsoft.com/office/drawing/2014/main" val="3577518740"/>
                  </a:ext>
                </a:extLst>
              </a:tr>
              <a:tr h="339310">
                <a:tc>
                  <a:txBody>
                    <a:bodyPr/>
                    <a:lstStyle/>
                    <a:p>
                      <a:pPr algn="ctr" rtl="0" fontAlgn="ctr"/>
                      <a:r>
                        <a:rPr lang="en-US" sz="1100" b="1" i="0" u="none" strike="noStrike">
                          <a:solidFill>
                            <a:srgbClr val="FFFFFF"/>
                          </a:solidFill>
                          <a:effectLst/>
                          <a:latin typeface="+mj-lt"/>
                        </a:rPr>
                        <a:t>Setting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Type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Study</a:t>
                      </a:r>
                      <a:r>
                        <a:rPr lang="en-US" sz="1200" b="1" i="0" u="none" strike="noStrike">
                          <a:solidFill>
                            <a:srgbClr val="283349"/>
                          </a:solidFill>
                          <a:effectLst/>
                          <a:latin typeface="+mj-lt"/>
                        </a:rPr>
                        <a:t>​</a:t>
                      </a: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Status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Identifier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2926257948"/>
                  </a:ext>
                </a:extLst>
              </a:tr>
              <a:tr h="520276">
                <a:tc rowSpan="13">
                  <a:txBody>
                    <a:bodyPr/>
                    <a:lstStyle/>
                    <a:p>
                      <a:pPr algn="ctr" rtl="0" fontAlgn="ctr"/>
                      <a:r>
                        <a:rPr lang="en-US" sz="1000" b="1" i="0" u="none" strike="noStrike">
                          <a:solidFill>
                            <a:schemeClr val="tx1"/>
                          </a:solidFill>
                          <a:effectLst/>
                          <a:latin typeface="+mj-lt"/>
                          <a:cs typeface="Arial"/>
                        </a:rPr>
                        <a:t>1L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283349"/>
                      </a:solidFill>
                      <a:prstDash val="solid"/>
                      <a:round/>
                      <a:headEnd type="none" w="med" len="med"/>
                      <a:tailEnd type="none" w="med" len="med"/>
                    </a:lnB>
                    <a:solidFill>
                      <a:srgbClr val="EBF1FB"/>
                    </a:solidFill>
                  </a:tcPr>
                </a:tc>
                <a:tc>
                  <a:txBody>
                    <a:bodyPr/>
                    <a:lstStyle/>
                    <a:p>
                      <a:pPr algn="ctr" rtl="0" fontAlgn="ctr"/>
                      <a:r>
                        <a:rPr lang="en-US" sz="800" b="1" i="0" u="none" strike="noStrike">
                          <a:solidFill>
                            <a:schemeClr val="tx1"/>
                          </a:solidFill>
                          <a:effectLst/>
                          <a:latin typeface="+mj-lt"/>
                        </a:rPr>
                        <a:t>Primary ITT​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TIS Plus Chemo vs PBO Plus Chemo as 1L Treatment of Advanced GC/GEJC: HRQoL Outcomes in the RATIONALE-305 Study​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hlinkClick r:id="rId6">
                            <a:extLst>
                              <a:ext uri="{A12FA001-AC4F-418D-AE19-62706E023703}">
                                <ahyp:hlinkClr xmlns:ahyp="http://schemas.microsoft.com/office/drawing/2018/hyperlinkcolor" val="tx"/>
                              </a:ext>
                            </a:extLst>
                          </a:hlinkClick>
                        </a:rPr>
                        <a:t>Presented </a:t>
                      </a:r>
                    </a:p>
                    <a:p>
                      <a:pPr algn="l" rtl="0" fontAlgn="ctr"/>
                      <a:r>
                        <a:rPr lang="en-US" sz="800" u="none" kern="1200">
                          <a:solidFill>
                            <a:schemeClr val="tx1"/>
                          </a:solidFill>
                          <a:latin typeface="+mj-lt"/>
                          <a:ea typeface="+mn-ea"/>
                          <a:cs typeface="Arial" panose="020B0604020202020204" pitchFamily="34" charset="0"/>
                        </a:rPr>
                        <a:t>Expected Manuscript: Mar-Q1</a:t>
                      </a:r>
                      <a:r>
                        <a:rPr lang="en-US" sz="800" b="0" i="0" u="none" strike="noStrike">
                          <a:solidFill>
                            <a:schemeClr val="tx1"/>
                          </a:solidFill>
                          <a:effectLst/>
                          <a:latin typeface="+mj-lt"/>
                          <a:hlinkClick r:id="rId6">
                            <a:extLst>
                              <a:ext uri="{A12FA001-AC4F-418D-AE19-62706E023703}">
                                <ahyp:hlinkClr xmlns:ahyp="http://schemas.microsoft.com/office/drawing/2018/hyperlinkcolor" val="tx"/>
                              </a:ext>
                            </a:extLst>
                          </a:hlinkClick>
                        </a:rPr>
                        <a:t>​</a:t>
                      </a:r>
                      <a:endParaRPr lang="en-US" sz="800" b="0" i="0" u="none" strike="noStrike">
                        <a:solidFill>
                          <a:schemeClr val="tx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G:1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39892617"/>
                  </a:ext>
                </a:extLst>
              </a:tr>
              <a:tr h="180966">
                <a:tc vMerge="1">
                  <a:txBody>
                    <a:bodyPr/>
                    <a:lstStyle/>
                    <a:p>
                      <a:endParaRPr lang="en-GB"/>
                    </a:p>
                  </a:txBody>
                  <a:tcPr/>
                </a:tc>
                <a:tc>
                  <a:txBody>
                    <a:bodyPr/>
                    <a:lstStyle/>
                    <a:p>
                      <a:pPr algn="ctr" rtl="0" fontAlgn="ctr"/>
                      <a:r>
                        <a:rPr lang="en-US" sz="800" b="1" i="0" u="none" strike="noStrike">
                          <a:solidFill>
                            <a:schemeClr val="tx1"/>
                          </a:solidFill>
                          <a:effectLst/>
                          <a:latin typeface="+mj-lt"/>
                        </a:rPr>
                        <a:t>Primary ITT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Characteristics and outcomes of long-term survivors (&gt;24 months) from RATIONALE-305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Ongoing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366216"/>
                  </a:ext>
                </a:extLst>
              </a:tr>
              <a:tr h="180966">
                <a:tc vMerge="1">
                  <a:txBody>
                    <a:bodyPr/>
                    <a:lstStyle/>
                    <a:p>
                      <a:endParaRPr lang="en-GB"/>
                    </a:p>
                  </a:txBody>
                  <a:tcPr/>
                </a:tc>
                <a:tc>
                  <a:txBody>
                    <a:bodyPr/>
                    <a:lstStyle/>
                    <a:p>
                      <a:pPr algn="ctr" rtl="0" fontAlgn="ctr"/>
                      <a:r>
                        <a:rPr lang="en-US" sz="800" b="1" i="0" u="none" strike="noStrike">
                          <a:solidFill>
                            <a:schemeClr val="tx1"/>
                          </a:solidFill>
                          <a:effectLst/>
                          <a:latin typeface="+mj-lt"/>
                        </a:rPr>
                        <a:t>Post-hoc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Characteristics and outcomes of patients with oligometastatic disease (&lt;3 metastatic sites) from RATIONALE-305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Ongoing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48243163"/>
                  </a:ext>
                </a:extLst>
              </a:tr>
              <a:tr h="294069">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rPr>
                        <a:t>Post-hoc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tx1"/>
                          </a:solidFill>
                          <a:effectLst/>
                          <a:latin typeface="+mj-lt"/>
                          <a:ea typeface="+mn-ea"/>
                          <a:cs typeface="+mn-cs"/>
                        </a:rPr>
                        <a:t>Characteristics and outcomes in patients who continued with tislelizumab only vs. tislelizumab + capecitabine in the RATIONALE-305 study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Planned for ESMO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G:4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77967192"/>
                  </a:ext>
                </a:extLst>
              </a:tr>
              <a:tr h="294069">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rPr>
                        <a:t>Post-hoc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Biomarker analysis from RATIONALE-305 (incl.</a:t>
                      </a:r>
                      <a:r>
                        <a:rPr lang="en-US" sz="800" b="0" i="0" u="none" strike="noStrike" kern="1200">
                          <a:solidFill>
                            <a:schemeClr val="tx1"/>
                          </a:solidFill>
                          <a:effectLst/>
                          <a:latin typeface="+mj-lt"/>
                          <a:ea typeface="+mn-ea"/>
                          <a:cs typeface="+mn-cs"/>
                        </a:rPr>
                        <a:t> Japanese subgroup analysis of PD-L1 )</a:t>
                      </a:r>
                      <a:endParaRPr lang="en-US" sz="800" b="0" i="0" u="none" strike="noStrike">
                        <a:solidFill>
                          <a:schemeClr val="tx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Planned for ESMO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G:5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67100968"/>
                  </a:ext>
                </a:extLst>
              </a:tr>
              <a:tr h="180966">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rPr>
                        <a:t>Post-hoc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Modeling impact of peritoneal metastases patients on RATIONALE-305 study outcomes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Planned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G:6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4104616"/>
                  </a:ext>
                </a:extLst>
              </a:tr>
              <a:tr h="520276">
                <a:tc vMerge="1">
                  <a:txBody>
                    <a:bodyPr/>
                    <a:lstStyle/>
                    <a:p>
                      <a:pPr algn="ctr" rtl="0" fontAlgn="ctr"/>
                      <a:endParaRPr lang="en-US" sz="900" b="1" i="0" u="none" strike="noStrike">
                        <a:solidFill>
                          <a:schemeClr val="tx1"/>
                        </a:solidFill>
                        <a:effectLst/>
                        <a:latin typeface="+mj-lt"/>
                        <a:cs typeface="Arial" panose="020B060402020202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1FB"/>
                    </a:solidFill>
                  </a:tcPr>
                </a:tc>
                <a:tc>
                  <a:txBody>
                    <a:bodyPr/>
                    <a:lstStyle/>
                    <a:p>
                      <a:pPr algn="ctr" rtl="0" fontAlgn="ctr"/>
                      <a:r>
                        <a:rPr lang="en-US" sz="800" b="1" i="0" u="none" strike="noStrike">
                          <a:solidFill>
                            <a:schemeClr val="tx1"/>
                          </a:solidFill>
                          <a:effectLst/>
                          <a:latin typeface="+mj-lt"/>
                        </a:rPr>
                        <a:t>Post-hoc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Impact of tislelizumab + chemotherapy versus placebo + chemotherapy on patient-reported symptoms and disease progression by programmed death-ligand 1 expression in gastroesophageal adenocarcinoma: A post hoc analysis of the RATIONALE-305 trial​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hlinkClick r:id="rId7">
                            <a:extLst>
                              <a:ext uri="{A12FA001-AC4F-418D-AE19-62706E023703}">
                                <ahyp:hlinkClr xmlns:ahyp="http://schemas.microsoft.com/office/drawing/2018/hyperlinkcolor" val="tx"/>
                              </a:ext>
                            </a:extLst>
                          </a:hlinkClick>
                        </a:rPr>
                        <a:t>Presented ​</a:t>
                      </a:r>
                    </a:p>
                    <a:p>
                      <a:pPr algn="l" rtl="0" fontAlgn="ctr"/>
                      <a:r>
                        <a:rPr lang="en-US" sz="800" u="none" kern="1200">
                          <a:solidFill>
                            <a:schemeClr val="tx1"/>
                          </a:solidFill>
                          <a:latin typeface="+mj-lt"/>
                          <a:ea typeface="+mn-ea"/>
                          <a:cs typeface="Arial" panose="020B0604020202020204" pitchFamily="34" charset="0"/>
                        </a:rPr>
                        <a:t>Expected Manuscript: Q3 2025​</a:t>
                      </a:r>
                      <a:endParaRPr lang="en-US" sz="800" b="0" i="0" u="none" strike="noStrike">
                        <a:solidFill>
                          <a:schemeClr val="tx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41500903"/>
                  </a:ext>
                </a:extLst>
              </a:tr>
              <a:tr h="292315">
                <a:tc vMerge="1">
                  <a:txBody>
                    <a:bodyPr/>
                    <a:lstStyle/>
                    <a:p>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algn="ctr" rtl="0" fontAlgn="ctr"/>
                      <a:r>
                        <a:rPr lang="en-US" sz="800" b="1" i="0" u="none" strike="noStrike">
                          <a:solidFill>
                            <a:schemeClr val="tx1"/>
                          </a:solidFill>
                          <a:effectLst/>
                          <a:latin typeface="+mj-lt"/>
                        </a:rPr>
                        <a:t>Post-hoc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Tislelizumab First-Line Gastric/Gastroesophageal Junction (GC/GEJ) Adenocarcinoma Treatment Efficacy on Patient-Reported Outcome (PRO)-Based Symptom Endpoints Adjusting for Informative Missing Data Bias: Results from RATIONALE-305​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hlinkClick r:id="rId8">
                            <a:extLst>
                              <a:ext uri="{A12FA001-AC4F-418D-AE19-62706E023703}">
                                <ahyp:hlinkClr xmlns:ahyp="http://schemas.microsoft.com/office/drawing/2018/hyperlinkcolor" val="tx"/>
                              </a:ext>
                            </a:extLst>
                          </a:hlinkClick>
                        </a:rPr>
                        <a:t>Presented​</a:t>
                      </a:r>
                      <a:endParaRPr lang="en-US" sz="800" b="0" i="0" u="none" strike="noStrike">
                        <a:solidFill>
                          <a:schemeClr val="tx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2120244"/>
                  </a:ext>
                </a:extLst>
              </a:tr>
              <a:tr h="520276">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rtl="0" fontAlgn="ctr"/>
                      <a:r>
                        <a:rPr lang="en-US" sz="800" b="1" i="0" u="none" strike="noStrike">
                          <a:solidFill>
                            <a:schemeClr val="tx1"/>
                          </a:solidFill>
                          <a:effectLst/>
                          <a:latin typeface="+mj-lt"/>
                        </a:rPr>
                        <a:t>Post-hoc ​</a:t>
                      </a:r>
                    </a:p>
                  </a:txBody>
                  <a:tcPr marL="7620" marR="7620" marT="762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Tislelizumab (TIS) Plus Chemotherapy (Chemo) vs Placebo (PBO) Plus Chemo as First-Line (1L) Treatment of Advanced Gastric or Gastroesophageal Junction Adenocarcinoma (GC/GEJC): Patient-Reported Outcomes (PROs) in the Asian Subgroup of the RATIONALE-305 Study​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hlinkClick r:id="rId9">
                            <a:extLst>
                              <a:ext uri="{A12FA001-AC4F-418D-AE19-62706E023703}">
                                <ahyp:hlinkClr xmlns:ahyp="http://schemas.microsoft.com/office/drawing/2018/hyperlinkcolor" val="tx"/>
                              </a:ext>
                            </a:extLst>
                          </a:hlinkClick>
                        </a:rPr>
                        <a:t>Presented</a:t>
                      </a:r>
                      <a:endParaRPr lang="en-US" sz="800" b="0" i="0" u="none" strike="noStrike">
                        <a:solidFill>
                          <a:schemeClr val="tx1"/>
                        </a:solidFill>
                        <a:effectLst/>
                        <a:latin typeface="+mj-lt"/>
                      </a:endParaRPr>
                    </a:p>
                    <a:p>
                      <a:pPr algn="l" rtl="0" fontAlgn="ctr"/>
                      <a:r>
                        <a:rPr lang="en-US" sz="800" u="none" kern="1200">
                          <a:solidFill>
                            <a:schemeClr val="tx1"/>
                          </a:solidFill>
                          <a:latin typeface="+mj-lt"/>
                          <a:ea typeface="+mn-ea"/>
                          <a:cs typeface="Arial" panose="020B0604020202020204" pitchFamily="34" charset="0"/>
                        </a:rPr>
                        <a:t>Expected Manuscript: Q2 2025​</a:t>
                      </a:r>
                      <a:endParaRPr lang="en-US" sz="800" b="0" i="0" u="none" strike="noStrike">
                        <a:solidFill>
                          <a:schemeClr val="tx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803341"/>
                  </a:ext>
                </a:extLst>
              </a:tr>
              <a:tr h="248828">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rPr>
                        <a:t>Post-hoc​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Recurrent Patient-Reported Outcome (PRO)-Based Symptomatic Deterioration Predicts Progression-Free Survival (PFS): Results from RATIONALE-305​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hlinkClick r:id="rId10">
                            <a:extLst>
                              <a:ext uri="{A12FA001-AC4F-418D-AE19-62706E023703}">
                                <ahyp:hlinkClr xmlns:ahyp="http://schemas.microsoft.com/office/drawing/2018/hyperlinkcolor" val="tx"/>
                              </a:ext>
                            </a:extLst>
                          </a:hlinkClick>
                        </a:rPr>
                        <a:t>Presented​</a:t>
                      </a:r>
                      <a:endParaRPr lang="en-US" sz="800" b="0" i="0" u="none" strike="noStrike">
                        <a:solidFill>
                          <a:schemeClr val="tx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80168107"/>
                  </a:ext>
                </a:extLst>
              </a:tr>
              <a:tr h="294069">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rPr>
                        <a:t>Post-hoc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Recurrent Patient-Reported Outcome (PRO)-Based Deterioration Predicts Overall Survival (OS) in Patients with Advanced Gastric Adenocarcinoma with PD-L1 Score of ≥5%: Results from the RATIONALE-305 Trial​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Submitted to ESMO GI in March​</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69265146"/>
                  </a:ext>
                </a:extLst>
              </a:tr>
              <a:tr h="248828">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rPr>
                        <a:t>Post-hoc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Translating Patient-Reported Outcomes into Clinically Actionable Signals: Modeling ECOG Performance Status Using PRO Trajectories and Symptom Profiles​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Planned​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G:12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1600521"/>
                  </a:ext>
                </a:extLst>
              </a:tr>
              <a:tr h="0">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rPr>
                        <a:t>Post-hoc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kern="1200">
                          <a:solidFill>
                            <a:schemeClr val="tx1"/>
                          </a:solidFill>
                          <a:effectLst/>
                          <a:latin typeface="+mj-lt"/>
                          <a:ea typeface="+mn-ea"/>
                          <a:cs typeface="+mn-cs"/>
                        </a:rPr>
                        <a:t>A Quality-Adjusted Time Without Symptoms or Toxicity (Q-TWiST) Analysis from RATIONALE-305 participants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Ongoing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4953865"/>
                  </a:ext>
                </a:extLst>
              </a:tr>
            </a:tbl>
          </a:graphicData>
        </a:graphic>
      </p:graphicFrame>
      <p:sp>
        <p:nvSpPr>
          <p:cNvPr id="26" name="TextBox 25">
            <a:extLst>
              <a:ext uri="{FF2B5EF4-FFF2-40B4-BE49-F238E27FC236}">
                <a16:creationId xmlns:a16="http://schemas.microsoft.com/office/drawing/2014/main" id="{61C20A2F-C319-0953-7FE5-19CFB8D5803D}"/>
              </a:ext>
            </a:extLst>
          </p:cNvPr>
          <p:cNvSpPr txBox="1"/>
          <p:nvPr/>
        </p:nvSpPr>
        <p:spPr>
          <a:xfrm>
            <a:off x="6937340" y="6534835"/>
            <a:ext cx="468153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Key: 	       : Planned                 : Ongoing              : Completed</a:t>
            </a:r>
          </a:p>
        </p:txBody>
      </p:sp>
      <p:sp>
        <p:nvSpPr>
          <p:cNvPr id="27" name="Rectangle 26">
            <a:extLst>
              <a:ext uri="{FF2B5EF4-FFF2-40B4-BE49-F238E27FC236}">
                <a16:creationId xmlns:a16="http://schemas.microsoft.com/office/drawing/2014/main" id="{FA143AA6-494A-F35D-9573-3A025558A5AF}"/>
              </a:ext>
            </a:extLst>
          </p:cNvPr>
          <p:cNvSpPr/>
          <p:nvPr/>
        </p:nvSpPr>
        <p:spPr>
          <a:xfrm>
            <a:off x="8306128" y="6585927"/>
            <a:ext cx="248743" cy="220980"/>
          </a:xfrm>
          <a:prstGeom prst="rect">
            <a:avLst/>
          </a:prstGeom>
          <a:solidFill>
            <a:srgbClr val="FFFF99"/>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8" name="Rectangle 27">
            <a:extLst>
              <a:ext uri="{FF2B5EF4-FFF2-40B4-BE49-F238E27FC236}">
                <a16:creationId xmlns:a16="http://schemas.microsoft.com/office/drawing/2014/main" id="{7BF985B1-DC94-44DA-822D-79BCF5E73D3D}"/>
              </a:ext>
            </a:extLst>
          </p:cNvPr>
          <p:cNvSpPr/>
          <p:nvPr/>
        </p:nvSpPr>
        <p:spPr>
          <a:xfrm>
            <a:off x="7362548" y="6585927"/>
            <a:ext cx="248743" cy="220980"/>
          </a:xfrm>
          <a:prstGeom prst="rect">
            <a:avLst/>
          </a:prstGeom>
          <a:solidFill>
            <a:srgbClr val="FFE3C8"/>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9" name="Rectangle 28">
            <a:extLst>
              <a:ext uri="{FF2B5EF4-FFF2-40B4-BE49-F238E27FC236}">
                <a16:creationId xmlns:a16="http://schemas.microsoft.com/office/drawing/2014/main" id="{D1655E49-6042-8F4A-306F-B05876AF7E96}"/>
              </a:ext>
            </a:extLst>
          </p:cNvPr>
          <p:cNvSpPr/>
          <p:nvPr/>
        </p:nvSpPr>
        <p:spPr>
          <a:xfrm>
            <a:off x="9203604" y="6585927"/>
            <a:ext cx="248743" cy="220980"/>
          </a:xfrm>
          <a:prstGeom prst="rect">
            <a:avLst/>
          </a:prstGeom>
          <a:solidFill>
            <a:srgbClr val="B0DD7F"/>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grpSp>
        <p:nvGrpSpPr>
          <p:cNvPr id="16" name="Group 15">
            <a:extLst>
              <a:ext uri="{FF2B5EF4-FFF2-40B4-BE49-F238E27FC236}">
                <a16:creationId xmlns:a16="http://schemas.microsoft.com/office/drawing/2014/main" id="{7C819260-9E1A-5E58-1B7A-AB139BDDCED6}"/>
              </a:ext>
            </a:extLst>
          </p:cNvPr>
          <p:cNvGrpSpPr/>
          <p:nvPr/>
        </p:nvGrpSpPr>
        <p:grpSpPr>
          <a:xfrm>
            <a:off x="-9525" y="-7584"/>
            <a:ext cx="11071405" cy="180000"/>
            <a:chOff x="-9525" y="-7584"/>
            <a:chExt cx="11071405" cy="180000"/>
          </a:xfrm>
        </p:grpSpPr>
        <p:sp>
          <p:nvSpPr>
            <p:cNvPr id="17" name="Rectangle 16">
              <a:extLst>
                <a:ext uri="{FF2B5EF4-FFF2-40B4-BE49-F238E27FC236}">
                  <a16:creationId xmlns:a16="http://schemas.microsoft.com/office/drawing/2014/main" id="{A95AD0B2-A753-9BB4-CBC2-497BF72636FE}"/>
                </a:ext>
              </a:extLst>
            </p:cNvPr>
            <p:cNvSpPr/>
            <p:nvPr/>
          </p:nvSpPr>
          <p:spPr>
            <a:xfrm>
              <a:off x="-9525" y="-7584"/>
              <a:ext cx="2988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Appendix: Ongoing/ Planned EvGen Activities</a:t>
              </a:r>
            </a:p>
          </p:txBody>
        </p:sp>
        <p:sp>
          <p:nvSpPr>
            <p:cNvPr id="18" name="Arrow: Chevron 17">
              <a:extLst>
                <a:ext uri="{FF2B5EF4-FFF2-40B4-BE49-F238E27FC236}">
                  <a16:creationId xmlns:a16="http://schemas.microsoft.com/office/drawing/2014/main" id="{150FA5AE-E5D2-7D96-24F6-0FF3EC28C030}"/>
                </a:ext>
              </a:extLst>
            </p:cNvPr>
            <p:cNvSpPr/>
            <p:nvPr/>
          </p:nvSpPr>
          <p:spPr>
            <a:xfrm>
              <a:off x="5057823" y="-7584"/>
              <a:ext cx="2196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lvl="0" algn="ctr"/>
              <a:r>
                <a:rPr lang="en-US" sz="1000">
                  <a:solidFill>
                    <a:srgbClr val="FFFFFF"/>
                  </a:solidFill>
                </a:rPr>
                <a:t>Advanced/Metastatic </a:t>
              </a:r>
              <a:r>
                <a:rPr kumimoji="0" lang="en-US" sz="1000" b="0" i="0" u="none" strike="noStrike" kern="1200" cap="none" spc="0" normalizeH="0" baseline="0" noProof="0">
                  <a:ln>
                    <a:noFill/>
                  </a:ln>
                  <a:solidFill>
                    <a:srgbClr val="FFFFFF"/>
                  </a:solidFill>
                  <a:effectLst/>
                  <a:uLnTx/>
                  <a:uFillTx/>
                  <a:latin typeface="Poppins"/>
                  <a:ea typeface="+mn-ea"/>
                  <a:cs typeface="+mn-cs"/>
                </a:rPr>
                <a:t>GC/GEJ</a:t>
              </a:r>
            </a:p>
          </p:txBody>
        </p:sp>
        <p:sp>
          <p:nvSpPr>
            <p:cNvPr id="19" name="Arrow: Chevron 18">
              <a:extLst>
                <a:ext uri="{FF2B5EF4-FFF2-40B4-BE49-F238E27FC236}">
                  <a16:creationId xmlns:a16="http://schemas.microsoft.com/office/drawing/2014/main" id="{2365C964-A088-3791-2491-69F46B24431D}"/>
                </a:ext>
              </a:extLst>
            </p:cNvPr>
            <p:cNvSpPr/>
            <p:nvPr/>
          </p:nvSpPr>
          <p:spPr>
            <a:xfrm>
              <a:off x="9081880" y="-7584"/>
              <a:ext cx="1980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20" name="Arrow: Pentagon 19">
              <a:extLst>
                <a:ext uri="{FF2B5EF4-FFF2-40B4-BE49-F238E27FC236}">
                  <a16:creationId xmlns:a16="http://schemas.microsoft.com/office/drawing/2014/main" id="{6E01AC87-684D-021D-DA4D-AF3BF06643E4}"/>
                </a:ext>
              </a:extLst>
            </p:cNvPr>
            <p:cNvSpPr/>
            <p:nvPr/>
          </p:nvSpPr>
          <p:spPr>
            <a:xfrm>
              <a:off x="2937795" y="-7584"/>
              <a:ext cx="2196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21" name="Arrow: Chevron 20">
              <a:extLst>
                <a:ext uri="{FF2B5EF4-FFF2-40B4-BE49-F238E27FC236}">
                  <a16:creationId xmlns:a16="http://schemas.microsoft.com/office/drawing/2014/main" id="{B5909847-8433-45C9-C8AE-00E866EF9E6E}"/>
                </a:ext>
              </a:extLst>
            </p:cNvPr>
            <p:cNvSpPr/>
            <p:nvPr/>
          </p:nvSpPr>
          <p:spPr>
            <a:xfrm>
              <a:off x="7177851" y="-7584"/>
              <a:ext cx="1980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NSCLC</a:t>
              </a:r>
            </a:p>
          </p:txBody>
        </p:sp>
      </p:grpSp>
      <p:sp>
        <p:nvSpPr>
          <p:cNvPr id="31" name="Footer Placeholder 3">
            <a:extLst>
              <a:ext uri="{FF2B5EF4-FFF2-40B4-BE49-F238E27FC236}">
                <a16:creationId xmlns:a16="http://schemas.microsoft.com/office/drawing/2014/main" id="{078AF681-4B1A-35DD-81C7-84E303AADC26}"/>
              </a:ext>
            </a:extLst>
          </p:cNvPr>
          <p:cNvSpPr txBox="1">
            <a:spLocks/>
          </p:cNvSpPr>
          <p:nvPr/>
        </p:nvSpPr>
        <p:spPr>
          <a:xfrm>
            <a:off x="358337" y="6378357"/>
            <a:ext cx="6579004"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Bef>
                <a:spcPts val="300"/>
              </a:spcBef>
              <a:defRPr/>
            </a:pPr>
            <a:endParaRPr lang="en-US" sz="700">
              <a:solidFill>
                <a:srgbClr val="000000">
                  <a:lumMod val="65000"/>
                  <a:lumOff val="35000"/>
                </a:srgbClr>
              </a:solidFill>
              <a:latin typeface="Poppins"/>
            </a:endParaRPr>
          </a:p>
          <a:p>
            <a:pPr>
              <a:lnSpc>
                <a:spcPct val="90000"/>
              </a:lnSpc>
              <a:spcBef>
                <a:spcPts val="300"/>
              </a:spcBef>
              <a:defRPr/>
            </a:pPr>
            <a:r>
              <a:rPr lang="en-US" sz="700">
                <a:solidFill>
                  <a:srgbClr val="000000">
                    <a:lumMod val="65000"/>
                    <a:lumOff val="35000"/>
                  </a:srgbClr>
                </a:solidFill>
                <a:latin typeface="Poppins"/>
              </a:rPr>
              <a:t>Note: GC/GEJ: Gastric Cancer/ Gastroesophageal Junction; PBO: Placebo; HRQoL: Health-related Quality of Life; ITC: Indirect Treatment Comparison; ITT: Intention to Treat; SLR: Systematic Literature Review; PRO: Patient-reported Outcome</a:t>
            </a:r>
            <a:endParaRPr lang="en-US" sz="800"/>
          </a:p>
          <a:p>
            <a:pPr>
              <a:lnSpc>
                <a:spcPct val="90000"/>
              </a:lnSpc>
              <a:spcBef>
                <a:spcPts val="300"/>
              </a:spcBef>
              <a:defRPr/>
            </a:pPr>
            <a:endParaRPr lang="en-US" sz="700">
              <a:solidFill>
                <a:srgbClr val="000000">
                  <a:lumMod val="65000"/>
                  <a:lumOff val="35000"/>
                </a:srgbClr>
              </a:solidFill>
              <a:latin typeface="Poppins"/>
            </a:endParaRPr>
          </a:p>
        </p:txBody>
      </p:sp>
    </p:spTree>
    <p:extLst>
      <p:ext uri="{BB962C8B-B14F-4D97-AF65-F5344CB8AC3E}">
        <p14:creationId xmlns:p14="http://schemas.microsoft.com/office/powerpoint/2010/main" val="28491245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C7915-7773-AE00-A20C-C9E53B85DFF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7CE8607-E61E-5329-295F-22C1C1CB971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97CE8607-E61E-5329-295F-22C1C1CB97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7FDDA2F-0EA7-B29C-6906-0B12397F9D6E}"/>
              </a:ext>
            </a:extLst>
          </p:cNvPr>
          <p:cNvSpPr>
            <a:spLocks noGrp="1"/>
          </p:cNvSpPr>
          <p:nvPr>
            <p:ph type="title"/>
          </p:nvPr>
        </p:nvSpPr>
        <p:spPr>
          <a:xfrm>
            <a:off x="358337" y="271427"/>
            <a:ext cx="11470125" cy="538609"/>
          </a:xfrm>
        </p:spPr>
        <p:txBody>
          <a:bodyPr vert="horz"/>
          <a:lstStyle/>
          <a:p>
            <a:r>
              <a:rPr lang="en-US" sz="2400"/>
              <a:t>Ongoing/Planned EvGen Activities: Advanced/Metastatic GC/GEJ (2/2)</a:t>
            </a:r>
            <a:br>
              <a:rPr lang="en-US" sz="2400">
                <a:solidFill>
                  <a:schemeClr val="tx2">
                    <a:lumMod val="60000"/>
                    <a:lumOff val="40000"/>
                  </a:schemeClr>
                </a:solidFill>
              </a:rPr>
            </a:br>
            <a:endParaRPr lang="en-US" sz="1100">
              <a:solidFill>
                <a:schemeClr val="tx2">
                  <a:lumMod val="60000"/>
                  <a:lumOff val="40000"/>
                </a:schemeClr>
              </a:solidFill>
            </a:endParaRPr>
          </a:p>
        </p:txBody>
      </p:sp>
      <p:sp>
        <p:nvSpPr>
          <p:cNvPr id="22" name="Title 1">
            <a:extLst>
              <a:ext uri="{FF2B5EF4-FFF2-40B4-BE49-F238E27FC236}">
                <a16:creationId xmlns:a16="http://schemas.microsoft.com/office/drawing/2014/main" id="{090D9017-132B-AA1C-CDAA-8EEB76FC17F0}"/>
              </a:ext>
            </a:extLst>
          </p:cNvPr>
          <p:cNvSpPr txBox="1">
            <a:spLocks/>
          </p:cNvSpPr>
          <p:nvPr/>
        </p:nvSpPr>
        <p:spPr>
          <a:xfrm>
            <a:off x="377825" y="588960"/>
            <a:ext cx="9416624" cy="215444"/>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Additional information can be found in the </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hlinkClick r:id="rId5"/>
              </a:rPr>
              <a:t>post-hoc analysis proposal tracker</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 and publications archive</a:t>
            </a:r>
          </a:p>
        </p:txBody>
      </p:sp>
      <p:graphicFrame>
        <p:nvGraphicFramePr>
          <p:cNvPr id="23" name="Table 22">
            <a:extLst>
              <a:ext uri="{FF2B5EF4-FFF2-40B4-BE49-F238E27FC236}">
                <a16:creationId xmlns:a16="http://schemas.microsoft.com/office/drawing/2014/main" id="{6B41AFA9-74EC-A562-FC43-AEAA5538EA60}"/>
              </a:ext>
            </a:extLst>
          </p:cNvPr>
          <p:cNvGraphicFramePr>
            <a:graphicFrameLocks noGrp="1"/>
          </p:cNvGraphicFramePr>
          <p:nvPr>
            <p:extLst>
              <p:ext uri="{D42A27DB-BD31-4B8C-83A1-F6EECF244321}">
                <p14:modId xmlns:p14="http://schemas.microsoft.com/office/powerpoint/2010/main" val="4210540816"/>
              </p:ext>
            </p:extLst>
          </p:nvPr>
        </p:nvGraphicFramePr>
        <p:xfrm>
          <a:off x="224228" y="909047"/>
          <a:ext cx="11743546" cy="3144020"/>
        </p:xfrm>
        <a:graphic>
          <a:graphicData uri="http://schemas.openxmlformats.org/drawingml/2006/table">
            <a:tbl>
              <a:tblPr/>
              <a:tblGrid>
                <a:gridCol w="609599">
                  <a:extLst>
                    <a:ext uri="{9D8B030D-6E8A-4147-A177-3AD203B41FA5}">
                      <a16:colId xmlns:a16="http://schemas.microsoft.com/office/drawing/2014/main" val="543315544"/>
                    </a:ext>
                  </a:extLst>
                </a:gridCol>
                <a:gridCol w="1061542">
                  <a:extLst>
                    <a:ext uri="{9D8B030D-6E8A-4147-A177-3AD203B41FA5}">
                      <a16:colId xmlns:a16="http://schemas.microsoft.com/office/drawing/2014/main" val="3492588329"/>
                    </a:ext>
                  </a:extLst>
                </a:gridCol>
                <a:gridCol w="6950248">
                  <a:extLst>
                    <a:ext uri="{9D8B030D-6E8A-4147-A177-3AD203B41FA5}">
                      <a16:colId xmlns:a16="http://schemas.microsoft.com/office/drawing/2014/main" val="236282702"/>
                    </a:ext>
                  </a:extLst>
                </a:gridCol>
                <a:gridCol w="1357162">
                  <a:extLst>
                    <a:ext uri="{9D8B030D-6E8A-4147-A177-3AD203B41FA5}">
                      <a16:colId xmlns:a16="http://schemas.microsoft.com/office/drawing/2014/main" val="3405680906"/>
                    </a:ext>
                  </a:extLst>
                </a:gridCol>
                <a:gridCol w="1764995">
                  <a:extLst>
                    <a:ext uri="{9D8B030D-6E8A-4147-A177-3AD203B41FA5}">
                      <a16:colId xmlns:a16="http://schemas.microsoft.com/office/drawing/2014/main" val="4131682865"/>
                    </a:ext>
                  </a:extLst>
                </a:gridCol>
              </a:tblGrid>
              <a:tr h="224931">
                <a:tc gridSpan="5">
                  <a:txBody>
                    <a:bodyPr/>
                    <a:lstStyle/>
                    <a:p>
                      <a:pPr marL="0" algn="ctr" defTabSz="914400" rtl="0" eaLnBrk="1" fontAlgn="ctr" latinLnBrk="0" hangingPunct="1"/>
                      <a:r>
                        <a:rPr lang="en-US" sz="1100" b="1" i="0" u="none" strike="noStrike" kern="1200">
                          <a:solidFill>
                            <a:srgbClr val="FFFFFF"/>
                          </a:solidFill>
                          <a:effectLst/>
                          <a:latin typeface="+mj-lt"/>
                          <a:ea typeface="+mn-ea"/>
                          <a:cs typeface="+mn-cs"/>
                        </a:rPr>
                        <a:t>Advanced/Metastatic GC/GEJ</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60000"/>
                        <a:lumOff val="40000"/>
                      </a:schemeClr>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extLst>
                  <a:ext uri="{0D108BD9-81ED-4DB2-BD59-A6C34878D82A}">
                    <a16:rowId xmlns:a16="http://schemas.microsoft.com/office/drawing/2014/main" val="3577518740"/>
                  </a:ext>
                </a:extLst>
              </a:tr>
              <a:tr h="238162">
                <a:tc>
                  <a:txBody>
                    <a:bodyPr/>
                    <a:lstStyle/>
                    <a:p>
                      <a:pPr algn="ctr" rtl="0" fontAlgn="ctr"/>
                      <a:r>
                        <a:rPr lang="en-US" sz="1100" b="1" i="0" u="none" strike="noStrike">
                          <a:solidFill>
                            <a:srgbClr val="FFFFFF"/>
                          </a:solidFill>
                          <a:effectLst/>
                          <a:latin typeface="+mj-lt"/>
                        </a:rPr>
                        <a:t>Setting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Type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Study</a:t>
                      </a:r>
                      <a:r>
                        <a:rPr lang="en-US" sz="1200" b="1" i="0" u="none" strike="noStrike">
                          <a:solidFill>
                            <a:srgbClr val="283349"/>
                          </a:solidFill>
                          <a:effectLst/>
                          <a:latin typeface="+mj-lt"/>
                        </a:rPr>
                        <a:t>​</a:t>
                      </a: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Status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Identifier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2926257948"/>
                  </a:ext>
                </a:extLst>
              </a:tr>
              <a:tr h="317549">
                <a:tc rowSpan="5">
                  <a:txBody>
                    <a:bodyPr/>
                    <a:lstStyle/>
                    <a:p>
                      <a:pPr algn="ctr" rtl="0" fontAlgn="ctr"/>
                      <a:r>
                        <a:rPr lang="en-US" sz="1000" b="1" i="0" u="none" strike="noStrike">
                          <a:solidFill>
                            <a:schemeClr val="tx1"/>
                          </a:solidFill>
                          <a:effectLst/>
                          <a:latin typeface="+mj-lt"/>
                          <a:cs typeface="Arial"/>
                        </a:rPr>
                        <a:t>1L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1FB"/>
                    </a:solidFill>
                  </a:tcPr>
                </a:tc>
                <a:tc>
                  <a:txBody>
                    <a:bodyPr/>
                    <a:lstStyle/>
                    <a:p>
                      <a:pPr algn="ctr" rtl="0" fontAlgn="ctr"/>
                      <a:r>
                        <a:rPr lang="en-US" sz="800" b="1" i="0" u="none" strike="noStrike">
                          <a:solidFill>
                            <a:schemeClr val="tx1"/>
                          </a:solidFill>
                          <a:effectLst/>
                          <a:latin typeface="+mj-lt"/>
                        </a:rPr>
                        <a:t>ITC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Comparative efficacy and safety of tislelizumab (TIS) vs other anti–PD-1 treatments in first-line (1L) gastric or gastroesophageal junction cancer (GC/GEJC): a network meta-analysis (NMA)​</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Expected manuscript: Q2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G:14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39892617"/>
                  </a:ext>
                </a:extLst>
              </a:tr>
              <a:tr h="198468">
                <a:tc vMerge="1">
                  <a:txBody>
                    <a:bodyPr/>
                    <a:lstStyle/>
                    <a:p>
                      <a:endParaRPr lang="en-GB"/>
                    </a:p>
                  </a:txBody>
                  <a:tcPr/>
                </a:tc>
                <a:tc>
                  <a:txBody>
                    <a:bodyPr/>
                    <a:lstStyle/>
                    <a:p>
                      <a:pPr algn="ctr" rtl="0" fontAlgn="ctr"/>
                      <a:r>
                        <a:rPr lang="en-US" sz="800" b="1" i="0" u="none" strike="noStrike">
                          <a:solidFill>
                            <a:schemeClr val="tx1"/>
                          </a:solidFill>
                          <a:effectLst/>
                          <a:latin typeface="+mj-lt"/>
                        </a:rPr>
                        <a:t>ITC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Comparative efficacy and safety of tislelizumab + CAPOX vs tislelizumab + FOLFOX in first-line gastric or gastroesophageal junction cancer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Planned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G:15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366216"/>
                  </a:ext>
                </a:extLst>
              </a:tr>
              <a:tr h="198468">
                <a:tc vMerge="1">
                  <a:txBody>
                    <a:bodyPr/>
                    <a:lstStyle/>
                    <a:p>
                      <a:endParaRPr lang="en-GB"/>
                    </a:p>
                  </a:txBody>
                  <a:tcPr/>
                </a:tc>
                <a:tc>
                  <a:txBody>
                    <a:bodyPr/>
                    <a:lstStyle/>
                    <a:p>
                      <a:pPr algn="ctr" rtl="0" fontAlgn="ctr"/>
                      <a:r>
                        <a:rPr lang="en-US" sz="800" b="1" i="0" u="none" strike="noStrike">
                          <a:solidFill>
                            <a:schemeClr val="tx1"/>
                          </a:solidFill>
                          <a:effectLst/>
                          <a:latin typeface="+mj-lt"/>
                        </a:rPr>
                        <a:t>SLR​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Systematic Literature Review (SLR) of clinical Burden Related to 1L GC​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Presented​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G:16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48243163"/>
                  </a:ext>
                </a:extLst>
              </a:tr>
              <a:tr h="436630">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rPr>
                        <a:t>SLR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Systematic Literature Review (SLR) of Disease Burden Related to First-Line (1L) Unresectable, Locally Advanced, or Metastatic Gastric Cancer (GC) and Gastroesophageal Junction (GEJ) Adenocarcinoma​</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Accepted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DD7F"/>
                    </a:solidFill>
                  </a:tcPr>
                </a:tc>
                <a:tc>
                  <a:txBody>
                    <a:bodyPr/>
                    <a:lstStyle/>
                    <a:p>
                      <a:pPr algn="ctr" rtl="0" fontAlgn="ctr"/>
                      <a:r>
                        <a:rPr lang="en-US" sz="1000" b="1" i="0" u="none" strike="noStrike">
                          <a:solidFill>
                            <a:schemeClr val="tx1"/>
                          </a:solidFill>
                          <a:effectLst/>
                          <a:latin typeface="+mj-lt"/>
                          <a:cs typeface="Arial"/>
                        </a:rPr>
                        <a:t>G:17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77967192"/>
                  </a:ext>
                </a:extLst>
              </a:tr>
              <a:tr h="436630">
                <a:tc vMerge="1">
                  <a:txBody>
                    <a:bodyPr/>
                    <a:lstStyle/>
                    <a:p>
                      <a:pPr algn="ctr" rtl="0" fontAlgn="ctr"/>
                      <a:endParaRPr lang="en-US" sz="1000" b="1"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1FB"/>
                    </a:solidFill>
                  </a:tcPr>
                </a:tc>
                <a:tc>
                  <a:txBody>
                    <a:bodyPr/>
                    <a:lstStyle/>
                    <a:p>
                      <a:pPr algn="ctr" rtl="0" fontAlgn="ctr"/>
                      <a:r>
                        <a:rPr lang="en-US" sz="800" b="1" i="0" u="none" strike="noStrike">
                          <a:solidFill>
                            <a:schemeClr val="tx1"/>
                          </a:solidFill>
                          <a:effectLst/>
                          <a:latin typeface="+mj-lt"/>
                        </a:rPr>
                        <a:t>ITC</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ITC by TAP high &amp; low</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endParaRPr lang="en-US" sz="800" b="0" i="0" u="none" strike="noStrike">
                        <a:solidFill>
                          <a:schemeClr val="tx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DD7F"/>
                    </a:solidFill>
                  </a:tcPr>
                </a:tc>
                <a:tc>
                  <a:txBody>
                    <a:bodyPr/>
                    <a:lstStyle/>
                    <a:p>
                      <a:pPr algn="ctr" rtl="0" fontAlgn="ctr"/>
                      <a:r>
                        <a:rPr lang="en-US" sz="1000" b="1" i="0" u="none" strike="noStrike">
                          <a:solidFill>
                            <a:schemeClr val="tx1"/>
                          </a:solidFill>
                          <a:effectLst/>
                          <a:latin typeface="+mj-lt"/>
                          <a:cs typeface="Arial"/>
                        </a:rPr>
                        <a:t>G:18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49954900"/>
                  </a:ext>
                </a:extLst>
              </a:tr>
              <a:tr h="317549">
                <a:tc rowSpan="3">
                  <a:txBody>
                    <a:bodyPr/>
                    <a:lstStyle/>
                    <a:p>
                      <a:pPr algn="ctr" rtl="0" fontAlgn="ctr"/>
                      <a:endParaRPr lang="en-US" sz="1000" b="1"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rtl="0" fontAlgn="ctr"/>
                      <a:r>
                        <a:rPr lang="en-US" sz="800" b="1" i="0" u="none" strike="noStrike">
                          <a:solidFill>
                            <a:schemeClr val="tx1"/>
                          </a:solidFill>
                          <a:effectLst/>
                          <a:latin typeface="+mj-lt"/>
                        </a:rPr>
                        <a:t>RWE​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rgbClr val="000000"/>
                          </a:solidFill>
                          <a:effectLst/>
                          <a:latin typeface="+mj-lt"/>
                        </a:rPr>
                        <a:t>The epidemiological trends and predictions of esophageal squamous cell carcinoma and gastroesophageal junction carcinoma: an Australian population-based study</a:t>
                      </a:r>
                      <a:r>
                        <a:rPr lang="en-US" sz="800" b="0" i="0" u="none" strike="noStrike">
                          <a:solidFill>
                            <a:srgbClr val="D9D8D6"/>
                          </a:solidFill>
                          <a:effectLst/>
                          <a:latin typeface="+mj-lt"/>
                        </a:rPr>
                        <a:t>​</a:t>
                      </a:r>
                      <a:endParaRPr lang="en-US" sz="800" b="0" i="0" u="none" strike="noStrike">
                        <a:solidFill>
                          <a:srgbClr val="000000"/>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Published in 2024​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DD7F"/>
                    </a:solidFill>
                  </a:tcPr>
                </a:tc>
                <a:tc>
                  <a:txBody>
                    <a:bodyPr/>
                    <a:lstStyle/>
                    <a:p>
                      <a:pPr algn="ctr" rtl="0" fontAlgn="ctr"/>
                      <a:r>
                        <a:rPr lang="en-US" sz="1000" b="1" i="0" u="none" strike="noStrike">
                          <a:solidFill>
                            <a:schemeClr val="tx1"/>
                          </a:solidFill>
                          <a:effectLst/>
                          <a:latin typeface="+mj-lt"/>
                          <a:cs typeface="Arial"/>
                        </a:rPr>
                        <a:t>G:19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2120244"/>
                  </a:ext>
                </a:extLst>
              </a:tr>
              <a:tr h="198468">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rtl="0" fontAlgn="ctr"/>
                      <a:r>
                        <a:rPr lang="en-US" sz="800" b="1" i="0" u="none" strike="noStrike">
                          <a:solidFill>
                            <a:schemeClr val="tx1"/>
                          </a:solidFill>
                          <a:effectLst/>
                          <a:latin typeface="+mj-lt"/>
                        </a:rPr>
                        <a:t>Post-hoc</a:t>
                      </a:r>
                    </a:p>
                  </a:txBody>
                  <a:tcPr marL="7620" marR="7620" marT="762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rgbClr val="000000"/>
                          </a:solidFill>
                          <a:effectLst/>
                          <a:latin typeface="+mj-lt"/>
                        </a:rPr>
                        <a:t>Analysis of adverse event patters and safety of tislelizumab – a pooled analysis of GC/GEJ and lung cancer patients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Planned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G:20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803341"/>
                  </a:ext>
                </a:extLst>
              </a:tr>
              <a:tr h="198468">
                <a:tc vMerge="1">
                  <a:txBody>
                    <a:bodyPr/>
                    <a:lstStyle/>
                    <a:p>
                      <a:pPr algn="ctr" rtl="0" fontAlgn="ctr"/>
                      <a:endParaRPr lang="en-US" sz="1000" b="1"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rtl="0" fontAlgn="ctr"/>
                      <a:endParaRPr lang="en-US" sz="800" b="1" i="0" u="none" strike="noStrike">
                        <a:solidFill>
                          <a:schemeClr val="tx1"/>
                        </a:solidFill>
                        <a:effectLst/>
                        <a:latin typeface="+mj-lt"/>
                      </a:endParaRPr>
                    </a:p>
                  </a:txBody>
                  <a:tcPr marL="7620" marR="7620" marT="762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rgbClr val="000000"/>
                          </a:solidFill>
                          <a:effectLst/>
                          <a:latin typeface="+mj-lt"/>
                        </a:rPr>
                        <a:t>Retrospective Data Analysis (Q2W, Q4W, Q5W dosing)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Ongoing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G:21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6186639"/>
                  </a:ext>
                </a:extLst>
              </a:tr>
            </a:tbl>
          </a:graphicData>
        </a:graphic>
      </p:graphicFrame>
      <p:sp>
        <p:nvSpPr>
          <p:cNvPr id="26" name="TextBox 25">
            <a:extLst>
              <a:ext uri="{FF2B5EF4-FFF2-40B4-BE49-F238E27FC236}">
                <a16:creationId xmlns:a16="http://schemas.microsoft.com/office/drawing/2014/main" id="{7F3C9EFF-1C8B-4898-2494-382642743B86}"/>
              </a:ext>
            </a:extLst>
          </p:cNvPr>
          <p:cNvSpPr txBox="1"/>
          <p:nvPr/>
        </p:nvSpPr>
        <p:spPr>
          <a:xfrm>
            <a:off x="6937340" y="6534835"/>
            <a:ext cx="468153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Key: 	       : Planned                 : Ongoing              : Completed</a:t>
            </a:r>
          </a:p>
        </p:txBody>
      </p:sp>
      <p:sp>
        <p:nvSpPr>
          <p:cNvPr id="27" name="Rectangle 26">
            <a:extLst>
              <a:ext uri="{FF2B5EF4-FFF2-40B4-BE49-F238E27FC236}">
                <a16:creationId xmlns:a16="http://schemas.microsoft.com/office/drawing/2014/main" id="{0E680586-2A05-3189-67A5-89A4D00E0E0D}"/>
              </a:ext>
            </a:extLst>
          </p:cNvPr>
          <p:cNvSpPr/>
          <p:nvPr/>
        </p:nvSpPr>
        <p:spPr>
          <a:xfrm>
            <a:off x="8306128" y="6585927"/>
            <a:ext cx="248743" cy="220980"/>
          </a:xfrm>
          <a:prstGeom prst="rect">
            <a:avLst/>
          </a:prstGeom>
          <a:solidFill>
            <a:srgbClr val="FFFF99"/>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8" name="Rectangle 27">
            <a:extLst>
              <a:ext uri="{FF2B5EF4-FFF2-40B4-BE49-F238E27FC236}">
                <a16:creationId xmlns:a16="http://schemas.microsoft.com/office/drawing/2014/main" id="{66F803C9-38FC-53CA-59DF-9D52B0B869F2}"/>
              </a:ext>
            </a:extLst>
          </p:cNvPr>
          <p:cNvSpPr/>
          <p:nvPr/>
        </p:nvSpPr>
        <p:spPr>
          <a:xfrm>
            <a:off x="7362548" y="6585927"/>
            <a:ext cx="248743" cy="220980"/>
          </a:xfrm>
          <a:prstGeom prst="rect">
            <a:avLst/>
          </a:prstGeom>
          <a:solidFill>
            <a:srgbClr val="FFE3C8"/>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9" name="Rectangle 28">
            <a:extLst>
              <a:ext uri="{FF2B5EF4-FFF2-40B4-BE49-F238E27FC236}">
                <a16:creationId xmlns:a16="http://schemas.microsoft.com/office/drawing/2014/main" id="{8D4B2FD7-2F32-A595-D1C7-5F228D3CCB11}"/>
              </a:ext>
            </a:extLst>
          </p:cNvPr>
          <p:cNvSpPr/>
          <p:nvPr/>
        </p:nvSpPr>
        <p:spPr>
          <a:xfrm>
            <a:off x="9203604" y="6585927"/>
            <a:ext cx="248743" cy="220980"/>
          </a:xfrm>
          <a:prstGeom prst="rect">
            <a:avLst/>
          </a:prstGeom>
          <a:solidFill>
            <a:srgbClr val="B0DD7F"/>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grpSp>
        <p:nvGrpSpPr>
          <p:cNvPr id="16" name="Group 15">
            <a:extLst>
              <a:ext uri="{FF2B5EF4-FFF2-40B4-BE49-F238E27FC236}">
                <a16:creationId xmlns:a16="http://schemas.microsoft.com/office/drawing/2014/main" id="{5A1B9C9C-D620-54B6-A06B-95CC26493B35}"/>
              </a:ext>
            </a:extLst>
          </p:cNvPr>
          <p:cNvGrpSpPr/>
          <p:nvPr/>
        </p:nvGrpSpPr>
        <p:grpSpPr>
          <a:xfrm>
            <a:off x="-9525" y="-7584"/>
            <a:ext cx="11071405" cy="180000"/>
            <a:chOff x="-9525" y="-7584"/>
            <a:chExt cx="11071405" cy="180000"/>
          </a:xfrm>
        </p:grpSpPr>
        <p:sp>
          <p:nvSpPr>
            <p:cNvPr id="17" name="Rectangle 16">
              <a:extLst>
                <a:ext uri="{FF2B5EF4-FFF2-40B4-BE49-F238E27FC236}">
                  <a16:creationId xmlns:a16="http://schemas.microsoft.com/office/drawing/2014/main" id="{AA17D9FF-C1A2-C47E-BB38-FA1168CDF927}"/>
                </a:ext>
              </a:extLst>
            </p:cNvPr>
            <p:cNvSpPr/>
            <p:nvPr/>
          </p:nvSpPr>
          <p:spPr>
            <a:xfrm>
              <a:off x="-9525" y="-7584"/>
              <a:ext cx="2988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Appendix: Ongoing/ Planned EvGen Activities</a:t>
              </a:r>
            </a:p>
          </p:txBody>
        </p:sp>
        <p:sp>
          <p:nvSpPr>
            <p:cNvPr id="18" name="Arrow: Chevron 17">
              <a:extLst>
                <a:ext uri="{FF2B5EF4-FFF2-40B4-BE49-F238E27FC236}">
                  <a16:creationId xmlns:a16="http://schemas.microsoft.com/office/drawing/2014/main" id="{F6DFB59A-EDA3-9439-89A7-6A823BB1D8BD}"/>
                </a:ext>
              </a:extLst>
            </p:cNvPr>
            <p:cNvSpPr/>
            <p:nvPr/>
          </p:nvSpPr>
          <p:spPr>
            <a:xfrm>
              <a:off x="5057823" y="-7584"/>
              <a:ext cx="2196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lvl="0" algn="ctr"/>
              <a:r>
                <a:rPr lang="en-US" sz="1000">
                  <a:solidFill>
                    <a:srgbClr val="FFFFFF"/>
                  </a:solidFill>
                </a:rPr>
                <a:t>Advanced/Metastatic </a:t>
              </a:r>
              <a:r>
                <a:rPr kumimoji="0" lang="en-US" sz="1000" b="0" i="0" u="none" strike="noStrike" kern="1200" cap="none" spc="0" normalizeH="0" baseline="0" noProof="0">
                  <a:ln>
                    <a:noFill/>
                  </a:ln>
                  <a:solidFill>
                    <a:srgbClr val="FFFFFF"/>
                  </a:solidFill>
                  <a:effectLst/>
                  <a:uLnTx/>
                  <a:uFillTx/>
                  <a:latin typeface="Poppins"/>
                  <a:ea typeface="+mn-ea"/>
                  <a:cs typeface="+mn-cs"/>
                </a:rPr>
                <a:t>GC/GEJ</a:t>
              </a:r>
            </a:p>
          </p:txBody>
        </p:sp>
        <p:sp>
          <p:nvSpPr>
            <p:cNvPr id="19" name="Arrow: Chevron 18">
              <a:extLst>
                <a:ext uri="{FF2B5EF4-FFF2-40B4-BE49-F238E27FC236}">
                  <a16:creationId xmlns:a16="http://schemas.microsoft.com/office/drawing/2014/main" id="{78DC6FBA-C13F-6DCE-983A-0161615C606A}"/>
                </a:ext>
              </a:extLst>
            </p:cNvPr>
            <p:cNvSpPr/>
            <p:nvPr/>
          </p:nvSpPr>
          <p:spPr>
            <a:xfrm>
              <a:off x="9081880" y="-7584"/>
              <a:ext cx="1980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20" name="Arrow: Pentagon 19">
              <a:extLst>
                <a:ext uri="{FF2B5EF4-FFF2-40B4-BE49-F238E27FC236}">
                  <a16:creationId xmlns:a16="http://schemas.microsoft.com/office/drawing/2014/main" id="{E7767B4E-F030-1444-0EC6-9997DC405E35}"/>
                </a:ext>
              </a:extLst>
            </p:cNvPr>
            <p:cNvSpPr/>
            <p:nvPr/>
          </p:nvSpPr>
          <p:spPr>
            <a:xfrm>
              <a:off x="2937795" y="-7584"/>
              <a:ext cx="2196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21" name="Arrow: Chevron 20">
              <a:extLst>
                <a:ext uri="{FF2B5EF4-FFF2-40B4-BE49-F238E27FC236}">
                  <a16:creationId xmlns:a16="http://schemas.microsoft.com/office/drawing/2014/main" id="{BBCF729E-170B-18F3-C579-908657292963}"/>
                </a:ext>
              </a:extLst>
            </p:cNvPr>
            <p:cNvSpPr/>
            <p:nvPr/>
          </p:nvSpPr>
          <p:spPr>
            <a:xfrm>
              <a:off x="7177851" y="-7584"/>
              <a:ext cx="1980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NSCLC</a:t>
              </a:r>
            </a:p>
          </p:txBody>
        </p:sp>
      </p:grpSp>
      <p:sp>
        <p:nvSpPr>
          <p:cNvPr id="31" name="Footer Placeholder 3">
            <a:extLst>
              <a:ext uri="{FF2B5EF4-FFF2-40B4-BE49-F238E27FC236}">
                <a16:creationId xmlns:a16="http://schemas.microsoft.com/office/drawing/2014/main" id="{94179C6B-AE25-7005-AA5B-E1CAB6578859}"/>
              </a:ext>
            </a:extLst>
          </p:cNvPr>
          <p:cNvSpPr txBox="1">
            <a:spLocks/>
          </p:cNvSpPr>
          <p:nvPr/>
        </p:nvSpPr>
        <p:spPr>
          <a:xfrm>
            <a:off x="358337" y="6378357"/>
            <a:ext cx="6579004"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Bef>
                <a:spcPts val="300"/>
              </a:spcBef>
              <a:defRPr/>
            </a:pPr>
            <a:endParaRPr lang="en-US" sz="700">
              <a:solidFill>
                <a:srgbClr val="000000">
                  <a:lumMod val="65000"/>
                  <a:lumOff val="35000"/>
                </a:srgbClr>
              </a:solidFill>
              <a:latin typeface="Poppins"/>
            </a:endParaRPr>
          </a:p>
          <a:p>
            <a:pPr>
              <a:lnSpc>
                <a:spcPct val="90000"/>
              </a:lnSpc>
              <a:spcBef>
                <a:spcPts val="300"/>
              </a:spcBef>
              <a:defRPr/>
            </a:pPr>
            <a:r>
              <a:rPr lang="en-US" sz="700">
                <a:solidFill>
                  <a:srgbClr val="000000">
                    <a:lumMod val="65000"/>
                    <a:lumOff val="35000"/>
                  </a:srgbClr>
                </a:solidFill>
                <a:latin typeface="Poppins"/>
              </a:rPr>
              <a:t>Note: GC/GEJ: Gastric Cancer/ Gastroesophageal Junction; PBO: Placebo; HRQoL: Health-related Quality of Life; ITC: Indirect Treatment Comparison; ITT: Intention to Treat; SLR: Systematic Literature Review; PRO: Patient-reported Outcome</a:t>
            </a:r>
            <a:endParaRPr lang="en-US" sz="800"/>
          </a:p>
          <a:p>
            <a:pPr>
              <a:lnSpc>
                <a:spcPct val="90000"/>
              </a:lnSpc>
              <a:spcBef>
                <a:spcPts val="300"/>
              </a:spcBef>
              <a:defRPr/>
            </a:pPr>
            <a:endParaRPr lang="en-US" sz="700">
              <a:solidFill>
                <a:srgbClr val="000000">
                  <a:lumMod val="65000"/>
                  <a:lumOff val="35000"/>
                </a:srgbClr>
              </a:solidFill>
              <a:latin typeface="Poppins"/>
            </a:endParaRPr>
          </a:p>
        </p:txBody>
      </p:sp>
    </p:spTree>
    <p:extLst>
      <p:ext uri="{BB962C8B-B14F-4D97-AF65-F5344CB8AC3E}">
        <p14:creationId xmlns:p14="http://schemas.microsoft.com/office/powerpoint/2010/main" val="42345878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A24BD-ED2A-C970-E1E6-FB6876F799A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FD8FB74-2421-EE30-ABA5-1D3BF7E037F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1FD8FB74-2421-EE30-ABA5-1D3BF7E037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2A3722E-B41D-FB76-E757-42F5CE5C4EDD}"/>
              </a:ext>
            </a:extLst>
          </p:cNvPr>
          <p:cNvSpPr>
            <a:spLocks noGrp="1"/>
          </p:cNvSpPr>
          <p:nvPr>
            <p:ph type="title"/>
          </p:nvPr>
        </p:nvSpPr>
        <p:spPr>
          <a:xfrm>
            <a:off x="358337" y="271427"/>
            <a:ext cx="11470125" cy="538609"/>
          </a:xfrm>
        </p:spPr>
        <p:txBody>
          <a:bodyPr vert="horz"/>
          <a:lstStyle/>
          <a:p>
            <a:r>
              <a:rPr lang="en-US" sz="2400"/>
              <a:t>Ongoing/Planned EvGen Activities: NSCLC (1/2)</a:t>
            </a:r>
            <a:br>
              <a:rPr lang="en-US" sz="2400">
                <a:solidFill>
                  <a:schemeClr val="tx2">
                    <a:lumMod val="60000"/>
                    <a:lumOff val="40000"/>
                  </a:schemeClr>
                </a:solidFill>
              </a:rPr>
            </a:br>
            <a:endParaRPr lang="en-US" sz="1100">
              <a:solidFill>
                <a:schemeClr val="tx2">
                  <a:lumMod val="60000"/>
                  <a:lumOff val="40000"/>
                </a:schemeClr>
              </a:solidFill>
            </a:endParaRPr>
          </a:p>
        </p:txBody>
      </p:sp>
      <p:grpSp>
        <p:nvGrpSpPr>
          <p:cNvPr id="30" name="Group 29">
            <a:extLst>
              <a:ext uri="{FF2B5EF4-FFF2-40B4-BE49-F238E27FC236}">
                <a16:creationId xmlns:a16="http://schemas.microsoft.com/office/drawing/2014/main" id="{551E940B-DFA5-7CE1-3946-5DB5D8D6C7FA}"/>
              </a:ext>
            </a:extLst>
          </p:cNvPr>
          <p:cNvGrpSpPr/>
          <p:nvPr/>
        </p:nvGrpSpPr>
        <p:grpSpPr>
          <a:xfrm>
            <a:off x="-9525" y="-7584"/>
            <a:ext cx="11071405" cy="180000"/>
            <a:chOff x="-9525" y="-7584"/>
            <a:chExt cx="11071405" cy="180000"/>
          </a:xfrm>
        </p:grpSpPr>
        <p:sp>
          <p:nvSpPr>
            <p:cNvPr id="7" name="Rectangle 6">
              <a:extLst>
                <a:ext uri="{FF2B5EF4-FFF2-40B4-BE49-F238E27FC236}">
                  <a16:creationId xmlns:a16="http://schemas.microsoft.com/office/drawing/2014/main" id="{164CCD2B-D31E-92A0-9B48-ABF21EEA4461}"/>
                </a:ext>
              </a:extLst>
            </p:cNvPr>
            <p:cNvSpPr/>
            <p:nvPr/>
          </p:nvSpPr>
          <p:spPr>
            <a:xfrm>
              <a:off x="-9525" y="-7584"/>
              <a:ext cx="2988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Appendix: Ongoing/ Planned EvGen Activities</a:t>
              </a:r>
            </a:p>
          </p:txBody>
        </p:sp>
        <p:sp>
          <p:nvSpPr>
            <p:cNvPr id="5" name="Arrow: Chevron 4">
              <a:extLst>
                <a:ext uri="{FF2B5EF4-FFF2-40B4-BE49-F238E27FC236}">
                  <a16:creationId xmlns:a16="http://schemas.microsoft.com/office/drawing/2014/main" id="{F7E26DC7-8908-DD79-D22D-45526AD4985D}"/>
                </a:ext>
              </a:extLst>
            </p:cNvPr>
            <p:cNvSpPr/>
            <p:nvPr/>
          </p:nvSpPr>
          <p:spPr>
            <a:xfrm>
              <a:off x="5057823" y="-7584"/>
              <a:ext cx="2196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11" name="Arrow: Chevron 10">
              <a:extLst>
                <a:ext uri="{FF2B5EF4-FFF2-40B4-BE49-F238E27FC236}">
                  <a16:creationId xmlns:a16="http://schemas.microsoft.com/office/drawing/2014/main" id="{734AD65F-C08D-F3E2-77F7-964E78C3E8D0}"/>
                </a:ext>
              </a:extLst>
            </p:cNvPr>
            <p:cNvSpPr/>
            <p:nvPr/>
          </p:nvSpPr>
          <p:spPr>
            <a:xfrm>
              <a:off x="9081880" y="-7584"/>
              <a:ext cx="1980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12" name="Arrow: Pentagon 11">
              <a:extLst>
                <a:ext uri="{FF2B5EF4-FFF2-40B4-BE49-F238E27FC236}">
                  <a16:creationId xmlns:a16="http://schemas.microsoft.com/office/drawing/2014/main" id="{4F64E9B0-BB0C-2E6A-615E-0206D4ABD223}"/>
                </a:ext>
              </a:extLst>
            </p:cNvPr>
            <p:cNvSpPr/>
            <p:nvPr/>
          </p:nvSpPr>
          <p:spPr>
            <a:xfrm>
              <a:off x="2937795" y="-7584"/>
              <a:ext cx="2196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13" name="Arrow: Chevron 12">
              <a:extLst>
                <a:ext uri="{FF2B5EF4-FFF2-40B4-BE49-F238E27FC236}">
                  <a16:creationId xmlns:a16="http://schemas.microsoft.com/office/drawing/2014/main" id="{E990A936-4A2D-2F23-48AB-7057F057E8DE}"/>
                </a:ext>
              </a:extLst>
            </p:cNvPr>
            <p:cNvSpPr/>
            <p:nvPr/>
          </p:nvSpPr>
          <p:spPr>
            <a:xfrm>
              <a:off x="7177851" y="-7584"/>
              <a:ext cx="1980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algn="ctr"/>
              <a:r>
                <a:rPr lang="en-US" sz="1000">
                  <a:solidFill>
                    <a:srgbClr val="FFFFFF"/>
                  </a:solidFill>
                </a:rPr>
                <a:t>NSCLC</a:t>
              </a:r>
            </a:p>
          </p:txBody>
        </p:sp>
      </p:grpSp>
      <p:sp>
        <p:nvSpPr>
          <p:cNvPr id="22" name="Title 1">
            <a:extLst>
              <a:ext uri="{FF2B5EF4-FFF2-40B4-BE49-F238E27FC236}">
                <a16:creationId xmlns:a16="http://schemas.microsoft.com/office/drawing/2014/main" id="{5DFAB854-992D-2A5D-63E6-EED599A1BA5E}"/>
              </a:ext>
            </a:extLst>
          </p:cNvPr>
          <p:cNvSpPr txBox="1">
            <a:spLocks/>
          </p:cNvSpPr>
          <p:nvPr/>
        </p:nvSpPr>
        <p:spPr>
          <a:xfrm>
            <a:off x="377825" y="588960"/>
            <a:ext cx="9416624" cy="215444"/>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Additional information can be found in the </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hlinkClick r:id="rId5"/>
              </a:rPr>
              <a:t>post-hoc analysis proposal tracker</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 and publications archive</a:t>
            </a:r>
          </a:p>
        </p:txBody>
      </p:sp>
      <p:graphicFrame>
        <p:nvGraphicFramePr>
          <p:cNvPr id="23" name="Table 22">
            <a:extLst>
              <a:ext uri="{FF2B5EF4-FFF2-40B4-BE49-F238E27FC236}">
                <a16:creationId xmlns:a16="http://schemas.microsoft.com/office/drawing/2014/main" id="{6677AB3F-08F3-2869-2F2C-7D4522713CF4}"/>
              </a:ext>
            </a:extLst>
          </p:cNvPr>
          <p:cNvGraphicFramePr>
            <a:graphicFrameLocks noGrp="1"/>
          </p:cNvGraphicFramePr>
          <p:nvPr>
            <p:extLst>
              <p:ext uri="{D42A27DB-BD31-4B8C-83A1-F6EECF244321}">
                <p14:modId xmlns:p14="http://schemas.microsoft.com/office/powerpoint/2010/main" val="3853387221"/>
              </p:ext>
            </p:extLst>
          </p:nvPr>
        </p:nvGraphicFramePr>
        <p:xfrm>
          <a:off x="224228" y="909050"/>
          <a:ext cx="11743546" cy="5384572"/>
        </p:xfrm>
        <a:graphic>
          <a:graphicData uri="http://schemas.openxmlformats.org/drawingml/2006/table">
            <a:tbl>
              <a:tblPr/>
              <a:tblGrid>
                <a:gridCol w="609599">
                  <a:extLst>
                    <a:ext uri="{9D8B030D-6E8A-4147-A177-3AD203B41FA5}">
                      <a16:colId xmlns:a16="http://schemas.microsoft.com/office/drawing/2014/main" val="543315544"/>
                    </a:ext>
                  </a:extLst>
                </a:gridCol>
                <a:gridCol w="1061542">
                  <a:extLst>
                    <a:ext uri="{9D8B030D-6E8A-4147-A177-3AD203B41FA5}">
                      <a16:colId xmlns:a16="http://schemas.microsoft.com/office/drawing/2014/main" val="3492588329"/>
                    </a:ext>
                  </a:extLst>
                </a:gridCol>
                <a:gridCol w="6950248">
                  <a:extLst>
                    <a:ext uri="{9D8B030D-6E8A-4147-A177-3AD203B41FA5}">
                      <a16:colId xmlns:a16="http://schemas.microsoft.com/office/drawing/2014/main" val="236282702"/>
                    </a:ext>
                  </a:extLst>
                </a:gridCol>
                <a:gridCol w="1357162">
                  <a:extLst>
                    <a:ext uri="{9D8B030D-6E8A-4147-A177-3AD203B41FA5}">
                      <a16:colId xmlns:a16="http://schemas.microsoft.com/office/drawing/2014/main" val="3405680906"/>
                    </a:ext>
                  </a:extLst>
                </a:gridCol>
                <a:gridCol w="1764995">
                  <a:extLst>
                    <a:ext uri="{9D8B030D-6E8A-4147-A177-3AD203B41FA5}">
                      <a16:colId xmlns:a16="http://schemas.microsoft.com/office/drawing/2014/main" val="4131682865"/>
                    </a:ext>
                  </a:extLst>
                </a:gridCol>
              </a:tblGrid>
              <a:tr h="249608">
                <a:tc gridSpan="5">
                  <a:txBody>
                    <a:bodyPr/>
                    <a:lstStyle/>
                    <a:p>
                      <a:pPr marL="0" algn="ctr" defTabSz="914400" rtl="0" eaLnBrk="1" fontAlgn="ctr" latinLnBrk="0" hangingPunct="1"/>
                      <a:r>
                        <a:rPr lang="en-US" sz="1100" b="1" i="0" u="none" strike="noStrike" kern="1200">
                          <a:solidFill>
                            <a:srgbClr val="FFFFFF"/>
                          </a:solidFill>
                          <a:effectLst/>
                          <a:latin typeface="+mj-lt"/>
                          <a:ea typeface="+mn-ea"/>
                          <a:cs typeface="+mn-cs"/>
                        </a:rPr>
                        <a:t>NSCLC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90000"/>
                        <a:lumOff val="10000"/>
                      </a:schemeClr>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extLst>
                  <a:ext uri="{0D108BD9-81ED-4DB2-BD59-A6C34878D82A}">
                    <a16:rowId xmlns:a16="http://schemas.microsoft.com/office/drawing/2014/main" val="3577518740"/>
                  </a:ext>
                </a:extLst>
              </a:tr>
              <a:tr h="264291">
                <a:tc>
                  <a:txBody>
                    <a:bodyPr/>
                    <a:lstStyle/>
                    <a:p>
                      <a:pPr algn="ctr" rtl="0" fontAlgn="ctr"/>
                      <a:r>
                        <a:rPr lang="en-US" sz="1100" b="1" i="0" u="none" strike="noStrike">
                          <a:solidFill>
                            <a:srgbClr val="FFFFFF"/>
                          </a:solidFill>
                          <a:effectLst/>
                          <a:latin typeface="+mj-lt"/>
                        </a:rPr>
                        <a:t>Setting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Type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Study</a:t>
                      </a:r>
                      <a:r>
                        <a:rPr lang="en-US" sz="1200" b="1" i="0" u="none" strike="noStrike">
                          <a:solidFill>
                            <a:srgbClr val="283349"/>
                          </a:solidFill>
                          <a:effectLst/>
                          <a:latin typeface="+mj-lt"/>
                        </a:rPr>
                        <a:t>​</a:t>
                      </a: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Status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Identifier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2926257948"/>
                  </a:ext>
                </a:extLst>
              </a:tr>
              <a:tr h="352388">
                <a:tc rowSpan="4">
                  <a:txBody>
                    <a:bodyPr/>
                    <a:lstStyle/>
                    <a:p>
                      <a:pPr algn="ctr" rtl="0" fontAlgn="ctr"/>
                      <a:r>
                        <a:rPr lang="en-US" sz="1000" b="1" i="0" u="none" strike="noStrike">
                          <a:solidFill>
                            <a:schemeClr val="tx1"/>
                          </a:solidFill>
                          <a:effectLst/>
                          <a:latin typeface="+mj-lt"/>
                          <a:cs typeface="Arial"/>
                        </a:rPr>
                        <a:t>Neo / Adj</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7FD"/>
                    </a:solidFill>
                  </a:tcPr>
                </a:tc>
                <a:tc>
                  <a:txBody>
                    <a:bodyPr/>
                    <a:lstStyle/>
                    <a:p>
                      <a:pPr algn="ctr" rtl="0" fontAlgn="ctr"/>
                      <a:r>
                        <a:rPr lang="en-US" sz="900" b="1" i="0" u="none" strike="noStrike">
                          <a:solidFill>
                            <a:schemeClr val="tx1"/>
                          </a:solidFill>
                          <a:effectLst/>
                          <a:latin typeface="+mj-lt"/>
                        </a:rPr>
                        <a:t>Primary ITT​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Neoadjuvant TIS Plus CT With Adjuvant TIS Versus Neoadjuvant PBO Plus CT With Adjuvant PBO in Resectable NSCLC: PROs in the RATIONALE-315 Trial​</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hlinkClick r:id="rId6">
                            <a:extLst>
                              <a:ext uri="{A12FA001-AC4F-418D-AE19-62706E023703}">
                                <ahyp:hlinkClr xmlns:ahyp="http://schemas.microsoft.com/office/drawing/2018/hyperlinkcolor" val="tx"/>
                              </a:ext>
                            </a:extLst>
                          </a:hlinkClick>
                        </a:rPr>
                        <a:t>Presented</a:t>
                      </a:r>
                      <a:endParaRPr lang="en-US" sz="800" b="0" i="0" u="none" strike="noStrike">
                        <a:solidFill>
                          <a:schemeClr val="tx1"/>
                        </a:solidFill>
                        <a:effectLst/>
                        <a:latin typeface="+mj-lt"/>
                      </a:endParaRPr>
                    </a:p>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MS Pending FA readout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N:1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39892617"/>
                  </a:ext>
                </a:extLst>
              </a:tr>
              <a:tr h="352388">
                <a:tc vMerge="1">
                  <a:txBody>
                    <a:bodyPr/>
                    <a:lstStyle/>
                    <a:p>
                      <a:endParaRPr lang="en-GB"/>
                    </a:p>
                  </a:txBody>
                  <a:tcPr/>
                </a:tc>
                <a:tc>
                  <a:txBody>
                    <a:bodyPr/>
                    <a:lstStyle/>
                    <a:p>
                      <a:pPr algn="ctr" rtl="0" fontAlgn="ctr"/>
                      <a:r>
                        <a:rPr lang="en-US" sz="9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Longitudinal Associations Between Patient-Reported Symptomatic Dyspnea Deterioration and Investigator-Reported Event-Free Survival in Resectable Non-Small Cell Lung Cancer: Results From the RATIONALE-315 Trial​</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Accepted as poster, to be presented May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366216"/>
                  </a:ext>
                </a:extLst>
              </a:tr>
              <a:tr h="234925">
                <a:tc vMerge="1">
                  <a:txBody>
                    <a:bodyPr/>
                    <a:lstStyle/>
                    <a:p>
                      <a:endParaRPr lang="en-GB"/>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900" b="1" i="0" u="none" strike="noStrike" kern="1200">
                          <a:solidFill>
                            <a:schemeClr val="tx1"/>
                          </a:solidFill>
                          <a:effectLst/>
                          <a:latin typeface="+mj-lt"/>
                          <a:ea typeface="+mn-ea"/>
                          <a:cs typeface="+mn-cs"/>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Transportability of RATIONALE-315 trial outcomes to the European patient population in resectable non-small cell lung cancer​</a:t>
                      </a:r>
                      <a:endParaRPr lang="en-US" sz="800" b="0" i="0" u="none" strike="noStrike" kern="1200">
                        <a:solidFill>
                          <a:schemeClr val="tx1"/>
                        </a:solidFill>
                        <a:effectLst/>
                        <a:latin typeface="+mj-lt"/>
                        <a:ea typeface="+mn-ea"/>
                        <a:cs typeface="+mn-cs"/>
                      </a:endParaRP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Accepted by ELCC​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48243163"/>
                  </a:ext>
                </a:extLst>
              </a:tr>
              <a:tr h="265330">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900" b="1" i="0" u="none" strike="noStrike">
                          <a:solidFill>
                            <a:schemeClr val="tx1"/>
                          </a:solidFill>
                          <a:effectLst/>
                          <a:latin typeface="+mj-lt"/>
                        </a:rPr>
                        <a:t>SLR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Systematic literature review of clinical and economic burden in Neo/Adj NSCLC ​</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 for ISPOR EU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77967192"/>
                  </a:ext>
                </a:extLst>
              </a:tr>
              <a:tr h="234925">
                <a:tc rowSpan="12">
                  <a:txBody>
                    <a:bodyPr/>
                    <a:lstStyle/>
                    <a:p>
                      <a:pPr algn="ctr" rtl="0" fontAlgn="ctr"/>
                      <a:r>
                        <a:rPr lang="en-US" sz="1000" b="1" i="0" u="none" strike="noStrike">
                          <a:solidFill>
                            <a:schemeClr val="tx1"/>
                          </a:solidFill>
                          <a:effectLst/>
                          <a:latin typeface="+mj-lt"/>
                          <a:cs typeface="Arial"/>
                        </a:rPr>
                        <a:t>1L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1FB"/>
                    </a:solidFill>
                  </a:tcPr>
                </a:tc>
                <a:tc>
                  <a:txBody>
                    <a:bodyPr/>
                    <a:lstStyle/>
                    <a:p>
                      <a:pPr algn="ctr" rtl="0" fontAlgn="ctr"/>
                      <a:r>
                        <a:rPr lang="en-US" sz="900" b="1" i="0" u="none" strike="noStrike">
                          <a:solidFill>
                            <a:schemeClr val="tx1"/>
                          </a:solidFill>
                          <a:effectLst/>
                          <a:latin typeface="+mj-lt"/>
                        </a:rPr>
                        <a:t>Primary ITT​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Examining the impact of tislelizumab added to platinum-doublet chemotherapy on HRQoL in patients with nonsquamous NSCLC​</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hlinkClick r:id="rId7">
                            <a:extLst>
                              <a:ext uri="{A12FA001-AC4F-418D-AE19-62706E023703}">
                                <ahyp:hlinkClr xmlns:ahyp="http://schemas.microsoft.com/office/drawing/2018/hyperlinkcolor" val="tx"/>
                              </a:ext>
                            </a:extLst>
                          </a:hlinkClick>
                        </a:rPr>
                        <a:t>Presented</a:t>
                      </a:r>
                      <a:endParaRPr lang="en-US" sz="800" b="0" i="0" u="none" strike="noStrike">
                        <a:solidFill>
                          <a:schemeClr val="tx1"/>
                        </a:solidFill>
                        <a:effectLst/>
                        <a:latin typeface="+mj-lt"/>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N:5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2120244"/>
                  </a:ext>
                </a:extLst>
              </a:tr>
              <a:tr h="252545">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rtl="0" fontAlgn="ctr"/>
                      <a:r>
                        <a:rPr lang="en-US" sz="900" b="1" i="0" u="none" strike="noStrike">
                          <a:solidFill>
                            <a:schemeClr val="tx1"/>
                          </a:solidFill>
                          <a:effectLst/>
                          <a:latin typeface="+mj-lt"/>
                        </a:rPr>
                        <a:t>Primary ITT​</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Tislelizumab plus standard chemotherapy and health-related quality of life in patients with advanced squamous non-small cell lung cancer​</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hlinkClick r:id="rId8">
                            <a:extLst>
                              <a:ext uri="{A12FA001-AC4F-418D-AE19-62706E023703}">
                                <ahyp:hlinkClr xmlns:ahyp="http://schemas.microsoft.com/office/drawing/2018/hyperlinkcolor" val="tx"/>
                              </a:ext>
                            </a:extLst>
                          </a:hlinkClick>
                        </a:rPr>
                        <a:t>Presented</a:t>
                      </a:r>
                      <a:endParaRPr lang="en-US" sz="800" b="0" i="0" u="none" strike="noStrike">
                        <a:solidFill>
                          <a:schemeClr val="tx1"/>
                        </a:solidFill>
                        <a:effectLst/>
                        <a:latin typeface="+mj-lt"/>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N:6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803341"/>
                  </a:ext>
                </a:extLst>
              </a:tr>
              <a:tr h="352388">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9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Leveraging Longitudinal Patient-Reported Outcome (PRO) Change and Recurrent PRO-Based Deterioration to Overall Survival (OS): Results from the RATIONALE-307 Trial ​</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Expected MS submission time: Q2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N:7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80168107"/>
                  </a:ext>
                </a:extLst>
              </a:tr>
              <a:tr h="234925">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9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Evaluation of robust efficacy/genetic profile of the high PD-L1 subgroup in RATIONALE-304 PD-L1 </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 for ESMO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69265146"/>
                  </a:ext>
                </a:extLst>
              </a:tr>
              <a:tr h="234925">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9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OS benefit analysis by patient subgroups (age, gender, metastases, PD-L1, ECOG, smoking status) in RATIONALE-307</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 for ESMO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1600521"/>
                  </a:ext>
                </a:extLst>
              </a:tr>
              <a:tr h="252545">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9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Tislelizumab plus chemotherapy vs tislelizumab or pembrolizumab monotherapy for 1L PD-L1≥50% advanced NSCLC: patient-level data meta-analysis of RATIONALE-304/-307 vs AdvanTIG-302</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N:10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4953865"/>
                  </a:ext>
                </a:extLst>
              </a:tr>
              <a:tr h="252545">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9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LC-201 Subgroup analysis: Safety and Efficacy of Tislelizumab in combination with investigational agents +/- chemotherapy in the Thai population</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 for ESMO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N:11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72601334"/>
                  </a:ext>
                </a:extLst>
              </a:tr>
              <a:tr h="234925">
                <a:tc vMerge="1">
                  <a:txBody>
                    <a:bodyPr/>
                    <a:lstStyle/>
                    <a:p>
                      <a:pPr algn="ctr" rtl="0" fontAlgn="ctr"/>
                      <a:endParaRPr lang="en-US" sz="1000" b="1"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algn="ctr" rtl="0" fontAlgn="ctr"/>
                      <a:r>
                        <a:rPr lang="en-US" sz="9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Treatment beyond progression </a:t>
                      </a:r>
                      <a:r>
                        <a:rPr lang="en-US" sz="800" b="0" i="0" u="none" strike="noStrike" kern="1200">
                          <a:solidFill>
                            <a:schemeClr val="tx1"/>
                          </a:solidFill>
                          <a:effectLst/>
                          <a:latin typeface="+mn-lt"/>
                          <a:ea typeface="+mn-ea"/>
                          <a:cs typeface="+mn-cs"/>
                        </a:rPr>
                        <a:t>(CMA) </a:t>
                      </a:r>
                      <a:r>
                        <a:rPr lang="en-US" sz="800" b="0" i="0" u="none" strike="noStrike">
                          <a:solidFill>
                            <a:schemeClr val="tx1"/>
                          </a:solidFill>
                          <a:effectLst/>
                          <a:latin typeface="+mj-lt"/>
                        </a:rPr>
                        <a:t> for squamous NSCLC (advanced) in RATIONALE-307</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 for ESMO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N:12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60654390"/>
                  </a:ext>
                </a:extLst>
              </a:tr>
              <a:tr h="252545">
                <a:tc vMerge="1">
                  <a:txBody>
                    <a:bodyPr/>
                    <a:lstStyle/>
                    <a:p>
                      <a:pPr algn="ctr" rtl="0" fontAlgn="ctr"/>
                      <a:endParaRPr lang="en-US" sz="1000" b="1"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algn="ctr" rtl="0" fontAlgn="ctr"/>
                      <a:r>
                        <a:rPr lang="en-US" sz="900" b="1" i="0" u="none" strike="noStrike">
                          <a:solidFill>
                            <a:schemeClr val="tx1"/>
                          </a:solidFill>
                          <a:effectLst/>
                          <a:latin typeface="+mj-lt"/>
                        </a:rPr>
                        <a:t>TLR​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Effectiveness of immune checkpoint inhibitors + chemotherapy (ICI+CT) versus ICI monotherapy (ICI) in the real-world setting in patients with untreated locally advanced/metastatic non-small cell lung cancer (NSCLC): A targeted literature review (TLR)​</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N:13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22687325"/>
                  </a:ext>
                </a:extLst>
              </a:tr>
              <a:tr h="234925">
                <a:tc vMerge="1">
                  <a:txBody>
                    <a:bodyPr/>
                    <a:lstStyle/>
                    <a:p>
                      <a:pPr algn="ctr" rtl="0" fontAlgn="ctr"/>
                      <a:endParaRPr lang="en-US" sz="1000" b="1"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algn="ctr" rtl="0" fontAlgn="ctr"/>
                      <a:r>
                        <a:rPr lang="en-US" sz="900" b="1" i="0" u="none" strike="noStrike">
                          <a:solidFill>
                            <a:schemeClr val="tx1"/>
                          </a:solidFill>
                          <a:effectLst/>
                          <a:latin typeface="+mj-lt"/>
                        </a:rPr>
                        <a:t>TLR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1L NSCLC RWE Targeted Literature Review</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 for ISPOR EU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N:14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14854883"/>
                  </a:ext>
                </a:extLst>
              </a:tr>
              <a:tr h="234925">
                <a:tc vMerge="1">
                  <a:txBody>
                    <a:bodyPr/>
                    <a:lstStyle/>
                    <a:p>
                      <a:pPr algn="ctr" rtl="0" fontAlgn="ctr"/>
                      <a:endParaRPr lang="en-US" sz="1000" b="1"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algn="ctr" rtl="0" fontAlgn="ctr"/>
                      <a:r>
                        <a:rPr lang="en-US" sz="900" b="1" i="0" u="none" strike="noStrike">
                          <a:solidFill>
                            <a:schemeClr val="tx1"/>
                          </a:solidFill>
                          <a:effectLst/>
                          <a:latin typeface="+mj-lt"/>
                        </a:rPr>
                        <a:t>SLR​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Systematic Literature Review (SLR) of clinical Burden Related to 1L NSCLC​</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N:15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9849856"/>
                  </a:ext>
                </a:extLst>
              </a:tr>
              <a:tr h="234925">
                <a:tc vMerge="1">
                  <a:txBody>
                    <a:bodyPr/>
                    <a:lstStyle/>
                    <a:p>
                      <a:pPr algn="ctr" rtl="0" fontAlgn="ctr"/>
                      <a:endParaRPr lang="en-US" sz="1000" b="1"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algn="ctr" rtl="0" fontAlgn="ctr"/>
                      <a:r>
                        <a:rPr lang="en-US" sz="9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Treatment beyond progression (CMA) for Stage IIIB/IV 1L patients in RATIONALE-304</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 for ESMO-Asia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N:16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3129021"/>
                  </a:ext>
                </a:extLst>
              </a:tr>
              <a:tr h="489330">
                <a:tc>
                  <a:txBody>
                    <a:bodyPr/>
                    <a:lstStyle/>
                    <a:p>
                      <a:pPr algn="ctr"/>
                      <a:r>
                        <a:rPr lang="en-GB" sz="1000" b="1"/>
                        <a:t>1L</a:t>
                      </a:r>
                    </a:p>
                    <a:p>
                      <a:pPr algn="ctr"/>
                      <a:r>
                        <a:rPr lang="en-GB" sz="1000" b="1"/>
                        <a:t> /2L </a:t>
                      </a:r>
                    </a:p>
                  </a:txBody>
                  <a:tcPr anchor="ctr">
                    <a:lnT w="12700" cap="flat" cmpd="sng" algn="ctr">
                      <a:solidFill>
                        <a:schemeClr val="tx1"/>
                      </a:solidFill>
                      <a:prstDash val="solid"/>
                      <a:round/>
                      <a:headEnd type="none" w="med" len="med"/>
                      <a:tailEnd type="none" w="med" len="med"/>
                    </a:lnT>
                    <a:solidFill>
                      <a:srgbClr val="DCE7F7"/>
                    </a:solidFill>
                  </a:tcPr>
                </a:tc>
                <a:tc>
                  <a:txBody>
                    <a:bodyPr/>
                    <a:lstStyle/>
                    <a:p>
                      <a:pPr algn="ctr" rtl="0" fontAlgn="ctr"/>
                      <a:r>
                        <a:rPr lang="en-US" sz="900" b="1" i="0" u="none" strike="noStrike">
                          <a:solidFill>
                            <a:schemeClr val="tx1"/>
                          </a:solidFill>
                          <a:effectLst/>
                          <a:latin typeface="+mj-lt"/>
                        </a:rPr>
                        <a:t>ITC​</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Comparative effectiveness and safety of tislelizumab versus other anti–PD-(L)1 agents in first- and subsequent lines in locally advanced or metastatic non–small cell lung cancer: systematic literature review and network meta-analysis ​</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Manuscript was published Feb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0DD7F"/>
                    </a:solidFill>
                  </a:tcPr>
                </a:tc>
                <a:tc>
                  <a:txBody>
                    <a:bodyPr/>
                    <a:lstStyle/>
                    <a:p>
                      <a:pPr algn="ctr" rtl="0" fontAlgn="ctr"/>
                      <a:r>
                        <a:rPr lang="en-US" sz="1000" b="1" i="0" u="none" strike="noStrike">
                          <a:solidFill>
                            <a:schemeClr val="tx1"/>
                          </a:solidFill>
                          <a:effectLst/>
                          <a:latin typeface="+mj-lt"/>
                          <a:cs typeface="Arial"/>
                        </a:rPr>
                        <a:t>N:17</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96920009"/>
                  </a:ext>
                </a:extLst>
              </a:tr>
            </a:tbl>
          </a:graphicData>
        </a:graphic>
      </p:graphicFrame>
      <p:sp>
        <p:nvSpPr>
          <p:cNvPr id="26" name="TextBox 25">
            <a:extLst>
              <a:ext uri="{FF2B5EF4-FFF2-40B4-BE49-F238E27FC236}">
                <a16:creationId xmlns:a16="http://schemas.microsoft.com/office/drawing/2014/main" id="{CA45067B-01C6-2470-295B-E25429BE18C7}"/>
              </a:ext>
            </a:extLst>
          </p:cNvPr>
          <p:cNvSpPr txBox="1"/>
          <p:nvPr/>
        </p:nvSpPr>
        <p:spPr>
          <a:xfrm>
            <a:off x="6937340" y="6534835"/>
            <a:ext cx="468153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Key: 	       : Planned                 : Ongoing              : Completed</a:t>
            </a:r>
          </a:p>
        </p:txBody>
      </p:sp>
      <p:sp>
        <p:nvSpPr>
          <p:cNvPr id="27" name="Rectangle 26">
            <a:extLst>
              <a:ext uri="{FF2B5EF4-FFF2-40B4-BE49-F238E27FC236}">
                <a16:creationId xmlns:a16="http://schemas.microsoft.com/office/drawing/2014/main" id="{2E940C01-ABDF-777A-35C5-CAABC6DC6187}"/>
              </a:ext>
            </a:extLst>
          </p:cNvPr>
          <p:cNvSpPr/>
          <p:nvPr/>
        </p:nvSpPr>
        <p:spPr>
          <a:xfrm>
            <a:off x="8306128" y="6585927"/>
            <a:ext cx="248743" cy="220980"/>
          </a:xfrm>
          <a:prstGeom prst="rect">
            <a:avLst/>
          </a:prstGeom>
          <a:solidFill>
            <a:srgbClr val="FFFF99"/>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8" name="Rectangle 27">
            <a:extLst>
              <a:ext uri="{FF2B5EF4-FFF2-40B4-BE49-F238E27FC236}">
                <a16:creationId xmlns:a16="http://schemas.microsoft.com/office/drawing/2014/main" id="{38D7D259-1F52-66AE-489C-F6D566CCD64F}"/>
              </a:ext>
            </a:extLst>
          </p:cNvPr>
          <p:cNvSpPr/>
          <p:nvPr/>
        </p:nvSpPr>
        <p:spPr>
          <a:xfrm>
            <a:off x="7362548" y="6585927"/>
            <a:ext cx="248743" cy="220980"/>
          </a:xfrm>
          <a:prstGeom prst="rect">
            <a:avLst/>
          </a:prstGeom>
          <a:solidFill>
            <a:srgbClr val="FFE3C8"/>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9" name="Rectangle 28">
            <a:extLst>
              <a:ext uri="{FF2B5EF4-FFF2-40B4-BE49-F238E27FC236}">
                <a16:creationId xmlns:a16="http://schemas.microsoft.com/office/drawing/2014/main" id="{A8FA93B3-1C13-7D23-0F84-06F4655F08A1}"/>
              </a:ext>
            </a:extLst>
          </p:cNvPr>
          <p:cNvSpPr/>
          <p:nvPr/>
        </p:nvSpPr>
        <p:spPr>
          <a:xfrm>
            <a:off x="9203604" y="6585927"/>
            <a:ext cx="248743" cy="220980"/>
          </a:xfrm>
          <a:prstGeom prst="rect">
            <a:avLst/>
          </a:prstGeom>
          <a:solidFill>
            <a:srgbClr val="B0DD7F"/>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 name="Footer Placeholder 3">
            <a:extLst>
              <a:ext uri="{FF2B5EF4-FFF2-40B4-BE49-F238E27FC236}">
                <a16:creationId xmlns:a16="http://schemas.microsoft.com/office/drawing/2014/main" id="{1A0F39BF-75B4-47B7-D540-954B8514E4B9}"/>
              </a:ext>
            </a:extLst>
          </p:cNvPr>
          <p:cNvSpPr txBox="1">
            <a:spLocks/>
          </p:cNvSpPr>
          <p:nvPr/>
        </p:nvSpPr>
        <p:spPr>
          <a:xfrm>
            <a:off x="358337" y="6382512"/>
            <a:ext cx="6579004"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Bef>
                <a:spcPts val="300"/>
              </a:spcBef>
              <a:defRPr/>
            </a:pPr>
            <a:endParaRPr lang="en-US" sz="700">
              <a:solidFill>
                <a:srgbClr val="000000">
                  <a:lumMod val="65000"/>
                  <a:lumOff val="35000"/>
                </a:srgbClr>
              </a:solidFill>
              <a:latin typeface="Poppins"/>
            </a:endParaRPr>
          </a:p>
          <a:p>
            <a:pPr>
              <a:lnSpc>
                <a:spcPct val="90000"/>
              </a:lnSpc>
              <a:spcBef>
                <a:spcPts val="300"/>
              </a:spcBef>
              <a:defRPr/>
            </a:pPr>
            <a:r>
              <a:rPr lang="en-US" sz="700">
                <a:solidFill>
                  <a:srgbClr val="000000">
                    <a:lumMod val="65000"/>
                    <a:lumOff val="35000"/>
                  </a:srgbClr>
                </a:solidFill>
                <a:latin typeface="Poppins"/>
              </a:rPr>
              <a:t>Note: PBO: Placebo; HRQoL: Health-related Quality of Life; ITC: Indirect Treatment Comparison; ITT: Intention to Treat; NSCLC: Non-small Cell Lung Cancer; PRO: Patient-reported Outcome; CT: Chemotherapy; Neo/adj: Neoadjuvant/adjuvant; NW: Northwest Europe</a:t>
            </a:r>
            <a:endParaRPr lang="en-US" sz="800"/>
          </a:p>
          <a:p>
            <a:pPr>
              <a:lnSpc>
                <a:spcPct val="90000"/>
              </a:lnSpc>
              <a:spcBef>
                <a:spcPts val="300"/>
              </a:spcBef>
              <a:defRPr/>
            </a:pPr>
            <a:endParaRPr lang="en-US" sz="700">
              <a:solidFill>
                <a:srgbClr val="000000">
                  <a:lumMod val="65000"/>
                  <a:lumOff val="35000"/>
                </a:srgbClr>
              </a:solidFill>
              <a:latin typeface="Poppins"/>
            </a:endParaRPr>
          </a:p>
        </p:txBody>
      </p:sp>
    </p:spTree>
    <p:extLst>
      <p:ext uri="{BB962C8B-B14F-4D97-AF65-F5344CB8AC3E}">
        <p14:creationId xmlns:p14="http://schemas.microsoft.com/office/powerpoint/2010/main" val="23933228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856ED-ACFC-A08B-9BFE-182D1E7009E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B65D95F-0489-6349-7D8D-5DD6ADB40F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CB65D95F-0489-6349-7D8D-5DD6ADB40F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3CC4DE4-93FB-7C22-89BD-5063B836320D}"/>
              </a:ext>
            </a:extLst>
          </p:cNvPr>
          <p:cNvSpPr>
            <a:spLocks noGrp="1"/>
          </p:cNvSpPr>
          <p:nvPr>
            <p:ph type="title"/>
          </p:nvPr>
        </p:nvSpPr>
        <p:spPr>
          <a:xfrm>
            <a:off x="358337" y="271427"/>
            <a:ext cx="11470125" cy="907941"/>
          </a:xfrm>
        </p:spPr>
        <p:txBody>
          <a:bodyPr vert="horz"/>
          <a:lstStyle/>
          <a:p>
            <a:r>
              <a:rPr lang="en-US" sz="2400"/>
              <a:t>Ongoing/Planned EvGen Activities: NSCLC (2/2)</a:t>
            </a:r>
            <a:br>
              <a:rPr lang="en-US" sz="2400">
                <a:solidFill>
                  <a:schemeClr val="tx2">
                    <a:lumMod val="60000"/>
                    <a:lumOff val="40000"/>
                  </a:schemeClr>
                </a:solidFill>
              </a:rPr>
            </a:br>
            <a:br>
              <a:rPr lang="en-US" sz="2400">
                <a:solidFill>
                  <a:schemeClr val="tx2">
                    <a:lumMod val="60000"/>
                    <a:lumOff val="40000"/>
                  </a:schemeClr>
                </a:solidFill>
              </a:rPr>
            </a:br>
            <a:endParaRPr lang="en-US" sz="1100">
              <a:solidFill>
                <a:schemeClr val="tx2">
                  <a:lumMod val="60000"/>
                  <a:lumOff val="40000"/>
                </a:schemeClr>
              </a:solidFill>
            </a:endParaRPr>
          </a:p>
        </p:txBody>
      </p:sp>
      <p:grpSp>
        <p:nvGrpSpPr>
          <p:cNvPr id="30" name="Group 29">
            <a:extLst>
              <a:ext uri="{FF2B5EF4-FFF2-40B4-BE49-F238E27FC236}">
                <a16:creationId xmlns:a16="http://schemas.microsoft.com/office/drawing/2014/main" id="{068191CB-D228-FE19-CAFB-F26854A8C4BB}"/>
              </a:ext>
            </a:extLst>
          </p:cNvPr>
          <p:cNvGrpSpPr/>
          <p:nvPr/>
        </p:nvGrpSpPr>
        <p:grpSpPr>
          <a:xfrm>
            <a:off x="-9525" y="-7584"/>
            <a:ext cx="11071405" cy="180000"/>
            <a:chOff x="-9525" y="-7584"/>
            <a:chExt cx="11071405" cy="180000"/>
          </a:xfrm>
        </p:grpSpPr>
        <p:sp>
          <p:nvSpPr>
            <p:cNvPr id="7" name="Rectangle 6">
              <a:extLst>
                <a:ext uri="{FF2B5EF4-FFF2-40B4-BE49-F238E27FC236}">
                  <a16:creationId xmlns:a16="http://schemas.microsoft.com/office/drawing/2014/main" id="{8A261AEF-0963-0F29-DFBA-54E19059E72E}"/>
                </a:ext>
              </a:extLst>
            </p:cNvPr>
            <p:cNvSpPr/>
            <p:nvPr/>
          </p:nvSpPr>
          <p:spPr>
            <a:xfrm>
              <a:off x="-9525" y="-7584"/>
              <a:ext cx="2988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Appendix: Ongoing/ Planned EvGen Activities</a:t>
              </a:r>
            </a:p>
          </p:txBody>
        </p:sp>
        <p:sp>
          <p:nvSpPr>
            <p:cNvPr id="5" name="Arrow: Chevron 4">
              <a:extLst>
                <a:ext uri="{FF2B5EF4-FFF2-40B4-BE49-F238E27FC236}">
                  <a16:creationId xmlns:a16="http://schemas.microsoft.com/office/drawing/2014/main" id="{A937683F-63D6-D860-8878-9EF3CF80D4FD}"/>
                </a:ext>
              </a:extLst>
            </p:cNvPr>
            <p:cNvSpPr/>
            <p:nvPr/>
          </p:nvSpPr>
          <p:spPr>
            <a:xfrm>
              <a:off x="5057823" y="-7584"/>
              <a:ext cx="2196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11" name="Arrow: Chevron 10">
              <a:extLst>
                <a:ext uri="{FF2B5EF4-FFF2-40B4-BE49-F238E27FC236}">
                  <a16:creationId xmlns:a16="http://schemas.microsoft.com/office/drawing/2014/main" id="{6240C749-FD5B-7EDA-4287-7ECCCC30F1BA}"/>
                </a:ext>
              </a:extLst>
            </p:cNvPr>
            <p:cNvSpPr/>
            <p:nvPr/>
          </p:nvSpPr>
          <p:spPr>
            <a:xfrm>
              <a:off x="9081880" y="-7584"/>
              <a:ext cx="1980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12" name="Arrow: Pentagon 11">
              <a:extLst>
                <a:ext uri="{FF2B5EF4-FFF2-40B4-BE49-F238E27FC236}">
                  <a16:creationId xmlns:a16="http://schemas.microsoft.com/office/drawing/2014/main" id="{EB586E1B-875F-9929-93F6-A217AD6A1EF3}"/>
                </a:ext>
              </a:extLst>
            </p:cNvPr>
            <p:cNvSpPr/>
            <p:nvPr/>
          </p:nvSpPr>
          <p:spPr>
            <a:xfrm>
              <a:off x="2937795" y="-7584"/>
              <a:ext cx="2196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13" name="Arrow: Chevron 12">
              <a:extLst>
                <a:ext uri="{FF2B5EF4-FFF2-40B4-BE49-F238E27FC236}">
                  <a16:creationId xmlns:a16="http://schemas.microsoft.com/office/drawing/2014/main" id="{3B9D62D5-53FD-FC0B-FA7A-BE3EE7D294CF}"/>
                </a:ext>
              </a:extLst>
            </p:cNvPr>
            <p:cNvSpPr/>
            <p:nvPr/>
          </p:nvSpPr>
          <p:spPr>
            <a:xfrm>
              <a:off x="7177851" y="-7584"/>
              <a:ext cx="1980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NSCLC</a:t>
              </a:r>
            </a:p>
          </p:txBody>
        </p:sp>
      </p:grpSp>
      <p:sp>
        <p:nvSpPr>
          <p:cNvPr id="22" name="Title 1">
            <a:extLst>
              <a:ext uri="{FF2B5EF4-FFF2-40B4-BE49-F238E27FC236}">
                <a16:creationId xmlns:a16="http://schemas.microsoft.com/office/drawing/2014/main" id="{333257DC-3E10-B100-8280-0BCB390DB6A1}"/>
              </a:ext>
            </a:extLst>
          </p:cNvPr>
          <p:cNvSpPr txBox="1">
            <a:spLocks/>
          </p:cNvSpPr>
          <p:nvPr/>
        </p:nvSpPr>
        <p:spPr>
          <a:xfrm>
            <a:off x="377825" y="588960"/>
            <a:ext cx="9416624" cy="215444"/>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Additional information can be found in the </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hlinkClick r:id="rId5"/>
              </a:rPr>
              <a:t>post-hoc analysis proposal tracker</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 and publications archive</a:t>
            </a:r>
          </a:p>
        </p:txBody>
      </p:sp>
      <p:graphicFrame>
        <p:nvGraphicFramePr>
          <p:cNvPr id="23" name="Table 22">
            <a:extLst>
              <a:ext uri="{FF2B5EF4-FFF2-40B4-BE49-F238E27FC236}">
                <a16:creationId xmlns:a16="http://schemas.microsoft.com/office/drawing/2014/main" id="{9B05E16A-B9C2-4103-408E-8BAB7DD97AA4}"/>
              </a:ext>
            </a:extLst>
          </p:cNvPr>
          <p:cNvGraphicFramePr>
            <a:graphicFrameLocks noGrp="1"/>
          </p:cNvGraphicFramePr>
          <p:nvPr>
            <p:extLst>
              <p:ext uri="{D42A27DB-BD31-4B8C-83A1-F6EECF244321}">
                <p14:modId xmlns:p14="http://schemas.microsoft.com/office/powerpoint/2010/main" val="485166247"/>
              </p:ext>
            </p:extLst>
          </p:nvPr>
        </p:nvGraphicFramePr>
        <p:xfrm>
          <a:off x="224228" y="909047"/>
          <a:ext cx="11743546" cy="3162661"/>
        </p:xfrm>
        <a:graphic>
          <a:graphicData uri="http://schemas.openxmlformats.org/drawingml/2006/table">
            <a:tbl>
              <a:tblPr/>
              <a:tblGrid>
                <a:gridCol w="609599">
                  <a:extLst>
                    <a:ext uri="{9D8B030D-6E8A-4147-A177-3AD203B41FA5}">
                      <a16:colId xmlns:a16="http://schemas.microsoft.com/office/drawing/2014/main" val="543315544"/>
                    </a:ext>
                  </a:extLst>
                </a:gridCol>
                <a:gridCol w="1061542">
                  <a:extLst>
                    <a:ext uri="{9D8B030D-6E8A-4147-A177-3AD203B41FA5}">
                      <a16:colId xmlns:a16="http://schemas.microsoft.com/office/drawing/2014/main" val="3492588329"/>
                    </a:ext>
                  </a:extLst>
                </a:gridCol>
                <a:gridCol w="6950248">
                  <a:extLst>
                    <a:ext uri="{9D8B030D-6E8A-4147-A177-3AD203B41FA5}">
                      <a16:colId xmlns:a16="http://schemas.microsoft.com/office/drawing/2014/main" val="236282702"/>
                    </a:ext>
                  </a:extLst>
                </a:gridCol>
                <a:gridCol w="1357162">
                  <a:extLst>
                    <a:ext uri="{9D8B030D-6E8A-4147-A177-3AD203B41FA5}">
                      <a16:colId xmlns:a16="http://schemas.microsoft.com/office/drawing/2014/main" val="3405680906"/>
                    </a:ext>
                  </a:extLst>
                </a:gridCol>
                <a:gridCol w="1764995">
                  <a:extLst>
                    <a:ext uri="{9D8B030D-6E8A-4147-A177-3AD203B41FA5}">
                      <a16:colId xmlns:a16="http://schemas.microsoft.com/office/drawing/2014/main" val="4131682865"/>
                    </a:ext>
                  </a:extLst>
                </a:gridCol>
              </a:tblGrid>
              <a:tr h="224931">
                <a:tc gridSpan="5">
                  <a:txBody>
                    <a:bodyPr/>
                    <a:lstStyle/>
                    <a:p>
                      <a:pPr algn="ctr" rtl="0" fontAlgn="ctr"/>
                      <a:r>
                        <a:rPr lang="en-US" sz="1100" b="1" i="0" u="none" strike="noStrike">
                          <a:solidFill>
                            <a:srgbClr val="FFFFFF"/>
                          </a:solidFill>
                          <a:effectLst/>
                          <a:latin typeface="+mj-lt"/>
                        </a:rPr>
                        <a:t>NSCLC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90000"/>
                        <a:lumOff val="10000"/>
                      </a:schemeClr>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extLst>
                  <a:ext uri="{0D108BD9-81ED-4DB2-BD59-A6C34878D82A}">
                    <a16:rowId xmlns:a16="http://schemas.microsoft.com/office/drawing/2014/main" val="3577518740"/>
                  </a:ext>
                </a:extLst>
              </a:tr>
              <a:tr h="238162">
                <a:tc>
                  <a:txBody>
                    <a:bodyPr/>
                    <a:lstStyle/>
                    <a:p>
                      <a:pPr algn="ctr" rtl="0" fontAlgn="ctr"/>
                      <a:r>
                        <a:rPr lang="en-US" sz="1100" b="1" i="0" u="none" strike="noStrike">
                          <a:solidFill>
                            <a:srgbClr val="FFFFFF"/>
                          </a:solidFill>
                          <a:effectLst/>
                          <a:latin typeface="+mj-lt"/>
                        </a:rPr>
                        <a:t>Setting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Type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Study</a:t>
                      </a:r>
                      <a:r>
                        <a:rPr lang="en-US" sz="1200" b="1" i="0" u="none" strike="noStrike">
                          <a:solidFill>
                            <a:srgbClr val="283349"/>
                          </a:solidFill>
                          <a:effectLst/>
                          <a:latin typeface="+mj-lt"/>
                        </a:rPr>
                        <a:t>​</a:t>
                      </a: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Status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Identifier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2926257948"/>
                  </a:ext>
                </a:extLst>
              </a:tr>
              <a:tr h="317549">
                <a:tc rowSpan="4">
                  <a:txBody>
                    <a:bodyPr/>
                    <a:lstStyle/>
                    <a:p>
                      <a:pPr algn="ctr" rtl="0" fontAlgn="ctr"/>
                      <a:r>
                        <a:rPr lang="en-US" sz="1000" b="1" i="0" u="none" strike="noStrike">
                          <a:solidFill>
                            <a:schemeClr val="tx1"/>
                          </a:solidFill>
                          <a:effectLst/>
                          <a:latin typeface="+mj-lt"/>
                          <a:cs typeface="Arial"/>
                        </a:rPr>
                        <a:t>2L/3L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4CBEE"/>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a:solidFill>
                            <a:schemeClr val="tx1"/>
                          </a:solidFill>
                          <a:effectLst/>
                          <a:latin typeface="+mj-lt"/>
                        </a:rPr>
                        <a:t>Primary ITT​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Effects of tislelizumab treatment on the HRQoL of non−small cell lung cancer patients who progressed on a prior platinum-containing regimen ​</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hlinkClick r:id="rId6">
                            <a:extLst>
                              <a:ext uri="{A12FA001-AC4F-418D-AE19-62706E023703}">
                                <ahyp:hlinkClr xmlns:ahyp="http://schemas.microsoft.com/office/drawing/2018/hyperlinkcolor" val="tx"/>
                              </a:ext>
                            </a:extLst>
                          </a:hlinkClick>
                        </a:rPr>
                        <a:t>Presented</a:t>
                      </a:r>
                      <a:endParaRPr lang="en-US" sz="800" b="0" i="0" u="none" strike="noStrike">
                        <a:solidFill>
                          <a:schemeClr val="tx1"/>
                        </a:solidFill>
                        <a:effectLst/>
                        <a:latin typeface="+mj-lt"/>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N:18</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39892617"/>
                  </a:ext>
                </a:extLst>
              </a:tr>
              <a:tr h="198468">
                <a:tc vMerge="1">
                  <a:txBody>
                    <a:bodyPr/>
                    <a:lstStyle/>
                    <a:p>
                      <a:endParaRPr lang="en-GB"/>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a:solidFill>
                            <a:schemeClr val="tx1"/>
                          </a:solidFill>
                          <a:effectLst/>
                          <a:latin typeface="+mj-lt"/>
                        </a:rPr>
                        <a:t>Primary ITT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tx1"/>
                          </a:solidFill>
                          <a:effectLst/>
                          <a:latin typeface="+mj-lt"/>
                          <a:ea typeface="+mn-ea"/>
                          <a:cs typeface="Arial" panose="020B0604020202020204" pitchFamily="34" charset="0"/>
                        </a:rPr>
                        <a:t>Long term follow-up of the RATIONALE-303 trial</a:t>
                      </a:r>
                      <a:endParaRPr lang="en-US" sz="800" b="0" i="0" u="none" strike="noStrike">
                        <a:solidFill>
                          <a:schemeClr val="tx1"/>
                        </a:solidFill>
                        <a:effectLst/>
                        <a:latin typeface="+mj-lt"/>
                      </a:endParaRP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 for WCLC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N:19</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366216"/>
                  </a:ext>
                </a:extLst>
              </a:tr>
              <a:tr h="198468">
                <a:tc vMerge="1">
                  <a:txBody>
                    <a:bodyPr/>
                    <a:lstStyle/>
                    <a:p>
                      <a:endParaRPr lang="en-GB"/>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0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Safety and efficacy (OS, PFS, ORR) of tislelizumab in NSCLC patients with liver mets in RATIONALE-303</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 for WCLC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N:20</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48243163"/>
                  </a:ext>
                </a:extLst>
              </a:tr>
              <a:tr h="436630">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10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Transportability of the RATIONALE-303 to the European patient population with NSCLC in second line setting ​</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N:21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77967192"/>
                  </a:ext>
                </a:extLst>
              </a:tr>
              <a:tr h="317549">
                <a:tc rowSpan="5">
                  <a:txBody>
                    <a:bodyPr/>
                    <a:lstStyle/>
                    <a:p>
                      <a:pPr algn="ctr" rtl="0" fontAlgn="ctr"/>
                      <a:endParaRPr lang="en-US" sz="1000" b="1" i="0" u="none" strike="noStrike">
                        <a:solidFill>
                          <a:schemeClr val="tx1"/>
                        </a:solidFill>
                        <a:effectLst/>
                        <a:latin typeface="+mj-lt"/>
                        <a:cs typeface="Arial"/>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rtl="0" fontAlgn="ctr"/>
                      <a:r>
                        <a:rPr lang="en-US" sz="1000" b="1" i="0" u="none" strike="noStrike">
                          <a:solidFill>
                            <a:schemeClr val="tx1"/>
                          </a:solidFill>
                          <a:effectLst/>
                          <a:latin typeface="+mj-lt"/>
                        </a:rPr>
                        <a:t>SLR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Systematic Literature Review of economic/humanistic burden in APAC and NW​</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Presented​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N:22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02120244"/>
                  </a:ext>
                </a:extLst>
              </a:tr>
              <a:tr h="198468">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ctr" rtl="0" fontAlgn="ctr"/>
                      <a:r>
                        <a:rPr lang="en-US" sz="1000" b="1" i="0" u="none" strike="noStrike">
                          <a:solidFill>
                            <a:schemeClr val="tx1"/>
                          </a:solidFill>
                          <a:effectLst/>
                          <a:latin typeface="+mj-lt"/>
                        </a:rPr>
                        <a:t>Post-hoc</a:t>
                      </a:r>
                    </a:p>
                  </a:txBody>
                  <a:tcPr marL="0" marR="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kern="1200">
                          <a:solidFill>
                            <a:srgbClr val="000000"/>
                          </a:solidFill>
                          <a:effectLst/>
                          <a:latin typeface="+mn-lt"/>
                          <a:ea typeface="+mn-ea"/>
                          <a:cs typeface="+mn-cs"/>
                        </a:rPr>
                        <a:t>Analysis of adverse event patters and safety of tislelizumab – a pooled analysis of GC/GEJ and lung cancer patients</a:t>
                      </a:r>
                      <a:endParaRPr lang="en-US" sz="800" b="0" i="0" u="none" strike="noStrike">
                        <a:solidFill>
                          <a:schemeClr val="tx1"/>
                        </a:solidFill>
                        <a:effectLst/>
                        <a:latin typeface="+mj-lt"/>
                      </a:endParaRP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Planned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N:23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803341"/>
                  </a:ext>
                </a:extLst>
              </a:tr>
              <a:tr h="198468">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1000" b="1" i="0" u="none" strike="noStrike">
                          <a:solidFill>
                            <a:schemeClr val="tx1"/>
                          </a:solidFill>
                          <a:effectLst/>
                          <a:latin typeface="+mj-lt"/>
                        </a:rPr>
                        <a:t>SLR</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Systematic Literature Review (SLR) of clinical Burden Related to 2/3 L NSCLC​</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tx1"/>
                          </a:solidFill>
                          <a:effectLst/>
                          <a:latin typeface="+mj-lt"/>
                          <a:ea typeface="+mn-ea"/>
                          <a:cs typeface="+mn-cs"/>
                        </a:rPr>
                        <a:t>Presented​</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000" b="1" i="0" u="none" strike="noStrike">
                          <a:solidFill>
                            <a:schemeClr val="tx1"/>
                          </a:solidFill>
                          <a:effectLst/>
                          <a:latin typeface="+mj-lt"/>
                          <a:cs typeface="Arial"/>
                        </a:rPr>
                        <a:t>N:24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80168107"/>
                  </a:ext>
                </a:extLst>
              </a:tr>
              <a:tr h="317549">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10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tx1"/>
                          </a:solidFill>
                          <a:effectLst/>
                          <a:latin typeface="+mn-lt"/>
                          <a:ea typeface="+mn-ea"/>
                          <a:cs typeface="Arial" panose="020B0604020202020204" pitchFamily="34" charset="0"/>
                        </a:rPr>
                        <a:t>Smoking status and OS benefit; NSCLC &amp; ESCC cross trial pooled analysis </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tx1"/>
                          </a:solidFill>
                          <a:effectLst/>
                          <a:latin typeface="+mj-lt"/>
                          <a:ea typeface="+mn-ea"/>
                          <a:cs typeface="+mn-cs"/>
                        </a:rPr>
                        <a:t>Planned</a:t>
                      </a:r>
                    </a:p>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tx1"/>
                          </a:solidFill>
                          <a:effectLst/>
                          <a:latin typeface="+mj-lt"/>
                          <a:ea typeface="+mn-ea"/>
                          <a:cs typeface="+mn-cs"/>
                        </a:rPr>
                        <a:t>ESMO-IO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69265146"/>
                  </a:ext>
                </a:extLst>
              </a:tr>
              <a:tr h="264624">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1000" b="1" i="0" u="none" strike="noStrike">
                          <a:solidFill>
                            <a:schemeClr val="tx1"/>
                          </a:solidFill>
                          <a:effectLst/>
                          <a:latin typeface="+mj-lt"/>
                        </a:rPr>
                        <a:t>Post-hoc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Asian vs. non-Asian metanalysis </a:t>
                      </a:r>
                    </a:p>
                  </a:txBody>
                  <a:tcPr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tx1"/>
                          </a:solidFill>
                          <a:effectLst/>
                          <a:latin typeface="+mj-lt"/>
                          <a:ea typeface="+mn-ea"/>
                          <a:cs typeface="+mn-cs"/>
                        </a:rPr>
                        <a:t>Planned for WCLC 2025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000" b="1" i="0" u="none" strike="noStrike">
                          <a:solidFill>
                            <a:schemeClr val="tx1"/>
                          </a:solidFill>
                          <a:effectLst/>
                          <a:latin typeface="+mj-lt"/>
                          <a:cs typeface="Arial"/>
                        </a:rPr>
                        <a:t>N:26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61600521"/>
                  </a:ext>
                </a:extLst>
              </a:tr>
            </a:tbl>
          </a:graphicData>
        </a:graphic>
      </p:graphicFrame>
      <p:sp>
        <p:nvSpPr>
          <p:cNvPr id="26" name="TextBox 25">
            <a:extLst>
              <a:ext uri="{FF2B5EF4-FFF2-40B4-BE49-F238E27FC236}">
                <a16:creationId xmlns:a16="http://schemas.microsoft.com/office/drawing/2014/main" id="{7E890C3F-9629-739B-73B9-807158218F6E}"/>
              </a:ext>
            </a:extLst>
          </p:cNvPr>
          <p:cNvSpPr txBox="1"/>
          <p:nvPr/>
        </p:nvSpPr>
        <p:spPr>
          <a:xfrm>
            <a:off x="6937340" y="6534835"/>
            <a:ext cx="468153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Key: 	       : Planned                 : Ongoing              : Completed</a:t>
            </a:r>
          </a:p>
        </p:txBody>
      </p:sp>
      <p:sp>
        <p:nvSpPr>
          <p:cNvPr id="27" name="Rectangle 26">
            <a:extLst>
              <a:ext uri="{FF2B5EF4-FFF2-40B4-BE49-F238E27FC236}">
                <a16:creationId xmlns:a16="http://schemas.microsoft.com/office/drawing/2014/main" id="{7F228595-8AF9-A2E0-1B0E-4621E29AAEA4}"/>
              </a:ext>
            </a:extLst>
          </p:cNvPr>
          <p:cNvSpPr/>
          <p:nvPr/>
        </p:nvSpPr>
        <p:spPr>
          <a:xfrm>
            <a:off x="8306128" y="6585927"/>
            <a:ext cx="248743" cy="220980"/>
          </a:xfrm>
          <a:prstGeom prst="rect">
            <a:avLst/>
          </a:prstGeom>
          <a:solidFill>
            <a:srgbClr val="FFFF99"/>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8" name="Rectangle 27">
            <a:extLst>
              <a:ext uri="{FF2B5EF4-FFF2-40B4-BE49-F238E27FC236}">
                <a16:creationId xmlns:a16="http://schemas.microsoft.com/office/drawing/2014/main" id="{9226DC1A-A6A7-39BD-2C4E-F324F522143F}"/>
              </a:ext>
            </a:extLst>
          </p:cNvPr>
          <p:cNvSpPr/>
          <p:nvPr/>
        </p:nvSpPr>
        <p:spPr>
          <a:xfrm>
            <a:off x="7362548" y="6585927"/>
            <a:ext cx="248743" cy="220980"/>
          </a:xfrm>
          <a:prstGeom prst="rect">
            <a:avLst/>
          </a:prstGeom>
          <a:solidFill>
            <a:srgbClr val="FFE3C8"/>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9" name="Rectangle 28">
            <a:extLst>
              <a:ext uri="{FF2B5EF4-FFF2-40B4-BE49-F238E27FC236}">
                <a16:creationId xmlns:a16="http://schemas.microsoft.com/office/drawing/2014/main" id="{A33F0028-B62D-6FBB-9945-513AB99EB348}"/>
              </a:ext>
            </a:extLst>
          </p:cNvPr>
          <p:cNvSpPr/>
          <p:nvPr/>
        </p:nvSpPr>
        <p:spPr>
          <a:xfrm>
            <a:off x="9203604" y="6585927"/>
            <a:ext cx="248743" cy="220980"/>
          </a:xfrm>
          <a:prstGeom prst="rect">
            <a:avLst/>
          </a:prstGeom>
          <a:solidFill>
            <a:srgbClr val="B0DD7F"/>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 name="Footer Placeholder 3">
            <a:extLst>
              <a:ext uri="{FF2B5EF4-FFF2-40B4-BE49-F238E27FC236}">
                <a16:creationId xmlns:a16="http://schemas.microsoft.com/office/drawing/2014/main" id="{440B0131-07CB-D9F8-3833-C53C5797FC74}"/>
              </a:ext>
            </a:extLst>
          </p:cNvPr>
          <p:cNvSpPr txBox="1">
            <a:spLocks/>
          </p:cNvSpPr>
          <p:nvPr/>
        </p:nvSpPr>
        <p:spPr>
          <a:xfrm>
            <a:off x="358337" y="6382512"/>
            <a:ext cx="6579004"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Bef>
                <a:spcPts val="300"/>
              </a:spcBef>
              <a:defRPr/>
            </a:pPr>
            <a:r>
              <a:rPr lang="en-US" sz="700">
                <a:solidFill>
                  <a:srgbClr val="000000">
                    <a:lumMod val="65000"/>
                    <a:lumOff val="35000"/>
                  </a:srgbClr>
                </a:solidFill>
                <a:latin typeface="Poppins"/>
              </a:rPr>
              <a:t>Note: PBO: Placebo; HRQoL: Health-related Quality of Life; ITC: Indirect Treatment Comparison; ITT: Intention to Treat; NSCLC: Non-small Cell Lung Cancer; PRO: Patient-reported Outcome; CT: Chemotherapy; Neo/adj: Neoadjuvant/adjuvant; NW: Northwest Europe</a:t>
            </a:r>
            <a:endParaRPr lang="en-US" sz="800"/>
          </a:p>
          <a:p>
            <a:pPr>
              <a:lnSpc>
                <a:spcPct val="90000"/>
              </a:lnSpc>
              <a:spcBef>
                <a:spcPts val="300"/>
              </a:spcBef>
              <a:defRPr/>
            </a:pPr>
            <a:endParaRPr lang="en-US" sz="700">
              <a:solidFill>
                <a:srgbClr val="000000">
                  <a:lumMod val="65000"/>
                  <a:lumOff val="35000"/>
                </a:srgbClr>
              </a:solidFill>
              <a:latin typeface="Poppins"/>
            </a:endParaRPr>
          </a:p>
        </p:txBody>
      </p:sp>
    </p:spTree>
    <p:extLst>
      <p:ext uri="{BB962C8B-B14F-4D97-AF65-F5344CB8AC3E}">
        <p14:creationId xmlns:p14="http://schemas.microsoft.com/office/powerpoint/2010/main" val="19946209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ACDBC-5A3E-3AFA-6DF9-2C393BED2A1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E574DC3-AEC6-C254-E6B0-F354EA345C0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6" name="think-cell data - do not delete" hidden="1">
                        <a:extLst>
                          <a:ext uri="{FF2B5EF4-FFF2-40B4-BE49-F238E27FC236}">
                            <a16:creationId xmlns:a16="http://schemas.microsoft.com/office/drawing/2014/main" id="{DE574DC3-AEC6-C254-E6B0-F354EA345C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87CBE58-0114-3246-7399-E754090C62C3}"/>
              </a:ext>
            </a:extLst>
          </p:cNvPr>
          <p:cNvSpPr>
            <a:spLocks noGrp="1"/>
          </p:cNvSpPr>
          <p:nvPr>
            <p:ph type="title"/>
          </p:nvPr>
        </p:nvSpPr>
        <p:spPr>
          <a:xfrm>
            <a:off x="358337" y="271427"/>
            <a:ext cx="11470125" cy="538609"/>
          </a:xfrm>
        </p:spPr>
        <p:txBody>
          <a:bodyPr vert="horz"/>
          <a:lstStyle/>
          <a:p>
            <a:r>
              <a:rPr lang="en-US" sz="2400"/>
              <a:t>Ongoing/Planned EvGen Activities: ES-SCLC (1/1)</a:t>
            </a:r>
            <a:br>
              <a:rPr lang="en-US" sz="2400">
                <a:solidFill>
                  <a:schemeClr val="tx2">
                    <a:lumMod val="60000"/>
                    <a:lumOff val="40000"/>
                  </a:schemeClr>
                </a:solidFill>
              </a:rPr>
            </a:br>
            <a:endParaRPr lang="en-US" sz="1100">
              <a:solidFill>
                <a:schemeClr val="tx2">
                  <a:lumMod val="60000"/>
                  <a:lumOff val="40000"/>
                </a:schemeClr>
              </a:solidFill>
            </a:endParaRPr>
          </a:p>
        </p:txBody>
      </p:sp>
      <p:grpSp>
        <p:nvGrpSpPr>
          <p:cNvPr id="30" name="Group 29">
            <a:extLst>
              <a:ext uri="{FF2B5EF4-FFF2-40B4-BE49-F238E27FC236}">
                <a16:creationId xmlns:a16="http://schemas.microsoft.com/office/drawing/2014/main" id="{96DA3FCE-AFE7-82CD-640E-96F29DB0BFF6}"/>
              </a:ext>
            </a:extLst>
          </p:cNvPr>
          <p:cNvGrpSpPr/>
          <p:nvPr/>
        </p:nvGrpSpPr>
        <p:grpSpPr>
          <a:xfrm>
            <a:off x="-9525" y="-7584"/>
            <a:ext cx="11071405" cy="180000"/>
            <a:chOff x="-9525" y="-7584"/>
            <a:chExt cx="11071405" cy="180000"/>
          </a:xfrm>
        </p:grpSpPr>
        <p:sp>
          <p:nvSpPr>
            <p:cNvPr id="7" name="Rectangle 6">
              <a:extLst>
                <a:ext uri="{FF2B5EF4-FFF2-40B4-BE49-F238E27FC236}">
                  <a16:creationId xmlns:a16="http://schemas.microsoft.com/office/drawing/2014/main" id="{5691AD66-1819-D4E5-C400-D2D7458C912E}"/>
                </a:ext>
              </a:extLst>
            </p:cNvPr>
            <p:cNvSpPr/>
            <p:nvPr/>
          </p:nvSpPr>
          <p:spPr>
            <a:xfrm>
              <a:off x="-9525" y="-7584"/>
              <a:ext cx="2988000" cy="180000"/>
            </a:xfrm>
            <a:prstGeom prst="rect">
              <a:avLst/>
            </a:prstGeom>
            <a:solidFill>
              <a:schemeClr val="accent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Appendix: Ongoing/ Planned EvGen Activities</a:t>
              </a:r>
            </a:p>
          </p:txBody>
        </p:sp>
        <p:sp>
          <p:nvSpPr>
            <p:cNvPr id="5" name="Arrow: Chevron 4">
              <a:extLst>
                <a:ext uri="{FF2B5EF4-FFF2-40B4-BE49-F238E27FC236}">
                  <a16:creationId xmlns:a16="http://schemas.microsoft.com/office/drawing/2014/main" id="{D648B49A-A257-2F19-8F9B-3D63267692EE}"/>
                </a:ext>
              </a:extLst>
            </p:cNvPr>
            <p:cNvSpPr/>
            <p:nvPr/>
          </p:nvSpPr>
          <p:spPr>
            <a:xfrm>
              <a:off x="5057823" y="-7584"/>
              <a:ext cx="2196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GC/GEJ</a:t>
              </a:r>
            </a:p>
          </p:txBody>
        </p:sp>
        <p:sp>
          <p:nvSpPr>
            <p:cNvPr id="11" name="Arrow: Chevron 10">
              <a:extLst>
                <a:ext uri="{FF2B5EF4-FFF2-40B4-BE49-F238E27FC236}">
                  <a16:creationId xmlns:a16="http://schemas.microsoft.com/office/drawing/2014/main" id="{75872A2E-D5EC-47D4-BEEF-996DFD5E394F}"/>
                </a:ext>
              </a:extLst>
            </p:cNvPr>
            <p:cNvSpPr/>
            <p:nvPr/>
          </p:nvSpPr>
          <p:spPr>
            <a:xfrm>
              <a:off x="9081880" y="-7584"/>
              <a:ext cx="1980000" cy="180000"/>
            </a:xfrm>
            <a:prstGeom prst="chevron">
              <a:avLst/>
            </a:prstGeom>
            <a:solidFill>
              <a:schemeClr val="accent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ES-SCLC</a:t>
              </a:r>
            </a:p>
          </p:txBody>
        </p:sp>
        <p:sp>
          <p:nvSpPr>
            <p:cNvPr id="12" name="Arrow: Pentagon 11">
              <a:extLst>
                <a:ext uri="{FF2B5EF4-FFF2-40B4-BE49-F238E27FC236}">
                  <a16:creationId xmlns:a16="http://schemas.microsoft.com/office/drawing/2014/main" id="{E4B3CD1B-1A20-19A7-6AAB-E241348E859E}"/>
                </a:ext>
              </a:extLst>
            </p:cNvPr>
            <p:cNvSpPr/>
            <p:nvPr/>
          </p:nvSpPr>
          <p:spPr>
            <a:xfrm>
              <a:off x="2937795" y="-7584"/>
              <a:ext cx="2196000" cy="180000"/>
            </a:xfrm>
            <a:prstGeom prst="homePlat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Advanced/Metastatic ESCC</a:t>
              </a:r>
            </a:p>
          </p:txBody>
        </p:sp>
        <p:sp>
          <p:nvSpPr>
            <p:cNvPr id="13" name="Arrow: Chevron 12">
              <a:extLst>
                <a:ext uri="{FF2B5EF4-FFF2-40B4-BE49-F238E27FC236}">
                  <a16:creationId xmlns:a16="http://schemas.microsoft.com/office/drawing/2014/main" id="{7E257A63-7B53-C5F7-6385-291C3D352134}"/>
                </a:ext>
              </a:extLst>
            </p:cNvPr>
            <p:cNvSpPr/>
            <p:nvPr/>
          </p:nvSpPr>
          <p:spPr>
            <a:xfrm>
              <a:off x="7177851" y="-7584"/>
              <a:ext cx="1980000" cy="180000"/>
            </a:xfrm>
            <a:prstGeom prst="chevron">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Poppins"/>
                  <a:ea typeface="+mn-ea"/>
                  <a:cs typeface="+mn-cs"/>
                </a:rPr>
                <a:t>NSCLC</a:t>
              </a:r>
            </a:p>
          </p:txBody>
        </p:sp>
      </p:grpSp>
      <p:sp>
        <p:nvSpPr>
          <p:cNvPr id="22" name="Title 1">
            <a:extLst>
              <a:ext uri="{FF2B5EF4-FFF2-40B4-BE49-F238E27FC236}">
                <a16:creationId xmlns:a16="http://schemas.microsoft.com/office/drawing/2014/main" id="{A1083786-A984-2CFF-0D27-2AD791AC59BF}"/>
              </a:ext>
            </a:extLst>
          </p:cNvPr>
          <p:cNvSpPr txBox="1">
            <a:spLocks/>
          </p:cNvSpPr>
          <p:nvPr/>
        </p:nvSpPr>
        <p:spPr>
          <a:xfrm>
            <a:off x="377825" y="588960"/>
            <a:ext cx="9416624" cy="215444"/>
          </a:xfrm>
          <a:prstGeom prst="rect">
            <a:avLst/>
          </a:prstGeom>
        </p:spPr>
        <p:txBody>
          <a:bodyPr vert="horz" lIns="0" tIns="0" rIns="0" bIns="0" rtlCol="0" anchor="t" anchorCtr="0">
            <a:spAutoFit/>
          </a:bodyPr>
          <a:lstStyle>
            <a:lvl1pPr algn="l" defTabSz="914400" rtl="0" eaLnBrk="1" latinLnBrk="0" hangingPunct="1">
              <a:lnSpc>
                <a:spcPct val="100000"/>
              </a:lnSpc>
              <a:spcBef>
                <a:spcPct val="0"/>
              </a:spcBef>
              <a:buNone/>
              <a:defRPr sz="2800" b="0" kern="1200" spc="0" baseline="0">
                <a:solidFill>
                  <a:schemeClr val="tx2"/>
                </a:solidFill>
                <a:effectLst/>
                <a:latin typeface="+mj-lt"/>
                <a:ea typeface="Verdana" panose="020B0604030504040204" pitchFamily="34" charset="0"/>
                <a:cs typeface="Verdana" panose="020B060403050404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Additional information can be found in the </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hlinkClick r:id="rId5"/>
              </a:rPr>
              <a:t>post-hoc analysis proposal tracker</a:t>
            </a:r>
            <a:r>
              <a:rPr kumimoji="0" lang="en-US" sz="1400" b="0" i="0" u="none" strike="noStrike" kern="1200" cap="none" spc="0" normalizeH="0" baseline="0" noProof="0">
                <a:ln>
                  <a:noFill/>
                </a:ln>
                <a:solidFill>
                  <a:srgbClr val="283349"/>
                </a:solidFill>
                <a:effectLst/>
                <a:uLnTx/>
                <a:uFillTx/>
                <a:latin typeface="Poppins Medium"/>
                <a:ea typeface="Verdana" panose="020B0604030504040204" pitchFamily="34" charset="0"/>
              </a:rPr>
              <a:t> and publications archive</a:t>
            </a:r>
          </a:p>
        </p:txBody>
      </p:sp>
      <p:graphicFrame>
        <p:nvGraphicFramePr>
          <p:cNvPr id="23" name="Table 22">
            <a:extLst>
              <a:ext uri="{FF2B5EF4-FFF2-40B4-BE49-F238E27FC236}">
                <a16:creationId xmlns:a16="http://schemas.microsoft.com/office/drawing/2014/main" id="{EF046A98-684E-5721-D53B-EC44E7EF7CFA}"/>
              </a:ext>
            </a:extLst>
          </p:cNvPr>
          <p:cNvGraphicFramePr>
            <a:graphicFrameLocks noGrp="1"/>
          </p:cNvGraphicFramePr>
          <p:nvPr>
            <p:extLst>
              <p:ext uri="{D42A27DB-BD31-4B8C-83A1-F6EECF244321}">
                <p14:modId xmlns:p14="http://schemas.microsoft.com/office/powerpoint/2010/main" val="589247691"/>
              </p:ext>
            </p:extLst>
          </p:nvPr>
        </p:nvGraphicFramePr>
        <p:xfrm>
          <a:off x="224228" y="909047"/>
          <a:ext cx="11743546" cy="2496869"/>
        </p:xfrm>
        <a:graphic>
          <a:graphicData uri="http://schemas.openxmlformats.org/drawingml/2006/table">
            <a:tbl>
              <a:tblPr/>
              <a:tblGrid>
                <a:gridCol w="609599">
                  <a:extLst>
                    <a:ext uri="{9D8B030D-6E8A-4147-A177-3AD203B41FA5}">
                      <a16:colId xmlns:a16="http://schemas.microsoft.com/office/drawing/2014/main" val="543315544"/>
                    </a:ext>
                  </a:extLst>
                </a:gridCol>
                <a:gridCol w="1061542">
                  <a:extLst>
                    <a:ext uri="{9D8B030D-6E8A-4147-A177-3AD203B41FA5}">
                      <a16:colId xmlns:a16="http://schemas.microsoft.com/office/drawing/2014/main" val="3492588329"/>
                    </a:ext>
                  </a:extLst>
                </a:gridCol>
                <a:gridCol w="6950248">
                  <a:extLst>
                    <a:ext uri="{9D8B030D-6E8A-4147-A177-3AD203B41FA5}">
                      <a16:colId xmlns:a16="http://schemas.microsoft.com/office/drawing/2014/main" val="236282702"/>
                    </a:ext>
                  </a:extLst>
                </a:gridCol>
                <a:gridCol w="1357162">
                  <a:extLst>
                    <a:ext uri="{9D8B030D-6E8A-4147-A177-3AD203B41FA5}">
                      <a16:colId xmlns:a16="http://schemas.microsoft.com/office/drawing/2014/main" val="3405680906"/>
                    </a:ext>
                  </a:extLst>
                </a:gridCol>
                <a:gridCol w="1764995">
                  <a:extLst>
                    <a:ext uri="{9D8B030D-6E8A-4147-A177-3AD203B41FA5}">
                      <a16:colId xmlns:a16="http://schemas.microsoft.com/office/drawing/2014/main" val="4131682865"/>
                    </a:ext>
                  </a:extLst>
                </a:gridCol>
              </a:tblGrid>
              <a:tr h="224931">
                <a:tc gridSpan="5">
                  <a:txBody>
                    <a:bodyPr/>
                    <a:lstStyle/>
                    <a:p>
                      <a:pPr algn="ctr" rtl="0" fontAlgn="ctr"/>
                      <a:r>
                        <a:rPr lang="en-US" sz="1100" b="1" i="0" u="none" strike="noStrike">
                          <a:solidFill>
                            <a:srgbClr val="FFFFFF"/>
                          </a:solidFill>
                          <a:effectLst/>
                          <a:latin typeface="+mj-lt"/>
                        </a:rPr>
                        <a:t>ES-SCLC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tc hMerge="1">
                  <a:txBody>
                    <a:bodyPr/>
                    <a:lstStyle/>
                    <a:p>
                      <a:pPr algn="l" rtl="0" fontAlgn="ct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A70"/>
                    </a:solidFill>
                  </a:tcPr>
                </a:tc>
                <a:extLst>
                  <a:ext uri="{0D108BD9-81ED-4DB2-BD59-A6C34878D82A}">
                    <a16:rowId xmlns:a16="http://schemas.microsoft.com/office/drawing/2014/main" val="3577518740"/>
                  </a:ext>
                </a:extLst>
              </a:tr>
              <a:tr h="238162">
                <a:tc>
                  <a:txBody>
                    <a:bodyPr/>
                    <a:lstStyle/>
                    <a:p>
                      <a:pPr algn="ctr" rtl="0" fontAlgn="ctr"/>
                      <a:r>
                        <a:rPr lang="en-US" sz="1100" b="1" i="0" u="none" strike="noStrike">
                          <a:solidFill>
                            <a:srgbClr val="FFFFFF"/>
                          </a:solidFill>
                          <a:effectLst/>
                          <a:latin typeface="+mj-lt"/>
                        </a:rPr>
                        <a:t>Setting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Type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Study</a:t>
                      </a:r>
                      <a:r>
                        <a:rPr lang="en-US" sz="1200" b="1" i="0" u="none" strike="noStrike">
                          <a:solidFill>
                            <a:srgbClr val="283349"/>
                          </a:solidFill>
                          <a:effectLst/>
                          <a:latin typeface="+mj-lt"/>
                        </a:rPr>
                        <a:t>​</a:t>
                      </a:r>
                      <a:endParaRPr lang="en-US" sz="1200" b="1" i="0" u="none" strike="noStrike">
                        <a:solidFill>
                          <a:srgbClr val="FFFFFF"/>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Status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pPr algn="ctr" rtl="0" fontAlgn="ctr"/>
                      <a:r>
                        <a:rPr lang="en-US" sz="1200" b="1" i="0" u="none" strike="noStrike">
                          <a:solidFill>
                            <a:srgbClr val="FFFFFF"/>
                          </a:solidFill>
                          <a:effectLst/>
                          <a:latin typeface="+mj-lt"/>
                        </a:rPr>
                        <a:t>Tactic Identifier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2926257948"/>
                  </a:ext>
                </a:extLst>
              </a:tr>
              <a:tr h="317549">
                <a:tc rowSpan="6">
                  <a:txBody>
                    <a:bodyPr/>
                    <a:lstStyle/>
                    <a:p>
                      <a:pPr algn="ctr" rtl="0" fontAlgn="ctr"/>
                      <a:r>
                        <a:rPr lang="en-US" sz="1000" b="1" i="0" u="none" strike="noStrike">
                          <a:solidFill>
                            <a:schemeClr val="tx1"/>
                          </a:solidFill>
                          <a:effectLst/>
                          <a:latin typeface="+mj-lt"/>
                          <a:cs typeface="Arial"/>
                        </a:rPr>
                        <a:t>1L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1FB"/>
                    </a:solidFill>
                  </a:tcPr>
                </a:tc>
                <a:tc>
                  <a:txBody>
                    <a:bodyPr/>
                    <a:lstStyle/>
                    <a:p>
                      <a:pPr algn="ctr" rtl="0" fontAlgn="ctr"/>
                      <a:r>
                        <a:rPr lang="en-US" sz="800" b="1" i="0" u="none" strike="noStrike">
                          <a:solidFill>
                            <a:schemeClr val="tx1"/>
                          </a:solidFill>
                          <a:effectLst/>
                          <a:latin typeface="+mj-lt"/>
                          <a:cs typeface="Arial"/>
                        </a:rPr>
                        <a:t>Primary ITT​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Tislelizumab Plus Platinum and Etoposide Versus Placebo Plus Platinum and Etoposide as 1L Treatment for Extensive-Stage Small-Cell Lung Cancer: PROs in the RATIONALE-312 Trial​</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kern="1200">
                          <a:solidFill>
                            <a:schemeClr val="tx1"/>
                          </a:solidFill>
                          <a:effectLst/>
                          <a:latin typeface="+mj-lt"/>
                          <a:ea typeface="+mn-ea"/>
                          <a:cs typeface="Arial" panose="020B0604020202020204" pitchFamily="34" charset="0"/>
                        </a:rPr>
                        <a:t>Accepted as poster;</a:t>
                      </a:r>
                    </a:p>
                    <a:p>
                      <a:pPr algn="l" rtl="0" fontAlgn="ctr"/>
                      <a:r>
                        <a:rPr lang="en-US" sz="800" u="none" kern="1200">
                          <a:solidFill>
                            <a:schemeClr val="tx1"/>
                          </a:solidFill>
                          <a:latin typeface="+mj-lt"/>
                          <a:ea typeface="+mn-ea"/>
                          <a:cs typeface="Arial" panose="020B0604020202020204" pitchFamily="34" charset="0"/>
                        </a:rPr>
                        <a:t>Expected Manuscript: Q2 2025</a:t>
                      </a:r>
                      <a:r>
                        <a:rPr lang="en-US" sz="800" b="0" i="0" u="none" strike="noStrike">
                          <a:solidFill>
                            <a:schemeClr val="tx1"/>
                          </a:solidFill>
                          <a:effectLst/>
                          <a:latin typeface="+mj-lt"/>
                          <a:hlinkClick r:id="rId6">
                            <a:extLst>
                              <a:ext uri="{A12FA001-AC4F-418D-AE19-62706E023703}">
                                <ahyp:hlinkClr xmlns:ahyp="http://schemas.microsoft.com/office/drawing/2018/hyperlinkcolor" val="tx"/>
                              </a:ext>
                            </a:extLst>
                          </a:hlinkClick>
                        </a:rPr>
                        <a:t>​</a:t>
                      </a:r>
                      <a:endParaRPr lang="en-US" sz="800" b="0" i="0" u="none" strike="noStrike">
                        <a:solidFill>
                          <a:schemeClr val="tx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a:txBody>
                    <a:bodyPr/>
                    <a:lstStyle/>
                    <a:p>
                      <a:pPr algn="ctr" rtl="0" fontAlgn="ctr"/>
                      <a:r>
                        <a:rPr lang="en-US" sz="1100" b="1" i="0" u="none" strike="noStrike">
                          <a:solidFill>
                            <a:schemeClr val="tx1"/>
                          </a:solidFill>
                          <a:effectLst/>
                          <a:latin typeface="+mj-lt"/>
                          <a:cs typeface="Arial"/>
                        </a:rPr>
                        <a:t>S:1</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39892617"/>
                  </a:ext>
                </a:extLst>
              </a:tr>
              <a:tr h="198468">
                <a:tc vMerge="1">
                  <a:txBody>
                    <a:bodyPr/>
                    <a:lstStyle/>
                    <a:p>
                      <a:endParaRPr lang="en-GB"/>
                    </a:p>
                  </a:txBody>
                  <a:tcPr/>
                </a:tc>
                <a:tc>
                  <a:txBody>
                    <a:bodyPr/>
                    <a:lstStyle/>
                    <a:p>
                      <a:pPr algn="ctr" rtl="0" fontAlgn="ctr"/>
                      <a:r>
                        <a:rPr lang="en-US" sz="800" b="1" i="0" u="none" strike="noStrike">
                          <a:solidFill>
                            <a:schemeClr val="tx1"/>
                          </a:solidFill>
                          <a:effectLst/>
                          <a:latin typeface="+mj-lt"/>
                          <a:cs typeface="Arial"/>
                        </a:rPr>
                        <a:t>Post-hoc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Overall Survival (OS) Long Term Follow Up (LTFU) in 1L ES-SCLC / RATIONALE-312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kern="1200">
                          <a:solidFill>
                            <a:schemeClr val="tx1"/>
                          </a:solidFill>
                          <a:effectLst/>
                          <a:latin typeface="+mj-lt"/>
                          <a:ea typeface="+mn-ea"/>
                          <a:cs typeface="+mn-cs"/>
                        </a:rPr>
                        <a:t>Planned for ESMO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100" b="1" i="0" u="none" strike="noStrike">
                          <a:solidFill>
                            <a:schemeClr val="tx1"/>
                          </a:solidFill>
                          <a:effectLst/>
                          <a:latin typeface="+mj-lt"/>
                          <a:cs typeface="Arial"/>
                        </a:rPr>
                        <a:t>S:2</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4366216"/>
                  </a:ext>
                </a:extLst>
              </a:tr>
              <a:tr h="198468">
                <a:tc vMerge="1">
                  <a:txBody>
                    <a:bodyPr/>
                    <a:lstStyle/>
                    <a:p>
                      <a:endParaRPr lang="en-GB"/>
                    </a:p>
                  </a:txBody>
                  <a:tcPr/>
                </a:tc>
                <a:tc>
                  <a:txBody>
                    <a:bodyPr/>
                    <a:lstStyle/>
                    <a:p>
                      <a:pPr algn="ctr" rtl="0" fontAlgn="ctr"/>
                      <a:r>
                        <a:rPr lang="en-US" sz="800" b="1" i="0" u="none" strike="noStrike">
                          <a:solidFill>
                            <a:schemeClr val="tx1"/>
                          </a:solidFill>
                          <a:effectLst/>
                          <a:latin typeface="+mj-lt"/>
                          <a:cs typeface="Arial"/>
                        </a:rPr>
                        <a:t>Post-hoc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Transportability of RATIONALE-312 trial outcomes to the European patient population in the first-line extensive-stage small cell lung cancer setting​</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Planned for ESMO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100" b="1" i="0" u="none" strike="noStrike">
                          <a:solidFill>
                            <a:schemeClr val="tx1"/>
                          </a:solidFill>
                          <a:effectLst/>
                          <a:latin typeface="+mj-lt"/>
                          <a:cs typeface="Arial"/>
                        </a:rPr>
                        <a:t>S:3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48243163"/>
                  </a:ext>
                </a:extLst>
              </a:tr>
              <a:tr h="198468">
                <a:tc vMerge="1">
                  <a:txBody>
                    <a:bodyPr/>
                    <a:lstStyle/>
                    <a:p>
                      <a:endParaRPr lang="en-US"/>
                    </a:p>
                  </a:txBody>
                  <a:tcPr/>
                </a:tc>
                <a:tc>
                  <a:txBody>
                    <a:bodyPr/>
                    <a:lstStyle/>
                    <a:p>
                      <a:pPr algn="ctr" rtl="0" fontAlgn="ctr"/>
                      <a:r>
                        <a:rPr lang="en-US" sz="800" b="1" i="0" u="none" strike="noStrike">
                          <a:solidFill>
                            <a:schemeClr val="tx1"/>
                          </a:solidFill>
                          <a:effectLst/>
                          <a:latin typeface="+mj-lt"/>
                          <a:cs typeface="Arial"/>
                        </a:rPr>
                        <a:t>Post-hoc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Secondary analysis of RATIONALE-312 on TMB and other biomarkers</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Planned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100" b="1" i="0" u="none" strike="noStrike">
                          <a:solidFill>
                            <a:schemeClr val="tx1"/>
                          </a:solidFill>
                          <a:effectLst/>
                          <a:latin typeface="+mj-lt"/>
                          <a:cs typeface="Arial"/>
                        </a:rPr>
                        <a:t>S:4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52667837"/>
                  </a:ext>
                </a:extLst>
              </a:tr>
              <a:tr h="317549">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cs typeface="Arial"/>
                        </a:rPr>
                        <a:t>ITC​</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Joint Model to assess associations between longitudinal data and time-to-event data​</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rtl="0" fontAlgn="ctr"/>
                      <a:r>
                        <a:rPr lang="en-US" sz="800" b="0" i="0" u="none" strike="noStrike">
                          <a:solidFill>
                            <a:schemeClr val="tx1"/>
                          </a:solidFill>
                          <a:effectLst/>
                          <a:latin typeface="+mj-lt"/>
                        </a:rPr>
                        <a:t>Planned</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100" b="1" i="0" u="none" strike="noStrike">
                          <a:solidFill>
                            <a:schemeClr val="tx1"/>
                          </a:solidFill>
                          <a:effectLst/>
                          <a:latin typeface="+mj-lt"/>
                          <a:cs typeface="Arial"/>
                        </a:rPr>
                        <a:t>S:5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67100968"/>
                  </a:ext>
                </a:extLst>
              </a:tr>
              <a:tr h="198468">
                <a:tc vMerge="1">
                  <a:txBody>
                    <a:bodyPr/>
                    <a:lstStyle/>
                    <a:p>
                      <a:endParaRPr/>
                    </a:p>
                  </a:txBody>
                  <a:tcPr marL="45720" marR="45720" anchor="ctr">
                    <a:lnL w="6350" cap="flat" cmpd="sng" algn="ctr">
                      <a:solidFill>
                        <a:srgbClr val="283349"/>
                      </a:solidFill>
                      <a:prstDash val="solid"/>
                      <a:round/>
                      <a:headEnd type="none" w="med" len="med"/>
                      <a:tailEnd type="none" w="med" len="med"/>
                    </a:lnL>
                    <a:lnR w="6350" cap="flat" cmpd="sng" algn="ctr">
                      <a:solidFill>
                        <a:srgbClr val="283349"/>
                      </a:solidFill>
                      <a:prstDash val="solid"/>
                      <a:round/>
                      <a:headEnd type="none" w="med" len="med"/>
                      <a:tailEnd type="none" w="med" len="med"/>
                    </a:lnR>
                    <a:lnT w="6350" cap="flat" cmpd="sng" algn="ctr">
                      <a:solidFill>
                        <a:srgbClr val="283349"/>
                      </a:solidFill>
                      <a:prstDash val="solid"/>
                      <a:round/>
                      <a:headEnd type="none" w="med" len="med"/>
                      <a:tailEnd type="none" w="med" len="med"/>
                    </a:lnT>
                    <a:lnB w="6350" cap="flat" cmpd="sng" algn="ctr">
                      <a:solidFill>
                        <a:srgbClr val="283349"/>
                      </a:solidFill>
                      <a:prstDash val="solid"/>
                      <a:round/>
                      <a:headEnd type="none" w="med" len="med"/>
                      <a:tailEnd type="none" w="med" len="med"/>
                    </a:lnB>
                    <a:noFill/>
                  </a:tcPr>
                </a:tc>
                <a:tc>
                  <a:txBody>
                    <a:bodyPr/>
                    <a:lstStyle/>
                    <a:p>
                      <a:pPr algn="ctr" rtl="0" fontAlgn="ctr"/>
                      <a:r>
                        <a:rPr lang="en-US" sz="800" b="1" i="0" u="none" strike="noStrike">
                          <a:solidFill>
                            <a:schemeClr val="tx1"/>
                          </a:solidFill>
                          <a:effectLst/>
                          <a:latin typeface="+mj-lt"/>
                          <a:cs typeface="Arial"/>
                        </a:rPr>
                        <a:t>SLR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800" b="0" i="0" u="none" strike="noStrike">
                          <a:solidFill>
                            <a:schemeClr val="tx1"/>
                          </a:solidFill>
                          <a:effectLst/>
                          <a:latin typeface="+mj-lt"/>
                        </a:rPr>
                        <a:t>Systematic literature review of economic burden and clinical in 1L ES-SCLC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j-lt"/>
                          <a:ea typeface="+mn-ea"/>
                          <a:cs typeface="+mn-cs"/>
                        </a:rPr>
                        <a:t>Planned for ISPOR EU 2025</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3C8"/>
                    </a:solidFill>
                  </a:tcPr>
                </a:tc>
                <a:tc>
                  <a:txBody>
                    <a:bodyPr/>
                    <a:lstStyle/>
                    <a:p>
                      <a:pPr algn="ctr" rtl="0" fontAlgn="ctr"/>
                      <a:r>
                        <a:rPr lang="en-US" sz="1100" b="1" i="0" u="none" strike="noStrike">
                          <a:solidFill>
                            <a:schemeClr val="tx1"/>
                          </a:solidFill>
                          <a:effectLst/>
                          <a:latin typeface="+mj-lt"/>
                          <a:cs typeface="Arial"/>
                        </a:rPr>
                        <a:t>S:6</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44104616"/>
                  </a:ext>
                </a:extLst>
              </a:tr>
            </a:tbl>
          </a:graphicData>
        </a:graphic>
      </p:graphicFrame>
      <p:sp>
        <p:nvSpPr>
          <p:cNvPr id="26" name="TextBox 25">
            <a:extLst>
              <a:ext uri="{FF2B5EF4-FFF2-40B4-BE49-F238E27FC236}">
                <a16:creationId xmlns:a16="http://schemas.microsoft.com/office/drawing/2014/main" id="{D91F5EA1-6A70-9B84-D56F-979F428E2C5E}"/>
              </a:ext>
            </a:extLst>
          </p:cNvPr>
          <p:cNvSpPr txBox="1"/>
          <p:nvPr/>
        </p:nvSpPr>
        <p:spPr>
          <a:xfrm>
            <a:off x="6937340" y="6534835"/>
            <a:ext cx="4681533" cy="3231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Poppins"/>
                <a:ea typeface="+mn-ea"/>
                <a:cs typeface="+mn-cs"/>
              </a:rPr>
              <a:t>Key: 	       : Planned                 : Ongoing              : Completed</a:t>
            </a:r>
          </a:p>
        </p:txBody>
      </p:sp>
      <p:sp>
        <p:nvSpPr>
          <p:cNvPr id="27" name="Rectangle 26">
            <a:extLst>
              <a:ext uri="{FF2B5EF4-FFF2-40B4-BE49-F238E27FC236}">
                <a16:creationId xmlns:a16="http://schemas.microsoft.com/office/drawing/2014/main" id="{22A424F4-4C44-28BD-F64E-95FE71DA1284}"/>
              </a:ext>
            </a:extLst>
          </p:cNvPr>
          <p:cNvSpPr/>
          <p:nvPr/>
        </p:nvSpPr>
        <p:spPr>
          <a:xfrm>
            <a:off x="8306128" y="6585927"/>
            <a:ext cx="248743" cy="220980"/>
          </a:xfrm>
          <a:prstGeom prst="rect">
            <a:avLst/>
          </a:prstGeom>
          <a:solidFill>
            <a:srgbClr val="FFFF99"/>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8" name="Rectangle 27">
            <a:extLst>
              <a:ext uri="{FF2B5EF4-FFF2-40B4-BE49-F238E27FC236}">
                <a16:creationId xmlns:a16="http://schemas.microsoft.com/office/drawing/2014/main" id="{11707675-62B5-CC3F-29D1-9B62C9780329}"/>
              </a:ext>
            </a:extLst>
          </p:cNvPr>
          <p:cNvSpPr/>
          <p:nvPr/>
        </p:nvSpPr>
        <p:spPr>
          <a:xfrm>
            <a:off x="7362548" y="6585927"/>
            <a:ext cx="248743" cy="220980"/>
          </a:xfrm>
          <a:prstGeom prst="rect">
            <a:avLst/>
          </a:prstGeom>
          <a:solidFill>
            <a:srgbClr val="FFE3C8"/>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9" name="Rectangle 28">
            <a:extLst>
              <a:ext uri="{FF2B5EF4-FFF2-40B4-BE49-F238E27FC236}">
                <a16:creationId xmlns:a16="http://schemas.microsoft.com/office/drawing/2014/main" id="{C187C31A-E06F-C2BE-845B-5D462A8B755C}"/>
              </a:ext>
            </a:extLst>
          </p:cNvPr>
          <p:cNvSpPr/>
          <p:nvPr/>
        </p:nvSpPr>
        <p:spPr>
          <a:xfrm>
            <a:off x="9203604" y="6585927"/>
            <a:ext cx="248743" cy="220980"/>
          </a:xfrm>
          <a:prstGeom prst="rect">
            <a:avLst/>
          </a:prstGeom>
          <a:solidFill>
            <a:srgbClr val="B0DD7F"/>
          </a:solidFill>
          <a:ln>
            <a:solidFill>
              <a:srgbClr val="283349"/>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fontScale="55000" lnSpcReduction="20000"/>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2" name="Footer Placeholder 3">
            <a:extLst>
              <a:ext uri="{FF2B5EF4-FFF2-40B4-BE49-F238E27FC236}">
                <a16:creationId xmlns:a16="http://schemas.microsoft.com/office/drawing/2014/main" id="{7A91FAC5-A40D-AB5D-118A-376E3B4F0464}"/>
              </a:ext>
            </a:extLst>
          </p:cNvPr>
          <p:cNvSpPr txBox="1">
            <a:spLocks/>
          </p:cNvSpPr>
          <p:nvPr/>
        </p:nvSpPr>
        <p:spPr>
          <a:xfrm>
            <a:off x="358337" y="6382512"/>
            <a:ext cx="6579004" cy="365760"/>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90000"/>
              </a:lnSpc>
              <a:spcBef>
                <a:spcPts val="300"/>
              </a:spcBef>
              <a:defRPr/>
            </a:pPr>
            <a:r>
              <a:rPr lang="en-US" sz="700">
                <a:solidFill>
                  <a:srgbClr val="000000">
                    <a:lumMod val="65000"/>
                    <a:lumOff val="35000"/>
                  </a:srgbClr>
                </a:solidFill>
                <a:latin typeface="Poppins"/>
              </a:rPr>
              <a:t>Note: ES-SCLC: Extensive Stage Small cell lung cancer;; PBO: Placebo; HRQoL: Health-related Quality of Life; ITC: Indirect Treatment Comparison; ITT: Intention to Treat; PRO: Patient-reported Outcome; CT: Chemotherapy; Neo/adj: Neoadjuvant/adjuvant; NW: Northwest Europe</a:t>
            </a:r>
            <a:endParaRPr lang="en-US" sz="800"/>
          </a:p>
          <a:p>
            <a:pPr>
              <a:lnSpc>
                <a:spcPct val="90000"/>
              </a:lnSpc>
              <a:spcBef>
                <a:spcPts val="300"/>
              </a:spcBef>
              <a:defRPr/>
            </a:pPr>
            <a:endParaRPr lang="en-US" sz="700">
              <a:solidFill>
                <a:srgbClr val="000000">
                  <a:lumMod val="65000"/>
                  <a:lumOff val="35000"/>
                </a:srgbClr>
              </a:solidFill>
              <a:latin typeface="Poppins"/>
            </a:endParaRPr>
          </a:p>
        </p:txBody>
      </p:sp>
    </p:spTree>
    <p:extLst>
      <p:ext uri="{BB962C8B-B14F-4D97-AF65-F5344CB8AC3E}">
        <p14:creationId xmlns:p14="http://schemas.microsoft.com/office/powerpoint/2010/main" val="37938691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1C82D-18E6-F42B-698D-D248377F3F6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14136E8-914C-68B3-45AD-C428DAF823A3}"/>
              </a:ext>
            </a:extLst>
          </p:cNvPr>
          <p:cNvGraphicFramePr>
            <a:graphicFrameLocks noChangeAspect="1"/>
          </p:cNvGraphicFramePr>
          <p:nvPr>
            <p:custDataLst>
              <p:tags r:id="rId1"/>
            </p:custDataLst>
            <p:extLst>
              <p:ext uri="{D42A27DB-BD31-4B8C-83A1-F6EECF244321}">
                <p14:modId xmlns:p14="http://schemas.microsoft.com/office/powerpoint/2010/main" val="16177171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5" name="think-cell data - do not delete" hidden="1">
                        <a:extLst>
                          <a:ext uri="{FF2B5EF4-FFF2-40B4-BE49-F238E27FC236}">
                            <a16:creationId xmlns:a16="http://schemas.microsoft.com/office/drawing/2014/main" id="{C14136E8-914C-68B3-45AD-C428DAF823A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762FA40-AA95-08DA-24F3-7FAF7BE76D6D}"/>
              </a:ext>
            </a:extLst>
          </p:cNvPr>
          <p:cNvSpPr>
            <a:spLocks noGrp="1"/>
          </p:cNvSpPr>
          <p:nvPr>
            <p:ph type="title"/>
          </p:nvPr>
        </p:nvSpPr>
        <p:spPr>
          <a:xfrm>
            <a:off x="358337" y="271427"/>
            <a:ext cx="11470125" cy="800219"/>
          </a:xfrm>
        </p:spPr>
        <p:txBody>
          <a:bodyPr vert="horz"/>
          <a:lstStyle/>
          <a:p>
            <a:r>
              <a:rPr lang="en-US" sz="2400"/>
              <a:t>Current Tislelizumab IIT Program Landscape </a:t>
            </a:r>
            <a:br>
              <a:rPr lang="en-US"/>
            </a:br>
            <a:endParaRPr lang="en-US"/>
          </a:p>
        </p:txBody>
      </p:sp>
      <p:graphicFrame>
        <p:nvGraphicFramePr>
          <p:cNvPr id="8" name="Content Placeholder 7">
            <a:extLst>
              <a:ext uri="{FF2B5EF4-FFF2-40B4-BE49-F238E27FC236}">
                <a16:creationId xmlns:a16="http://schemas.microsoft.com/office/drawing/2014/main" id="{A9FDF302-75D9-B22F-C590-7C2060BEE01F}"/>
              </a:ext>
            </a:extLst>
          </p:cNvPr>
          <p:cNvGraphicFramePr>
            <a:graphicFrameLocks noGrp="1"/>
          </p:cNvGraphicFramePr>
          <p:nvPr>
            <p:ph idx="1"/>
          </p:nvPr>
        </p:nvGraphicFramePr>
        <p:xfrm>
          <a:off x="358337" y="1323757"/>
          <a:ext cx="11679629" cy="4958447"/>
        </p:xfrm>
        <a:graphic>
          <a:graphicData uri="http://schemas.openxmlformats.org/drawingml/2006/table">
            <a:tbl>
              <a:tblPr>
                <a:tableStyleId>{793D81CF-94F2-401A-BA57-92F5A7B2D0C5}</a:tableStyleId>
              </a:tblPr>
              <a:tblGrid>
                <a:gridCol w="974074">
                  <a:extLst>
                    <a:ext uri="{9D8B030D-6E8A-4147-A177-3AD203B41FA5}">
                      <a16:colId xmlns:a16="http://schemas.microsoft.com/office/drawing/2014/main" val="3999655006"/>
                    </a:ext>
                  </a:extLst>
                </a:gridCol>
                <a:gridCol w="6044122">
                  <a:extLst>
                    <a:ext uri="{9D8B030D-6E8A-4147-A177-3AD203B41FA5}">
                      <a16:colId xmlns:a16="http://schemas.microsoft.com/office/drawing/2014/main" val="2277667026"/>
                    </a:ext>
                  </a:extLst>
                </a:gridCol>
                <a:gridCol w="1066280">
                  <a:extLst>
                    <a:ext uri="{9D8B030D-6E8A-4147-A177-3AD203B41FA5}">
                      <a16:colId xmlns:a16="http://schemas.microsoft.com/office/drawing/2014/main" val="1993898791"/>
                    </a:ext>
                  </a:extLst>
                </a:gridCol>
                <a:gridCol w="1390918">
                  <a:extLst>
                    <a:ext uri="{9D8B030D-6E8A-4147-A177-3AD203B41FA5}">
                      <a16:colId xmlns:a16="http://schemas.microsoft.com/office/drawing/2014/main" val="3340894082"/>
                    </a:ext>
                  </a:extLst>
                </a:gridCol>
                <a:gridCol w="506967">
                  <a:extLst>
                    <a:ext uri="{9D8B030D-6E8A-4147-A177-3AD203B41FA5}">
                      <a16:colId xmlns:a16="http://schemas.microsoft.com/office/drawing/2014/main" val="706523607"/>
                    </a:ext>
                  </a:extLst>
                </a:gridCol>
                <a:gridCol w="533999">
                  <a:extLst>
                    <a:ext uri="{9D8B030D-6E8A-4147-A177-3AD203B41FA5}">
                      <a16:colId xmlns:a16="http://schemas.microsoft.com/office/drawing/2014/main" val="1983893204"/>
                    </a:ext>
                  </a:extLst>
                </a:gridCol>
                <a:gridCol w="480024">
                  <a:extLst>
                    <a:ext uri="{9D8B030D-6E8A-4147-A177-3AD203B41FA5}">
                      <a16:colId xmlns:a16="http://schemas.microsoft.com/office/drawing/2014/main" val="3573951723"/>
                    </a:ext>
                  </a:extLst>
                </a:gridCol>
                <a:gridCol w="683245">
                  <a:extLst>
                    <a:ext uri="{9D8B030D-6E8A-4147-A177-3AD203B41FA5}">
                      <a16:colId xmlns:a16="http://schemas.microsoft.com/office/drawing/2014/main" val="392423582"/>
                    </a:ext>
                  </a:extLst>
                </a:gridCol>
              </a:tblGrid>
              <a:tr h="266734">
                <a:tc>
                  <a:txBody>
                    <a:bodyPr/>
                    <a:lstStyle/>
                    <a:p>
                      <a:pPr algn="ctr" fontAlgn="b"/>
                      <a:r>
                        <a:rPr lang="en-US" sz="1050" b="1" i="0" u="none" strike="noStrike">
                          <a:solidFill>
                            <a:schemeClr val="bg1"/>
                          </a:solidFill>
                          <a:effectLst/>
                          <a:latin typeface="Aptos Narrow" panose="020B0004020202020204" pitchFamily="34" charset="0"/>
                        </a:rPr>
                        <a:t>SIs</a:t>
                      </a:r>
                    </a:p>
                  </a:txBody>
                  <a:tcPr marL="5062" marR="5062" marT="5062" marB="0" anchor="ctr">
                    <a:solidFill>
                      <a:schemeClr val="tx2"/>
                    </a:solidFill>
                  </a:tcPr>
                </a:tc>
                <a:tc>
                  <a:txBody>
                    <a:bodyPr/>
                    <a:lstStyle/>
                    <a:p>
                      <a:pPr algn="ctr" fontAlgn="b"/>
                      <a:r>
                        <a:rPr lang="en-US" sz="1050" b="1" u="none" strike="noStrike">
                          <a:solidFill>
                            <a:schemeClr val="bg1"/>
                          </a:solidFill>
                          <a:effectLst/>
                        </a:rPr>
                        <a:t>IIT Description</a:t>
                      </a:r>
                      <a:endParaRPr lang="en-US" sz="1050" b="1" i="0" u="none" strike="noStrike">
                        <a:solidFill>
                          <a:schemeClr val="bg1"/>
                        </a:solidFill>
                        <a:effectLst/>
                        <a:latin typeface="Aptos Narrow" panose="020B0004020202020204" pitchFamily="34" charset="0"/>
                      </a:endParaRPr>
                    </a:p>
                  </a:txBody>
                  <a:tcPr marL="5062" marR="5062" marT="5062" marB="0">
                    <a:solidFill>
                      <a:schemeClr val="tx2"/>
                    </a:solidFill>
                  </a:tcPr>
                </a:tc>
                <a:tc>
                  <a:txBody>
                    <a:bodyPr/>
                    <a:lstStyle/>
                    <a:p>
                      <a:pPr algn="ctr" fontAlgn="b"/>
                      <a:r>
                        <a:rPr lang="en-US" sz="1050" b="1" u="none" strike="noStrike">
                          <a:solidFill>
                            <a:schemeClr val="bg1"/>
                          </a:solidFill>
                          <a:effectLst/>
                        </a:rPr>
                        <a:t>PI</a:t>
                      </a:r>
                      <a:endParaRPr lang="en-US" sz="1050" b="1" i="0" u="none" strike="noStrike">
                        <a:solidFill>
                          <a:schemeClr val="bg1"/>
                        </a:solidFill>
                        <a:effectLst/>
                        <a:latin typeface="Aptos Narrow" panose="020B0004020202020204" pitchFamily="34" charset="0"/>
                      </a:endParaRPr>
                    </a:p>
                  </a:txBody>
                  <a:tcPr marL="5062" marR="5062" marT="5062" marB="0">
                    <a:solidFill>
                      <a:schemeClr val="tx2"/>
                    </a:solidFill>
                  </a:tcPr>
                </a:tc>
                <a:tc>
                  <a:txBody>
                    <a:bodyPr/>
                    <a:lstStyle/>
                    <a:p>
                      <a:pPr algn="ctr" fontAlgn="b"/>
                      <a:r>
                        <a:rPr lang="en-US" sz="1050" b="1" u="none" strike="noStrike">
                          <a:solidFill>
                            <a:schemeClr val="bg1"/>
                          </a:solidFill>
                          <a:effectLst/>
                        </a:rPr>
                        <a:t>Institution </a:t>
                      </a:r>
                      <a:endParaRPr lang="en-US" sz="1050" b="1" i="0" u="none" strike="noStrike">
                        <a:solidFill>
                          <a:schemeClr val="bg1"/>
                        </a:solidFill>
                        <a:effectLst/>
                        <a:latin typeface="Aptos Narrow" panose="020B0004020202020204" pitchFamily="34" charset="0"/>
                      </a:endParaRPr>
                    </a:p>
                  </a:txBody>
                  <a:tcPr marL="5062" marR="5062" marT="5062" marB="0">
                    <a:solidFill>
                      <a:schemeClr val="tx2"/>
                    </a:solidFill>
                  </a:tcPr>
                </a:tc>
                <a:tc>
                  <a:txBody>
                    <a:bodyPr/>
                    <a:lstStyle/>
                    <a:p>
                      <a:pPr algn="ctr" fontAlgn="b"/>
                      <a:r>
                        <a:rPr lang="en-US" sz="1050" b="1" u="none" strike="noStrike">
                          <a:solidFill>
                            <a:schemeClr val="bg1"/>
                          </a:solidFill>
                          <a:effectLst/>
                        </a:rPr>
                        <a:t>Tumor Type</a:t>
                      </a:r>
                      <a:endParaRPr lang="en-US" sz="1050" b="1" i="0" u="none" strike="noStrike">
                        <a:solidFill>
                          <a:schemeClr val="bg1"/>
                        </a:solidFill>
                        <a:effectLst/>
                        <a:latin typeface="Aptos Narrow" panose="020B0004020202020204" pitchFamily="34" charset="0"/>
                      </a:endParaRPr>
                    </a:p>
                  </a:txBody>
                  <a:tcPr marL="5062" marR="5062" marT="5062" marB="0">
                    <a:solidFill>
                      <a:schemeClr val="tx2"/>
                    </a:solidFill>
                  </a:tcPr>
                </a:tc>
                <a:tc>
                  <a:txBody>
                    <a:bodyPr/>
                    <a:lstStyle/>
                    <a:p>
                      <a:pPr algn="ctr" fontAlgn="b"/>
                      <a:r>
                        <a:rPr lang="en-US" sz="1050" b="1" i="0" u="none" strike="noStrike">
                          <a:solidFill>
                            <a:schemeClr val="bg1"/>
                          </a:solidFill>
                          <a:effectLst/>
                          <a:latin typeface="+mn-lt"/>
                        </a:rPr>
                        <a:t>Region</a:t>
                      </a:r>
                      <a:r>
                        <a:rPr lang="en-US" sz="1050" b="1" i="1" u="none" strike="noStrike">
                          <a:solidFill>
                            <a:schemeClr val="bg1"/>
                          </a:solidFill>
                          <a:effectLst/>
                          <a:latin typeface="Aptos Narrow" panose="020B0004020202020204" pitchFamily="34" charset="0"/>
                        </a:rPr>
                        <a:t> </a:t>
                      </a:r>
                    </a:p>
                  </a:txBody>
                  <a:tcPr marL="5062" marR="5062" marT="5062" marB="0">
                    <a:solidFill>
                      <a:schemeClr val="tx2"/>
                    </a:solidFill>
                  </a:tcPr>
                </a:tc>
                <a:tc>
                  <a:txBody>
                    <a:bodyPr/>
                    <a:lstStyle/>
                    <a:p>
                      <a:pPr algn="ctr" fontAlgn="b"/>
                      <a:r>
                        <a:rPr lang="en-US" sz="1050" b="1" u="none" strike="noStrike">
                          <a:solidFill>
                            <a:schemeClr val="bg1"/>
                          </a:solidFill>
                          <a:effectLst/>
                        </a:rPr>
                        <a:t>Status</a:t>
                      </a:r>
                      <a:endParaRPr lang="en-US" sz="1050" b="1" i="1" u="none" strike="noStrike">
                        <a:solidFill>
                          <a:schemeClr val="bg1"/>
                        </a:solidFill>
                        <a:effectLst/>
                        <a:latin typeface="Aptos Narrow" panose="020B0004020202020204" pitchFamily="34" charset="0"/>
                      </a:endParaRPr>
                    </a:p>
                  </a:txBody>
                  <a:tcPr marL="5062" marR="5062" marT="5062" marB="0">
                    <a:solidFill>
                      <a:schemeClr val="tx2"/>
                    </a:solidFill>
                  </a:tcPr>
                </a:tc>
                <a:tc>
                  <a:txBody>
                    <a:bodyPr/>
                    <a:lstStyle/>
                    <a:p>
                      <a:pPr algn="ctr" fontAlgn="b"/>
                      <a:r>
                        <a:rPr lang="en-US" sz="1050" b="1" u="none" strike="noStrike">
                          <a:solidFill>
                            <a:schemeClr val="bg1"/>
                          </a:solidFill>
                          <a:effectLst/>
                        </a:rPr>
                        <a:t>Budget </a:t>
                      </a:r>
                      <a:endParaRPr lang="en-US" sz="1050" b="1" i="0" u="none" strike="noStrike">
                        <a:solidFill>
                          <a:schemeClr val="bg1"/>
                        </a:solidFill>
                        <a:effectLst/>
                        <a:latin typeface="Aptos Narrow" panose="020B0004020202020204" pitchFamily="34" charset="0"/>
                      </a:endParaRPr>
                    </a:p>
                  </a:txBody>
                  <a:tcPr marL="5062" marR="5062" marT="5062" marB="0">
                    <a:solidFill>
                      <a:schemeClr val="tx2"/>
                    </a:solidFill>
                  </a:tcPr>
                </a:tc>
                <a:extLst>
                  <a:ext uri="{0D108BD9-81ED-4DB2-BD59-A6C34878D82A}">
                    <a16:rowId xmlns:a16="http://schemas.microsoft.com/office/drawing/2014/main" val="1778571283"/>
                  </a:ext>
                </a:extLst>
              </a:tr>
              <a:tr h="478576">
                <a:tc rowSpan="4">
                  <a:txBody>
                    <a:bodyPr/>
                    <a:lstStyle/>
                    <a:p>
                      <a:pPr algn="ct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a:t>
                      </a:r>
                      <a:endParaRPr lang="en-US" sz="1400"/>
                    </a:p>
                    <a:p>
                      <a:pPr algn="ctr"/>
                      <a:r>
                        <a:rPr lang="en-US" sz="1000"/>
                        <a:t>Drive </a:t>
                      </a:r>
                    </a:p>
                    <a:p>
                      <a:pPr algn="ctr"/>
                      <a:r>
                        <a:rPr lang="en-US" sz="1000"/>
                        <a:t>Differentiation</a:t>
                      </a:r>
                    </a:p>
                    <a:p>
                      <a:pPr algn="l" fontAlgn="b"/>
                      <a:endParaRPr lang="en-US" sz="1000" b="0" i="0" u="none" strike="noStrike">
                        <a:solidFill>
                          <a:srgbClr val="000000"/>
                        </a:solidFill>
                        <a:effectLst/>
                        <a:latin typeface="Aptos Narrow" panose="020B0004020202020204" pitchFamily="34" charset="0"/>
                      </a:endParaRPr>
                    </a:p>
                  </a:txBody>
                  <a:tcPr marL="5062" marR="5062" marT="5062" marB="0" anchor="ctr">
                    <a:solidFill>
                      <a:schemeClr val="accent5">
                        <a:lumMod val="20000"/>
                        <a:lumOff val="80000"/>
                      </a:schemeClr>
                    </a:solidFill>
                  </a:tcPr>
                </a:tc>
                <a:tc>
                  <a:txBody>
                    <a:bodyPr/>
                    <a:lstStyle/>
                    <a:p>
                      <a:pPr algn="l" fontAlgn="b"/>
                      <a:r>
                        <a:rPr lang="en-US" sz="800" u="none" strike="noStrike">
                          <a:effectLst/>
                        </a:rPr>
                        <a:t>ISR-CL-BGBA317-BGNE-Other-NonBGNE-0034 An Open Label, Single-Arm, Multi-center Phase II Study to Evaluate the Safety and Efficacy of Tislelizumab in Combination with </a:t>
                      </a:r>
                      <a:r>
                        <a:rPr lang="en-US" sz="800" u="none" strike="noStrike" err="1">
                          <a:effectLst/>
                        </a:rPr>
                        <a:t>Zanidatamab</a:t>
                      </a:r>
                      <a:r>
                        <a:rPr lang="en-US" sz="800" u="none" strike="noStrike">
                          <a:effectLst/>
                        </a:rPr>
                        <a:t> as a 2nd line in HER2 Positive Advanced Gastric Cancer in K-Umbrella Trial </a:t>
                      </a:r>
                      <a:r>
                        <a:rPr lang="en-US" sz="800" b="1" u="none" strike="noStrike">
                          <a:effectLst/>
                        </a:rPr>
                        <a:t>(N=20)</a:t>
                      </a:r>
                      <a:endParaRPr lang="en-US" sz="800" b="0" i="0" u="none" strike="noStrike">
                        <a:solidFill>
                          <a:srgbClr val="000000"/>
                        </a:solidFill>
                        <a:effectLst/>
                        <a:latin typeface="Aptos Narrow" panose="020B0004020202020204" pitchFamily="34" charset="0"/>
                      </a:endParaRPr>
                    </a:p>
                  </a:txBody>
                  <a:tcPr marL="5062" marR="5062" marT="5062" marB="0">
                    <a:solidFill>
                      <a:schemeClr val="accent5">
                        <a:lumMod val="20000"/>
                        <a:lumOff val="80000"/>
                      </a:schemeClr>
                    </a:solidFill>
                  </a:tcPr>
                </a:tc>
                <a:tc>
                  <a:txBody>
                    <a:bodyPr/>
                    <a:lstStyle/>
                    <a:p>
                      <a:pPr algn="l" fontAlgn="b"/>
                      <a:r>
                        <a:rPr lang="en-US" sz="900" u="none" strike="noStrike">
                          <a:effectLst/>
                        </a:rPr>
                        <a:t>Rha, Sun Young</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l" fontAlgn="b"/>
                      <a:r>
                        <a:rPr lang="en-US" sz="900" u="none" strike="noStrike">
                          <a:effectLst/>
                        </a:rPr>
                        <a:t>Yonsei Cancer Center </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l" fontAlgn="b"/>
                      <a:r>
                        <a:rPr lang="en-US" sz="900" u="none" strike="noStrike">
                          <a:effectLst/>
                        </a:rPr>
                        <a:t>GC</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900" u="none" strike="noStrike">
                          <a:effectLst/>
                        </a:rPr>
                        <a:t>APEC</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1600">
                          <a:solidFill>
                            <a:srgbClr val="00B050"/>
                          </a:solidFill>
                          <a:sym typeface="Webdings" panose="05030102010509060703" pitchFamily="18" charset="2"/>
                        </a:rPr>
                        <a:t></a:t>
                      </a:r>
                      <a:endParaRPr lang="en-US" sz="1600" b="0" i="1" u="none" strike="noStrike">
                        <a:solidFill>
                          <a:srgbClr val="006100"/>
                        </a:solidFill>
                        <a:effectLst/>
                        <a:latin typeface="Aptos Narrow" panose="020B0004020202020204" pitchFamily="34" charset="0"/>
                      </a:endParaRPr>
                    </a:p>
                  </a:txBody>
                  <a:tcPr marL="5062" marR="5062" marT="5062" marB="0"/>
                </a:tc>
                <a:tc>
                  <a:txBody>
                    <a:bodyPr/>
                    <a:lstStyle/>
                    <a:p>
                      <a:pPr algn="ctr" fontAlgn="b"/>
                      <a:r>
                        <a:rPr lang="en-US" sz="900" u="none" strike="noStrike">
                          <a:effectLst/>
                        </a:rPr>
                        <a:t>$368,444 </a:t>
                      </a:r>
                      <a:endParaRPr lang="en-US" sz="900" b="0" i="0" u="none" strike="noStrike">
                        <a:solidFill>
                          <a:srgbClr val="000000"/>
                        </a:solidFill>
                        <a:effectLst/>
                        <a:latin typeface="Aptos Narrow" panose="020B0004020202020204" pitchFamily="34" charset="0"/>
                      </a:endParaRPr>
                    </a:p>
                  </a:txBody>
                  <a:tcPr marL="5062" marR="5062" marT="5062" marB="0"/>
                </a:tc>
                <a:extLst>
                  <a:ext uri="{0D108BD9-81ED-4DB2-BD59-A6C34878D82A}">
                    <a16:rowId xmlns:a16="http://schemas.microsoft.com/office/drawing/2014/main" val="3719096969"/>
                  </a:ext>
                </a:extLst>
              </a:tr>
              <a:tr h="341757">
                <a:tc vMerge="1">
                  <a:txBody>
                    <a:bodyPr/>
                    <a:lstStyle/>
                    <a:p>
                      <a:pPr algn="l" fontAlgn="b"/>
                      <a:endParaRPr lang="en-US" sz="800" b="0" i="0" u="none" strike="noStrike">
                        <a:solidFill>
                          <a:srgbClr val="000000"/>
                        </a:solidFill>
                        <a:effectLst/>
                        <a:latin typeface="Aptos Narrow" panose="020B0004020202020204" pitchFamily="34" charset="0"/>
                      </a:endParaRPr>
                    </a:p>
                  </a:txBody>
                  <a:tcPr marL="5062" marR="5062" marT="5062" marB="0">
                    <a:solidFill>
                      <a:schemeClr val="accent5">
                        <a:lumMod val="20000"/>
                        <a:lumOff val="80000"/>
                      </a:schemeClr>
                    </a:solidFill>
                  </a:tcPr>
                </a:tc>
                <a:tc>
                  <a:txBody>
                    <a:bodyPr/>
                    <a:lstStyle/>
                    <a:p>
                      <a:pPr algn="l" fontAlgn="b"/>
                      <a:r>
                        <a:rPr lang="en-US" sz="800" u="none" strike="noStrike">
                          <a:effectLst/>
                        </a:rPr>
                        <a:t>Neoadjuvant chemo-immunotherapy for stage III PD-L1 positive Non-Small Cell Lung Cancer (NSCLC) </a:t>
                      </a:r>
                      <a:r>
                        <a:rPr lang="en-US" sz="800" b="1" u="none" strike="noStrike">
                          <a:effectLst/>
                        </a:rPr>
                        <a:t>(N=30)</a:t>
                      </a:r>
                      <a:endParaRPr lang="en-US" sz="800" b="0" i="0" u="none" strike="noStrike">
                        <a:solidFill>
                          <a:srgbClr val="000000"/>
                        </a:solidFill>
                        <a:effectLst/>
                        <a:latin typeface="Aptos Narrow" panose="020B0004020202020204" pitchFamily="34" charset="0"/>
                      </a:endParaRPr>
                    </a:p>
                  </a:txBody>
                  <a:tcPr marL="5062" marR="5062" marT="5062" marB="0">
                    <a:solidFill>
                      <a:schemeClr val="accent5">
                        <a:lumMod val="20000"/>
                        <a:lumOff val="80000"/>
                      </a:schemeClr>
                    </a:solidFill>
                  </a:tcPr>
                </a:tc>
                <a:tc>
                  <a:txBody>
                    <a:bodyPr/>
                    <a:lstStyle/>
                    <a:p>
                      <a:pPr algn="l" fontAlgn="b"/>
                      <a:r>
                        <a:rPr lang="en-US" sz="900" u="none" strike="noStrike" err="1">
                          <a:effectLst/>
                        </a:rPr>
                        <a:t>Cappuzzo</a:t>
                      </a:r>
                      <a:r>
                        <a:rPr lang="en-US" sz="900" u="none" strike="noStrike">
                          <a:effectLst/>
                        </a:rPr>
                        <a:t>, Federico </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l" fontAlgn="b"/>
                      <a:r>
                        <a:rPr lang="en-US" sz="900" u="none" strike="noStrike">
                          <a:effectLst/>
                        </a:rPr>
                        <a:t>Regina Elena National Cancer Institute</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l" fontAlgn="b"/>
                      <a:r>
                        <a:rPr lang="en-US" sz="900" u="none" strike="noStrike">
                          <a:effectLst/>
                        </a:rPr>
                        <a:t>NSCLC</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900" u="none" strike="noStrike">
                          <a:effectLst/>
                        </a:rPr>
                        <a:t>EU</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1200" b="1">
                          <a:sym typeface="Webdings" panose="05030102010509060703" pitchFamily="18" charset="2"/>
                        </a:rPr>
                        <a:t></a:t>
                      </a:r>
                      <a:endParaRPr lang="en-US" sz="12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900" u="none" strike="noStrike">
                          <a:effectLst/>
                        </a:rPr>
                        <a:t>$732,236 </a:t>
                      </a:r>
                      <a:endParaRPr lang="en-US" sz="900" b="0" i="0" u="none" strike="noStrike">
                        <a:solidFill>
                          <a:srgbClr val="000000"/>
                        </a:solidFill>
                        <a:effectLst/>
                        <a:latin typeface="Aptos Narrow" panose="020B0004020202020204" pitchFamily="34" charset="0"/>
                      </a:endParaRPr>
                    </a:p>
                  </a:txBody>
                  <a:tcPr marL="5062" marR="5062" marT="5062" marB="0"/>
                </a:tc>
                <a:extLst>
                  <a:ext uri="{0D108BD9-81ED-4DB2-BD59-A6C34878D82A}">
                    <a16:rowId xmlns:a16="http://schemas.microsoft.com/office/drawing/2014/main" val="1422209949"/>
                  </a:ext>
                </a:extLst>
              </a:tr>
              <a:tr h="341757">
                <a:tc vMerge="1">
                  <a:txBody>
                    <a:bodyPr/>
                    <a:lstStyle/>
                    <a:p>
                      <a:pPr algn="l" fontAlgn="b"/>
                      <a:endParaRPr lang="en-US" sz="800" b="0" i="0" u="none" strike="noStrike">
                        <a:solidFill>
                          <a:srgbClr val="000000"/>
                        </a:solidFill>
                        <a:effectLst/>
                        <a:latin typeface="Aptos Narrow" panose="020B0004020202020204" pitchFamily="34" charset="0"/>
                      </a:endParaRPr>
                    </a:p>
                  </a:txBody>
                  <a:tcPr marL="5062" marR="5062" marT="5062" marB="0">
                    <a:solidFill>
                      <a:schemeClr val="accent5">
                        <a:lumMod val="20000"/>
                        <a:lumOff val="80000"/>
                      </a:schemeClr>
                    </a:solidFill>
                  </a:tcPr>
                </a:tc>
                <a:tc>
                  <a:txBody>
                    <a:bodyPr/>
                    <a:lstStyle/>
                    <a:p>
                      <a:pPr algn="l" fontAlgn="b"/>
                      <a:r>
                        <a:rPr lang="en-US" sz="800" u="none" strike="noStrike">
                          <a:effectLst/>
                        </a:rPr>
                        <a:t>IIT-CL-BGBA317-0005 Tumor Infiltrating Lymphocyte-directed Anti-PD-1 Therapy (Tislelizumab monotherapy) for All Solid Cancer Patients Unexposed to Immunotherapy </a:t>
                      </a:r>
                      <a:r>
                        <a:rPr lang="en-US" sz="800" b="1" u="none" strike="noStrike">
                          <a:effectLst/>
                        </a:rPr>
                        <a:t>(N=52)</a:t>
                      </a:r>
                      <a:endParaRPr lang="en-US" sz="800" b="0" i="0" u="none" strike="noStrike">
                        <a:solidFill>
                          <a:srgbClr val="000000"/>
                        </a:solidFill>
                        <a:effectLst/>
                        <a:latin typeface="Aptos Narrow" panose="020B0004020202020204" pitchFamily="34" charset="0"/>
                      </a:endParaRPr>
                    </a:p>
                  </a:txBody>
                  <a:tcPr marL="5062" marR="5062" marT="5062" marB="0">
                    <a:solidFill>
                      <a:schemeClr val="accent5">
                        <a:lumMod val="20000"/>
                        <a:lumOff val="80000"/>
                      </a:schemeClr>
                    </a:solidFill>
                  </a:tcPr>
                </a:tc>
                <a:tc>
                  <a:txBody>
                    <a:bodyPr/>
                    <a:lstStyle/>
                    <a:p>
                      <a:pPr algn="l" fontAlgn="b"/>
                      <a:r>
                        <a:rPr lang="en-US" sz="900" u="none" strike="noStrike">
                          <a:effectLst/>
                        </a:rPr>
                        <a:t>Lee, Se-Hoon </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l" fontAlgn="b"/>
                      <a:r>
                        <a:rPr lang="en-US" sz="900" u="none" strike="noStrike">
                          <a:effectLst/>
                        </a:rPr>
                        <a:t>Samsung Medical Center</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l" fontAlgn="b"/>
                      <a:r>
                        <a:rPr lang="en-US" sz="900" u="none" strike="noStrike">
                          <a:effectLst/>
                        </a:rPr>
                        <a:t>Solid Tumors</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900" u="none" strike="noStrike">
                          <a:effectLst/>
                        </a:rPr>
                        <a:t>APEC</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1200" b="1">
                          <a:sym typeface="Webdings" panose="05030102010509060703" pitchFamily="18" charset="2"/>
                        </a:rPr>
                        <a:t></a:t>
                      </a:r>
                      <a:endParaRPr lang="en-US" sz="12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900" b="0" i="1" u="none" strike="noStrike">
                          <a:solidFill>
                            <a:srgbClr val="000000"/>
                          </a:solidFill>
                          <a:effectLst/>
                          <a:latin typeface="+mn-lt"/>
                        </a:rPr>
                        <a:t>Drug Only</a:t>
                      </a:r>
                    </a:p>
                  </a:txBody>
                  <a:tcPr marL="5062" marR="5062" marT="5062" marB="0"/>
                </a:tc>
                <a:extLst>
                  <a:ext uri="{0D108BD9-81ED-4DB2-BD59-A6C34878D82A}">
                    <a16:rowId xmlns:a16="http://schemas.microsoft.com/office/drawing/2014/main" val="2690025414"/>
                  </a:ext>
                </a:extLst>
              </a:tr>
              <a:tr h="341757">
                <a:tc vMerge="1">
                  <a:txBody>
                    <a:bodyPr/>
                    <a:lstStyle/>
                    <a:p>
                      <a:pPr algn="l" fontAlgn="b"/>
                      <a:endParaRPr lang="en-US" sz="800" b="0" i="0" u="none" strike="noStrike">
                        <a:solidFill>
                          <a:srgbClr val="000000"/>
                        </a:solidFill>
                        <a:effectLst/>
                        <a:latin typeface="Aptos Narrow" panose="020B0004020202020204" pitchFamily="34" charset="0"/>
                      </a:endParaRPr>
                    </a:p>
                  </a:txBody>
                  <a:tcPr marL="5062" marR="5062" marT="5062" marB="0">
                    <a:solidFill>
                      <a:schemeClr val="accent5">
                        <a:lumMod val="20000"/>
                        <a:lumOff val="80000"/>
                      </a:schemeClr>
                    </a:solidFill>
                  </a:tcPr>
                </a:tc>
                <a:tc>
                  <a:txBody>
                    <a:bodyPr/>
                    <a:lstStyle/>
                    <a:p>
                      <a:pPr algn="l" fontAlgn="b"/>
                      <a:r>
                        <a:rPr lang="en-US" sz="800" u="none" strike="noStrike">
                          <a:effectLst/>
                        </a:rPr>
                        <a:t>AACR Adaptive Biomarker-Driven Organ Preservation Trial in GE Adenocarcinomas (AACR-ADOPT-GEA) </a:t>
                      </a:r>
                      <a:r>
                        <a:rPr lang="en-US" sz="800" b="1" u="none" strike="noStrike">
                          <a:effectLst/>
                        </a:rPr>
                        <a:t>(N=240)</a:t>
                      </a:r>
                      <a:endParaRPr lang="en-US" sz="800" b="0" i="0" u="none" strike="noStrike">
                        <a:solidFill>
                          <a:srgbClr val="000000"/>
                        </a:solidFill>
                        <a:effectLst/>
                        <a:latin typeface="Aptos Narrow" panose="020B0004020202020204" pitchFamily="34" charset="0"/>
                      </a:endParaRPr>
                    </a:p>
                  </a:txBody>
                  <a:tcPr marL="5062" marR="5062" marT="5062" marB="0">
                    <a:solidFill>
                      <a:schemeClr val="accent5">
                        <a:lumMod val="20000"/>
                        <a:lumOff val="80000"/>
                      </a:schemeClr>
                    </a:solidFill>
                  </a:tcPr>
                </a:tc>
                <a:tc>
                  <a:txBody>
                    <a:bodyPr/>
                    <a:lstStyle/>
                    <a:p>
                      <a:pPr algn="l" fontAlgn="b">
                        <a:buNone/>
                      </a:pPr>
                      <a:r>
                        <a:rPr lang="en-US" sz="900" u="none" strike="noStrike">
                          <a:effectLst/>
                        </a:rPr>
                        <a:t>Ajani, Jaffer </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l" fontAlgn="b"/>
                      <a:r>
                        <a:rPr lang="en-US" sz="900" u="none" strike="noStrike">
                          <a:effectLst/>
                        </a:rPr>
                        <a:t>The University of Texas MD Anderson Cancer Center</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l" fontAlgn="b">
                        <a:buNone/>
                      </a:pPr>
                      <a:r>
                        <a:rPr lang="en-US" sz="900" u="none" strike="noStrike">
                          <a:effectLst/>
                        </a:rPr>
                        <a:t>EEGJC</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900" u="none" strike="noStrike">
                          <a:effectLst/>
                        </a:rPr>
                        <a:t>US</a:t>
                      </a:r>
                      <a:endParaRPr lang="en-US" sz="900" b="0" i="0" u="none" strike="noStrike">
                        <a:solidFill>
                          <a:srgbClr val="000000"/>
                        </a:solidFill>
                        <a:effectLst/>
                        <a:latin typeface="Aptos Narrow" panose="020B0004020202020204" pitchFamily="34" charset="0"/>
                      </a:endParaRPr>
                    </a:p>
                  </a:txBody>
                  <a:tcPr marL="5062" marR="5062" marT="5062" marB="0"/>
                </a:tc>
                <a:tc>
                  <a:txBody>
                    <a:bodyPr/>
                    <a:lstStyle/>
                    <a:p>
                      <a:pPr algn="ctr" fontAlgn="b"/>
                      <a:r>
                        <a:rPr lang="en-US" sz="1200" b="1">
                          <a:sym typeface="Webdings" panose="05030102010509060703" pitchFamily="18" charset="2"/>
                        </a:rPr>
                        <a:t></a:t>
                      </a:r>
                      <a:endParaRPr lang="en-US" sz="1200" b="0" i="0" u="none" strike="noStrike">
                        <a:solidFill>
                          <a:srgbClr val="000000"/>
                        </a:solidFill>
                        <a:effectLst/>
                        <a:latin typeface="Aptos Narrow" panose="020B0004020202020204" pitchFamily="34" charset="0"/>
                      </a:endParaRPr>
                    </a:p>
                  </a:txBody>
                  <a:tcPr marL="5062" marR="5062" marT="5062" marB="0"/>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1" u="none" strike="noStrike">
                          <a:solidFill>
                            <a:srgbClr val="000000"/>
                          </a:solidFill>
                          <a:effectLst/>
                          <a:latin typeface="+mn-lt"/>
                        </a:rPr>
                        <a:t>Drug Only</a:t>
                      </a:r>
                    </a:p>
                  </a:txBody>
                  <a:tcPr marL="5062" marR="5062" marT="5062" marB="0"/>
                </a:tc>
                <a:extLst>
                  <a:ext uri="{0D108BD9-81ED-4DB2-BD59-A6C34878D82A}">
                    <a16:rowId xmlns:a16="http://schemas.microsoft.com/office/drawing/2014/main" val="4149293846"/>
                  </a:ext>
                </a:extLst>
              </a:tr>
              <a:tr h="341757">
                <a:tc rowSpan="2">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a:t>
                      </a: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 </a:t>
                      </a:r>
                    </a:p>
                    <a:p>
                      <a:pPr algn="ctr" fontAlgn="b"/>
                      <a:r>
                        <a:rPr lang="en-US" sz="1000" b="0" i="0" u="none" strike="noStrike">
                          <a:solidFill>
                            <a:srgbClr val="000000"/>
                          </a:solidFill>
                          <a:effectLst/>
                          <a:latin typeface="+mn-lt"/>
                        </a:rPr>
                        <a:t>Drive Differentiation and Secure Broad Access</a:t>
                      </a:r>
                    </a:p>
                  </a:txBody>
                  <a:tcPr marL="5062" marR="5062" marT="5062" marB="0" anchor="ctr">
                    <a:pattFill prst="pct25">
                      <a:fgClr>
                        <a:schemeClr val="accent5">
                          <a:lumMod val="20000"/>
                          <a:lumOff val="80000"/>
                        </a:schemeClr>
                      </a:fgClr>
                      <a:bgClr>
                        <a:schemeClr val="bg1"/>
                      </a:bgClr>
                    </a:pattFill>
                  </a:tcPr>
                </a:tc>
                <a:tc>
                  <a:txBody>
                    <a:bodyPr/>
                    <a:lstStyle/>
                    <a:p>
                      <a:pPr algn="l" fontAlgn="b"/>
                      <a:r>
                        <a:rPr lang="en-US" sz="800" u="none" strike="noStrike">
                          <a:effectLst/>
                        </a:rPr>
                        <a:t>Paclitaxel plus ramucirumab and tislelizumab as switch maintenance versus continuation of chemotherapy and tislelizumab in patients with advanced HER2-negative gastroesophageal adenocarcinoma: the </a:t>
                      </a:r>
                      <a:r>
                        <a:rPr lang="en-US" sz="800" b="1" u="none" strike="noStrike">
                          <a:effectLst/>
                        </a:rPr>
                        <a:t>ARMANI-2 </a:t>
                      </a:r>
                      <a:r>
                        <a:rPr lang="en-US" sz="800" u="none" strike="noStrike">
                          <a:effectLst/>
                        </a:rPr>
                        <a:t>trial by ENGIC (</a:t>
                      </a:r>
                      <a:r>
                        <a:rPr lang="en-US" sz="800" kern="1200">
                          <a:solidFill>
                            <a:schemeClr val="tx1"/>
                          </a:solidFill>
                          <a:latin typeface="+mn-lt"/>
                          <a:ea typeface="Verdana"/>
                          <a:cs typeface="+mn-cs"/>
                          <a:hlinkClick r:id="" action="ppaction://noaction"/>
                        </a:rPr>
                        <a:t>Details HERE</a:t>
                      </a:r>
                      <a:r>
                        <a:rPr lang="en-US" sz="800" kern="1200">
                          <a:solidFill>
                            <a:schemeClr val="tx1"/>
                          </a:solidFill>
                          <a:latin typeface="+mn-lt"/>
                          <a:ea typeface="Verdana"/>
                          <a:cs typeface="+mn-cs"/>
                        </a:rPr>
                        <a:t> )</a:t>
                      </a:r>
                      <a:endParaRPr lang="en-US" sz="800" b="0" i="0" u="none" strike="noStrike">
                        <a:solidFill>
                          <a:srgbClr val="000000"/>
                        </a:solidFill>
                        <a:effectLst/>
                        <a:latin typeface="Aptos Narrow" panose="020B0004020202020204" pitchFamily="34" charset="0"/>
                      </a:endParaRPr>
                    </a:p>
                  </a:txBody>
                  <a:tcPr marL="5062" marR="5062" marT="5062" marB="0">
                    <a:solidFill>
                      <a:srgbClr val="BEE396"/>
                    </a:solidFill>
                  </a:tcPr>
                </a:tc>
                <a:tc>
                  <a:txBody>
                    <a:bodyPr/>
                    <a:lstStyle/>
                    <a:p>
                      <a:pPr algn="l" fontAlgn="b"/>
                      <a:r>
                        <a:rPr lang="en-US" sz="900" u="none" strike="noStrike">
                          <a:effectLst/>
                        </a:rPr>
                        <a:t>Pietrantonio, Filippo</a:t>
                      </a:r>
                      <a:endParaRPr lang="en-US" sz="900" b="0" i="0" u="none" strike="noStrike">
                        <a:solidFill>
                          <a:srgbClr val="000000"/>
                        </a:solidFill>
                        <a:effectLst/>
                        <a:latin typeface="Aptos Narrow" panose="020B0004020202020204" pitchFamily="34" charset="0"/>
                      </a:endParaRPr>
                    </a:p>
                  </a:txBody>
                  <a:tcPr marL="5062" marR="5062" marT="5062" marB="0">
                    <a:solidFill>
                      <a:srgbClr val="BEE396"/>
                    </a:solidFill>
                  </a:tcPr>
                </a:tc>
                <a:tc>
                  <a:txBody>
                    <a:bodyPr/>
                    <a:lstStyle/>
                    <a:p>
                      <a:pPr algn="l" fontAlgn="b"/>
                      <a:r>
                        <a:rPr lang="it-IT" sz="900" u="none" strike="noStrike">
                          <a:effectLst/>
                        </a:rPr>
                        <a:t>Fondazione IRCCS Istituto Nazionale dei Tumori di Milano</a:t>
                      </a:r>
                      <a:endParaRPr lang="it-IT" sz="900" b="0" i="0" u="none" strike="noStrike">
                        <a:solidFill>
                          <a:srgbClr val="000000"/>
                        </a:solidFill>
                        <a:effectLst/>
                        <a:latin typeface="Aptos Narrow" panose="020B0004020202020204" pitchFamily="34" charset="0"/>
                      </a:endParaRPr>
                    </a:p>
                  </a:txBody>
                  <a:tcPr marL="5062" marR="5062" marT="5062" marB="0">
                    <a:solidFill>
                      <a:srgbClr val="BEE396"/>
                    </a:solidFill>
                  </a:tcPr>
                </a:tc>
                <a:tc>
                  <a:txBody>
                    <a:bodyPr/>
                    <a:lstStyle/>
                    <a:p>
                      <a:pPr algn="l" fontAlgn="b"/>
                      <a:r>
                        <a:rPr lang="en-US" sz="900" b="0" i="0" u="none" strike="noStrike">
                          <a:solidFill>
                            <a:srgbClr val="000000"/>
                          </a:solidFill>
                          <a:effectLst/>
                          <a:latin typeface="Aptos Narrow" panose="020B0004020202020204" pitchFamily="34" charset="0"/>
                        </a:rPr>
                        <a:t>GC</a:t>
                      </a:r>
                    </a:p>
                  </a:txBody>
                  <a:tcPr marL="5062" marR="5062" marT="5062" marB="0">
                    <a:solidFill>
                      <a:srgbClr val="BEE396"/>
                    </a:solidFill>
                  </a:tcPr>
                </a:tc>
                <a:tc>
                  <a:txBody>
                    <a:bodyPr/>
                    <a:lstStyle/>
                    <a:p>
                      <a:pPr algn="ctr" fontAlgn="b"/>
                      <a:r>
                        <a:rPr lang="en-US" sz="900" u="none" strike="noStrike">
                          <a:effectLst/>
                        </a:rPr>
                        <a:t>EU</a:t>
                      </a:r>
                      <a:endParaRPr lang="en-US" sz="900" b="0" i="0" u="none" strike="noStrike">
                        <a:solidFill>
                          <a:srgbClr val="000000"/>
                        </a:solidFill>
                        <a:effectLst/>
                        <a:latin typeface="Aptos Narrow" panose="020B0004020202020204" pitchFamily="34" charset="0"/>
                      </a:endParaRPr>
                    </a:p>
                  </a:txBody>
                  <a:tcPr marL="5062" marR="5062" marT="5062" marB="0">
                    <a:solidFill>
                      <a:srgbClr val="BEE396"/>
                    </a:solidFill>
                  </a:tcPr>
                </a:tc>
                <a:tc>
                  <a:txBody>
                    <a:bodyPr/>
                    <a:lstStyle/>
                    <a:p>
                      <a:pPr algn="ctr" fontAlgn="b"/>
                      <a:r>
                        <a:rPr lang="en-US" sz="1200" b="1">
                          <a:sym typeface="Wingdings" panose="05000000000000000000" pitchFamily="2" charset="2"/>
                        </a:rPr>
                        <a:t></a:t>
                      </a:r>
                      <a:endParaRPr lang="en-US" sz="1200" b="0" i="0" u="none" strike="noStrike">
                        <a:solidFill>
                          <a:srgbClr val="000000"/>
                        </a:solidFill>
                        <a:effectLst/>
                        <a:latin typeface="Aptos Narrow" panose="020B0004020202020204" pitchFamily="34" charset="0"/>
                      </a:endParaRPr>
                    </a:p>
                  </a:txBody>
                  <a:tcPr marL="5062" marR="5062" marT="5062" marB="0">
                    <a:solidFill>
                      <a:srgbClr val="BEE396"/>
                    </a:solidFill>
                  </a:tcPr>
                </a:tc>
                <a:tc>
                  <a:txBody>
                    <a:bodyPr/>
                    <a:lstStyle/>
                    <a:p>
                      <a:pPr algn="ctr" fontAlgn="b"/>
                      <a:r>
                        <a:rPr lang="en-US" sz="900" b="0" i="0" u="none" strike="noStrike">
                          <a:solidFill>
                            <a:srgbClr val="000000"/>
                          </a:solidFill>
                          <a:effectLst/>
                          <a:latin typeface="+mn-lt"/>
                        </a:rPr>
                        <a:t>~$2,000,000</a:t>
                      </a:r>
                    </a:p>
                  </a:txBody>
                  <a:tcPr marL="5062" marR="5062" marT="5062" marB="0">
                    <a:solidFill>
                      <a:srgbClr val="BEE396"/>
                    </a:solidFill>
                  </a:tcPr>
                </a:tc>
                <a:extLst>
                  <a:ext uri="{0D108BD9-81ED-4DB2-BD59-A6C34878D82A}">
                    <a16:rowId xmlns:a16="http://schemas.microsoft.com/office/drawing/2014/main" val="1735990397"/>
                  </a:ext>
                </a:extLst>
              </a:tr>
              <a:tr h="341757">
                <a:tc vMerge="1">
                  <a:txBody>
                    <a:bodyPr/>
                    <a:lstStyle/>
                    <a:p>
                      <a:pPr algn="l" fontAlgn="b"/>
                      <a:endParaRPr lang="en-US" sz="800" b="0" i="0" u="none" strike="noStrike">
                        <a:solidFill>
                          <a:srgbClr val="000000"/>
                        </a:solidFill>
                        <a:effectLst/>
                        <a:latin typeface="Aptos Narrow" panose="020B0004020202020204" pitchFamily="34" charset="0"/>
                      </a:endParaRPr>
                    </a:p>
                  </a:txBody>
                  <a:tcPr marL="5062" marR="5062" marT="5062" marB="0" anchor="ctr">
                    <a:solidFill>
                      <a:schemeClr val="accent5">
                        <a:lumMod val="20000"/>
                        <a:lumOff val="80000"/>
                      </a:schemeClr>
                    </a:solidFill>
                  </a:tcPr>
                </a:tc>
                <a:tc>
                  <a:txBody>
                    <a:bodyPr/>
                    <a:lstStyle/>
                    <a:p>
                      <a:pPr algn="l" fontAlgn="b"/>
                      <a:r>
                        <a:rPr lang="en-US" sz="800" b="0" i="0" u="none" strike="noStrike">
                          <a:solidFill>
                            <a:srgbClr val="000000"/>
                          </a:solidFill>
                          <a:effectLst/>
                          <a:latin typeface="+mn-lt"/>
                        </a:rPr>
                        <a:t>German Real-World data on palliative treatment of non-small cell Lung cancer patients with the immune-checkpoint inhibitor Tislelizumab to generate data in Caucasian patients </a:t>
                      </a:r>
                      <a:r>
                        <a:rPr lang="en-US" sz="800" b="1" u="none" strike="noStrike">
                          <a:effectLst/>
                        </a:rPr>
                        <a:t>(N=200) </a:t>
                      </a:r>
                      <a:r>
                        <a:rPr lang="en-US" sz="800" b="0" u="none" strike="noStrike">
                          <a:effectLst/>
                        </a:rPr>
                        <a:t>(</a:t>
                      </a:r>
                      <a:r>
                        <a:rPr lang="en-US" sz="800" b="0" u="none" strike="noStrike">
                          <a:effectLst/>
                          <a:hlinkClick r:id="" action="ppaction://noaction"/>
                        </a:rPr>
                        <a:t>Details HERE</a:t>
                      </a:r>
                      <a:r>
                        <a:rPr lang="en-US" sz="800" b="0" u="none" strike="noStrike">
                          <a:effectLst/>
                        </a:rPr>
                        <a:t>)</a:t>
                      </a:r>
                      <a:endParaRPr lang="en-US" sz="800" b="0" i="0" u="none" strike="noStrike">
                        <a:solidFill>
                          <a:srgbClr val="000000"/>
                        </a:solidFill>
                        <a:effectLst/>
                        <a:latin typeface="+mn-lt"/>
                      </a:endParaRPr>
                    </a:p>
                  </a:txBody>
                  <a:tcPr marL="6350" marR="6350" marT="6350" marB="0">
                    <a:solidFill>
                      <a:srgbClr val="BEE396"/>
                    </a:solidFill>
                  </a:tcPr>
                </a:tc>
                <a:tc>
                  <a:txBody>
                    <a:bodyPr/>
                    <a:lstStyle/>
                    <a:p>
                      <a:pPr algn="l" fontAlgn="b"/>
                      <a:r>
                        <a:rPr lang="en-US" sz="900" b="0" i="0" u="none" strike="noStrike">
                          <a:solidFill>
                            <a:srgbClr val="000000"/>
                          </a:solidFill>
                          <a:effectLst/>
                          <a:latin typeface="+mn-lt"/>
                        </a:rPr>
                        <a:t>Atmaca, Akin</a:t>
                      </a:r>
                    </a:p>
                  </a:txBody>
                  <a:tcPr marL="6350" marR="6350" marT="6350" marB="0">
                    <a:solidFill>
                      <a:srgbClr val="BEE396"/>
                    </a:solidFill>
                  </a:tcPr>
                </a:tc>
                <a:tc>
                  <a:txBody>
                    <a:bodyPr/>
                    <a:lstStyle/>
                    <a:p>
                      <a:pPr algn="l" fontAlgn="b"/>
                      <a:r>
                        <a:rPr lang="en-US" sz="900" b="0" i="0" u="none" strike="noStrike" err="1">
                          <a:solidFill>
                            <a:srgbClr val="000000"/>
                          </a:solidFill>
                          <a:effectLst/>
                          <a:latin typeface="+mn-lt"/>
                        </a:rPr>
                        <a:t>Krankenhaus</a:t>
                      </a:r>
                      <a:r>
                        <a:rPr lang="en-US" sz="900" b="0" i="0" u="none" strike="noStrike">
                          <a:solidFill>
                            <a:srgbClr val="000000"/>
                          </a:solidFill>
                          <a:effectLst/>
                          <a:latin typeface="+mn-lt"/>
                        </a:rPr>
                        <a:t> </a:t>
                      </a:r>
                      <a:r>
                        <a:rPr lang="en-US" sz="900" b="0" i="0" u="none" strike="noStrike" err="1">
                          <a:solidFill>
                            <a:srgbClr val="000000"/>
                          </a:solidFill>
                          <a:effectLst/>
                          <a:latin typeface="+mn-lt"/>
                        </a:rPr>
                        <a:t>Nordwest</a:t>
                      </a:r>
                      <a:endParaRPr lang="en-US" sz="900" b="0" i="0" u="none" strike="noStrike">
                        <a:solidFill>
                          <a:srgbClr val="000000"/>
                        </a:solidFill>
                        <a:effectLst/>
                        <a:latin typeface="+mn-lt"/>
                      </a:endParaRPr>
                    </a:p>
                  </a:txBody>
                  <a:tcPr marL="6350" marR="6350" marT="6350" marB="0">
                    <a:solidFill>
                      <a:srgbClr val="BEE396"/>
                    </a:solidFill>
                  </a:tcPr>
                </a:tc>
                <a:tc>
                  <a:txBody>
                    <a:bodyPr/>
                    <a:lstStyle/>
                    <a:p>
                      <a:pPr algn="l" fontAlgn="b"/>
                      <a:r>
                        <a:rPr lang="en-US" sz="900" b="0" i="0" u="none" strike="noStrike">
                          <a:solidFill>
                            <a:srgbClr val="000000"/>
                          </a:solidFill>
                          <a:effectLst/>
                          <a:latin typeface="+mn-lt"/>
                        </a:rPr>
                        <a:t>NSCLC</a:t>
                      </a:r>
                    </a:p>
                  </a:txBody>
                  <a:tcPr marL="6350" marR="6350" marT="6350" marB="0">
                    <a:solidFill>
                      <a:srgbClr val="BEE396"/>
                    </a:solidFill>
                  </a:tcPr>
                </a:tc>
                <a:tc>
                  <a:txBody>
                    <a:bodyPr/>
                    <a:lstStyle/>
                    <a:p>
                      <a:pPr algn="ctr" fontAlgn="b"/>
                      <a:r>
                        <a:rPr lang="en-US" sz="900" b="0" i="0" u="none" strike="noStrike">
                          <a:solidFill>
                            <a:srgbClr val="000000"/>
                          </a:solidFill>
                          <a:effectLst/>
                          <a:latin typeface="+mn-lt"/>
                        </a:rPr>
                        <a:t>EU</a:t>
                      </a:r>
                    </a:p>
                  </a:txBody>
                  <a:tcPr marL="6350" marR="6350" marT="6350" marB="0">
                    <a:solidFill>
                      <a:srgbClr val="BEE396"/>
                    </a:solidFill>
                  </a:tcPr>
                </a:tc>
                <a:tc>
                  <a:txBody>
                    <a:bodyPr/>
                    <a:lstStyle/>
                    <a:p>
                      <a:pPr algn="ctr" fontAlgn="b"/>
                      <a:r>
                        <a:rPr lang="en-US" sz="1200" b="1">
                          <a:sym typeface="Webdings" panose="05030102010509060703" pitchFamily="18" charset="2"/>
                        </a:rPr>
                        <a:t></a:t>
                      </a:r>
                      <a:endParaRPr lang="en-US" sz="1200" b="0" i="0" u="none" strike="noStrike">
                        <a:solidFill>
                          <a:srgbClr val="000000"/>
                        </a:solidFill>
                        <a:effectLst/>
                        <a:latin typeface="+mn-lt"/>
                      </a:endParaRPr>
                    </a:p>
                  </a:txBody>
                  <a:tcPr marL="6350" marR="6350" marT="6350" marB="0">
                    <a:solidFill>
                      <a:srgbClr val="BEE396"/>
                    </a:solidFill>
                  </a:tcPr>
                </a:tc>
                <a:tc>
                  <a:txBody>
                    <a:bodyPr/>
                    <a:lstStyle/>
                    <a:p>
                      <a:pPr algn="ctr" fontAlgn="b"/>
                      <a:r>
                        <a:rPr lang="en-US" sz="900" b="0" i="0" u="none" strike="noStrike">
                          <a:solidFill>
                            <a:srgbClr val="000000"/>
                          </a:solidFill>
                          <a:effectLst/>
                          <a:latin typeface="+mn-lt"/>
                        </a:rPr>
                        <a:t>$1,555,109</a:t>
                      </a:r>
                    </a:p>
                  </a:txBody>
                  <a:tcPr marL="6350" marR="6350" marT="6350" marB="0">
                    <a:solidFill>
                      <a:srgbClr val="BEE396"/>
                    </a:solidFill>
                  </a:tcPr>
                </a:tc>
                <a:extLst>
                  <a:ext uri="{0D108BD9-81ED-4DB2-BD59-A6C34878D82A}">
                    <a16:rowId xmlns:a16="http://schemas.microsoft.com/office/drawing/2014/main" val="2277666740"/>
                  </a:ext>
                </a:extLst>
              </a:tr>
              <a:tr h="341757">
                <a:tc rowSpan="4">
                  <a:txBody>
                    <a:bodyPr/>
                    <a:lstStyle/>
                    <a:p>
                      <a:pPr algn="ct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a:t>
                      </a:r>
                      <a:r>
                        <a:rPr kumimoji="0" lang="en-US" sz="10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 </a:t>
                      </a:r>
                    </a:p>
                    <a:p>
                      <a:pPr algn="ctr"/>
                      <a:r>
                        <a:rPr lang="en-US" sz="1000"/>
                        <a:t>Secure</a:t>
                      </a:r>
                    </a:p>
                    <a:p>
                      <a:pPr algn="ctr"/>
                      <a:r>
                        <a:rPr lang="en-US" sz="1000"/>
                        <a:t> Broad Access</a:t>
                      </a:r>
                    </a:p>
                    <a:p>
                      <a:pPr algn="l" fontAlgn="b"/>
                      <a:endParaRPr lang="en-US" sz="800" b="0" i="0" u="none" strike="noStrike">
                        <a:solidFill>
                          <a:srgbClr val="000000"/>
                        </a:solidFill>
                        <a:effectLst/>
                        <a:latin typeface="+mn-lt"/>
                      </a:endParaRPr>
                    </a:p>
                  </a:txBody>
                  <a:tcPr marL="6350" marR="6350" marT="6350" marB="0" anchor="ctr">
                    <a:solidFill>
                      <a:schemeClr val="accent6">
                        <a:lumMod val="20000"/>
                        <a:lumOff val="80000"/>
                      </a:schemeClr>
                    </a:solidFill>
                  </a:tcPr>
                </a:tc>
                <a:tc>
                  <a:txBody>
                    <a:bodyPr/>
                    <a:lstStyle/>
                    <a:p>
                      <a:pPr algn="l" fontAlgn="b"/>
                      <a:r>
                        <a:rPr lang="en-US" sz="800" b="0" i="0" u="none" strike="noStrike">
                          <a:solidFill>
                            <a:srgbClr val="000000"/>
                          </a:solidFill>
                          <a:effectLst/>
                          <a:latin typeface="+mn-lt"/>
                        </a:rPr>
                        <a:t>Concordance between Tumor Area Positivity (TAP) and Combined Positive Score (CPS) in Esophageal Squamous Cell Carcinoma (ESCC) and Gastric Cancer (GC) in a Danish Cohort </a:t>
                      </a:r>
                    </a:p>
                  </a:txBody>
                  <a:tcPr marL="6350" marR="6350" marT="6350" marB="0">
                    <a:solidFill>
                      <a:schemeClr val="accent6">
                        <a:lumMod val="20000"/>
                        <a:lumOff val="80000"/>
                      </a:schemeClr>
                    </a:solidFill>
                  </a:tcPr>
                </a:tc>
                <a:tc>
                  <a:txBody>
                    <a:bodyPr/>
                    <a:lstStyle/>
                    <a:p>
                      <a:pPr algn="l" fontAlgn="b"/>
                      <a:r>
                        <a:rPr lang="en-US" sz="900" b="0" i="0" u="none" strike="noStrike">
                          <a:solidFill>
                            <a:srgbClr val="000000"/>
                          </a:solidFill>
                          <a:effectLst/>
                          <a:latin typeface="+mn-lt"/>
                        </a:rPr>
                        <a:t>Mau-</a:t>
                      </a:r>
                      <a:r>
                        <a:rPr lang="en-US" sz="900" b="0" i="0" u="none" strike="noStrike" err="1">
                          <a:solidFill>
                            <a:srgbClr val="000000"/>
                          </a:solidFill>
                          <a:effectLst/>
                          <a:latin typeface="+mn-lt"/>
                        </a:rPr>
                        <a:t>Sørnsen</a:t>
                      </a:r>
                      <a:r>
                        <a:rPr lang="en-US" sz="900" b="0" i="0" u="none" strike="noStrike">
                          <a:solidFill>
                            <a:srgbClr val="000000"/>
                          </a:solidFill>
                          <a:effectLst/>
                          <a:latin typeface="+mn-lt"/>
                        </a:rPr>
                        <a:t>, Morten </a:t>
                      </a:r>
                    </a:p>
                  </a:txBody>
                  <a:tcPr marL="6350" marR="6350" marT="6350" marB="0"/>
                </a:tc>
                <a:tc>
                  <a:txBody>
                    <a:bodyPr/>
                    <a:lstStyle/>
                    <a:p>
                      <a:pPr algn="l" fontAlgn="b"/>
                      <a:r>
                        <a:rPr lang="en-US" sz="900" b="0" i="0" u="none" strike="noStrike">
                          <a:solidFill>
                            <a:srgbClr val="000000"/>
                          </a:solidFill>
                          <a:effectLst/>
                          <a:latin typeface="+mn-lt"/>
                        </a:rPr>
                        <a:t>University Hospital Rigshospitalet</a:t>
                      </a:r>
                    </a:p>
                  </a:txBody>
                  <a:tcPr marL="6350" marR="6350" marT="6350" marB="0"/>
                </a:tc>
                <a:tc>
                  <a:txBody>
                    <a:bodyPr/>
                    <a:lstStyle/>
                    <a:p>
                      <a:pPr algn="l" fontAlgn="b"/>
                      <a:r>
                        <a:rPr lang="en-US" sz="900" b="0" i="0" u="none" strike="noStrike">
                          <a:solidFill>
                            <a:srgbClr val="000000"/>
                          </a:solidFill>
                          <a:effectLst/>
                          <a:latin typeface="+mn-lt"/>
                        </a:rPr>
                        <a:t>ESCC, GC</a:t>
                      </a:r>
                    </a:p>
                  </a:txBody>
                  <a:tcPr marL="6350" marR="6350" marT="6350" marB="0"/>
                </a:tc>
                <a:tc>
                  <a:txBody>
                    <a:bodyPr/>
                    <a:lstStyle/>
                    <a:p>
                      <a:pPr algn="ctr" fontAlgn="b"/>
                      <a:r>
                        <a:rPr lang="en-US" sz="900" b="0" i="0" u="none" strike="noStrike">
                          <a:solidFill>
                            <a:srgbClr val="000000"/>
                          </a:solidFill>
                          <a:effectLst/>
                          <a:latin typeface="+mn-lt"/>
                        </a:rPr>
                        <a:t>EU</a:t>
                      </a:r>
                    </a:p>
                  </a:txBody>
                  <a:tcPr marL="6350" marR="6350" marT="6350" marB="0"/>
                </a:tc>
                <a:tc>
                  <a:txBody>
                    <a:bodyPr/>
                    <a:lstStyle/>
                    <a:p>
                      <a:pPr algn="ctr" fontAlgn="b"/>
                      <a:r>
                        <a:rPr lang="en-US" sz="1200" b="1">
                          <a:sym typeface="Wingdings" panose="05000000000000000000" pitchFamily="2" charset="2"/>
                        </a:rPr>
                        <a:t></a:t>
                      </a:r>
                      <a:endParaRPr lang="en-US" sz="1200" b="0" i="0" u="none" strike="noStrike">
                        <a:solidFill>
                          <a:srgbClr val="000000"/>
                        </a:solidFill>
                        <a:effectLst/>
                        <a:latin typeface="Aptos Narrow" panose="020B0004020202020204" pitchFamily="34" charset="0"/>
                      </a:endParaRPr>
                    </a:p>
                  </a:txBody>
                  <a:tcPr marL="6350" marR="6350" marT="6350" marB="0"/>
                </a:tc>
                <a:tc>
                  <a:txBody>
                    <a:bodyPr/>
                    <a:lstStyle/>
                    <a:p>
                      <a:pPr algn="ctr" fontAlgn="b"/>
                      <a:endParaRPr lang="en-US" sz="900" b="0" i="0" u="none" strike="noStrike">
                        <a:solidFill>
                          <a:srgbClr val="000000"/>
                        </a:solidFill>
                        <a:effectLst/>
                        <a:latin typeface="+mn-lt"/>
                      </a:endParaRPr>
                    </a:p>
                  </a:txBody>
                  <a:tcPr marL="6350" marR="6350" marT="6350" marB="0"/>
                </a:tc>
                <a:extLst>
                  <a:ext uri="{0D108BD9-81ED-4DB2-BD59-A6C34878D82A}">
                    <a16:rowId xmlns:a16="http://schemas.microsoft.com/office/drawing/2014/main" val="2507799832"/>
                  </a:ext>
                </a:extLst>
              </a:tr>
              <a:tr h="341757">
                <a:tc vMerge="1">
                  <a:txBody>
                    <a:bodyPr/>
                    <a:lstStyle/>
                    <a:p>
                      <a:pPr algn="l" fontAlgn="b"/>
                      <a:endParaRPr lang="en-US" sz="800" b="0" i="0" u="none" strike="noStrike">
                        <a:solidFill>
                          <a:srgbClr val="000000"/>
                        </a:solidFill>
                        <a:effectLst/>
                        <a:latin typeface="+mn-lt"/>
                      </a:endParaRPr>
                    </a:p>
                  </a:txBody>
                  <a:tcPr marL="6350" marR="6350" marT="6350" marB="0">
                    <a:solidFill>
                      <a:schemeClr val="accent6">
                        <a:lumMod val="20000"/>
                        <a:lumOff val="80000"/>
                      </a:schemeClr>
                    </a:solidFill>
                  </a:tcPr>
                </a:tc>
                <a:tc>
                  <a:txBody>
                    <a:bodyPr/>
                    <a:lstStyle/>
                    <a:p>
                      <a:pPr algn="l" fontAlgn="b"/>
                      <a:r>
                        <a:rPr lang="en-US" sz="800" b="0" i="0" u="none" strike="noStrike">
                          <a:solidFill>
                            <a:srgbClr val="000000"/>
                          </a:solidFill>
                          <a:effectLst/>
                          <a:latin typeface="+mn-lt"/>
                        </a:rPr>
                        <a:t>SAFE-ESO : phase II study evaluating safety and efficacy of Tislelizumab for elderly patients unfit for chemotherapy, with advanced esophageal squamous-cell carcinoma </a:t>
                      </a:r>
                      <a:r>
                        <a:rPr lang="en-US" sz="800" b="1" u="none" strike="noStrike">
                          <a:effectLst/>
                        </a:rPr>
                        <a:t>(N=95)</a:t>
                      </a:r>
                      <a:endParaRPr lang="en-US" sz="800" b="0" i="0" u="none" strike="noStrike">
                        <a:solidFill>
                          <a:srgbClr val="000000"/>
                        </a:solidFill>
                        <a:effectLst/>
                        <a:latin typeface="+mn-lt"/>
                      </a:endParaRPr>
                    </a:p>
                  </a:txBody>
                  <a:tcPr marL="6350" marR="6350" marT="6350" marB="0">
                    <a:solidFill>
                      <a:schemeClr val="accent6">
                        <a:lumMod val="20000"/>
                        <a:lumOff val="80000"/>
                      </a:schemeClr>
                    </a:solidFill>
                  </a:tcPr>
                </a:tc>
                <a:tc>
                  <a:txBody>
                    <a:bodyPr/>
                    <a:lstStyle/>
                    <a:p>
                      <a:pPr algn="l" fontAlgn="b"/>
                      <a:r>
                        <a:rPr lang="en-US" sz="900" b="0" i="0" u="none" strike="noStrike">
                          <a:solidFill>
                            <a:srgbClr val="000000"/>
                          </a:solidFill>
                          <a:effectLst/>
                          <a:latin typeface="+mn-lt"/>
                        </a:rPr>
                        <a:t>Jary, Marine</a:t>
                      </a:r>
                    </a:p>
                  </a:txBody>
                  <a:tcPr marL="6350" marR="6350" marT="6350" marB="0"/>
                </a:tc>
                <a:tc>
                  <a:txBody>
                    <a:bodyPr/>
                    <a:lstStyle/>
                    <a:p>
                      <a:pPr algn="l" fontAlgn="b"/>
                      <a:r>
                        <a:rPr lang="en-US" sz="900" b="0" i="0" u="none" strike="noStrike">
                          <a:solidFill>
                            <a:srgbClr val="000000"/>
                          </a:solidFill>
                          <a:effectLst/>
                          <a:latin typeface="+mn-lt"/>
                        </a:rPr>
                        <a:t>CHU Clermont-Ferrand / FFCD</a:t>
                      </a:r>
                    </a:p>
                  </a:txBody>
                  <a:tcPr marL="6350" marR="6350" marT="6350" marB="0"/>
                </a:tc>
                <a:tc>
                  <a:txBody>
                    <a:bodyPr/>
                    <a:lstStyle/>
                    <a:p>
                      <a:pPr algn="l" fontAlgn="b"/>
                      <a:r>
                        <a:rPr lang="en-US" sz="900" b="0" i="0" u="none" strike="noStrike">
                          <a:solidFill>
                            <a:srgbClr val="000000"/>
                          </a:solidFill>
                          <a:effectLst/>
                          <a:latin typeface="+mn-lt"/>
                        </a:rPr>
                        <a:t>ESCC</a:t>
                      </a:r>
                    </a:p>
                  </a:txBody>
                  <a:tcPr marL="6350" marR="6350" marT="6350" marB="0"/>
                </a:tc>
                <a:tc>
                  <a:txBody>
                    <a:bodyPr/>
                    <a:lstStyle/>
                    <a:p>
                      <a:pPr algn="ctr" fontAlgn="b"/>
                      <a:r>
                        <a:rPr lang="en-US" sz="900" b="0" i="0" u="none" strike="noStrike">
                          <a:solidFill>
                            <a:srgbClr val="000000"/>
                          </a:solidFill>
                          <a:effectLst/>
                          <a:latin typeface="+mn-lt"/>
                        </a:rPr>
                        <a:t>EU</a:t>
                      </a:r>
                    </a:p>
                  </a:txBody>
                  <a:tcPr marL="6350" marR="6350" marT="6350" marB="0"/>
                </a:tc>
                <a:tc>
                  <a:txBody>
                    <a:bodyPr/>
                    <a:lstStyle/>
                    <a:p>
                      <a:pPr algn="ctr" fontAlgn="b"/>
                      <a:r>
                        <a:rPr lang="en-US" sz="1200" b="1">
                          <a:sym typeface="Webdings" panose="05030102010509060703" pitchFamily="18" charset="2"/>
                        </a:rPr>
                        <a:t></a:t>
                      </a:r>
                      <a:endParaRPr lang="en-US" sz="1200" b="0" i="0" u="none" strike="noStrike">
                        <a:solidFill>
                          <a:srgbClr val="000000"/>
                        </a:solidFill>
                        <a:effectLst/>
                        <a:latin typeface="+mn-lt"/>
                      </a:endParaRPr>
                    </a:p>
                  </a:txBody>
                  <a:tcPr marL="6350" marR="6350" marT="6350" marB="0"/>
                </a:tc>
                <a:tc>
                  <a:txBody>
                    <a:bodyPr/>
                    <a:lstStyle/>
                    <a:p>
                      <a:pPr algn="ctr" fontAlgn="b"/>
                      <a:r>
                        <a:rPr lang="en-US" sz="900" b="0" i="0" u="none" strike="noStrike">
                          <a:solidFill>
                            <a:srgbClr val="000000"/>
                          </a:solidFill>
                          <a:effectLst/>
                          <a:latin typeface="+mn-lt"/>
                        </a:rPr>
                        <a:t>$121,346</a:t>
                      </a:r>
                    </a:p>
                  </a:txBody>
                  <a:tcPr marL="6350" marR="6350" marT="6350" marB="0"/>
                </a:tc>
                <a:extLst>
                  <a:ext uri="{0D108BD9-81ED-4DB2-BD59-A6C34878D82A}">
                    <a16:rowId xmlns:a16="http://schemas.microsoft.com/office/drawing/2014/main" val="2383514227"/>
                  </a:ext>
                </a:extLst>
              </a:tr>
              <a:tr h="341757">
                <a:tc vMerge="1">
                  <a:txBody>
                    <a:bodyPr/>
                    <a:lstStyle/>
                    <a:p>
                      <a:pPr algn="l" fontAlgn="b"/>
                      <a:endParaRPr lang="en-US" sz="800" b="0" i="0" u="none" strike="noStrike">
                        <a:solidFill>
                          <a:srgbClr val="000000"/>
                        </a:solidFill>
                        <a:effectLst/>
                        <a:latin typeface="+mn-lt"/>
                      </a:endParaRPr>
                    </a:p>
                  </a:txBody>
                  <a:tcPr marL="6350" marR="6350" marT="6350" marB="0">
                    <a:solidFill>
                      <a:schemeClr val="accent6">
                        <a:lumMod val="20000"/>
                        <a:lumOff val="80000"/>
                      </a:schemeClr>
                    </a:solidFill>
                  </a:tcPr>
                </a:tc>
                <a:tc>
                  <a:txBody>
                    <a:bodyPr/>
                    <a:lstStyle/>
                    <a:p>
                      <a:pPr algn="l" fontAlgn="b"/>
                      <a:r>
                        <a:rPr lang="en-US" sz="800" b="0" i="0" u="none" strike="noStrike">
                          <a:solidFill>
                            <a:srgbClr val="000000"/>
                          </a:solidFill>
                          <a:effectLst/>
                          <a:latin typeface="+mn-lt"/>
                        </a:rPr>
                        <a:t>A phase </a:t>
                      </a:r>
                      <a:r>
                        <a:rPr lang="en-US" sz="800" b="0" i="0" u="none" strike="noStrike" err="1">
                          <a:solidFill>
                            <a:srgbClr val="000000"/>
                          </a:solidFill>
                          <a:effectLst/>
                          <a:latin typeface="+mn-lt"/>
                        </a:rPr>
                        <a:t>Ib</a:t>
                      </a:r>
                      <a:r>
                        <a:rPr lang="en-US" sz="800" b="0" i="0" u="none" strike="noStrike">
                          <a:solidFill>
                            <a:srgbClr val="000000"/>
                          </a:solidFill>
                          <a:effectLst/>
                          <a:latin typeface="+mn-lt"/>
                        </a:rPr>
                        <a:t> trial evaluating the safety and activity of neoadjuvant combination of tislelizumab plus FLOT for resectable esophagogastric adenocarcinoma (EGA) </a:t>
                      </a:r>
                      <a:r>
                        <a:rPr lang="en-US" sz="800" b="1" u="none" strike="noStrike">
                          <a:effectLst/>
                        </a:rPr>
                        <a:t>(N=30)</a:t>
                      </a:r>
                      <a:endParaRPr lang="en-US" sz="800" b="0" i="0" u="none" strike="noStrike">
                        <a:solidFill>
                          <a:srgbClr val="000000"/>
                        </a:solidFill>
                        <a:effectLst/>
                        <a:latin typeface="+mn-lt"/>
                      </a:endParaRPr>
                    </a:p>
                  </a:txBody>
                  <a:tcPr marL="6350" marR="6350" marT="6350" marB="0">
                    <a:solidFill>
                      <a:schemeClr val="accent6">
                        <a:lumMod val="20000"/>
                        <a:lumOff val="80000"/>
                      </a:schemeClr>
                    </a:solidFill>
                  </a:tcPr>
                </a:tc>
                <a:tc>
                  <a:txBody>
                    <a:bodyPr/>
                    <a:lstStyle/>
                    <a:p>
                      <a:pPr algn="l" fontAlgn="b"/>
                      <a:r>
                        <a:rPr lang="en-US" sz="900" b="0" i="0" u="none" strike="noStrike" err="1">
                          <a:solidFill>
                            <a:srgbClr val="000000"/>
                          </a:solidFill>
                          <a:effectLst/>
                          <a:latin typeface="+mn-lt"/>
                        </a:rPr>
                        <a:t>Lordick</a:t>
                      </a:r>
                      <a:r>
                        <a:rPr lang="en-US" sz="900" b="0" i="0" u="none" strike="noStrike">
                          <a:solidFill>
                            <a:srgbClr val="000000"/>
                          </a:solidFill>
                          <a:effectLst/>
                          <a:latin typeface="+mn-lt"/>
                        </a:rPr>
                        <a:t>, Florian</a:t>
                      </a:r>
                    </a:p>
                  </a:txBody>
                  <a:tcPr marL="6350" marR="6350" marT="6350" marB="0"/>
                </a:tc>
                <a:tc>
                  <a:txBody>
                    <a:bodyPr/>
                    <a:lstStyle/>
                    <a:p>
                      <a:pPr algn="l" fontAlgn="b"/>
                      <a:r>
                        <a:rPr lang="en-US" sz="900" b="0" i="0" u="none" strike="noStrike">
                          <a:solidFill>
                            <a:srgbClr val="000000"/>
                          </a:solidFill>
                          <a:effectLst/>
                          <a:latin typeface="+mn-lt"/>
                        </a:rPr>
                        <a:t>University of Leipzig Medical Center</a:t>
                      </a:r>
                    </a:p>
                  </a:txBody>
                  <a:tcPr marL="6350" marR="6350" marT="6350" marB="0"/>
                </a:tc>
                <a:tc>
                  <a:txBody>
                    <a:bodyPr/>
                    <a:lstStyle/>
                    <a:p>
                      <a:pPr algn="l" fontAlgn="b"/>
                      <a:r>
                        <a:rPr lang="en-US" sz="900" b="0" i="0" u="none" strike="noStrike">
                          <a:solidFill>
                            <a:srgbClr val="000000"/>
                          </a:solidFill>
                          <a:effectLst/>
                          <a:latin typeface="+mn-lt"/>
                        </a:rPr>
                        <a:t>EGA</a:t>
                      </a:r>
                    </a:p>
                  </a:txBody>
                  <a:tcPr marL="6350" marR="6350" marT="6350" marB="0"/>
                </a:tc>
                <a:tc>
                  <a:txBody>
                    <a:bodyPr/>
                    <a:lstStyle/>
                    <a:p>
                      <a:pPr algn="ctr" fontAlgn="b"/>
                      <a:r>
                        <a:rPr lang="en-US" sz="900" b="0" i="0" u="none" strike="noStrike">
                          <a:solidFill>
                            <a:srgbClr val="000000"/>
                          </a:solidFill>
                          <a:effectLst/>
                          <a:latin typeface="+mn-lt"/>
                        </a:rPr>
                        <a:t>EU</a:t>
                      </a:r>
                    </a:p>
                  </a:txBody>
                  <a:tcPr marL="6350" marR="6350" marT="6350" marB="0"/>
                </a:tc>
                <a:tc>
                  <a:txBody>
                    <a:bodyPr/>
                    <a:lstStyle/>
                    <a:p>
                      <a:pPr algn="ctr" fontAlgn="b"/>
                      <a:r>
                        <a:rPr lang="en-US" sz="1200" b="1">
                          <a:sym typeface="Webdings" panose="05030102010509060703" pitchFamily="18" charset="2"/>
                        </a:rPr>
                        <a:t></a:t>
                      </a:r>
                      <a:endParaRPr lang="en-US" sz="1200" b="0" i="0" u="none" strike="noStrike">
                        <a:solidFill>
                          <a:srgbClr val="000000"/>
                        </a:solidFill>
                        <a:effectLst/>
                        <a:latin typeface="+mn-lt"/>
                      </a:endParaRPr>
                    </a:p>
                  </a:txBody>
                  <a:tcPr marL="6350" marR="6350" marT="6350" marB="0"/>
                </a:tc>
                <a:tc>
                  <a:txBody>
                    <a:bodyPr/>
                    <a:lstStyle/>
                    <a:p>
                      <a:pPr algn="ctr" fontAlgn="b"/>
                      <a:r>
                        <a:rPr lang="en-US" sz="900" b="0" i="0" u="none" strike="noStrike">
                          <a:solidFill>
                            <a:srgbClr val="000000"/>
                          </a:solidFill>
                          <a:effectLst/>
                          <a:latin typeface="+mn-lt"/>
                        </a:rPr>
                        <a:t>$690,880</a:t>
                      </a:r>
                    </a:p>
                  </a:txBody>
                  <a:tcPr marL="6350" marR="6350" marT="6350" marB="0"/>
                </a:tc>
                <a:extLst>
                  <a:ext uri="{0D108BD9-81ED-4DB2-BD59-A6C34878D82A}">
                    <a16:rowId xmlns:a16="http://schemas.microsoft.com/office/drawing/2014/main" val="2103911379"/>
                  </a:ext>
                </a:extLst>
              </a:tr>
              <a:tr h="341757">
                <a:tc vMerge="1">
                  <a:txBody>
                    <a:bodyPr/>
                    <a:lstStyle/>
                    <a:p>
                      <a:pPr algn="l" fontAlgn="b"/>
                      <a:endParaRPr lang="en-US" sz="800" b="0" i="0" u="none" strike="noStrike">
                        <a:solidFill>
                          <a:srgbClr val="000000"/>
                        </a:solidFill>
                        <a:effectLst/>
                        <a:latin typeface="+mn-lt"/>
                      </a:endParaRPr>
                    </a:p>
                  </a:txBody>
                  <a:tcPr marL="6350" marR="6350" marT="6350" marB="0">
                    <a:solidFill>
                      <a:schemeClr val="accent6">
                        <a:lumMod val="20000"/>
                        <a:lumOff val="80000"/>
                      </a:schemeClr>
                    </a:solidFill>
                  </a:tcPr>
                </a:tc>
                <a:tc>
                  <a:txBody>
                    <a:bodyPr/>
                    <a:lstStyle/>
                    <a:p>
                      <a:pPr algn="l" fontAlgn="b"/>
                      <a:r>
                        <a:rPr lang="en-US" sz="800" b="0" i="0" u="none" strike="noStrike">
                          <a:solidFill>
                            <a:srgbClr val="000000"/>
                          </a:solidFill>
                          <a:effectLst/>
                          <a:latin typeface="+mn-lt"/>
                        </a:rPr>
                        <a:t>Efficacy of dose-reduced first-line platinum-free chemotherapy with 5-fluoruracil plus Tislelizumab versus dose-reduced mFOLFOX7 on cancer control and quality of life in older and frail patients with PD-L1 positive ad-</a:t>
                      </a:r>
                      <a:r>
                        <a:rPr lang="en-US" sz="800" b="0" i="0" u="none" strike="noStrike" err="1">
                          <a:solidFill>
                            <a:srgbClr val="000000"/>
                          </a:solidFill>
                          <a:effectLst/>
                          <a:latin typeface="+mn-lt"/>
                        </a:rPr>
                        <a:t>vanced</a:t>
                      </a:r>
                      <a:r>
                        <a:rPr lang="en-US" sz="800" b="0" i="0" u="none" strike="noStrike">
                          <a:solidFill>
                            <a:srgbClr val="000000"/>
                          </a:solidFill>
                          <a:effectLst/>
                          <a:latin typeface="+mn-lt"/>
                        </a:rPr>
                        <a:t> gastroesophageal cancer </a:t>
                      </a:r>
                      <a:r>
                        <a:rPr lang="en-US" sz="800" b="1" u="none" strike="noStrike">
                          <a:effectLst/>
                        </a:rPr>
                        <a:t>(N=172)</a:t>
                      </a:r>
                      <a:endParaRPr lang="en-US" sz="800" b="0" i="0" u="none" strike="noStrike">
                        <a:solidFill>
                          <a:srgbClr val="000000"/>
                        </a:solidFill>
                        <a:effectLst/>
                        <a:latin typeface="+mn-lt"/>
                      </a:endParaRPr>
                    </a:p>
                  </a:txBody>
                  <a:tcPr marL="6350" marR="6350" marT="6350" marB="0">
                    <a:solidFill>
                      <a:schemeClr val="accent6">
                        <a:lumMod val="20000"/>
                        <a:lumOff val="80000"/>
                      </a:schemeClr>
                    </a:solidFill>
                  </a:tcPr>
                </a:tc>
                <a:tc>
                  <a:txBody>
                    <a:bodyPr/>
                    <a:lstStyle/>
                    <a:p>
                      <a:pPr algn="l" fontAlgn="b"/>
                      <a:r>
                        <a:rPr lang="en-US" sz="900" b="0" i="0" u="none" strike="noStrike" err="1">
                          <a:solidFill>
                            <a:srgbClr val="000000"/>
                          </a:solidFill>
                          <a:effectLst/>
                          <a:latin typeface="+mn-lt"/>
                        </a:rPr>
                        <a:t>Masetti</a:t>
                      </a:r>
                      <a:r>
                        <a:rPr lang="en-US" sz="900" b="0" i="0" u="none" strike="noStrike">
                          <a:solidFill>
                            <a:srgbClr val="000000"/>
                          </a:solidFill>
                          <a:effectLst/>
                          <a:latin typeface="+mn-lt"/>
                        </a:rPr>
                        <a:t>, Michael </a:t>
                      </a:r>
                    </a:p>
                  </a:txBody>
                  <a:tcPr marL="6350" marR="6350" marT="6350" marB="0"/>
                </a:tc>
                <a:tc>
                  <a:txBody>
                    <a:bodyPr/>
                    <a:lstStyle/>
                    <a:p>
                      <a:pPr algn="l" fontAlgn="b"/>
                      <a:r>
                        <a:rPr lang="en-US" sz="900" b="0" i="0" u="none" strike="noStrike">
                          <a:solidFill>
                            <a:srgbClr val="000000"/>
                          </a:solidFill>
                          <a:effectLst/>
                          <a:latin typeface="+mn-lt"/>
                        </a:rPr>
                        <a:t>Klinikum </a:t>
                      </a:r>
                      <a:r>
                        <a:rPr lang="en-US" sz="900" b="0" i="0" u="none" strike="noStrike" err="1">
                          <a:solidFill>
                            <a:srgbClr val="000000"/>
                          </a:solidFill>
                          <a:effectLst/>
                          <a:latin typeface="+mn-lt"/>
                        </a:rPr>
                        <a:t>Rechts</a:t>
                      </a:r>
                      <a:r>
                        <a:rPr lang="en-US" sz="900" b="0" i="0" u="none" strike="noStrike">
                          <a:solidFill>
                            <a:srgbClr val="000000"/>
                          </a:solidFill>
                          <a:effectLst/>
                          <a:latin typeface="+mn-lt"/>
                        </a:rPr>
                        <a:t> der Isar</a:t>
                      </a:r>
                    </a:p>
                  </a:txBody>
                  <a:tcPr marL="6350" marR="6350" marT="6350" marB="0"/>
                </a:tc>
                <a:tc>
                  <a:txBody>
                    <a:bodyPr/>
                    <a:lstStyle/>
                    <a:p>
                      <a:pPr algn="l" fontAlgn="b"/>
                      <a:r>
                        <a:rPr lang="en-US" sz="900" b="0" i="0" u="none" strike="noStrike">
                          <a:solidFill>
                            <a:srgbClr val="000000"/>
                          </a:solidFill>
                          <a:effectLst/>
                          <a:latin typeface="+mn-lt"/>
                        </a:rPr>
                        <a:t>GC</a:t>
                      </a:r>
                    </a:p>
                  </a:txBody>
                  <a:tcPr marL="6350" marR="6350" marT="6350" marB="0"/>
                </a:tc>
                <a:tc>
                  <a:txBody>
                    <a:bodyPr/>
                    <a:lstStyle/>
                    <a:p>
                      <a:pPr algn="ctr" fontAlgn="b"/>
                      <a:r>
                        <a:rPr lang="en-US" sz="900" b="0" i="0" u="none" strike="noStrike">
                          <a:solidFill>
                            <a:srgbClr val="000000"/>
                          </a:solidFill>
                          <a:effectLst/>
                          <a:latin typeface="+mn-lt"/>
                        </a:rPr>
                        <a:t>EU</a:t>
                      </a:r>
                    </a:p>
                  </a:txBody>
                  <a:tcPr marL="6350" marR="6350" marT="6350" marB="0"/>
                </a:tc>
                <a:tc>
                  <a:txBody>
                    <a:bodyPr/>
                    <a:lstStyle/>
                    <a:p>
                      <a:pPr algn="ctr" fontAlgn="b"/>
                      <a:r>
                        <a:rPr lang="en-US" sz="1200" b="1">
                          <a:sym typeface="Webdings" panose="05030102010509060703" pitchFamily="18" charset="2"/>
                        </a:rPr>
                        <a:t></a:t>
                      </a:r>
                      <a:endParaRPr lang="en-US" sz="1200" b="0" i="0" u="none" strike="noStrike">
                        <a:solidFill>
                          <a:srgbClr val="000000"/>
                        </a:solidFill>
                        <a:effectLst/>
                        <a:latin typeface="+mn-lt"/>
                      </a:endParaRPr>
                    </a:p>
                  </a:txBody>
                  <a:tcPr marL="6350" marR="6350" marT="6350" marB="0"/>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1" u="none" strike="noStrike">
                          <a:solidFill>
                            <a:srgbClr val="000000"/>
                          </a:solidFill>
                          <a:effectLst/>
                          <a:latin typeface="+mn-lt"/>
                        </a:rPr>
                        <a:t>Drug Only</a:t>
                      </a:r>
                    </a:p>
                  </a:txBody>
                  <a:tcPr marL="6350" marR="6350" marT="6350" marB="0"/>
                </a:tc>
                <a:extLst>
                  <a:ext uri="{0D108BD9-81ED-4DB2-BD59-A6C34878D82A}">
                    <a16:rowId xmlns:a16="http://schemas.microsoft.com/office/drawing/2014/main" val="956357717"/>
                  </a:ext>
                </a:extLst>
              </a:tr>
              <a:tr h="341757">
                <a:tc>
                  <a:txBody>
                    <a:bodyPr/>
                    <a:lstStyle/>
                    <a:p>
                      <a:pPr algn="ctr" fontAlgn="b"/>
                      <a:r>
                        <a:rPr kumimoji="0" lang="en-US" sz="1400" b="0" i="0" u="none" strike="noStrike" kern="1200" cap="none" spc="0" normalizeH="0" baseline="0" noProof="0">
                          <a:ln>
                            <a:noFill/>
                          </a:ln>
                          <a:solidFill>
                            <a:schemeClr val="accent4"/>
                          </a:solidFill>
                          <a:effectLst/>
                          <a:uLnTx/>
                          <a:uFillTx/>
                          <a:latin typeface="+mn-lt"/>
                          <a:ea typeface="+mn-ea"/>
                          <a:cs typeface="+mn-cs"/>
                          <a:sym typeface="Wingdings 2" panose="05020102010507070707" pitchFamily="18" charset="2"/>
                        </a:rPr>
                        <a:t></a:t>
                      </a:r>
                    </a:p>
                    <a:p>
                      <a:pPr algn="ctr" fontAlgn="b"/>
                      <a:r>
                        <a:rPr kumimoji="0" lang="en-US" sz="1000" b="0" i="0" u="none" strike="noStrike" kern="1200" cap="none" spc="0" normalizeH="0" baseline="0" noProof="0">
                          <a:ln>
                            <a:noFill/>
                          </a:ln>
                          <a:solidFill>
                            <a:schemeClr val="tx1"/>
                          </a:solidFill>
                          <a:effectLst/>
                          <a:uLnTx/>
                          <a:uFillTx/>
                          <a:latin typeface="+mn-lt"/>
                          <a:ea typeface="+mn-ea"/>
                          <a:cs typeface="+mn-cs"/>
                          <a:sym typeface="Wingdings 2" panose="05020102010507070707" pitchFamily="18" charset="2"/>
                        </a:rPr>
                        <a:t>Build Solid Tumor Leadership</a:t>
                      </a:r>
                      <a:endParaRPr lang="en-US" sz="1000" b="0" i="0" u="none" strike="noStrike" kern="1200">
                        <a:solidFill>
                          <a:schemeClr val="tx1"/>
                        </a:solidFill>
                        <a:effectLst/>
                        <a:latin typeface="+mn-lt"/>
                        <a:ea typeface="+mn-ea"/>
                        <a:cs typeface="+mn-cs"/>
                      </a:endParaRPr>
                    </a:p>
                    <a:p>
                      <a:pPr algn="l" fontAlgn="b"/>
                      <a:endParaRPr lang="en-US" sz="800" b="0" i="0" u="none" strike="noStrike">
                        <a:solidFill>
                          <a:srgbClr val="000000"/>
                        </a:solidFill>
                        <a:effectLst/>
                        <a:latin typeface="+mn-lt"/>
                      </a:endParaRPr>
                    </a:p>
                  </a:txBody>
                  <a:tcPr marL="6350" marR="6350" marT="6350" marB="0" anchor="ctr">
                    <a:solidFill>
                      <a:srgbClr val="006680">
                        <a:alpha val="20000"/>
                      </a:srgbClr>
                    </a:solidFill>
                  </a:tcPr>
                </a:tc>
                <a:tc>
                  <a:txBody>
                    <a:bodyPr/>
                    <a:lstStyle/>
                    <a:p>
                      <a:pPr marL="0" indent="0" algn="l" fontAlgn="b">
                        <a:buFont typeface="Arial" panose="020B0604020202020204" pitchFamily="34" charset="0"/>
                        <a:buNone/>
                      </a:pPr>
                      <a:r>
                        <a:rPr lang="en-US" sz="800" b="0" i="0" u="none" strike="noStrike">
                          <a:solidFill>
                            <a:srgbClr val="000000"/>
                          </a:solidFill>
                          <a:effectLst/>
                          <a:latin typeface="+mn-lt"/>
                        </a:rPr>
                        <a:t>22 approved studies (additional details </a:t>
                      </a:r>
                      <a:r>
                        <a:rPr lang="en-US" sz="800" b="0" i="0" u="none" strike="noStrike">
                          <a:solidFill>
                            <a:srgbClr val="000000"/>
                          </a:solidFill>
                          <a:effectLst/>
                          <a:latin typeface="+mn-lt"/>
                          <a:hlinkClick r:id="" action="ppaction://noaction"/>
                        </a:rPr>
                        <a:t>HERE</a:t>
                      </a:r>
                      <a:r>
                        <a:rPr lang="en-US" sz="800" b="0" i="0" u="none" strike="noStrike">
                          <a:solidFill>
                            <a:srgbClr val="000000"/>
                          </a:solidFill>
                          <a:effectLst/>
                          <a:latin typeface="+mn-lt"/>
                        </a:rPr>
                        <a:t>)</a:t>
                      </a:r>
                    </a:p>
                  </a:txBody>
                  <a:tcPr marL="6350" marR="6350" marT="6350" marB="0" anchor="ctr">
                    <a:solidFill>
                      <a:srgbClr val="006680">
                        <a:alpha val="20000"/>
                      </a:srgbClr>
                    </a:solidFill>
                  </a:tcPr>
                </a:tc>
                <a:tc gridSpan="5">
                  <a:txBody>
                    <a:bodyPr/>
                    <a:lstStyle/>
                    <a:p>
                      <a:pPr algn="l" fontAlgn="b"/>
                      <a:r>
                        <a:rPr lang="en-US" sz="900" b="0" i="0" u="none" strike="noStrike">
                          <a:solidFill>
                            <a:srgbClr val="000000"/>
                          </a:solidFill>
                          <a:effectLst/>
                          <a:latin typeface="+mn-lt"/>
                        </a:rPr>
                        <a:t>9 GI</a:t>
                      </a:r>
                    </a:p>
                    <a:p>
                      <a:pPr algn="l" fontAlgn="b"/>
                      <a:r>
                        <a:rPr lang="en-US" sz="900" b="0" i="0" u="none" strike="noStrike">
                          <a:solidFill>
                            <a:srgbClr val="000000"/>
                          </a:solidFill>
                          <a:effectLst/>
                          <a:latin typeface="+mn-lt"/>
                        </a:rPr>
                        <a:t>4 Head &amp; Neck</a:t>
                      </a:r>
                    </a:p>
                    <a:p>
                      <a:pPr algn="l" fontAlgn="b"/>
                      <a:r>
                        <a:rPr lang="en-US" sz="900" b="0" i="0" u="none" strike="noStrike">
                          <a:solidFill>
                            <a:srgbClr val="000000"/>
                          </a:solidFill>
                          <a:effectLst/>
                          <a:latin typeface="+mn-lt"/>
                        </a:rPr>
                        <a:t>3 Hepatobiliary Cancers</a:t>
                      </a:r>
                    </a:p>
                    <a:p>
                      <a:pPr algn="l" fontAlgn="b"/>
                      <a:r>
                        <a:rPr lang="en-US" sz="900" b="0" i="0" u="none" strike="noStrike">
                          <a:solidFill>
                            <a:srgbClr val="000000"/>
                          </a:solidFill>
                          <a:effectLst/>
                          <a:latin typeface="+mn-lt"/>
                        </a:rPr>
                        <a:t>2 Lung</a:t>
                      </a:r>
                    </a:p>
                    <a:p>
                      <a:pPr algn="l" fontAlgn="b"/>
                      <a:r>
                        <a:rPr lang="en-US" sz="900" b="0" i="0" u="none" strike="noStrike">
                          <a:solidFill>
                            <a:srgbClr val="000000"/>
                          </a:solidFill>
                          <a:effectLst/>
                          <a:latin typeface="+mn-lt"/>
                        </a:rPr>
                        <a:t>1 Gyn</a:t>
                      </a:r>
                    </a:p>
                    <a:p>
                      <a:pPr algn="l" fontAlgn="b"/>
                      <a:r>
                        <a:rPr lang="en-US" sz="900" b="0" i="0" u="none" strike="noStrike">
                          <a:solidFill>
                            <a:srgbClr val="000000"/>
                          </a:solidFill>
                          <a:effectLst/>
                          <a:latin typeface="+mn-lt"/>
                        </a:rPr>
                        <a:t>3 in solid tumor general / others</a:t>
                      </a:r>
                    </a:p>
                  </a:txBody>
                  <a:tcPr marL="6350" marR="6350" marT="6350" marB="0"/>
                </a:tc>
                <a:tc hMerge="1">
                  <a:txBody>
                    <a:bodyPr/>
                    <a:lstStyle/>
                    <a:p>
                      <a:pPr algn="l" fontAlgn="b"/>
                      <a:endParaRPr lang="en-US" sz="900" b="0" i="0" u="none" strike="noStrike">
                        <a:solidFill>
                          <a:srgbClr val="000000"/>
                        </a:solidFill>
                        <a:effectLst/>
                        <a:latin typeface="+mn-lt"/>
                      </a:endParaRPr>
                    </a:p>
                  </a:txBody>
                  <a:tcPr marL="6350" marR="6350" marT="6350" marB="0"/>
                </a:tc>
                <a:tc hMerge="1">
                  <a:txBody>
                    <a:bodyPr/>
                    <a:lstStyle/>
                    <a:p>
                      <a:pPr algn="l" fontAlgn="b"/>
                      <a:endParaRPr lang="en-US" sz="900" b="0" i="0" u="none" strike="noStrike">
                        <a:solidFill>
                          <a:srgbClr val="000000"/>
                        </a:solidFill>
                        <a:effectLst/>
                        <a:latin typeface="+mn-lt"/>
                      </a:endParaRPr>
                    </a:p>
                  </a:txBody>
                  <a:tcPr marL="6350" marR="6350" marT="6350" marB="0"/>
                </a:tc>
                <a:tc hMerge="1">
                  <a:txBody>
                    <a:bodyPr/>
                    <a:lstStyle/>
                    <a:p>
                      <a:pPr algn="ctr" fontAlgn="b"/>
                      <a:endParaRPr lang="en-US" sz="900" b="0" i="0" u="none" strike="noStrike">
                        <a:solidFill>
                          <a:srgbClr val="000000"/>
                        </a:solidFill>
                        <a:effectLst/>
                        <a:latin typeface="+mn-lt"/>
                      </a:endParaRPr>
                    </a:p>
                  </a:txBody>
                  <a:tcPr marL="6350" marR="6350" marT="6350" marB="0"/>
                </a:tc>
                <a:tc hMerge="1">
                  <a:txBody>
                    <a:bodyPr/>
                    <a:lstStyle/>
                    <a:p>
                      <a:pPr algn="ctr" fontAlgn="b"/>
                      <a:endParaRPr lang="en-US" sz="1200" b="0" i="0" u="none" strike="noStrike">
                        <a:solidFill>
                          <a:srgbClr val="000000"/>
                        </a:solidFill>
                        <a:effectLst/>
                        <a:latin typeface="+mn-lt"/>
                      </a:endParaRPr>
                    </a:p>
                  </a:txBody>
                  <a:tcPr marL="6350" marR="6350" marT="6350" marB="0"/>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1" u="none" strike="noStrike">
                          <a:solidFill>
                            <a:srgbClr val="000000"/>
                          </a:solidFill>
                          <a:effectLst/>
                          <a:latin typeface="+mn-lt"/>
                        </a:rPr>
                        <a:t>$6.7 M</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1" u="none" strike="noStrike">
                          <a:solidFill>
                            <a:srgbClr val="000000"/>
                          </a:solidFill>
                          <a:effectLst/>
                          <a:latin typeface="+mn-lt"/>
                        </a:rPr>
                        <a:t>+</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900" b="0" i="1" u="none" strike="noStrike">
                          <a:solidFill>
                            <a:srgbClr val="000000"/>
                          </a:solidFill>
                          <a:effectLst/>
                          <a:latin typeface="+mn-lt"/>
                        </a:rPr>
                        <a:t>11 drug only studies </a:t>
                      </a:r>
                    </a:p>
                  </a:txBody>
                  <a:tcPr marL="6350" marR="6350" marT="6350" marB="0" anchor="ctr"/>
                </a:tc>
                <a:extLst>
                  <a:ext uri="{0D108BD9-81ED-4DB2-BD59-A6C34878D82A}">
                    <a16:rowId xmlns:a16="http://schemas.microsoft.com/office/drawing/2014/main" val="4105150395"/>
                  </a:ext>
                </a:extLst>
              </a:tr>
            </a:tbl>
          </a:graphicData>
        </a:graphic>
      </p:graphicFrame>
      <p:sp>
        <p:nvSpPr>
          <p:cNvPr id="9" name="TextBox 8">
            <a:extLst>
              <a:ext uri="{FF2B5EF4-FFF2-40B4-BE49-F238E27FC236}">
                <a16:creationId xmlns:a16="http://schemas.microsoft.com/office/drawing/2014/main" id="{6BF251BF-506C-DDC9-225E-9B1067D6141A}"/>
              </a:ext>
            </a:extLst>
          </p:cNvPr>
          <p:cNvSpPr txBox="1"/>
          <p:nvPr/>
        </p:nvSpPr>
        <p:spPr>
          <a:xfrm>
            <a:off x="9004663" y="114674"/>
            <a:ext cx="3119891" cy="807913"/>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B050"/>
                </a:solidFill>
                <a:effectLst/>
                <a:uLnTx/>
                <a:uFillTx/>
                <a:latin typeface="Poppins"/>
                <a:ea typeface="+mn-ea"/>
                <a:cs typeface="+mn-cs"/>
                <a:sym typeface="Webdings" panose="05030102010509060703" pitchFamily="18" charset="2"/>
              </a:rPr>
              <a:t></a:t>
            </a:r>
            <a:r>
              <a:rPr kumimoji="0" lang="en-US" sz="900" b="0" i="0" u="none" strike="noStrike" kern="1200" cap="none" spc="0" normalizeH="0" baseline="0" noProof="0">
                <a:ln>
                  <a:noFill/>
                </a:ln>
                <a:solidFill>
                  <a:srgbClr val="000000"/>
                </a:solidFill>
                <a:effectLst/>
                <a:uLnTx/>
                <a:uFillTx/>
                <a:latin typeface="Poppins"/>
                <a:ea typeface="+mn-ea"/>
                <a:cs typeface="+mn-cs"/>
                <a:sym typeface="Webdings" panose="05030102010509060703" pitchFamily="18" charset="2"/>
              </a:rPr>
              <a:t>Study Active – Enrolling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Poppins"/>
                <a:ea typeface="+mn-ea"/>
                <a:cs typeface="+mn-cs"/>
                <a:sym typeface="Webdings" panose="05030102010509060703" pitchFamily="18" charset="2"/>
              </a:rPr>
              <a:t></a:t>
            </a:r>
            <a:r>
              <a:rPr kumimoji="0" lang="en-US" sz="900" b="0" i="0" u="none" strike="noStrike" kern="1200" cap="none" spc="0" normalizeH="0" baseline="0" noProof="0">
                <a:ln>
                  <a:noFill/>
                </a:ln>
                <a:solidFill>
                  <a:srgbClr val="000000"/>
                </a:solidFill>
                <a:effectLst/>
                <a:uLnTx/>
                <a:uFillTx/>
                <a:latin typeface="Poppins"/>
                <a:ea typeface="+mn-ea"/>
                <a:cs typeface="+mn-cs"/>
                <a:sym typeface="Webdings" panose="05030102010509060703" pitchFamily="18" charset="2"/>
              </a:rPr>
              <a:t>Protocol – Approved, Awaiting Contract/Reg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Poppins"/>
                <a:ea typeface="+mn-ea"/>
                <a:cs typeface="+mn-cs"/>
                <a:sym typeface="Webdings" panose="05030102010509060703" pitchFamily="18" charset="2"/>
              </a:rPr>
              <a:t>     (</a:t>
            </a:r>
            <a:r>
              <a:rPr kumimoji="0" lang="en-US" sz="900" b="0" i="0" u="none" strike="noStrike" kern="1200" cap="none" spc="0" normalizeH="0" baseline="0" noProof="0">
                <a:ln>
                  <a:noFill/>
                </a:ln>
                <a:solidFill>
                  <a:srgbClr val="92D050"/>
                </a:solidFill>
                <a:effectLst/>
                <a:uLnTx/>
                <a:uFillTx/>
                <a:latin typeface="Poppins"/>
                <a:ea typeface="+mn-ea"/>
                <a:cs typeface="+mn-cs"/>
                <a:sym typeface="Webdings" panose="05030102010509060703" pitchFamily="18" charset="2"/>
              </a:rPr>
              <a:t>Green rows </a:t>
            </a:r>
            <a:r>
              <a:rPr kumimoji="0" lang="en-US" sz="900" b="0" i="0" u="none" strike="noStrike" kern="1200" cap="none" spc="0" normalizeH="0" baseline="0" noProof="0">
                <a:ln>
                  <a:noFill/>
                </a:ln>
                <a:solidFill>
                  <a:srgbClr val="000000"/>
                </a:solidFill>
                <a:effectLst/>
                <a:uLnTx/>
                <a:uFillTx/>
                <a:latin typeface="Poppins"/>
                <a:ea typeface="+mn-ea"/>
                <a:cs typeface="+mn-cs"/>
                <a:sym typeface="Webdings" panose="05030102010509060703" pitchFamily="18" charset="2"/>
              </a:rPr>
              <a:t>= recently approved)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Poppins"/>
                <a:ea typeface="+mn-ea"/>
                <a:cs typeface="+mn-cs"/>
                <a:sym typeface="Wingdings" panose="05000000000000000000" pitchFamily="2" charset="2"/>
              </a:rPr>
              <a:t></a:t>
            </a:r>
            <a:r>
              <a:rPr kumimoji="0" lang="en-US" sz="900" b="0" i="0" u="none" strike="noStrike" kern="1200" cap="none" spc="0" normalizeH="0" baseline="0" noProof="0">
                <a:ln>
                  <a:noFill/>
                </a:ln>
                <a:solidFill>
                  <a:srgbClr val="000000"/>
                </a:solidFill>
                <a:effectLst/>
                <a:uLnTx/>
                <a:uFillTx/>
                <a:latin typeface="Poppins"/>
                <a:ea typeface="+mn-ea"/>
                <a:cs typeface="+mn-cs"/>
                <a:sym typeface="Webdings" panose="05030102010509060703" pitchFamily="18" charset="2"/>
              </a:rPr>
              <a:t>Protocol – In Development </a:t>
            </a:r>
            <a:endParaRPr kumimoji="0" lang="en-US" sz="900" b="0" i="0" u="none" strike="noStrike" kern="1200" cap="none" spc="0" normalizeH="0" baseline="0" noProof="0">
              <a:ln>
                <a:noFill/>
              </a:ln>
              <a:solidFill>
                <a:srgbClr val="000000"/>
              </a:solidFill>
              <a:effectLst/>
              <a:uLnTx/>
              <a:uFillTx/>
              <a:latin typeface="Poppins"/>
              <a:ea typeface="+mn-ea"/>
              <a:cs typeface="+mn-cs"/>
            </a:endParaRPr>
          </a:p>
        </p:txBody>
      </p:sp>
      <p:sp>
        <p:nvSpPr>
          <p:cNvPr id="14" name="Rectangle 1">
            <a:extLst>
              <a:ext uri="{FF2B5EF4-FFF2-40B4-BE49-F238E27FC236}">
                <a16:creationId xmlns:a16="http://schemas.microsoft.com/office/drawing/2014/main" id="{1F69FE00-F2E8-C382-5B59-824E91FC9F31}"/>
              </a:ext>
            </a:extLst>
          </p:cNvPr>
          <p:cNvSpPr>
            <a:spLocks noGrp="1" noChangeArrowheads="1"/>
          </p:cNvSpPr>
          <p:nvPr>
            <p:ph type="ftr" sz="quarter" idx="10"/>
          </p:nvPr>
        </p:nvSpPr>
        <p:spPr bwMode="auto">
          <a:xfrm>
            <a:off x="358337" y="6386088"/>
            <a:ext cx="790956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Poppins"/>
                <a:ea typeface="+mn-ea"/>
                <a:cs typeface="+mn-cs"/>
                <a:hlinkClick r:id="rId5"/>
              </a:rPr>
              <a:t>IIT Status Report_11Jun2025.xlsx</a:t>
            </a:r>
            <a:endParaRPr kumimoji="0" lang="en-US" alt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15" name="Rectangle 1">
            <a:extLst>
              <a:ext uri="{FF2B5EF4-FFF2-40B4-BE49-F238E27FC236}">
                <a16:creationId xmlns:a16="http://schemas.microsoft.com/office/drawing/2014/main" id="{2664B4D8-2EB4-802B-042D-A8D64F7681E9}"/>
              </a:ext>
            </a:extLst>
          </p:cNvPr>
          <p:cNvSpPr txBox="1">
            <a:spLocks noChangeArrowheads="1"/>
          </p:cNvSpPr>
          <p:nvPr/>
        </p:nvSpPr>
        <p:spPr bwMode="auto">
          <a:xfrm>
            <a:off x="358337" y="6518408"/>
            <a:ext cx="790956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defPPr>
              <a:defRPr lang="en-US"/>
            </a:defPPr>
            <a:lvl1pPr marL="0" algn="l" defTabSz="914400" rtl="0" eaLnBrk="1" latinLnBrk="0" hangingPunct="1">
              <a:lnSpc>
                <a:spcPct val="90000"/>
              </a:lnSpc>
              <a:spcBef>
                <a:spcPts val="300"/>
              </a:spcBef>
              <a:defRPr sz="700" kern="1200">
                <a:solidFill>
                  <a:schemeClr val="tx1">
                    <a:lumMod val="65000"/>
                    <a:lumOff val="3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Poppins"/>
                <a:ea typeface="+mn-ea"/>
                <a:cs typeface="+mn-cs"/>
                <a:hlinkClick r:id="rId6"/>
              </a:rPr>
              <a:t>ST IIT Summary w/ Links to Schema </a:t>
            </a:r>
            <a:endParaRPr kumimoji="0" lang="en-US" altLang="en-US" sz="800" b="0" i="0" u="none" strike="noStrike" kern="1200" cap="none" spc="0" normalizeH="0" baseline="0" noProof="0">
              <a:ln>
                <a:noFill/>
              </a:ln>
              <a:solidFill>
                <a:srgbClr val="000000"/>
              </a:solidFill>
              <a:effectLst/>
              <a:uLnTx/>
              <a:uFillTx/>
              <a:latin typeface="Poppins"/>
              <a:ea typeface="+mn-ea"/>
              <a:cs typeface="+mn-cs"/>
            </a:endParaRPr>
          </a:p>
        </p:txBody>
      </p:sp>
      <p:sp>
        <p:nvSpPr>
          <p:cNvPr id="4" name="TextBox 3">
            <a:extLst>
              <a:ext uri="{FF2B5EF4-FFF2-40B4-BE49-F238E27FC236}">
                <a16:creationId xmlns:a16="http://schemas.microsoft.com/office/drawing/2014/main" id="{874AAA8F-8464-8A37-C53F-A03B124D3CB8}"/>
              </a:ext>
            </a:extLst>
          </p:cNvPr>
          <p:cNvSpPr txBox="1"/>
          <p:nvPr/>
        </p:nvSpPr>
        <p:spPr>
          <a:xfrm>
            <a:off x="358335" y="749993"/>
            <a:ext cx="10448209" cy="461665"/>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Poppins"/>
                <a:ea typeface="+mn-ea"/>
                <a:cs typeface="+mn-cs"/>
              </a:rPr>
              <a:t>~$10.1 M committed for actively enrolling or approved studies through 2029 </a:t>
            </a:r>
          </a:p>
        </p:txBody>
      </p:sp>
    </p:spTree>
    <p:extLst>
      <p:ext uri="{BB962C8B-B14F-4D97-AF65-F5344CB8AC3E}">
        <p14:creationId xmlns:p14="http://schemas.microsoft.com/office/powerpoint/2010/main" val="40729811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67080-39CB-1472-84C5-9770BB29CDB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FACE3FE-FFA9-681C-8AA8-792D5BDB4D43}"/>
              </a:ext>
            </a:extLst>
          </p:cNvPr>
          <p:cNvGraphicFramePr>
            <a:graphicFrameLocks noChangeAspect="1"/>
          </p:cNvGraphicFramePr>
          <p:nvPr>
            <p:custDataLst>
              <p:tags r:id="rId1"/>
            </p:custDataLst>
            <p:extLst>
              <p:ext uri="{D42A27DB-BD31-4B8C-83A1-F6EECF244321}">
                <p14:modId xmlns:p14="http://schemas.microsoft.com/office/powerpoint/2010/main" val="35292575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5" name="think-cell data - do not delete" hidden="1">
                        <a:extLst>
                          <a:ext uri="{FF2B5EF4-FFF2-40B4-BE49-F238E27FC236}">
                            <a16:creationId xmlns:a16="http://schemas.microsoft.com/office/drawing/2014/main" id="{FFACE3FE-FFA9-681C-8AA8-792D5BDB4D4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9" name="Rectangle: Rounded Corners 48">
            <a:extLst>
              <a:ext uri="{FF2B5EF4-FFF2-40B4-BE49-F238E27FC236}">
                <a16:creationId xmlns:a16="http://schemas.microsoft.com/office/drawing/2014/main" id="{167E0C27-B68E-26B0-23FC-C53B0B522955}"/>
              </a:ext>
            </a:extLst>
          </p:cNvPr>
          <p:cNvSpPr/>
          <p:nvPr/>
        </p:nvSpPr>
        <p:spPr>
          <a:xfrm>
            <a:off x="9613773" y="14251"/>
            <a:ext cx="2560320" cy="66202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50" name="Rectangle: Rounded Corners 49">
            <a:extLst>
              <a:ext uri="{FF2B5EF4-FFF2-40B4-BE49-F238E27FC236}">
                <a16:creationId xmlns:a16="http://schemas.microsoft.com/office/drawing/2014/main" id="{7EF7B9D0-3682-EB55-6AFF-970F6A4F9D78}"/>
              </a:ext>
            </a:extLst>
          </p:cNvPr>
          <p:cNvSpPr/>
          <p:nvPr/>
        </p:nvSpPr>
        <p:spPr>
          <a:xfrm>
            <a:off x="9613773" y="628725"/>
            <a:ext cx="2560320" cy="662023"/>
          </a:xfrm>
          <a:prstGeom prst="round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38" name="TextBox 37">
            <a:extLst>
              <a:ext uri="{FF2B5EF4-FFF2-40B4-BE49-F238E27FC236}">
                <a16:creationId xmlns:a16="http://schemas.microsoft.com/office/drawing/2014/main" id="{90B7E71A-18DB-8766-B9F7-B4B4C3FFD203}"/>
              </a:ext>
            </a:extLst>
          </p:cNvPr>
          <p:cNvSpPr txBox="1"/>
          <p:nvPr/>
        </p:nvSpPr>
        <p:spPr>
          <a:xfrm>
            <a:off x="9585198" y="-41154"/>
            <a:ext cx="2560320" cy="1377300"/>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Strategic Imperatives: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D62B1E"/>
                </a:solidFill>
                <a:effectLst/>
                <a:uLnTx/>
                <a:uFillTx/>
                <a:latin typeface="Poppins"/>
                <a:ea typeface="+mn-ea"/>
                <a:cs typeface="+mn-cs"/>
                <a:sym typeface="Wingdings 2" panose="05020102010507070707" pitchFamily="18" charset="2"/>
              </a:rPr>
              <a:t></a:t>
            </a:r>
            <a:r>
              <a:rPr kumimoji="0" lang="en-US" sz="800" b="0" i="0" u="none" strike="noStrike" kern="1200" cap="none" spc="0" normalizeH="0" baseline="0" noProof="0">
                <a:ln>
                  <a:noFill/>
                </a:ln>
                <a:solidFill>
                  <a:srgbClr val="000000"/>
                </a:solidFill>
                <a:effectLst/>
                <a:uLnTx/>
                <a:uFillTx/>
                <a:latin typeface="Poppins"/>
                <a:ea typeface="+mn-ea"/>
                <a:cs typeface="+mn-cs"/>
              </a:rPr>
              <a:t>Drive Differentiation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EB7500"/>
                </a:solidFill>
                <a:effectLst/>
                <a:uLnTx/>
                <a:uFillTx/>
                <a:latin typeface="Poppins"/>
                <a:ea typeface="+mn-ea"/>
                <a:cs typeface="+mn-cs"/>
                <a:sym typeface="Wingdings 2" panose="05020102010507070707" pitchFamily="18" charset="2"/>
              </a:rPr>
              <a:t></a:t>
            </a:r>
            <a:r>
              <a:rPr kumimoji="0" lang="en-US" sz="800" b="0" i="0" u="none" strike="noStrike" kern="1200" cap="none" spc="0" normalizeH="0" baseline="0" noProof="0">
                <a:ln>
                  <a:noFill/>
                </a:ln>
                <a:solidFill>
                  <a:srgbClr val="000000"/>
                </a:solidFill>
                <a:effectLst/>
                <a:uLnTx/>
                <a:uFillTx/>
                <a:latin typeface="Poppins"/>
                <a:ea typeface="+mn-ea"/>
                <a:cs typeface="+mn-cs"/>
              </a:rPr>
              <a:t>Secure Broad Access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6680"/>
                </a:solidFill>
                <a:effectLst/>
                <a:uLnTx/>
                <a:uFillTx/>
                <a:latin typeface="Poppins"/>
                <a:ea typeface="+mn-ea"/>
                <a:cs typeface="+mn-cs"/>
                <a:sym typeface="Wingdings 2" panose="05020102010507070707" pitchFamily="18" charset="2"/>
              </a:rPr>
              <a:t></a:t>
            </a:r>
            <a:r>
              <a:rPr kumimoji="0" lang="en-US" sz="800" b="0" i="0" u="none" strike="noStrike" kern="1200" cap="none" spc="0" normalizeH="0" baseline="0" noProof="0">
                <a:ln>
                  <a:noFill/>
                </a:ln>
                <a:solidFill>
                  <a:srgbClr val="000000"/>
                </a:solidFill>
                <a:effectLst/>
                <a:uLnTx/>
                <a:uFillTx/>
                <a:latin typeface="Poppins"/>
                <a:ea typeface="+mn-ea"/>
                <a:cs typeface="+mn-cs"/>
              </a:rPr>
              <a:t>Build Solid Tumor Leadership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 Evidence Gaps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A </a:t>
            </a:r>
            <a:r>
              <a:rPr kumimoji="0" lang="en-US" sz="800" b="0" i="0" u="none" strike="noStrike" kern="1200" cap="none" spc="0" normalizeH="0" baseline="0" noProof="0">
                <a:ln>
                  <a:noFill/>
                </a:ln>
                <a:solidFill>
                  <a:srgbClr val="000000"/>
                </a:solidFill>
                <a:effectLst/>
                <a:uLnTx/>
                <a:uFillTx/>
                <a:latin typeface="Poppins"/>
                <a:ea typeface="+mn-ea"/>
                <a:cs typeface="+mn-cs"/>
              </a:rPr>
              <a:t>Prospective/Retrospective RWE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B </a:t>
            </a:r>
            <a:r>
              <a:rPr kumimoji="0" lang="en-US" sz="800" b="0" i="0" u="none" strike="noStrike" kern="1200" cap="none" spc="0" normalizeH="0" baseline="0" noProof="0">
                <a:ln>
                  <a:noFill/>
                </a:ln>
                <a:solidFill>
                  <a:srgbClr val="000000"/>
                </a:solidFill>
                <a:effectLst/>
                <a:uLnTx/>
                <a:uFillTx/>
                <a:latin typeface="Poppins"/>
                <a:ea typeface="+mn-ea"/>
                <a:cs typeface="+mn-cs"/>
              </a:rPr>
              <a:t>Tislelizumab + </a:t>
            </a:r>
            <a:r>
              <a:rPr kumimoji="0" lang="en-US" sz="800" b="0" i="0" u="none" strike="noStrike" kern="1200" cap="none" spc="0" normalizeH="0" baseline="0" noProof="0" err="1">
                <a:ln>
                  <a:noFill/>
                </a:ln>
                <a:solidFill>
                  <a:srgbClr val="000000"/>
                </a:solidFill>
                <a:effectLst/>
                <a:uLnTx/>
                <a:uFillTx/>
                <a:latin typeface="Poppins"/>
                <a:ea typeface="+mn-ea"/>
                <a:cs typeface="+mn-cs"/>
              </a:rPr>
              <a:t>CTx</a:t>
            </a:r>
            <a:r>
              <a:rPr kumimoji="0" lang="en-US" sz="800" b="0" i="0" u="none" strike="noStrike" kern="1200" cap="none" spc="0" normalizeH="0" baseline="0" noProof="0">
                <a:ln>
                  <a:noFill/>
                </a:ln>
                <a:solidFill>
                  <a:srgbClr val="000000"/>
                </a:solidFill>
                <a:effectLst/>
                <a:uLnTx/>
                <a:uFillTx/>
                <a:latin typeface="Poppins"/>
                <a:ea typeface="+mn-ea"/>
                <a:cs typeface="+mn-cs"/>
              </a:rPr>
              <a:t> vs SoC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C</a:t>
            </a:r>
            <a:r>
              <a:rPr kumimoji="0" lang="en-US" sz="800" b="1" i="0" u="none" strike="noStrike" kern="1200" cap="none" spc="0" normalizeH="0" baseline="0" noProof="0">
                <a:ln>
                  <a:noFill/>
                </a:ln>
                <a:solidFill>
                  <a:srgbClr val="000000"/>
                </a:solidFill>
                <a:effectLst/>
                <a:uLnTx/>
                <a:uFillTx/>
                <a:latin typeface="Poppins"/>
                <a:ea typeface="+mn-ea"/>
                <a:cs typeface="+mn-cs"/>
              </a:rPr>
              <a:t> </a:t>
            </a:r>
            <a:r>
              <a:rPr kumimoji="0" lang="en-US" sz="800" b="0" i="0" u="none" strike="noStrike" kern="1200" cap="none" spc="0" normalizeH="0" baseline="0" noProof="0">
                <a:ln>
                  <a:noFill/>
                </a:ln>
                <a:solidFill>
                  <a:srgbClr val="000000"/>
                </a:solidFill>
                <a:effectLst/>
                <a:uLnTx/>
                <a:uFillTx/>
                <a:latin typeface="Poppins"/>
                <a:ea typeface="+mn-ea"/>
                <a:cs typeface="+mn-cs"/>
              </a:rPr>
              <a:t>Efficacy/safety in subpopulations of interest </a:t>
            </a:r>
          </a:p>
        </p:txBody>
      </p:sp>
      <p:sp>
        <p:nvSpPr>
          <p:cNvPr id="3" name="Title 2">
            <a:extLst>
              <a:ext uri="{FF2B5EF4-FFF2-40B4-BE49-F238E27FC236}">
                <a16:creationId xmlns:a16="http://schemas.microsoft.com/office/drawing/2014/main" id="{E5AE34E9-1830-73FE-B572-0BAA2CB5F6A0}"/>
              </a:ext>
            </a:extLst>
          </p:cNvPr>
          <p:cNvSpPr>
            <a:spLocks noGrp="1"/>
          </p:cNvSpPr>
          <p:nvPr>
            <p:ph type="title"/>
          </p:nvPr>
        </p:nvSpPr>
        <p:spPr>
          <a:xfrm>
            <a:off x="358337" y="271427"/>
            <a:ext cx="11470125" cy="738664"/>
          </a:xfrm>
        </p:spPr>
        <p:txBody>
          <a:bodyPr vert="horz"/>
          <a:lstStyle/>
          <a:p>
            <a:r>
              <a:rPr lang="en-US" sz="2400"/>
              <a:t>Key Evidence Generation Initiatives and Plans</a:t>
            </a:r>
            <a:br>
              <a:rPr lang="en-US"/>
            </a:br>
            <a:r>
              <a:rPr lang="en-US" sz="2400">
                <a:solidFill>
                  <a:srgbClr val="D62B1E"/>
                </a:solidFill>
              </a:rPr>
              <a:t>Lung Cancer</a:t>
            </a:r>
            <a:endParaRPr lang="en-CH">
              <a:solidFill>
                <a:srgbClr val="D62B1E"/>
              </a:solidFill>
            </a:endParaRPr>
          </a:p>
        </p:txBody>
      </p:sp>
      <p:sp>
        <p:nvSpPr>
          <p:cNvPr id="4" name="Footer Placeholder 3">
            <a:extLst>
              <a:ext uri="{FF2B5EF4-FFF2-40B4-BE49-F238E27FC236}">
                <a16:creationId xmlns:a16="http://schemas.microsoft.com/office/drawing/2014/main" id="{F2A00785-84D4-81C3-3F8D-17C6567F60ED}"/>
              </a:ext>
            </a:extLst>
          </p:cNvPr>
          <p:cNvSpPr>
            <a:spLocks noGrp="1"/>
          </p:cNvSpPr>
          <p:nvPr>
            <p:ph type="ftr" sz="quarter" idx="10"/>
          </p:nvPr>
        </p:nvSpPr>
        <p:spPr>
          <a:xfrm>
            <a:off x="358336" y="6381610"/>
            <a:ext cx="8483912" cy="365760"/>
          </a:xfrm>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Poppins"/>
              </a:rPr>
              <a:t>*Studies are / will be using (partially) commercial drug / drug only requests; examples on budgets can be found in the appendix</a:t>
            </a:r>
          </a:p>
        </p:txBody>
      </p:sp>
      <p:graphicFrame>
        <p:nvGraphicFramePr>
          <p:cNvPr id="12" name="Table 11">
            <a:extLst>
              <a:ext uri="{FF2B5EF4-FFF2-40B4-BE49-F238E27FC236}">
                <a16:creationId xmlns:a16="http://schemas.microsoft.com/office/drawing/2014/main" id="{E077A67A-546C-C3D2-7F31-61BA17A5728E}"/>
              </a:ext>
            </a:extLst>
          </p:cNvPr>
          <p:cNvGraphicFramePr>
            <a:graphicFrameLocks noGrp="1"/>
          </p:cNvGraphicFramePr>
          <p:nvPr/>
        </p:nvGraphicFramePr>
        <p:xfrm>
          <a:off x="343491" y="1543008"/>
          <a:ext cx="11484969" cy="3564996"/>
        </p:xfrm>
        <a:graphic>
          <a:graphicData uri="http://schemas.openxmlformats.org/drawingml/2006/table">
            <a:tbl>
              <a:tblPr firstRow="1" bandRow="1">
                <a:tableStyleId>{72833802-FEF1-4C79-8D5D-14CF1EAF98D9}</a:tableStyleId>
              </a:tblPr>
              <a:tblGrid>
                <a:gridCol w="655377">
                  <a:extLst>
                    <a:ext uri="{9D8B030D-6E8A-4147-A177-3AD203B41FA5}">
                      <a16:colId xmlns:a16="http://schemas.microsoft.com/office/drawing/2014/main" val="4029776589"/>
                    </a:ext>
                  </a:extLst>
                </a:gridCol>
                <a:gridCol w="762863">
                  <a:extLst>
                    <a:ext uri="{9D8B030D-6E8A-4147-A177-3AD203B41FA5}">
                      <a16:colId xmlns:a16="http://schemas.microsoft.com/office/drawing/2014/main" val="3478941960"/>
                    </a:ext>
                  </a:extLst>
                </a:gridCol>
                <a:gridCol w="2874417">
                  <a:extLst>
                    <a:ext uri="{9D8B030D-6E8A-4147-A177-3AD203B41FA5}">
                      <a16:colId xmlns:a16="http://schemas.microsoft.com/office/drawing/2014/main" val="1233307325"/>
                    </a:ext>
                  </a:extLst>
                </a:gridCol>
                <a:gridCol w="3978427">
                  <a:extLst>
                    <a:ext uri="{9D8B030D-6E8A-4147-A177-3AD203B41FA5}">
                      <a16:colId xmlns:a16="http://schemas.microsoft.com/office/drawing/2014/main" val="1386697275"/>
                    </a:ext>
                  </a:extLst>
                </a:gridCol>
                <a:gridCol w="894636">
                  <a:extLst>
                    <a:ext uri="{9D8B030D-6E8A-4147-A177-3AD203B41FA5}">
                      <a16:colId xmlns:a16="http://schemas.microsoft.com/office/drawing/2014/main" val="2736702309"/>
                    </a:ext>
                  </a:extLst>
                </a:gridCol>
                <a:gridCol w="1221969">
                  <a:extLst>
                    <a:ext uri="{9D8B030D-6E8A-4147-A177-3AD203B41FA5}">
                      <a16:colId xmlns:a16="http://schemas.microsoft.com/office/drawing/2014/main" val="2901361658"/>
                    </a:ext>
                  </a:extLst>
                </a:gridCol>
                <a:gridCol w="1097280">
                  <a:extLst>
                    <a:ext uri="{9D8B030D-6E8A-4147-A177-3AD203B41FA5}">
                      <a16:colId xmlns:a16="http://schemas.microsoft.com/office/drawing/2014/main" val="3220249320"/>
                    </a:ext>
                  </a:extLst>
                </a:gridCol>
              </a:tblGrid>
              <a:tr h="2963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rgbClr val="FFFFFF"/>
                          </a:solidFill>
                          <a:effectLst/>
                          <a:uLnTx/>
                          <a:uFillTx/>
                          <a:latin typeface="Poppins"/>
                          <a:ea typeface="+mn-ea"/>
                          <a:cs typeface="+mn-cs"/>
                        </a:rPr>
                        <a:t>SIs</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a:ln>
                            <a:noFill/>
                          </a:ln>
                          <a:solidFill>
                            <a:srgbClr val="FFFFFF"/>
                          </a:solidFill>
                          <a:effectLst/>
                          <a:uLnTx/>
                          <a:uFillTx/>
                          <a:latin typeface="Poppins"/>
                          <a:ea typeface="+mn-ea"/>
                          <a:cs typeface="+mn-cs"/>
                        </a:rPr>
                        <a:t>Gap Category</a:t>
                      </a:r>
                      <a:endParaRPr kumimoji="0" lang="en-CH" sz="9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Gap</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Tactic</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Tactic Type</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Status</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Budget </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extLst>
                  <a:ext uri="{0D108BD9-81ED-4DB2-BD59-A6C34878D82A}">
                    <a16:rowId xmlns:a16="http://schemas.microsoft.com/office/drawing/2014/main" val="2677472078"/>
                  </a:ext>
                </a:extLst>
              </a:tr>
              <a:tr h="51174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   </a:t>
                      </a:r>
                      <a:r>
                        <a:rPr kumimoji="0" lang="en-US" sz="1400" b="0" i="0" u="none" strike="noStrike" kern="1200" cap="none" spc="0" normalizeH="0" baseline="0" noProof="0">
                          <a:ln>
                            <a:noFill/>
                          </a:ln>
                          <a:solidFill>
                            <a:schemeClr val="accent4"/>
                          </a:solidFill>
                          <a:effectLst/>
                          <a:uLnTx/>
                          <a:uFillTx/>
                          <a:latin typeface="+mn-lt"/>
                          <a:ea typeface="+mn-ea"/>
                          <a:cs typeface="+mn-cs"/>
                          <a:sym typeface="Wingdings 2" panose="05020102010507070707" pitchFamily="18" charset="2"/>
                        </a:rPr>
                        <a:t></a:t>
                      </a:r>
                      <a:endParaRPr kumimoji="0" lang="en-CH" sz="1100" b="1" i="0" u="none" strike="noStrike" kern="1200" cap="none" spc="0" normalizeH="0" baseline="0">
                        <a:ln>
                          <a:noFill/>
                        </a:ln>
                        <a:solidFill>
                          <a:schemeClr val="tx1"/>
                        </a:solidFill>
                        <a:effectLst/>
                        <a:uLnTx/>
                        <a:uFillTx/>
                        <a:latin typeface="+mn-lt"/>
                        <a:ea typeface="+mn-ea"/>
                        <a:cs typeface="+mn-cs"/>
                      </a:endParaRPr>
                    </a:p>
                  </a:txBody>
                  <a:tcPr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A, C</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RWE and sub-populations of interest (patients in PD-L1 ≥ 50 %; IO mono vs IO + </a:t>
                      </a:r>
                      <a:r>
                        <a:rPr kumimoji="0" lang="en-US" sz="1000" b="1" u="none" strike="noStrike" kern="1200" cap="none" spc="0" normalizeH="0" baseline="0" err="1">
                          <a:ln>
                            <a:noFill/>
                          </a:ln>
                          <a:solidFill>
                            <a:schemeClr val="tx1"/>
                          </a:solidFill>
                          <a:effectLst/>
                          <a:uLnTx/>
                          <a:uFillTx/>
                        </a:rPr>
                        <a:t>CTx</a:t>
                      </a:r>
                      <a:r>
                        <a:rPr kumimoji="0" lang="en-US" sz="1000" b="1" u="none" strike="noStrike" kern="1200" cap="none" spc="0" normalizeH="0" baseline="0">
                          <a:ln>
                            <a:noFill/>
                          </a:ln>
                          <a:solidFill>
                            <a:schemeClr val="tx1"/>
                          </a:solidFill>
                          <a:effectLst/>
                          <a:uLnTx/>
                          <a:uFillTx/>
                        </a:rPr>
                        <a:t>)</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a:solidFill>
                            <a:schemeClr val="tx1"/>
                          </a:solidFill>
                          <a:hlinkClick r:id="" action="ppaction://noaction"/>
                        </a:rPr>
                        <a:t>HIGH FIVE (Heinzen):</a:t>
                      </a:r>
                      <a:r>
                        <a:rPr lang="en-US" sz="1000">
                          <a:solidFill>
                            <a:schemeClr val="tx1"/>
                          </a:solidFill>
                        </a:rPr>
                        <a:t> Critical to support clinical experience with tislelizumab and answering questions on IO mono / IO </a:t>
                      </a:r>
                      <a:r>
                        <a:rPr lang="en-US" sz="1000" err="1">
                          <a:solidFill>
                            <a:schemeClr val="tx1"/>
                          </a:solidFill>
                        </a:rPr>
                        <a:t>CTx</a:t>
                      </a:r>
                      <a:r>
                        <a:rPr lang="en-US" sz="1000">
                          <a:solidFill>
                            <a:schemeClr val="tx1"/>
                          </a:solidFill>
                        </a:rPr>
                        <a:t> in greater than 50 % PD-L1 expression + data in Caucasian patients (N=302)*</a:t>
                      </a:r>
                      <a:endParaRPr lang="en-US" sz="1000">
                        <a:solidFill>
                          <a:schemeClr val="tx1"/>
                        </a:solidFill>
                        <a:ea typeface="Verdana"/>
                      </a:endParaRPr>
                    </a:p>
                  </a:txBody>
                  <a:tcPr>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IIT</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Proposal received</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mn-lt"/>
                          <a:ea typeface="+mn-ea"/>
                          <a:cs typeface="+mn-cs"/>
                        </a:rPr>
                        <a:t>~ 5.0 M €*</a:t>
                      </a:r>
                      <a:endParaRPr kumimoji="0" lang="en-CH" sz="700" b="0" i="1" u="none" strike="noStrike" kern="1200" cap="none" spc="0" normalizeH="0" baseline="0">
                        <a:ln>
                          <a:noFill/>
                        </a:ln>
                        <a:solidFill>
                          <a:schemeClr val="tx1"/>
                        </a:solidFill>
                        <a:effectLst/>
                        <a:uLnTx/>
                        <a:uFillTx/>
                        <a:latin typeface="+mn-lt"/>
                        <a:ea typeface="+mn-ea"/>
                        <a:cs typeface="+mn-cs"/>
                      </a:endParaRPr>
                    </a:p>
                  </a:txBody>
                  <a:tcPr anchor="ctr">
                    <a:lnB w="12700" cap="flat" cmpd="sng" algn="ctr">
                      <a:solidFill>
                        <a:schemeClr val="tx1"/>
                      </a:solidFill>
                      <a:prstDash val="solid"/>
                      <a:round/>
                      <a:headEnd type="none" w="med" len="med"/>
                      <a:tailEnd type="none" w="med" len="med"/>
                    </a:lnB>
                    <a:solidFill>
                      <a:srgbClr val="FFC000">
                        <a:alpha val="40000"/>
                      </a:srgbClr>
                    </a:solidFill>
                  </a:tcPr>
                </a:tc>
                <a:extLst>
                  <a:ext uri="{0D108BD9-81ED-4DB2-BD59-A6C34878D82A}">
                    <a16:rowId xmlns:a16="http://schemas.microsoft.com/office/drawing/2014/main" val="688039059"/>
                  </a:ext>
                </a:extLst>
              </a:tr>
              <a:tr h="4103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   </a:t>
                      </a: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a:t>
                      </a:r>
                      <a:endParaRPr kumimoji="0" lang="en-CH" sz="1100" b="1" i="0"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A</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RWE and data in Caucasian patients (NSCLC and optional SCLC)</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a:solidFill>
                            <a:schemeClr val="tx1"/>
                          </a:solidFill>
                          <a:hlinkClick r:id="" action="ppaction://noaction"/>
                        </a:rPr>
                        <a:t>TITANS EU:</a:t>
                      </a:r>
                      <a:r>
                        <a:rPr lang="en-US" sz="1000">
                          <a:solidFill>
                            <a:schemeClr val="tx1"/>
                          </a:solidFill>
                        </a:rPr>
                        <a:t> Critical to support clinical experience in a </a:t>
                      </a:r>
                      <a:r>
                        <a:rPr lang="en-US" sz="1000" err="1">
                          <a:solidFill>
                            <a:schemeClr val="tx1"/>
                          </a:solidFill>
                        </a:rPr>
                        <a:t>BeOne</a:t>
                      </a:r>
                      <a:r>
                        <a:rPr lang="en-US" sz="1000">
                          <a:solidFill>
                            <a:schemeClr val="tx1"/>
                          </a:solidFill>
                        </a:rPr>
                        <a:t>-run, </a:t>
                      </a:r>
                      <a:r>
                        <a:rPr lang="en-US" sz="1000" err="1">
                          <a:solidFill>
                            <a:schemeClr val="tx1"/>
                          </a:solidFill>
                        </a:rPr>
                        <a:t>ph</a:t>
                      </a:r>
                      <a:r>
                        <a:rPr lang="en-US" sz="1000">
                          <a:solidFill>
                            <a:schemeClr val="tx1"/>
                          </a:solidFill>
                        </a:rPr>
                        <a:t> IV, observational trial setting and to generate data in 1L-2L+ Caucasian patients (N=720)*</a:t>
                      </a:r>
                      <a:endParaRPr lang="en-US" sz="1000">
                        <a:solidFill>
                          <a:schemeClr val="tx1"/>
                        </a:solidFill>
                        <a:ea typeface="Verdan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Sponsored Study</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Under discussion</a:t>
                      </a:r>
                      <a:endParaRPr kumimoji="0" lang="en-US"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mn-lt"/>
                          <a:ea typeface="+mn-ea"/>
                          <a:cs typeface="+mn-cs"/>
                        </a:rPr>
                        <a:t>~ 2.9 M €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alpha val="40000"/>
                      </a:srgbClr>
                    </a:solidFill>
                  </a:tcPr>
                </a:tc>
                <a:extLst>
                  <a:ext uri="{0D108BD9-81ED-4DB2-BD59-A6C34878D82A}">
                    <a16:rowId xmlns:a16="http://schemas.microsoft.com/office/drawing/2014/main" val="2105752252"/>
                  </a:ext>
                </a:extLst>
              </a:tr>
              <a:tr h="4103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a:t>
                      </a:r>
                      <a:r>
                        <a:rPr kumimoji="0" lang="en-US" sz="1400" b="0" i="0" u="none" strike="noStrike" kern="1200" cap="none" spc="0" normalizeH="0" baseline="0" noProof="0">
                          <a:ln>
                            <a:noFill/>
                          </a:ln>
                          <a:solidFill>
                            <a:srgbClr val="EB7500"/>
                          </a:solidFill>
                          <a:effectLst/>
                          <a:uLnTx/>
                          <a:uFillTx/>
                          <a:latin typeface="+mn-lt"/>
                          <a:ea typeface="+mn-ea"/>
                          <a:cs typeface="+mn-cs"/>
                          <a:sym typeface="Wingdings 2" panose="05020102010507070707" pitchFamily="18" charset="2"/>
                        </a:rPr>
                        <a:t>   </a:t>
                      </a:r>
                      <a:r>
                        <a:rPr kumimoji="0" lang="en-US" sz="1400" b="0" i="0" u="none" strike="noStrike" kern="1200" cap="none" spc="0" normalizeH="0" baseline="0" noProof="0">
                          <a:ln>
                            <a:noFill/>
                          </a:ln>
                          <a:solidFill>
                            <a:schemeClr val="accent4"/>
                          </a:solidFill>
                          <a:effectLst/>
                          <a:uLnTx/>
                          <a:uFillTx/>
                          <a:latin typeface="+mn-lt"/>
                          <a:ea typeface="+mn-ea"/>
                          <a:cs typeface="+mn-cs"/>
                          <a:sym typeface="Wingdings 2" panose="05020102010507070707" pitchFamily="18" charset="2"/>
                        </a:rPr>
                        <a:t></a:t>
                      </a:r>
                      <a:endParaRPr kumimoji="0" lang="en-CH" sz="1100" b="1" i="0"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A, C</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RWE in Caucasian patients (perioperative): Subpopulation neo-adjuvant only</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a:solidFill>
                            <a:schemeClr val="tx1"/>
                          </a:solidFill>
                          <a:hlinkClick r:id="" action="ppaction://noaction"/>
                        </a:rPr>
                        <a:t>ADIL (Haakensen): </a:t>
                      </a:r>
                      <a:r>
                        <a:rPr lang="en-US" sz="1000">
                          <a:solidFill>
                            <a:schemeClr val="tx1"/>
                          </a:solidFill>
                        </a:rPr>
                        <a:t>high impact to support clinical adoption of tislelizumab + chemo in early-stage NSCLC in Nordics (N=160)*</a:t>
                      </a:r>
                      <a:endParaRPr lang="en-US" sz="1000">
                        <a:solidFill>
                          <a:schemeClr val="tx1"/>
                        </a:solidFill>
                        <a:ea typeface="Verdana"/>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IIT</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Under discussion</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mn-lt"/>
                          <a:ea typeface="+mn-ea"/>
                          <a:cs typeface="+mn-cs"/>
                        </a:rPr>
                        <a:t>~ 500 K  € *</a:t>
                      </a:r>
                    </a:p>
                    <a:p>
                      <a:pPr marL="0" marR="0" lvl="0" indent="0" algn="ctr" rtl="0" eaLnBrk="1" fontAlgn="auto" latinLnBrk="0" hangingPunct="1">
                        <a:lnSpc>
                          <a:spcPct val="100000"/>
                        </a:lnSpc>
                        <a:spcBef>
                          <a:spcPts val="0"/>
                        </a:spcBef>
                        <a:spcAft>
                          <a:spcPts val="0"/>
                        </a:spcAft>
                        <a:buClrTx/>
                        <a:buSzTx/>
                        <a:buFontTx/>
                        <a:buNone/>
                      </a:pPr>
                      <a:r>
                        <a:rPr kumimoji="0" lang="en-US" sz="700" b="0" i="1" u="none" strike="noStrike" kern="1200" cap="none" spc="0" normalizeH="0" baseline="0">
                          <a:ln>
                            <a:noFill/>
                          </a:ln>
                          <a:solidFill>
                            <a:schemeClr val="tx1"/>
                          </a:solidFill>
                          <a:effectLst/>
                          <a:uLnTx/>
                          <a:uFillTx/>
                          <a:latin typeface="+mn-lt"/>
                          <a:ea typeface="+mn-ea"/>
                          <a:cs typeface="+mn-cs"/>
                        </a:rPr>
                        <a:t>Drug Only Request</a:t>
                      </a:r>
                      <a:r>
                        <a:rPr lang="en-US" sz="700" b="0" i="1" u="none" strike="noStrike" kern="1200" cap="none" spc="0" normalizeH="0" baseline="0">
                          <a:ln>
                            <a:noFill/>
                          </a:ln>
                          <a:solidFill>
                            <a:schemeClr val="tx1"/>
                          </a:solidFill>
                          <a:effectLst/>
                          <a:uLnTx/>
                          <a:uFillTx/>
                          <a:latin typeface="+mn-lt"/>
                          <a:ea typeface="+mn-ea"/>
                          <a:cs typeface="+mn-cs"/>
                        </a:rPr>
                        <a:t>, not adjusted to revenue</a:t>
                      </a:r>
                      <a:endParaRPr kumimoji="0" lang="en-CH" sz="900" b="0" i="1"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alpha val="40000"/>
                      </a:srgbClr>
                    </a:solidFill>
                  </a:tcPr>
                </a:tc>
                <a:extLst>
                  <a:ext uri="{0D108BD9-81ED-4DB2-BD59-A6C34878D82A}">
                    <a16:rowId xmlns:a16="http://schemas.microsoft.com/office/drawing/2014/main" val="2866784046"/>
                  </a:ext>
                </a:extLst>
              </a:tr>
              <a:tr h="4103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   </a:t>
                      </a: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a:t>
                      </a:r>
                      <a:endParaRPr kumimoji="0" lang="en-CH" sz="14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B</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Appropriate backbone and comparator</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a:solidFill>
                            <a:schemeClr val="tx1"/>
                          </a:solidFill>
                          <a:hlinkClick r:id="" action="ppaction://noaction"/>
                        </a:rPr>
                        <a:t>Korea </a:t>
                      </a:r>
                      <a:r>
                        <a:rPr lang="en-US" sz="1000" err="1">
                          <a:solidFill>
                            <a:schemeClr val="tx1"/>
                          </a:solidFill>
                          <a:hlinkClick r:id="" action="ppaction://noaction"/>
                        </a:rPr>
                        <a:t>periop</a:t>
                      </a:r>
                      <a:r>
                        <a:rPr lang="en-US" sz="1000">
                          <a:solidFill>
                            <a:schemeClr val="tx1"/>
                          </a:solidFill>
                          <a:hlinkClick r:id="" action="ppaction://noaction"/>
                        </a:rPr>
                        <a:t> (Professor Jung): </a:t>
                      </a:r>
                      <a:r>
                        <a:rPr lang="en-US" sz="1000">
                          <a:solidFill>
                            <a:schemeClr val="tx1"/>
                          </a:solidFill>
                        </a:rPr>
                        <a:t>Critical to support reimbursement submission (R315 vs CCRT </a:t>
                      </a:r>
                      <a:r>
                        <a:rPr lang="en-US" sz="1000" err="1">
                          <a:solidFill>
                            <a:schemeClr val="tx1"/>
                          </a:solidFill>
                        </a:rPr>
                        <a:t>periop</a:t>
                      </a:r>
                      <a:r>
                        <a:rPr lang="en-US" sz="1000">
                          <a:solidFill>
                            <a:schemeClr val="tx1"/>
                          </a:solidFill>
                        </a:rPr>
                        <a:t> NSCLC) </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Collab.  Study</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Ongoing</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N/A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a:ln>
                            <a:noFill/>
                          </a:ln>
                          <a:solidFill>
                            <a:schemeClr val="tx1"/>
                          </a:solidFill>
                          <a:effectLst/>
                          <a:uLnTx/>
                          <a:uFillTx/>
                          <a:latin typeface="+mn-lt"/>
                          <a:ea typeface="+mn-ea"/>
                          <a:cs typeface="+mn-cs"/>
                        </a:rPr>
                        <a:t>In-House Project</a:t>
                      </a:r>
                      <a:endParaRPr kumimoji="0" lang="en-CH" sz="800" b="0" i="1"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9798506"/>
                  </a:ext>
                </a:extLst>
              </a:tr>
              <a:tr h="36472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   </a:t>
                      </a: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a:t>
                      </a:r>
                      <a:endParaRPr kumimoji="0" lang="en-CH" sz="14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C</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Subpopulation of interest: brain metastasis in SCLC</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a:solidFill>
                            <a:schemeClr val="tx1"/>
                          </a:solidFill>
                        </a:rPr>
                        <a:t>Network meta-analysis (NMA) of brain metastasis in SCLC</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NMA </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Ongoing</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a:ln>
                            <a:noFill/>
                          </a:ln>
                          <a:solidFill>
                            <a:schemeClr val="tx1"/>
                          </a:solidFill>
                          <a:effectLst/>
                          <a:uLnTx/>
                          <a:uFillTx/>
                          <a:latin typeface="+mn-lt"/>
                          <a:ea typeface="+mn-ea"/>
                          <a:cs typeface="+mn-cs"/>
                        </a:rPr>
                        <a:t>N/A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a:ln>
                            <a:noFill/>
                          </a:ln>
                          <a:solidFill>
                            <a:schemeClr val="tx1"/>
                          </a:solidFill>
                          <a:effectLst/>
                          <a:uLnTx/>
                          <a:uFillTx/>
                          <a:latin typeface="+mn-lt"/>
                          <a:ea typeface="+mn-ea"/>
                          <a:cs typeface="+mn-cs"/>
                        </a:rPr>
                        <a:t>In-House Project</a:t>
                      </a:r>
                      <a:endParaRPr kumimoji="0" lang="en-CH" sz="800" b="0" i="1"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065639"/>
                  </a:ext>
                </a:extLst>
              </a:tr>
              <a:tr h="36472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   </a:t>
                      </a: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a:t>
                      </a:r>
                      <a:endParaRPr kumimoji="0" lang="en-CH" sz="1100" b="1" i="0"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A</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solidFill>
                      <a:schemeClr val="accent2">
                        <a:lumMod val="10000"/>
                        <a:lumOff val="9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RWE in Thai Patients (NSCLC)</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lnT w="12700" cap="flat" cmpd="sng" algn="ctr">
                      <a:solidFill>
                        <a:schemeClr val="tx1"/>
                      </a:solidFill>
                      <a:prstDash val="solid"/>
                      <a:round/>
                      <a:headEnd type="none" w="med" len="med"/>
                      <a:tailEnd type="none" w="med" len="med"/>
                    </a:lnT>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a:solidFill>
                            <a:schemeClr val="tx1"/>
                          </a:solidFill>
                        </a:rPr>
                        <a:t>Phase IV, Prospective Observational Study of Tislelizumab as First – and Second-Line Treatment in Adult Patients with Non-Small Cell Lung Cancer in Thailand. </a:t>
                      </a:r>
                    </a:p>
                  </a:txBody>
                  <a:tcPr>
                    <a:lnT w="12700" cap="flat" cmpd="sng" algn="ctr">
                      <a:solidFill>
                        <a:schemeClr val="tx1"/>
                      </a:solidFill>
                      <a:prstDash val="solid"/>
                      <a:round/>
                      <a:headEnd type="none" w="med" len="med"/>
                      <a:tailEnd type="none" w="med" len="med"/>
                    </a:lnT>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IIT</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Approved</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a:ln>
                            <a:noFill/>
                          </a:ln>
                          <a:solidFill>
                            <a:schemeClr val="tx1"/>
                          </a:solidFill>
                          <a:effectLst/>
                          <a:uLnTx/>
                          <a:uFillTx/>
                          <a:latin typeface="+mn-lt"/>
                          <a:ea typeface="+mn-ea"/>
                          <a:cs typeface="+mn-cs"/>
                        </a:rPr>
                        <a:t>N/A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a:ln>
                            <a:noFill/>
                          </a:ln>
                          <a:solidFill>
                            <a:schemeClr val="tx1"/>
                          </a:solidFill>
                          <a:effectLst/>
                          <a:uLnTx/>
                          <a:uFillTx/>
                          <a:latin typeface="+mn-lt"/>
                          <a:ea typeface="+mn-ea"/>
                          <a:cs typeface="+mn-cs"/>
                        </a:rPr>
                        <a:t>In-House Project</a:t>
                      </a:r>
                      <a:endParaRPr kumimoji="0" lang="en-CH" sz="800" b="0" i="1"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03944889"/>
                  </a:ext>
                </a:extLst>
              </a:tr>
            </a:tbl>
          </a:graphicData>
        </a:graphic>
      </p:graphicFrame>
    </p:spTree>
    <p:extLst>
      <p:ext uri="{BB962C8B-B14F-4D97-AF65-F5344CB8AC3E}">
        <p14:creationId xmlns:p14="http://schemas.microsoft.com/office/powerpoint/2010/main" val="18724340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4195A-1423-8354-9951-DFA7E01D6B64}"/>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7F956E5-E639-C512-E222-5029A6F49D34}"/>
              </a:ext>
            </a:extLst>
          </p:cNvPr>
          <p:cNvGraphicFramePr>
            <a:graphicFrameLocks noChangeAspect="1"/>
          </p:cNvGraphicFramePr>
          <p:nvPr>
            <p:custDataLst>
              <p:tags r:id="rId1"/>
            </p:custDataLst>
            <p:extLst>
              <p:ext uri="{D42A27DB-BD31-4B8C-83A1-F6EECF244321}">
                <p14:modId xmlns:p14="http://schemas.microsoft.com/office/powerpoint/2010/main" val="14558984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54" imgH="456" progId="TCLayout.ActiveDocument.1">
                  <p:embed/>
                </p:oleObj>
              </mc:Choice>
              <mc:Fallback>
                <p:oleObj name="think-cell Slide" r:id="rId3" imgW="454" imgH="456" progId="TCLayout.ActiveDocument.1">
                  <p:embed/>
                  <p:pic>
                    <p:nvPicPr>
                      <p:cNvPr id="5" name="think-cell data - do not delete" hidden="1">
                        <a:extLst>
                          <a:ext uri="{FF2B5EF4-FFF2-40B4-BE49-F238E27FC236}">
                            <a16:creationId xmlns:a16="http://schemas.microsoft.com/office/drawing/2014/main" id="{97F956E5-E639-C512-E222-5029A6F49D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9" name="Rectangle: Rounded Corners 48">
            <a:extLst>
              <a:ext uri="{FF2B5EF4-FFF2-40B4-BE49-F238E27FC236}">
                <a16:creationId xmlns:a16="http://schemas.microsoft.com/office/drawing/2014/main" id="{9DB16214-EF8A-AA90-17A7-5091C618F4CF}"/>
              </a:ext>
            </a:extLst>
          </p:cNvPr>
          <p:cNvSpPr/>
          <p:nvPr/>
        </p:nvSpPr>
        <p:spPr>
          <a:xfrm>
            <a:off x="9613773" y="14251"/>
            <a:ext cx="2560320" cy="66202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50" name="Rectangle: Rounded Corners 49">
            <a:extLst>
              <a:ext uri="{FF2B5EF4-FFF2-40B4-BE49-F238E27FC236}">
                <a16:creationId xmlns:a16="http://schemas.microsoft.com/office/drawing/2014/main" id="{B150203E-FE42-5264-5499-C5B34EE9FD81}"/>
              </a:ext>
            </a:extLst>
          </p:cNvPr>
          <p:cNvSpPr/>
          <p:nvPr/>
        </p:nvSpPr>
        <p:spPr>
          <a:xfrm>
            <a:off x="9613773" y="628725"/>
            <a:ext cx="2560320" cy="662023"/>
          </a:xfrm>
          <a:prstGeom prst="roundRect">
            <a:avLst/>
          </a:prstGeom>
          <a:solidFill>
            <a:schemeClr val="accent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Poppins"/>
              <a:ea typeface="+mn-ea"/>
              <a:cs typeface="+mn-cs"/>
            </a:endParaRPr>
          </a:p>
        </p:txBody>
      </p:sp>
      <p:sp>
        <p:nvSpPr>
          <p:cNvPr id="38" name="TextBox 37">
            <a:extLst>
              <a:ext uri="{FF2B5EF4-FFF2-40B4-BE49-F238E27FC236}">
                <a16:creationId xmlns:a16="http://schemas.microsoft.com/office/drawing/2014/main" id="{2F659224-75B5-2286-DC03-A56DCF0FA3B2}"/>
              </a:ext>
            </a:extLst>
          </p:cNvPr>
          <p:cNvSpPr txBox="1"/>
          <p:nvPr/>
        </p:nvSpPr>
        <p:spPr>
          <a:xfrm>
            <a:off x="9585198" y="-41154"/>
            <a:ext cx="2560320" cy="1377300"/>
          </a:xfrm>
          <a:prstGeom prst="rect">
            <a:avLst/>
          </a:prstGeom>
          <a:noFill/>
        </p:spPr>
        <p:txBody>
          <a:bodyPr wrap="square" lIns="91440" tIns="91440" rIns="91440" bIns="9144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Strategic Imperatives: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D62B1E"/>
                </a:solidFill>
                <a:effectLst/>
                <a:uLnTx/>
                <a:uFillTx/>
                <a:latin typeface="Poppins"/>
                <a:ea typeface="+mn-ea"/>
                <a:cs typeface="+mn-cs"/>
                <a:sym typeface="Wingdings 2" panose="05020102010507070707" pitchFamily="18" charset="2"/>
              </a:rPr>
              <a:t></a:t>
            </a:r>
            <a:r>
              <a:rPr kumimoji="0" lang="en-US" sz="800" b="0" i="0" u="none" strike="noStrike" kern="1200" cap="none" spc="0" normalizeH="0" baseline="0" noProof="0">
                <a:ln>
                  <a:noFill/>
                </a:ln>
                <a:solidFill>
                  <a:srgbClr val="000000"/>
                </a:solidFill>
                <a:effectLst/>
                <a:uLnTx/>
                <a:uFillTx/>
                <a:latin typeface="Poppins"/>
                <a:ea typeface="+mn-ea"/>
                <a:cs typeface="+mn-cs"/>
              </a:rPr>
              <a:t>Drive Differentiation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EB7500"/>
                </a:solidFill>
                <a:effectLst/>
                <a:uLnTx/>
                <a:uFillTx/>
                <a:latin typeface="Poppins"/>
                <a:ea typeface="+mn-ea"/>
                <a:cs typeface="+mn-cs"/>
                <a:sym typeface="Wingdings 2" panose="05020102010507070707" pitchFamily="18" charset="2"/>
              </a:rPr>
              <a:t></a:t>
            </a:r>
            <a:r>
              <a:rPr kumimoji="0" lang="en-US" sz="800" b="0" i="0" u="none" strike="noStrike" kern="1200" cap="none" spc="0" normalizeH="0" baseline="0" noProof="0">
                <a:ln>
                  <a:noFill/>
                </a:ln>
                <a:solidFill>
                  <a:srgbClr val="000000"/>
                </a:solidFill>
                <a:effectLst/>
                <a:uLnTx/>
                <a:uFillTx/>
                <a:latin typeface="Poppins"/>
                <a:ea typeface="+mn-ea"/>
                <a:cs typeface="+mn-cs"/>
              </a:rPr>
              <a:t>Secure Broad Access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6680"/>
                </a:solidFill>
                <a:effectLst/>
                <a:uLnTx/>
                <a:uFillTx/>
                <a:latin typeface="Poppins"/>
                <a:ea typeface="+mn-ea"/>
                <a:cs typeface="+mn-cs"/>
                <a:sym typeface="Wingdings 2" panose="05020102010507070707" pitchFamily="18" charset="2"/>
              </a:rPr>
              <a:t></a:t>
            </a:r>
            <a:r>
              <a:rPr kumimoji="0" lang="en-US" sz="800" b="0" i="0" u="none" strike="noStrike" kern="1200" cap="none" spc="0" normalizeH="0" baseline="0" noProof="0">
                <a:ln>
                  <a:noFill/>
                </a:ln>
                <a:solidFill>
                  <a:srgbClr val="000000"/>
                </a:solidFill>
                <a:effectLst/>
                <a:uLnTx/>
                <a:uFillTx/>
                <a:latin typeface="Poppins"/>
                <a:ea typeface="+mn-ea"/>
                <a:cs typeface="+mn-cs"/>
              </a:rPr>
              <a:t>Build Solid Tumor Leadership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Poppins"/>
                <a:ea typeface="+mn-ea"/>
                <a:cs typeface="+mn-cs"/>
              </a:rPr>
              <a:t>Key Evidence Gaps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A </a:t>
            </a:r>
            <a:r>
              <a:rPr kumimoji="0" lang="en-US" sz="800" b="0" i="0" u="none" strike="noStrike" kern="1200" cap="none" spc="0" normalizeH="0" baseline="0" noProof="0">
                <a:ln>
                  <a:noFill/>
                </a:ln>
                <a:solidFill>
                  <a:srgbClr val="000000"/>
                </a:solidFill>
                <a:effectLst/>
                <a:uLnTx/>
                <a:uFillTx/>
                <a:latin typeface="Poppins"/>
                <a:ea typeface="+mn-ea"/>
                <a:cs typeface="+mn-cs"/>
              </a:rPr>
              <a:t>Prospective/Retrospective RWE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B </a:t>
            </a:r>
            <a:r>
              <a:rPr kumimoji="0" lang="en-US" sz="800" b="0" i="0" u="none" strike="noStrike" kern="1200" cap="none" spc="0" normalizeH="0" baseline="0" noProof="0">
                <a:ln>
                  <a:noFill/>
                </a:ln>
                <a:solidFill>
                  <a:srgbClr val="000000"/>
                </a:solidFill>
                <a:effectLst/>
                <a:uLnTx/>
                <a:uFillTx/>
                <a:latin typeface="Poppins"/>
                <a:ea typeface="+mn-ea"/>
                <a:cs typeface="+mn-cs"/>
              </a:rPr>
              <a:t>Tislelizumab + </a:t>
            </a:r>
            <a:r>
              <a:rPr kumimoji="0" lang="en-US" sz="800" b="0" i="0" u="none" strike="noStrike" kern="1200" cap="none" spc="0" normalizeH="0" baseline="0" noProof="0" err="1">
                <a:ln>
                  <a:noFill/>
                </a:ln>
                <a:solidFill>
                  <a:srgbClr val="000000"/>
                </a:solidFill>
                <a:effectLst/>
                <a:uLnTx/>
                <a:uFillTx/>
                <a:latin typeface="Poppins"/>
                <a:ea typeface="+mn-ea"/>
                <a:cs typeface="+mn-cs"/>
              </a:rPr>
              <a:t>CTx</a:t>
            </a:r>
            <a:r>
              <a:rPr kumimoji="0" lang="en-US" sz="800" b="0" i="0" u="none" strike="noStrike" kern="1200" cap="none" spc="0" normalizeH="0" baseline="0" noProof="0">
                <a:ln>
                  <a:noFill/>
                </a:ln>
                <a:solidFill>
                  <a:srgbClr val="000000"/>
                </a:solidFill>
                <a:effectLst/>
                <a:uLnTx/>
                <a:uFillTx/>
                <a:latin typeface="Poppins"/>
                <a:ea typeface="+mn-ea"/>
                <a:cs typeface="+mn-cs"/>
              </a:rPr>
              <a:t> vs SoC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Poppins"/>
                <a:ea typeface="+mn-ea"/>
                <a:cs typeface="+mn-cs"/>
              </a:rPr>
              <a:t>C</a:t>
            </a:r>
            <a:r>
              <a:rPr kumimoji="0" lang="en-US" sz="800" b="1" i="0" u="none" strike="noStrike" kern="1200" cap="none" spc="0" normalizeH="0" baseline="0" noProof="0">
                <a:ln>
                  <a:noFill/>
                </a:ln>
                <a:solidFill>
                  <a:srgbClr val="000000"/>
                </a:solidFill>
                <a:effectLst/>
                <a:uLnTx/>
                <a:uFillTx/>
                <a:latin typeface="Poppins"/>
                <a:ea typeface="+mn-ea"/>
                <a:cs typeface="+mn-cs"/>
              </a:rPr>
              <a:t> </a:t>
            </a:r>
            <a:r>
              <a:rPr kumimoji="0" lang="en-US" sz="800" b="0" i="0" u="none" strike="noStrike" kern="1200" cap="none" spc="0" normalizeH="0" baseline="0" noProof="0">
                <a:ln>
                  <a:noFill/>
                </a:ln>
                <a:solidFill>
                  <a:srgbClr val="000000"/>
                </a:solidFill>
                <a:effectLst/>
                <a:uLnTx/>
                <a:uFillTx/>
                <a:latin typeface="Poppins"/>
                <a:ea typeface="+mn-ea"/>
                <a:cs typeface="+mn-cs"/>
              </a:rPr>
              <a:t>Efficacy/safety in subpopulations of interest </a:t>
            </a:r>
          </a:p>
        </p:txBody>
      </p:sp>
      <p:sp>
        <p:nvSpPr>
          <p:cNvPr id="3" name="Title 2">
            <a:extLst>
              <a:ext uri="{FF2B5EF4-FFF2-40B4-BE49-F238E27FC236}">
                <a16:creationId xmlns:a16="http://schemas.microsoft.com/office/drawing/2014/main" id="{A1F3A0A7-8F90-1FA6-318F-38DEB25F0516}"/>
              </a:ext>
            </a:extLst>
          </p:cNvPr>
          <p:cNvSpPr>
            <a:spLocks noGrp="1"/>
          </p:cNvSpPr>
          <p:nvPr>
            <p:ph type="title"/>
          </p:nvPr>
        </p:nvSpPr>
        <p:spPr>
          <a:xfrm>
            <a:off x="358337" y="271427"/>
            <a:ext cx="11470125" cy="738664"/>
          </a:xfrm>
        </p:spPr>
        <p:txBody>
          <a:bodyPr vert="horz"/>
          <a:lstStyle/>
          <a:p>
            <a:r>
              <a:rPr lang="en-US" sz="2400"/>
              <a:t>Key Evidence Generation Initiatives and Plans</a:t>
            </a:r>
            <a:br>
              <a:rPr lang="en-US" sz="2400"/>
            </a:br>
            <a:r>
              <a:rPr lang="en-US" sz="2400">
                <a:solidFill>
                  <a:srgbClr val="D62B1E"/>
                </a:solidFill>
              </a:rPr>
              <a:t>Upper GI Cancer</a:t>
            </a:r>
            <a:endParaRPr lang="en-CH" sz="2400">
              <a:solidFill>
                <a:srgbClr val="D62B1E"/>
              </a:solidFill>
            </a:endParaRPr>
          </a:p>
        </p:txBody>
      </p:sp>
      <p:sp>
        <p:nvSpPr>
          <p:cNvPr id="4" name="Footer Placeholder 3">
            <a:extLst>
              <a:ext uri="{FF2B5EF4-FFF2-40B4-BE49-F238E27FC236}">
                <a16:creationId xmlns:a16="http://schemas.microsoft.com/office/drawing/2014/main" id="{742C49EC-6DB0-F6F1-6323-DF1D1E81FE35}"/>
              </a:ext>
            </a:extLst>
          </p:cNvPr>
          <p:cNvSpPr>
            <a:spLocks noGrp="1"/>
          </p:cNvSpPr>
          <p:nvPr>
            <p:ph type="ftr" sz="quarter" idx="10"/>
          </p:nvPr>
        </p:nvSpPr>
        <p:spPr>
          <a:xfrm>
            <a:off x="358336" y="6381610"/>
            <a:ext cx="8483912" cy="365760"/>
          </a:xfrm>
        </p:spPr>
        <p:txBody>
          <a:bodyPr/>
          <a:lstStyle/>
          <a:p>
            <a:pPr marL="0" marR="0" lvl="0" indent="0" algn="l" defTabSz="457200" rtl="0" eaLnBrk="1" fontAlgn="auto" latinLnBrk="0" hangingPunct="1">
              <a:lnSpc>
                <a:spcPct val="90000"/>
              </a:lnSpc>
              <a:spcBef>
                <a:spcPts val="30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Poppins"/>
                <a:ea typeface="+mn-ea"/>
                <a:cs typeface="Poppins"/>
              </a:rPr>
              <a:t>*Studies are / will be using (partially) commercial drug / drug only requests; examples on budgets can be found in the appendix</a:t>
            </a:r>
          </a:p>
        </p:txBody>
      </p:sp>
      <p:graphicFrame>
        <p:nvGraphicFramePr>
          <p:cNvPr id="12" name="Table 11">
            <a:extLst>
              <a:ext uri="{FF2B5EF4-FFF2-40B4-BE49-F238E27FC236}">
                <a16:creationId xmlns:a16="http://schemas.microsoft.com/office/drawing/2014/main" id="{749E6A54-CB94-141C-868B-C06DB34BEB4C}"/>
              </a:ext>
            </a:extLst>
          </p:cNvPr>
          <p:cNvGraphicFramePr>
            <a:graphicFrameLocks noGrp="1"/>
          </p:cNvGraphicFramePr>
          <p:nvPr/>
        </p:nvGraphicFramePr>
        <p:xfrm>
          <a:off x="551734" y="1431634"/>
          <a:ext cx="11484969" cy="3108960"/>
        </p:xfrm>
        <a:graphic>
          <a:graphicData uri="http://schemas.openxmlformats.org/drawingml/2006/table">
            <a:tbl>
              <a:tblPr firstRow="1" bandRow="1">
                <a:tableStyleId>{72833802-FEF1-4C79-8D5D-14CF1EAF98D9}</a:tableStyleId>
              </a:tblPr>
              <a:tblGrid>
                <a:gridCol w="655377">
                  <a:extLst>
                    <a:ext uri="{9D8B030D-6E8A-4147-A177-3AD203B41FA5}">
                      <a16:colId xmlns:a16="http://schemas.microsoft.com/office/drawing/2014/main" val="4029776589"/>
                    </a:ext>
                  </a:extLst>
                </a:gridCol>
                <a:gridCol w="762863">
                  <a:extLst>
                    <a:ext uri="{9D8B030D-6E8A-4147-A177-3AD203B41FA5}">
                      <a16:colId xmlns:a16="http://schemas.microsoft.com/office/drawing/2014/main" val="3478941960"/>
                    </a:ext>
                  </a:extLst>
                </a:gridCol>
                <a:gridCol w="2874417">
                  <a:extLst>
                    <a:ext uri="{9D8B030D-6E8A-4147-A177-3AD203B41FA5}">
                      <a16:colId xmlns:a16="http://schemas.microsoft.com/office/drawing/2014/main" val="1233307325"/>
                    </a:ext>
                  </a:extLst>
                </a:gridCol>
                <a:gridCol w="3978427">
                  <a:extLst>
                    <a:ext uri="{9D8B030D-6E8A-4147-A177-3AD203B41FA5}">
                      <a16:colId xmlns:a16="http://schemas.microsoft.com/office/drawing/2014/main" val="1386697275"/>
                    </a:ext>
                  </a:extLst>
                </a:gridCol>
                <a:gridCol w="894636">
                  <a:extLst>
                    <a:ext uri="{9D8B030D-6E8A-4147-A177-3AD203B41FA5}">
                      <a16:colId xmlns:a16="http://schemas.microsoft.com/office/drawing/2014/main" val="2736702309"/>
                    </a:ext>
                  </a:extLst>
                </a:gridCol>
                <a:gridCol w="1221969">
                  <a:extLst>
                    <a:ext uri="{9D8B030D-6E8A-4147-A177-3AD203B41FA5}">
                      <a16:colId xmlns:a16="http://schemas.microsoft.com/office/drawing/2014/main" val="2901361658"/>
                    </a:ext>
                  </a:extLst>
                </a:gridCol>
                <a:gridCol w="1097280">
                  <a:extLst>
                    <a:ext uri="{9D8B030D-6E8A-4147-A177-3AD203B41FA5}">
                      <a16:colId xmlns:a16="http://schemas.microsoft.com/office/drawing/2014/main" val="3220249320"/>
                    </a:ext>
                  </a:extLst>
                </a:gridCol>
              </a:tblGrid>
              <a:tr h="2963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rgbClr val="FFFFFF"/>
                          </a:solidFill>
                          <a:effectLst/>
                          <a:uLnTx/>
                          <a:uFillTx/>
                          <a:latin typeface="Poppins"/>
                          <a:ea typeface="+mn-ea"/>
                          <a:cs typeface="+mn-cs"/>
                        </a:rPr>
                        <a:t>SIs</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a:ln>
                            <a:noFill/>
                          </a:ln>
                          <a:solidFill>
                            <a:srgbClr val="FFFFFF"/>
                          </a:solidFill>
                          <a:effectLst/>
                          <a:uLnTx/>
                          <a:uFillTx/>
                          <a:latin typeface="Poppins"/>
                          <a:ea typeface="+mn-ea"/>
                          <a:cs typeface="+mn-cs"/>
                        </a:rPr>
                        <a:t>Gap Category</a:t>
                      </a:r>
                      <a:endParaRPr kumimoji="0" lang="en-CH" sz="9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Gap</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Tactic</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Tactic Type</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Status</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rgbClr val="FFFFFF"/>
                          </a:solidFill>
                          <a:effectLst/>
                          <a:uLnTx/>
                          <a:uFillTx/>
                        </a:rPr>
                        <a:t>Budget</a:t>
                      </a:r>
                      <a:endParaRPr kumimoji="0" lang="en-CH" sz="1000" b="1" i="0" u="none" strike="noStrike" kern="1200" cap="none" spc="0" normalizeH="0" baseline="0">
                        <a:ln>
                          <a:noFill/>
                        </a:ln>
                        <a:solidFill>
                          <a:srgbClr val="FFFFFF"/>
                        </a:solidFill>
                        <a:effectLst/>
                        <a:uLnTx/>
                        <a:uFillTx/>
                        <a:latin typeface="Poppins"/>
                        <a:ea typeface="+mn-ea"/>
                        <a:cs typeface="+mn-cs"/>
                      </a:endParaRPr>
                    </a:p>
                  </a:txBody>
                  <a:tcPr/>
                </a:tc>
                <a:extLst>
                  <a:ext uri="{0D108BD9-81ED-4DB2-BD59-A6C34878D82A}">
                    <a16:rowId xmlns:a16="http://schemas.microsoft.com/office/drawing/2014/main" val="2677472078"/>
                  </a:ext>
                </a:extLst>
              </a:tr>
              <a:tr h="36472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   </a:t>
                      </a: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a:t>
                      </a:r>
                      <a:endParaRPr kumimoji="0" lang="en-CH" sz="1100" b="1" i="0" u="none" strike="noStrike" kern="1200" cap="none" spc="0" normalizeH="0" baseline="0">
                        <a:ln>
                          <a:noFill/>
                        </a:ln>
                        <a:solidFill>
                          <a:schemeClr val="tx1"/>
                        </a:solidFill>
                        <a:effectLst/>
                        <a:uLnTx/>
                        <a:uFillTx/>
                        <a:latin typeface="+mn-lt"/>
                        <a:ea typeface="+mn-ea"/>
                        <a:cs typeface="+mn-cs"/>
                      </a:endParaRPr>
                    </a:p>
                  </a:txBody>
                  <a:tcPr anchor="ctr">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B</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Tislelizumab in combination with an appropriate local </a:t>
                      </a:r>
                      <a:r>
                        <a:rPr kumimoji="0" lang="en-US" sz="1000" b="1" i="0" u="none" strike="noStrike" kern="1200" cap="none" spc="0" normalizeH="0" baseline="0" err="1">
                          <a:ln>
                            <a:noFill/>
                          </a:ln>
                          <a:solidFill>
                            <a:schemeClr val="tx1"/>
                          </a:solidFill>
                          <a:effectLst/>
                          <a:uLnTx/>
                          <a:uFillTx/>
                          <a:latin typeface="Poppins"/>
                          <a:ea typeface="+mn-ea"/>
                          <a:cs typeface="+mn-cs"/>
                        </a:rPr>
                        <a:t>CTx</a:t>
                      </a:r>
                      <a:r>
                        <a:rPr kumimoji="0" lang="en-US" sz="1000" b="1" i="0" u="none" strike="noStrike" kern="1200" cap="none" spc="0" normalizeH="0" baseline="0">
                          <a:ln>
                            <a:noFill/>
                          </a:ln>
                          <a:solidFill>
                            <a:schemeClr val="tx1"/>
                          </a:solidFill>
                          <a:effectLst/>
                          <a:uLnTx/>
                          <a:uFillTx/>
                          <a:latin typeface="Poppins"/>
                          <a:ea typeface="+mn-ea"/>
                          <a:cs typeface="+mn-cs"/>
                        </a:rPr>
                        <a:t> backbone (GC)</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Verdana"/>
                          <a:cs typeface="+mn-cs"/>
                        </a:rPr>
                        <a:t>GC is a critical indication in </a:t>
                      </a:r>
                      <a:r>
                        <a:rPr lang="en-US" sz="1000" b="1" kern="1200">
                          <a:solidFill>
                            <a:schemeClr val="tx1"/>
                          </a:solidFill>
                          <a:latin typeface="+mn-lt"/>
                          <a:ea typeface="Verdana"/>
                          <a:cs typeface="+mn-cs"/>
                        </a:rPr>
                        <a:t>Japan</a:t>
                      </a:r>
                      <a:r>
                        <a:rPr lang="en-US" sz="1000" kern="1200">
                          <a:solidFill>
                            <a:schemeClr val="tx1"/>
                          </a:solidFill>
                          <a:latin typeface="+mn-lt"/>
                          <a:ea typeface="Verdana"/>
                          <a:cs typeface="+mn-cs"/>
                        </a:rPr>
                        <a:t> and </a:t>
                      </a:r>
                      <a:r>
                        <a:rPr lang="en-US" sz="1000" kern="1200" err="1">
                          <a:solidFill>
                            <a:schemeClr val="tx1"/>
                          </a:solidFill>
                          <a:latin typeface="+mn-lt"/>
                          <a:ea typeface="Verdana"/>
                          <a:cs typeface="+mn-cs"/>
                        </a:rPr>
                        <a:t>BeOne</a:t>
                      </a:r>
                      <a:r>
                        <a:rPr lang="en-US" sz="1000" kern="1200">
                          <a:solidFill>
                            <a:schemeClr val="tx1"/>
                          </a:solidFill>
                          <a:latin typeface="+mn-lt"/>
                          <a:ea typeface="Verdana"/>
                          <a:cs typeface="+mn-cs"/>
                        </a:rPr>
                        <a:t> needs to generate data in combination with SOX as a </a:t>
                      </a:r>
                      <a:r>
                        <a:rPr lang="en-US" sz="1000" kern="1200" err="1">
                          <a:solidFill>
                            <a:schemeClr val="tx1"/>
                          </a:solidFill>
                          <a:latin typeface="+mn-lt"/>
                          <a:ea typeface="Verdana"/>
                          <a:cs typeface="+mn-cs"/>
                        </a:rPr>
                        <a:t>CTx</a:t>
                      </a:r>
                      <a:r>
                        <a:rPr lang="en-US" sz="1000" kern="1200">
                          <a:solidFill>
                            <a:schemeClr val="tx1"/>
                          </a:solidFill>
                          <a:latin typeface="+mn-lt"/>
                          <a:ea typeface="Verdana"/>
                          <a:cs typeface="+mn-cs"/>
                        </a:rPr>
                        <a:t> backbone*</a:t>
                      </a:r>
                    </a:p>
                  </a:txBody>
                  <a:tcPr>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IIT</a:t>
                      </a: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Under discussion</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chemeClr val="tx1"/>
                          </a:solidFill>
                          <a:effectLst/>
                          <a:uLnTx/>
                          <a:uFillTx/>
                          <a:latin typeface="Poppins"/>
                          <a:ea typeface="+mn-ea"/>
                          <a:cs typeface="+mn-cs"/>
                        </a:rPr>
                        <a:t>Not available yet; </a:t>
                      </a:r>
                      <a:endParaRPr kumimoji="0" lang="en-CH" sz="700" b="0" i="1" u="none" strike="noStrike" kern="1200" cap="none" spc="0" normalizeH="0" baseline="0">
                        <a:ln>
                          <a:noFill/>
                        </a:ln>
                        <a:solidFill>
                          <a:schemeClr val="tx1"/>
                        </a:solidFill>
                        <a:effectLst/>
                        <a:uLnTx/>
                        <a:uFillTx/>
                        <a:latin typeface="Poppins"/>
                        <a:ea typeface="+mn-ea"/>
                        <a:cs typeface="+mn-cs"/>
                      </a:endParaRPr>
                    </a:p>
                  </a:txBody>
                  <a:tcPr anchor="ctr">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61892546"/>
                  </a:ext>
                </a:extLst>
              </a:tr>
              <a:tr h="51174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   </a:t>
                      </a:r>
                      <a:r>
                        <a:rPr kumimoji="0" lang="en-US" sz="1400" b="0" i="0" u="none" strike="noStrike" kern="1200" cap="none" spc="0" normalizeH="0" baseline="0" noProof="0">
                          <a:ln>
                            <a:noFill/>
                          </a:ln>
                          <a:solidFill>
                            <a:schemeClr val="accent4"/>
                          </a:solidFill>
                          <a:effectLst/>
                          <a:uLnTx/>
                          <a:uFillTx/>
                          <a:latin typeface="+mn-lt"/>
                          <a:ea typeface="+mn-ea"/>
                          <a:cs typeface="+mn-cs"/>
                          <a:sym typeface="Wingdings 2" panose="05020102010507070707" pitchFamily="18" charset="2"/>
                        </a:rPr>
                        <a:t></a:t>
                      </a:r>
                      <a:endParaRPr kumimoji="0" lang="en-CH" sz="1100" b="1" i="0"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B</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mn-lt"/>
                          <a:ea typeface="+mn-ea"/>
                          <a:cs typeface="+mn-cs"/>
                        </a:rPr>
                        <a:t>Tislelizumab in combination with an appropriate local </a:t>
                      </a:r>
                      <a:r>
                        <a:rPr kumimoji="0" lang="en-US" sz="1000" b="1" i="0" u="none" strike="noStrike" kern="1200" cap="none" spc="0" normalizeH="0" baseline="0" err="1">
                          <a:ln>
                            <a:noFill/>
                          </a:ln>
                          <a:solidFill>
                            <a:schemeClr val="tx1"/>
                          </a:solidFill>
                          <a:effectLst/>
                          <a:uLnTx/>
                          <a:uFillTx/>
                          <a:latin typeface="+mn-lt"/>
                          <a:ea typeface="+mn-ea"/>
                          <a:cs typeface="+mn-cs"/>
                        </a:rPr>
                        <a:t>CTx</a:t>
                      </a:r>
                      <a:r>
                        <a:rPr kumimoji="0" lang="en-US" sz="1000" b="1" i="0" u="none" strike="noStrike" kern="1200" cap="none" spc="0" normalizeH="0" baseline="0">
                          <a:ln>
                            <a:noFill/>
                          </a:ln>
                          <a:solidFill>
                            <a:schemeClr val="tx1"/>
                          </a:solidFill>
                          <a:effectLst/>
                          <a:uLnTx/>
                          <a:uFillTx/>
                          <a:latin typeface="+mn-lt"/>
                          <a:ea typeface="+mn-ea"/>
                          <a:cs typeface="+mn-cs"/>
                        </a:rPr>
                        <a:t> backbone (ESCC)</a:t>
                      </a:r>
                      <a:endParaRPr kumimoji="0" lang="en-CH" sz="1000" b="1" i="0" u="none" strike="noStrike" kern="1200" cap="none" spc="0" normalizeH="0" baseline="0">
                        <a:ln>
                          <a:noFill/>
                        </a:ln>
                        <a:solidFill>
                          <a:schemeClr val="tx1"/>
                        </a:solidFill>
                        <a:effectLst/>
                        <a:uLnTx/>
                        <a:uFillTx/>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Verdana"/>
                          <a:cs typeface="+mn-cs"/>
                          <a:hlinkClick r:id="" action="ppaction://noaction"/>
                        </a:rPr>
                        <a:t>RN-216:</a:t>
                      </a:r>
                      <a:r>
                        <a:rPr lang="en-US" sz="1000" kern="1200">
                          <a:solidFill>
                            <a:schemeClr val="tx1"/>
                          </a:solidFill>
                          <a:latin typeface="+mn-lt"/>
                          <a:ea typeface="Verdana"/>
                          <a:cs typeface="+mn-cs"/>
                        </a:rPr>
                        <a:t> Further data is needed in ESCC in </a:t>
                      </a:r>
                      <a:r>
                        <a:rPr lang="en-US" sz="1000" b="1" kern="1200">
                          <a:solidFill>
                            <a:schemeClr val="tx1"/>
                          </a:solidFill>
                          <a:latin typeface="+mn-lt"/>
                          <a:ea typeface="Verdana"/>
                          <a:cs typeface="+mn-cs"/>
                        </a:rPr>
                        <a:t>Japan</a:t>
                      </a:r>
                      <a:r>
                        <a:rPr lang="en-US" sz="1000" kern="1200">
                          <a:solidFill>
                            <a:schemeClr val="tx1"/>
                          </a:solidFill>
                          <a:latin typeface="+mn-lt"/>
                          <a:ea typeface="Verdana"/>
                          <a:cs typeface="+mn-cs"/>
                        </a:rPr>
                        <a:t> (dosing and </a:t>
                      </a:r>
                      <a:r>
                        <a:rPr lang="en-US" sz="1000" kern="1200" err="1">
                          <a:solidFill>
                            <a:schemeClr val="tx1"/>
                          </a:solidFill>
                          <a:latin typeface="+mn-lt"/>
                          <a:ea typeface="Verdana"/>
                          <a:cs typeface="+mn-cs"/>
                        </a:rPr>
                        <a:t>CTx</a:t>
                      </a:r>
                      <a:r>
                        <a:rPr lang="en-US" sz="1000" kern="1200">
                          <a:solidFill>
                            <a:schemeClr val="tx1"/>
                          </a:solidFill>
                          <a:latin typeface="+mn-lt"/>
                          <a:ea typeface="Verdana"/>
                          <a:cs typeface="+mn-cs"/>
                        </a:rPr>
                        <a:t> backbone): FOLFOX as well as Q2/4W</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Clinical Study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a:ln>
                            <a:noFill/>
                          </a:ln>
                          <a:solidFill>
                            <a:schemeClr val="tx1"/>
                          </a:solidFill>
                          <a:effectLst/>
                          <a:uLnTx/>
                          <a:uFillTx/>
                        </a:rPr>
                        <a:t>Rationale-216</a:t>
                      </a:r>
                      <a:endParaRPr kumimoji="0" lang="en-CH" sz="800" b="0" i="1"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Awaiting BPRC Approval</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N/A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a:ln>
                            <a:noFill/>
                          </a:ln>
                          <a:solidFill>
                            <a:schemeClr val="tx1"/>
                          </a:solidFill>
                          <a:effectLst/>
                          <a:uLnTx/>
                          <a:uFillTx/>
                          <a:latin typeface="Poppins"/>
                          <a:ea typeface="+mn-ea"/>
                          <a:cs typeface="+mn-cs"/>
                        </a:rPr>
                        <a:t>Clin dev budget</a:t>
                      </a:r>
                      <a:endParaRPr kumimoji="0" lang="en-CH" sz="700" b="0" i="1"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8039059"/>
                  </a:ext>
                </a:extLst>
              </a:tr>
              <a:tr h="4103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a:t>
                      </a:r>
                      <a:r>
                        <a:rPr kumimoji="0" lang="en-US" sz="1400" b="0" i="0" u="none" strike="noStrike" kern="1200" cap="none" spc="0" normalizeH="0" noProof="0">
                          <a:ln>
                            <a:noFill/>
                          </a:ln>
                          <a:solidFill>
                            <a:srgbClr val="EB7500"/>
                          </a:solidFill>
                          <a:effectLst/>
                          <a:uLnTx/>
                          <a:uFillTx/>
                          <a:latin typeface="+mn-lt"/>
                          <a:ea typeface="+mn-ea"/>
                          <a:cs typeface="+mn-cs"/>
                          <a:sym typeface="Wingdings 2" panose="05020102010507070707" pitchFamily="18" charset="2"/>
                        </a:rPr>
                        <a:t></a:t>
                      </a:r>
                      <a:endParaRPr kumimoji="0" lang="en-CH" sz="14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A, C</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RWE in an observational setting and potential data generation in new setting (post MATTERHORN)</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Verdana"/>
                          <a:cs typeface="+mn-cs"/>
                        </a:rPr>
                        <a:t>OBSERVATIONAL trial in Germany would confirm our RN-305 data, potentially generate data within the “post MATTERHORN” setting as well as enable HCPs to gain experience with tislelizumab*</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IIT</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Proposal under discussion</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a:ln>
                            <a:noFill/>
                          </a:ln>
                          <a:solidFill>
                            <a:schemeClr val="tx1"/>
                          </a:solidFill>
                          <a:effectLst/>
                          <a:uLnTx/>
                          <a:uFillTx/>
                          <a:latin typeface="+mn-lt"/>
                          <a:ea typeface="+mn-ea"/>
                          <a:cs typeface="+mn-cs"/>
                        </a:rPr>
                        <a:t>Not available yet</a:t>
                      </a:r>
                      <a:endParaRPr kumimoji="0" lang="en-CH" sz="700" b="0" i="0"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99798506"/>
                  </a:ext>
                </a:extLst>
              </a:tr>
              <a:tr h="36472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a:t>
                      </a:r>
                      <a:r>
                        <a:rPr kumimoji="0" lang="en-US" sz="1400" b="0" i="0" u="none" strike="noStrike" kern="1200" cap="none" spc="0" normalizeH="0" baseline="0" noProof="0">
                          <a:ln>
                            <a:noFill/>
                          </a:ln>
                          <a:solidFill>
                            <a:srgbClr val="EB7500"/>
                          </a:solidFill>
                          <a:effectLst/>
                          <a:uLnTx/>
                          <a:uFillTx/>
                          <a:latin typeface="+mn-lt"/>
                          <a:ea typeface="+mn-ea"/>
                          <a:cs typeface="+mn-cs"/>
                          <a:sym typeface="Wingdings 2" panose="05020102010507070707" pitchFamily="18" charset="2"/>
                        </a:rPr>
                        <a:t>   </a:t>
                      </a:r>
                      <a:r>
                        <a:rPr kumimoji="0" lang="en-US" sz="1400" b="0" i="0" u="none" strike="noStrike" kern="1200" cap="none" spc="0" normalizeH="0" baseline="0" noProof="0">
                          <a:ln>
                            <a:noFill/>
                          </a:ln>
                          <a:solidFill>
                            <a:schemeClr val="accent4"/>
                          </a:solidFill>
                          <a:effectLst/>
                          <a:uLnTx/>
                          <a:uFillTx/>
                          <a:latin typeface="+mn-lt"/>
                          <a:ea typeface="+mn-ea"/>
                          <a:cs typeface="+mn-cs"/>
                          <a:sym typeface="Wingdings 2" panose="05020102010507070707" pitchFamily="18" charset="2"/>
                        </a:rPr>
                        <a:t></a:t>
                      </a:r>
                      <a:endParaRPr kumimoji="0" lang="en-CH" sz="1100" b="1" i="0"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A, B</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10000"/>
                        <a:lumOff val="90000"/>
                      </a:schemeClr>
                    </a:solidFill>
                  </a:tcPr>
                </a:tc>
                <a:tc>
                  <a:txBody>
                    <a:bodyPr/>
                    <a:lstStyle/>
                    <a:p>
                      <a:pPr marL="0" lvl="0" indent="0" algn="l">
                        <a:lnSpc>
                          <a:spcPct val="100000"/>
                        </a:lnSpc>
                        <a:spcBef>
                          <a:spcPts val="0"/>
                        </a:spcBef>
                        <a:spcAft>
                          <a:spcPts val="0"/>
                        </a:spcAft>
                        <a:buNone/>
                      </a:pPr>
                      <a:r>
                        <a:rPr lang="en-US" sz="1000" b="1" i="0" u="none" strike="noStrike" kern="1200" cap="none" spc="0" normalizeH="0" baseline="0">
                          <a:ln>
                            <a:noFill/>
                          </a:ln>
                          <a:solidFill>
                            <a:schemeClr val="tx1"/>
                          </a:solidFill>
                          <a:effectLst/>
                          <a:uLnTx/>
                          <a:uFillTx/>
                          <a:latin typeface="Poppins"/>
                          <a:ea typeface="+mn-ea"/>
                          <a:cs typeface="+mn-cs"/>
                        </a:rPr>
                        <a:t>Organ preservation in early-stage disease, new treatment paradigm for EAC and GC</a:t>
                      </a:r>
                      <a:endParaRPr kumimoji="0" lang="en-US" sz="1000" b="1" i="0" u="none" strike="noStrike" kern="1200" cap="none" spc="0" normalizeH="0" baseline="0">
                        <a:ln>
                          <a:noFill/>
                        </a:ln>
                        <a:solidFill>
                          <a:schemeClr val="tx1"/>
                        </a:solidFill>
                        <a:effectLst/>
                        <a:uLnTx/>
                        <a:uFillTx/>
                        <a:latin typeface="Poppins"/>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0" indent="0" algn="l">
                        <a:lnSpc>
                          <a:spcPct val="100000"/>
                        </a:lnSpc>
                        <a:spcBef>
                          <a:spcPts val="0"/>
                        </a:spcBef>
                        <a:spcAft>
                          <a:spcPts val="0"/>
                        </a:spcAft>
                        <a:buNone/>
                      </a:pPr>
                      <a:r>
                        <a:rPr lang="en-US" sz="1000" kern="1200">
                          <a:solidFill>
                            <a:schemeClr val="tx1"/>
                          </a:solidFill>
                          <a:latin typeface="+mn-lt"/>
                          <a:ea typeface="Verdana"/>
                          <a:cs typeface="+mn-cs"/>
                          <a:hlinkClick r:id="" action="ppaction://noaction"/>
                        </a:rPr>
                        <a:t>Three proposals under consideration. </a:t>
                      </a:r>
                      <a:r>
                        <a:rPr lang="en-US" sz="1000" kern="1200">
                          <a:solidFill>
                            <a:schemeClr val="tx1"/>
                          </a:solidFill>
                          <a:latin typeface="+mn-lt"/>
                          <a:ea typeface="Verdana"/>
                          <a:cs typeface="+mn-cs"/>
                        </a:rPr>
                        <a:t>Tislelizumab is the only/leading PD1 for this space.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a:ln>
                            <a:noFill/>
                          </a:ln>
                          <a:solidFill>
                            <a:schemeClr val="tx1"/>
                          </a:solidFill>
                          <a:effectLst/>
                          <a:uLnTx/>
                          <a:uFillTx/>
                        </a:rPr>
                        <a:t>IIT </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mn-lt"/>
                          <a:ea typeface="+mn-ea"/>
                          <a:cs typeface="+mn-cs"/>
                        </a:rPr>
                        <a:t>Proposal under discussion</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mn-lt"/>
                          <a:ea typeface="+mn-ea"/>
                          <a:cs typeface="+mn-cs"/>
                        </a:rPr>
                        <a:t>~$ 1-2M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699"/>
                    </a:solidFill>
                  </a:tcPr>
                </a:tc>
                <a:extLst>
                  <a:ext uri="{0D108BD9-81ED-4DB2-BD59-A6C34878D82A}">
                    <a16:rowId xmlns:a16="http://schemas.microsoft.com/office/drawing/2014/main" val="194065639"/>
                  </a:ext>
                </a:extLst>
              </a:tr>
              <a:tr h="36472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62B1E"/>
                          </a:solidFill>
                          <a:effectLst/>
                          <a:uLnTx/>
                          <a:uFillTx/>
                          <a:latin typeface="+mn-lt"/>
                          <a:ea typeface="+mn-ea"/>
                          <a:cs typeface="+mn-cs"/>
                          <a:sym typeface="Wingdings 2" panose="05020102010507070707" pitchFamily="18" charset="2"/>
                        </a:rPr>
                        <a:t></a:t>
                      </a:r>
                      <a:r>
                        <a:rPr kumimoji="0" lang="en-US" sz="1400" b="0" i="0" u="none" strike="noStrike" kern="1200" cap="none" spc="0" normalizeH="0" baseline="0" noProof="0">
                          <a:ln>
                            <a:noFill/>
                          </a:ln>
                          <a:solidFill>
                            <a:srgbClr val="EB7500"/>
                          </a:solidFill>
                          <a:effectLst/>
                          <a:uLnTx/>
                          <a:uFillTx/>
                          <a:latin typeface="+mn-lt"/>
                          <a:ea typeface="+mn-ea"/>
                          <a:cs typeface="+mn-cs"/>
                          <a:sym typeface="Wingdings 2" panose="05020102010507070707" pitchFamily="18" charset="2"/>
                        </a:rPr>
                        <a:t>   </a:t>
                      </a:r>
                      <a:r>
                        <a:rPr kumimoji="0" lang="en-US" sz="1400" b="0" i="0" u="none" strike="noStrike" kern="1200" cap="none" spc="0" normalizeH="0" baseline="0" noProof="0">
                          <a:ln>
                            <a:noFill/>
                          </a:ln>
                          <a:solidFill>
                            <a:schemeClr val="accent4"/>
                          </a:solidFill>
                          <a:effectLst/>
                          <a:uLnTx/>
                          <a:uFillTx/>
                          <a:latin typeface="+mn-lt"/>
                          <a:ea typeface="+mn-ea"/>
                          <a:cs typeface="+mn-cs"/>
                          <a:sym typeface="Wingdings 2" panose="05020102010507070707" pitchFamily="18" charset="2"/>
                        </a:rPr>
                        <a:t></a:t>
                      </a:r>
                      <a:endParaRPr kumimoji="0" lang="en-CH" sz="1100" b="1" i="0" u="none" strike="noStrike" kern="1200" cap="none" spc="0" normalizeH="0" baseline="0">
                        <a:ln>
                          <a:noFill/>
                        </a:ln>
                        <a:solidFill>
                          <a:schemeClr val="tx1"/>
                        </a:solidFill>
                        <a:effectLst/>
                        <a:uLnTx/>
                        <a:uFillTx/>
                        <a:latin typeface="+mn-lt"/>
                        <a:ea typeface="+mn-ea"/>
                        <a:cs typeface="+mn-cs"/>
                      </a:endParaRPr>
                    </a:p>
                  </a:txBody>
                  <a:tcPr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a:ln>
                            <a:noFill/>
                          </a:ln>
                          <a:solidFill>
                            <a:schemeClr val="tx1"/>
                          </a:solidFill>
                          <a:effectLst/>
                          <a:uLnTx/>
                          <a:uFillTx/>
                          <a:latin typeface="Poppins"/>
                          <a:ea typeface="+mn-ea"/>
                          <a:cs typeface="+mn-cs"/>
                        </a:rPr>
                        <a:t>A, B</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solidFill>
                      <a:schemeClr val="accent2">
                        <a:lumMod val="10000"/>
                        <a:lumOff val="90000"/>
                      </a:schemeClr>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b="1" i="0" u="none" strike="noStrike" kern="1200" cap="none" spc="0" normalizeH="0" baseline="0">
                          <a:ln>
                            <a:noFill/>
                          </a:ln>
                          <a:solidFill>
                            <a:schemeClr val="tx1"/>
                          </a:solidFill>
                          <a:effectLst/>
                          <a:uLnTx/>
                          <a:uFillTx/>
                          <a:latin typeface="+mn-lt"/>
                          <a:ea typeface="+mn-ea"/>
                          <a:cs typeface="+mn-cs"/>
                        </a:rPr>
                        <a:t>Subpopulation ADOPT-GEA – MSI high cohort</a:t>
                      </a:r>
                      <a:endParaRPr kumimoji="0" lang="en-US" sz="1000" b="1" i="0" u="none" strike="noStrike" kern="1200" cap="none" spc="0" normalizeH="0" baseline="0">
                        <a:ln>
                          <a:noFill/>
                        </a:ln>
                        <a:solidFill>
                          <a:schemeClr val="tx1"/>
                        </a:solidFill>
                        <a:effectLst/>
                        <a:uLnTx/>
                        <a:uFillTx/>
                        <a:latin typeface="Poppins"/>
                        <a:ea typeface="+mn-ea"/>
                        <a:cs typeface="+mn-cs"/>
                      </a:endParaRPr>
                    </a:p>
                  </a:txBody>
                  <a:tcPr>
                    <a:lnT w="12700" cap="flat" cmpd="sng" algn="ctr">
                      <a:solidFill>
                        <a:schemeClr val="tx1"/>
                      </a:solidFill>
                      <a:prstDash val="solid"/>
                      <a:round/>
                      <a:headEnd type="none" w="med" len="med"/>
                      <a:tailEnd type="none" w="med" len="med"/>
                    </a:lnT>
                  </a:tcPr>
                </a:tc>
                <a:tc>
                  <a:txBody>
                    <a:bodyPr/>
                    <a:lstStyle/>
                    <a:p>
                      <a:pPr marL="0" lvl="0" indent="0" algn="l">
                        <a:lnSpc>
                          <a:spcPct val="100000"/>
                        </a:lnSpc>
                        <a:spcBef>
                          <a:spcPts val="0"/>
                        </a:spcBef>
                        <a:spcAft>
                          <a:spcPts val="0"/>
                        </a:spcAft>
                        <a:buNone/>
                      </a:pPr>
                      <a:r>
                        <a:rPr lang="en-US" sz="1000" kern="1200">
                          <a:solidFill>
                            <a:schemeClr val="tx1"/>
                          </a:solidFill>
                          <a:latin typeface="+mn-lt"/>
                          <a:ea typeface="Verdana"/>
                          <a:cs typeface="+mn-cs"/>
                          <a:hlinkClick r:id="" action="ppaction://noaction"/>
                        </a:rPr>
                        <a:t>AACR-ADOPT-GEA, </a:t>
                      </a:r>
                      <a:r>
                        <a:rPr lang="en-US" sz="1000" kern="1200">
                          <a:solidFill>
                            <a:schemeClr val="tx1"/>
                          </a:solidFill>
                          <a:latin typeface="+mn-lt"/>
                          <a:ea typeface="Verdana"/>
                          <a:cs typeface="+mn-cs"/>
                        </a:rPr>
                        <a:t>drug only for several arms, requesting full support for MSI high arm</a:t>
                      </a:r>
                    </a:p>
                  </a:txBody>
                  <a:tcPr>
                    <a:lnT w="12700" cap="flat" cmpd="sng" algn="ctr">
                      <a:solidFill>
                        <a:schemeClr val="tx1"/>
                      </a:solidFill>
                      <a:prstDash val="solid"/>
                      <a:round/>
                      <a:headEnd type="none" w="med" len="med"/>
                      <a:tailEnd type="none" w="med" len="med"/>
                    </a:lnT>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H" sz="1000" b="1" i="0" u="none" strike="noStrike" kern="1200" cap="none" spc="0" normalizeH="0" baseline="0">
                          <a:ln>
                            <a:noFill/>
                          </a:ln>
                          <a:solidFill>
                            <a:schemeClr val="tx1"/>
                          </a:solidFill>
                          <a:effectLst/>
                          <a:uLnTx/>
                          <a:uFillTx/>
                          <a:latin typeface="Poppins"/>
                          <a:ea typeface="+mn-ea"/>
                          <a:cs typeface="+mn-cs"/>
                        </a:rPr>
                        <a:t>IIT</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tcPr>
                </a:tc>
                <a:tc>
                  <a:txBody>
                    <a:bodyPr/>
                    <a:lstStyle/>
                    <a:p>
                      <a:pPr marL="0" marR="0" lvl="0" indent="0" algn="ctr" rtl="0" eaLnBrk="1" fontAlgn="auto" latinLnBrk="0" hangingPunct="1">
                        <a:lnSpc>
                          <a:spcPct val="100000"/>
                        </a:lnSpc>
                        <a:spcBef>
                          <a:spcPts val="0"/>
                        </a:spcBef>
                        <a:spcAft>
                          <a:spcPts val="0"/>
                        </a:spcAft>
                        <a:buClrTx/>
                        <a:buSzTx/>
                        <a:buFontTx/>
                        <a:buNone/>
                      </a:pPr>
                      <a:r>
                        <a:rPr lang="en-CH" sz="1000" b="1" i="0" u="none" strike="noStrike" kern="1200" cap="none" spc="0" normalizeH="0" baseline="0">
                          <a:ln>
                            <a:noFill/>
                          </a:ln>
                          <a:solidFill>
                            <a:schemeClr val="tx1"/>
                          </a:solidFill>
                          <a:effectLst/>
                          <a:uLnTx/>
                          <a:uFillTx/>
                          <a:latin typeface="Poppins"/>
                          <a:ea typeface="+mn-ea"/>
                          <a:cs typeface="+mn-cs"/>
                        </a:rPr>
                        <a:t>Approved, in start up phase</a:t>
                      </a:r>
                      <a:endParaRPr kumimoji="0" lang="en-CH" sz="1000" b="1" i="0" u="none" strike="noStrike" kern="1200" cap="none" spc="0" normalizeH="0" baseline="0">
                        <a:ln>
                          <a:noFill/>
                        </a:ln>
                        <a:solidFill>
                          <a:schemeClr val="tx1"/>
                        </a:solidFill>
                        <a:effectLst/>
                        <a:uLnTx/>
                        <a:uFillTx/>
                        <a:latin typeface="Poppins"/>
                        <a:ea typeface="+mn-ea"/>
                        <a:cs typeface="+mn-cs"/>
                      </a:endParaRPr>
                    </a:p>
                  </a:txBody>
                  <a:tcPr anchor="ctr">
                    <a:lnT w="12700" cap="flat" cmpd="sng" algn="ctr">
                      <a:solidFill>
                        <a:schemeClr val="tx1"/>
                      </a:solidFill>
                      <a:prstDash val="solid"/>
                      <a:round/>
                      <a:headEnd type="none" w="med" len="med"/>
                      <a:tailEnd type="none" w="med" len="med"/>
                    </a:lnT>
                  </a:tcPr>
                </a:tc>
                <a:tc>
                  <a:txBody>
                    <a:bodyPr/>
                    <a:lstStyle/>
                    <a:p>
                      <a:pPr marL="0" marR="0" lvl="0" indent="0" algn="ctr">
                        <a:lnSpc>
                          <a:spcPct val="100000"/>
                        </a:lnSpc>
                        <a:spcBef>
                          <a:spcPts val="0"/>
                        </a:spcBef>
                        <a:spcAft>
                          <a:spcPts val="0"/>
                        </a:spcAft>
                        <a:buNone/>
                      </a:pPr>
                      <a:r>
                        <a:rPr lang="en-US" sz="1000" b="1" i="0" u="none" strike="noStrike" kern="1200" cap="none" spc="0" normalizeH="0" baseline="0" noProof="0">
                          <a:ln>
                            <a:noFill/>
                          </a:ln>
                          <a:solidFill>
                            <a:schemeClr val="tx1"/>
                          </a:solidFill>
                          <a:effectLst/>
                          <a:uLnTx/>
                          <a:uFillTx/>
                          <a:latin typeface="Poppins"/>
                        </a:rPr>
                        <a:t>Additional ~$ 1 M</a:t>
                      </a:r>
                      <a:endParaRPr kumimoji="0" lang="en-US"/>
                    </a:p>
                  </a:txBody>
                  <a:tcPr anchor="ctr">
                    <a:lnT w="12700" cap="flat" cmpd="sng" algn="ctr">
                      <a:solidFill>
                        <a:schemeClr val="tx1"/>
                      </a:solidFill>
                      <a:prstDash val="solid"/>
                      <a:round/>
                      <a:headEnd type="none" w="med" len="med"/>
                      <a:tailEnd type="none" w="med" len="med"/>
                    </a:lnT>
                    <a:solidFill>
                      <a:srgbClr val="FFE699"/>
                    </a:solidFill>
                  </a:tcPr>
                </a:tc>
                <a:extLst>
                  <a:ext uri="{0D108BD9-81ED-4DB2-BD59-A6C34878D82A}">
                    <a16:rowId xmlns:a16="http://schemas.microsoft.com/office/drawing/2014/main" val="2501054979"/>
                  </a:ext>
                </a:extLst>
              </a:tr>
            </a:tbl>
          </a:graphicData>
        </a:graphic>
      </p:graphicFrame>
    </p:spTree>
    <p:extLst>
      <p:ext uri="{BB962C8B-B14F-4D97-AF65-F5344CB8AC3E}">
        <p14:creationId xmlns:p14="http://schemas.microsoft.com/office/powerpoint/2010/main" val="38033768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698&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Day&gt;&lt;m_bNumberIsYear val=&quot;0&quot;/&gt;&lt;m_strFormatTime&gt;%#d&lt;/m_strFormatTime&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4.68559000000000036579E+00&quot;&gt;&lt;m_msothmcolidx val=&quot;0&quot;/&gt;&lt;m_rgb r=&quot;92&quot; g=&quot;D0&quot; b=&quot;50&quot;/&gt;&lt;/elem&gt;&lt;/m_vecMRU&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79">
      <a:dk1>
        <a:srgbClr val="000000"/>
      </a:dk1>
      <a:lt1>
        <a:srgbClr val="FFFFFF"/>
      </a:lt1>
      <a:dk2>
        <a:srgbClr val="283349"/>
      </a:dk2>
      <a:lt2>
        <a:srgbClr val="FFFFFF"/>
      </a:lt2>
      <a:accent1>
        <a:srgbClr val="D62B1E"/>
      </a:accent1>
      <a:accent2>
        <a:srgbClr val="0F2445"/>
      </a:accent2>
      <a:accent3>
        <a:srgbClr val="283349"/>
      </a:accent3>
      <a:accent4>
        <a:srgbClr val="006680"/>
      </a:accent4>
      <a:accent5>
        <a:srgbClr val="A3333B"/>
      </a:accent5>
      <a:accent6>
        <a:srgbClr val="EB7500"/>
      </a:accent6>
      <a:hlink>
        <a:srgbClr val="00667F"/>
      </a:hlink>
      <a:folHlink>
        <a:srgbClr val="FFC72B"/>
      </a:folHlink>
    </a:clrScheme>
    <a:fontScheme name="Custom 7">
      <a:majorFont>
        <a:latin typeface="Poppins Medium"/>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45720" rIns="45720" rtlCol="0" anchor="ctr">
        <a:normAutofit/>
      </a:bodyPr>
      <a:lstStyle>
        <a:defPPr algn="ctr">
          <a:defRPr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lIns="91440" tIns="91440" rIns="91440" bIns="9144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Custom 79">
      <a:dk1>
        <a:srgbClr val="000000"/>
      </a:dk1>
      <a:lt1>
        <a:srgbClr val="FFFFFF"/>
      </a:lt1>
      <a:dk2>
        <a:srgbClr val="283349"/>
      </a:dk2>
      <a:lt2>
        <a:srgbClr val="FFFFFF"/>
      </a:lt2>
      <a:accent1>
        <a:srgbClr val="D62B1E"/>
      </a:accent1>
      <a:accent2>
        <a:srgbClr val="0F2445"/>
      </a:accent2>
      <a:accent3>
        <a:srgbClr val="283349"/>
      </a:accent3>
      <a:accent4>
        <a:srgbClr val="006680"/>
      </a:accent4>
      <a:accent5>
        <a:srgbClr val="A3333B"/>
      </a:accent5>
      <a:accent6>
        <a:srgbClr val="EB7500"/>
      </a:accent6>
      <a:hlink>
        <a:srgbClr val="00667F"/>
      </a:hlink>
      <a:folHlink>
        <a:srgbClr val="FFC72B"/>
      </a:folHlink>
    </a:clrScheme>
    <a:fontScheme name="Custom 7">
      <a:majorFont>
        <a:latin typeface="Poppins Medium"/>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45720" rIns="45720" rtlCol="0" anchor="ctr">
        <a:normAutofit/>
      </a:bodyPr>
      <a:lstStyle>
        <a:defPPr algn="ctr">
          <a:defRPr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lIns="91440" tIns="91440" rIns="91440" bIns="9144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79">
      <a:dk1>
        <a:srgbClr val="000000"/>
      </a:dk1>
      <a:lt1>
        <a:srgbClr val="FFFFFF"/>
      </a:lt1>
      <a:dk2>
        <a:srgbClr val="283349"/>
      </a:dk2>
      <a:lt2>
        <a:srgbClr val="FFFFFF"/>
      </a:lt2>
      <a:accent1>
        <a:srgbClr val="D62B1E"/>
      </a:accent1>
      <a:accent2>
        <a:srgbClr val="0F2445"/>
      </a:accent2>
      <a:accent3>
        <a:srgbClr val="283349"/>
      </a:accent3>
      <a:accent4>
        <a:srgbClr val="006680"/>
      </a:accent4>
      <a:accent5>
        <a:srgbClr val="A3333B"/>
      </a:accent5>
      <a:accent6>
        <a:srgbClr val="EB7500"/>
      </a:accent6>
      <a:hlink>
        <a:srgbClr val="00667F"/>
      </a:hlink>
      <a:folHlink>
        <a:srgbClr val="FFC72B"/>
      </a:folHlink>
    </a:clrScheme>
    <a:fontScheme name="Custom 7">
      <a:majorFont>
        <a:latin typeface="Poppins Medium"/>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45720" rIns="45720" rtlCol="0" anchor="ctr">
        <a:normAutofit/>
      </a:bodyPr>
      <a:lstStyle>
        <a:defPPr algn="ctr">
          <a:defRPr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lIns="91440" tIns="91440" rIns="91440" bIns="9144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FD56E96-AED2-4E7F-93F2-C88734B96344}">
  <we:reference id="wa104381063" version="1.0.0.1" store="en-US" storeType="OMEX"/>
  <we:alternateReferences>
    <we:reference id="WA104381063" version="1.0.0.1"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57EFF436FC4140AD8F0359F505F031" ma:contentTypeVersion="21" ma:contentTypeDescription="Create a new document." ma:contentTypeScope="" ma:versionID="194175f48670bc6a1906ee7380e1092b">
  <xsd:schema xmlns:xsd="http://www.w3.org/2001/XMLSchema" xmlns:xs="http://www.w3.org/2001/XMLSchema" xmlns:p="http://schemas.microsoft.com/office/2006/metadata/properties" xmlns:ns2="329511b9-23bf-4395-96cd-240a0d3a2f04" xmlns:ns3="bb96e2f3-e36e-4a9b-b0b2-1cf657f4bf03" targetNamespace="http://schemas.microsoft.com/office/2006/metadata/properties" ma:root="true" ma:fieldsID="b7169a3f0a64428aa20e1e0070ac5891" ns2:_="" ns3:_="">
    <xsd:import namespace="329511b9-23bf-4395-96cd-240a0d3a2f04"/>
    <xsd:import namespace="bb96e2f3-e36e-4a9b-b0b2-1cf657f4bf0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3:SharedWithUsers" minOccurs="0"/>
                <xsd:element ref="ns3:SharedWithDetails" minOccurs="0"/>
                <xsd:element ref="ns2:MediaServiceGenerationTime" minOccurs="0"/>
                <xsd:element ref="ns2:MediaServiceEventHashCode" minOccurs="0"/>
                <xsd:element ref="ns2:MediaServiceOCR" minOccurs="0"/>
                <xsd:element ref="ns2:MediaServiceLocation" minOccurs="0"/>
                <xsd:element ref="ns2:Date" minOccurs="0"/>
                <xsd:element ref="ns2:MediaServiceAutoKeyPoints" minOccurs="0"/>
                <xsd:element ref="ns2:MediaServiceKeyPoints" minOccurs="0"/>
                <xsd:element ref="ns2:_Flow_SignoffStatu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9511b9-23bf-4395-96cd-240a0d3a2f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description="" ma:indexed="true" ma:internalName="MediaServiceLocation" ma:readOnly="true">
      <xsd:simpleType>
        <xsd:restriction base="dms:Text"/>
      </xsd:simpleType>
    </xsd:element>
    <xsd:element name="Date" ma:index="18" nillable="true" ma:displayName="Date" ma:format="DateOnly" ma:internalName="Date">
      <xsd:simpleType>
        <xsd:restriction base="dms:DateTime"/>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_Flow_SignoffStatus" ma:index="21" nillable="true" ma:displayName="Sign-off status" ma:internalName="Sign_x002d_off_x0020_status">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0dd9480-1fff-4fcb-b096-3317e476558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b96e2f3-e36e-4a9b-b0b2-1cf657f4bf0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939658bc-7ab7-4986-880b-87a321be9ca4}" ma:internalName="TaxCatchAll" ma:showField="CatchAllData" ma:web="bb96e2f3-e36e-4a9b-b0b2-1cf657f4bf0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29511b9-23bf-4395-96cd-240a0d3a2f04">
      <Terms xmlns="http://schemas.microsoft.com/office/infopath/2007/PartnerControls"/>
    </lcf76f155ced4ddcb4097134ff3c332f>
    <Date xmlns="329511b9-23bf-4395-96cd-240a0d3a2f04" xsi:nil="true"/>
    <TaxCatchAll xmlns="bb96e2f3-e36e-4a9b-b0b2-1cf657f4bf03" xsi:nil="true"/>
    <_Flow_SignoffStatus xmlns="329511b9-23bf-4395-96cd-240a0d3a2f0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58EB54-FF2B-4600-A9D8-7B6B665CA384}"/>
</file>

<file path=customXml/itemProps2.xml><?xml version="1.0" encoding="utf-8"?>
<ds:datastoreItem xmlns:ds="http://schemas.openxmlformats.org/officeDocument/2006/customXml" ds:itemID="{270BFCD3-78FA-473A-A36B-46E75DBBD3B7}">
  <ds:schemaRefs>
    <ds:schemaRef ds:uri="329511b9-23bf-4395-96cd-240a0d3a2f04"/>
    <ds:schemaRef ds:uri="bb96e2f3-e36e-4a9b-b0b2-1cf657f4bf03"/>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3.xml><?xml version="1.0" encoding="utf-8"?>
<ds:datastoreItem xmlns:ds="http://schemas.openxmlformats.org/officeDocument/2006/customXml" ds:itemID="{3502DBB5-6121-4D37-B250-33EC4248D9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91</Slides>
  <Notes>29</Notes>
  <HiddenSlides>0</HiddenSlides>
  <ScaleCrop>false</ScaleCrop>
  <HeadingPairs>
    <vt:vector size="4" baseType="variant">
      <vt:variant>
        <vt:lpstr>Theme</vt:lpstr>
      </vt:variant>
      <vt:variant>
        <vt:i4>4</vt:i4>
      </vt:variant>
      <vt:variant>
        <vt:lpstr>Slide Titles</vt:lpstr>
      </vt:variant>
      <vt:variant>
        <vt:i4>91</vt:i4>
      </vt:variant>
    </vt:vector>
  </HeadingPairs>
  <TitlesOfParts>
    <vt:vector size="95" baseType="lpstr">
      <vt:lpstr>1_Office Theme</vt:lpstr>
      <vt:lpstr>Custom Design</vt:lpstr>
      <vt:lpstr>2_Office Theme</vt:lpstr>
      <vt:lpstr>3_Office Theme</vt:lpstr>
      <vt:lpstr>Tislelizumab IEGP</vt:lpstr>
      <vt:lpstr>Table of Contents</vt:lpstr>
      <vt:lpstr>Executive Summary</vt:lpstr>
      <vt:lpstr>IEGP Executive Summary</vt:lpstr>
      <vt:lpstr>Cross-functional stakeholders identified, evaluated, and prioritized gaps, ideating tactics for high- and medium- priority gaps  </vt:lpstr>
      <vt:lpstr>Robust material audit, internal interviews, pre-workshop survey, and cross-functional workshop informed prioritization of evidence gaps</vt:lpstr>
      <vt:lpstr>Key evidence generation is driven by maturity of tislelizumab and the overall market environment </vt:lpstr>
      <vt:lpstr>Remaining evidence needs can be addressed through three general approaches</vt:lpstr>
      <vt:lpstr>Tislelizumab IIT Guidance</vt:lpstr>
      <vt:lpstr>IEGP Introduction</vt:lpstr>
      <vt:lpstr>The IEGP supports BeOne efforts in creating a cohesive, cross-functional evidence generation plan to support upcoming tislelizumab launches</vt:lpstr>
      <vt:lpstr>The tislelizumab IEGP captures cross-functional and regional perspectives to guide operationalization and execution of evidence generation efforts</vt:lpstr>
      <vt:lpstr>Tislelizumab’s medical strategy focuses on driving differentiation, securing broad access, and building solid tumor leadership</vt:lpstr>
      <vt:lpstr>Tislelizumab’s clinical development plan encompasses multiple upcoming launch milestones across tumor types in major geographies</vt:lpstr>
      <vt:lpstr>The following framework is used to organize evidence gaps</vt:lpstr>
      <vt:lpstr>Tislelizumab IEGP Structure and Flow</vt:lpstr>
      <vt:lpstr>A comprehensive list of evidence gaps requiring tactical ideation was developed using the following process</vt:lpstr>
      <vt:lpstr>Navigating the Gap Prioritization Section</vt:lpstr>
      <vt:lpstr>Transversal</vt:lpstr>
      <vt:lpstr>Evidence Gap Prioritization: Transversal Gaps</vt:lpstr>
      <vt:lpstr>Priority Gaps and Tactics: Transversal Gaps</vt:lpstr>
      <vt:lpstr>Evidence Gaps: Transversal</vt:lpstr>
      <vt:lpstr>Tactics: Transversal Gaps</vt:lpstr>
      <vt:lpstr>Implementation Roadmap: Transversal</vt:lpstr>
      <vt:lpstr>Across Upper GI</vt:lpstr>
      <vt:lpstr>Evidence Gap Prioritization: Across Upper GI</vt:lpstr>
      <vt:lpstr>Priority Gaps and Tactics: Upper GI</vt:lpstr>
      <vt:lpstr>Evidence Gaps: Across Upper GI</vt:lpstr>
      <vt:lpstr>Tactics: Across Upper GI</vt:lpstr>
      <vt:lpstr>Implementation Roadmap: Across Upper GI</vt:lpstr>
      <vt:lpstr>Advanced/Metastatic ESCC</vt:lpstr>
      <vt:lpstr>Evidence Gap Prioritization: Advanced/Metastatic ESCC</vt:lpstr>
      <vt:lpstr>ESMO List of Evidence Gaps: Advanced/Metastatic ESCC</vt:lpstr>
      <vt:lpstr>High &amp; Medium Priority Evidence Gaps: Advanced/Metastatic ESCC</vt:lpstr>
      <vt:lpstr>Low Priority Evidence Gaps: Advanced/Metastatic ESCC</vt:lpstr>
      <vt:lpstr>Tactics: Advanced/Metastatic ESCC</vt:lpstr>
      <vt:lpstr>Implementation Roadmap: Advanced/Metastatic ESCC (1/2)</vt:lpstr>
      <vt:lpstr>Implementation Roadmap: Advanced/Metastatic ESCC (2/2)</vt:lpstr>
      <vt:lpstr>Advanced/Metastatic GC/GEJ</vt:lpstr>
      <vt:lpstr>Evidence Gap Prioritization: Advanced/Metastatic GC/GEJ</vt:lpstr>
      <vt:lpstr>ESMO List of Evidence Gaps: Advanced/Metastatic GC/GEJ</vt:lpstr>
      <vt:lpstr>High &amp; Medium Priority Evidence Gaps: Advanced/Metastatic GC/GEJ </vt:lpstr>
      <vt:lpstr>Low Priority Evidence Gaps: Advanced/Metastatic GC/GEJ (1/2)</vt:lpstr>
      <vt:lpstr>Low Priority Evidence Gaps: Advanced/Metastatic GC/GEJ (2/2)</vt:lpstr>
      <vt:lpstr>Tactics: Advanced/Metastatic GC/GEJ (1/2)</vt:lpstr>
      <vt:lpstr>Tactics: Advanced/Metastatic GC/GEJ (2/2)</vt:lpstr>
      <vt:lpstr>Implementation Roadmap: Advanced/Metastatic GC/GEJ (1/3) </vt:lpstr>
      <vt:lpstr>Implementation Roadmap: Advanced/Metastatic GC/GEJ (2/3) </vt:lpstr>
      <vt:lpstr>Implementation Roadmap: Advanced/Metastatic GC/GEJ (3/3) </vt:lpstr>
      <vt:lpstr>Across Lung</vt:lpstr>
      <vt:lpstr>Evidence Gap Prioritization: Across Lung</vt:lpstr>
      <vt:lpstr>Priority Gaps and Tactics: Lung</vt:lpstr>
      <vt:lpstr>Evidence Gaps: Across Lung</vt:lpstr>
      <vt:lpstr>Tactics: Across Lung (1/2)</vt:lpstr>
      <vt:lpstr>Tactics: Across Lung (2/2)</vt:lpstr>
      <vt:lpstr>Implementation Roadmap: Across Lung (1/2)</vt:lpstr>
      <vt:lpstr>Implementation Roadmap: Across Lung (2/2)</vt:lpstr>
      <vt:lpstr>Perioperative NSCLC</vt:lpstr>
      <vt:lpstr>Evidence Gap Prioritization: Perioperative NSCLC</vt:lpstr>
      <vt:lpstr>ESMO List of Evidence Gaps: Perioperative NSCLC</vt:lpstr>
      <vt:lpstr>High &amp; Medium Priority Evidence Gaps: Perioperative NSCLC</vt:lpstr>
      <vt:lpstr>Low Priority Evidence Gaps: Perioperative NSCLC (1/2)</vt:lpstr>
      <vt:lpstr>Low Priority Evidence Gaps: Perioperative NSCLC (2/2)</vt:lpstr>
      <vt:lpstr>Tactics: Perioperative NSCLC</vt:lpstr>
      <vt:lpstr>Implementation Roadmap: Perioperative NSCLC (1/2)</vt:lpstr>
      <vt:lpstr>Implementation Roadmap: Perioperative NSCLC (2/2)</vt:lpstr>
      <vt:lpstr>Metastatic NSCLC</vt:lpstr>
      <vt:lpstr>Evidence Gap Prioritization: Metastatic NSCLC</vt:lpstr>
      <vt:lpstr>ESMO List of Evidence Gaps: Metastatic NSCLC</vt:lpstr>
      <vt:lpstr>High &amp; Medium Priority Evidence Gaps: Metastatic NSCLC</vt:lpstr>
      <vt:lpstr>Low Priority Evidence Gaps: Metastatic NSCLC</vt:lpstr>
      <vt:lpstr>Tactics: Metastatic NSCLC</vt:lpstr>
      <vt:lpstr>Implementation Roadmap: Metastatic NSCLC (1/2) </vt:lpstr>
      <vt:lpstr>Implementation Roadmap: Metastatic NSCLC (2/2) </vt:lpstr>
      <vt:lpstr>Extensive-Stage SCLC</vt:lpstr>
      <vt:lpstr>Evidence Gap Prioritization: Extensive-Stage SCLC</vt:lpstr>
      <vt:lpstr>ESMO List of Evidence Gaps: Extensive Stage SCLC</vt:lpstr>
      <vt:lpstr>High-Priority Evidence Gaps: Extensive Stage SCLC</vt:lpstr>
      <vt:lpstr>Low Priority Evidence Gaps: Extensive Stage SCLC</vt:lpstr>
      <vt:lpstr>Tactics: Extensive Stage SCLC</vt:lpstr>
      <vt:lpstr>Implementation Roadmap: Extensive Stage SCLC</vt:lpstr>
      <vt:lpstr>Appendix</vt:lpstr>
      <vt:lpstr>Ongoing/Planned EvGen Activities: Advanced/Metastatic ESCC (1/1) </vt:lpstr>
      <vt:lpstr>Ongoing/Planned EvGen Activities: Advanced/Metastatic GC/GEJ (1/2) </vt:lpstr>
      <vt:lpstr>Ongoing/Planned EvGen Activities: Advanced/Metastatic GC/GEJ (2/2) </vt:lpstr>
      <vt:lpstr>Ongoing/Planned EvGen Activities: NSCLC (1/2) </vt:lpstr>
      <vt:lpstr>Ongoing/Planned EvGen Activities: NSCLC (2/2)  </vt:lpstr>
      <vt:lpstr>Ongoing/Planned EvGen Activities: ES-SCLC (1/1) </vt:lpstr>
      <vt:lpstr>Current Tislelizumab IIT Program Landscape  </vt:lpstr>
      <vt:lpstr>Key Evidence Generation Initiatives and Plans Lung Cancer</vt:lpstr>
      <vt:lpstr>Key Evidence Generation Initiatives and Plans Upper GI Cancer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ASH 2019</dc:title>
  <dc:creator>Courtney Redmon</dc:creator>
  <cp:revision>1</cp:revision>
  <dcterms:created xsi:type="dcterms:W3CDTF">2019-12-11T02:24:03Z</dcterms:created>
  <dcterms:modified xsi:type="dcterms:W3CDTF">2025-06-24T17:17:55Z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_dlc_DocIdItemGuid">
    <vt:lpwstr>a89e9fe4-9058-4780-bd16-c2d9dd426aff</vt:lpwstr>
  </property>
  <property fmtid="{D5CDD505-2E9C-101B-9397-08002B2CF9AE}" pid="4" name="ContentTypeId">
    <vt:lpwstr>0x010100E557EFF436FC4140AD8F0359F505F031</vt:lpwstr>
  </property>
</Properties>
</file>